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2" r:id="rId4"/>
    <p:sldMasterId id="214748368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Lst>
  <p:sldSz cy="5143500" cx="9144000"/>
  <p:notesSz cx="6858000" cy="9144000"/>
  <p:embeddedFontLst>
    <p:embeddedFont>
      <p:font typeface="Audiowide"/>
      <p:regular r:id="rId60"/>
    </p:embeddedFont>
    <p:embeddedFont>
      <p:font typeface="Titillium Web SemiBold"/>
      <p:regular r:id="rId61"/>
      <p:bold r:id="rId62"/>
      <p:italic r:id="rId63"/>
      <p:boldItalic r:id="rId64"/>
    </p:embeddedFont>
    <p:embeddedFont>
      <p:font typeface="Proxima Nova"/>
      <p:regular r:id="rId65"/>
      <p:bold r:id="rId66"/>
      <p:italic r:id="rId67"/>
      <p:boldItalic r:id="rId68"/>
    </p:embeddedFont>
    <p:embeddedFont>
      <p:font typeface="Roboto Medium"/>
      <p:regular r:id="rId69"/>
      <p:bold r:id="rId70"/>
      <p:italic r:id="rId71"/>
      <p:boldItalic r:id="rId72"/>
    </p:embeddedFont>
    <p:embeddedFont>
      <p:font typeface="Amatic SC"/>
      <p:regular r:id="rId73"/>
      <p:bold r:id="rId74"/>
    </p:embeddedFont>
    <p:embeddedFont>
      <p:font typeface="Anaheim"/>
      <p:regular r:id="rId75"/>
      <p:bold r:id="rId76"/>
    </p:embeddedFont>
    <p:embeddedFont>
      <p:font typeface="Titillium Web"/>
      <p:regular r:id="rId77"/>
      <p:bold r:id="rId78"/>
      <p:italic r:id="rId79"/>
      <p:boldItalic r:id="rId80"/>
    </p:embeddedFont>
    <p:embeddedFont>
      <p:font typeface="Bebas Neue"/>
      <p:regular r:id="rId81"/>
    </p:embeddedFont>
    <p:embeddedFont>
      <p:font typeface="PT Sans"/>
      <p:regular r:id="rId82"/>
      <p:bold r:id="rId83"/>
      <p:italic r:id="rId84"/>
      <p:boldItalic r:id="rId8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886A143-5B8B-409E-85FC-669CE8CAFE8F}">
  <a:tblStyle styleId="{D886A143-5B8B-409E-85FC-669CE8CAFE8F}"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PTSans-italic.fntdata"/><Relationship Id="rId83" Type="http://schemas.openxmlformats.org/officeDocument/2006/relationships/font" Target="fonts/PTSans-bold.fntdata"/><Relationship Id="rId42" Type="http://schemas.openxmlformats.org/officeDocument/2006/relationships/slide" Target="slides/slide36.xml"/><Relationship Id="rId41" Type="http://schemas.openxmlformats.org/officeDocument/2006/relationships/slide" Target="slides/slide35.xml"/><Relationship Id="rId85" Type="http://schemas.openxmlformats.org/officeDocument/2006/relationships/font" Target="fonts/PTSans-boldItalic.fntdata"/><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TitilliumWeb-boldItalic.fntdata"/><Relationship Id="rId82" Type="http://schemas.openxmlformats.org/officeDocument/2006/relationships/font" Target="fonts/PTSans-regular.fntdata"/><Relationship Id="rId81" Type="http://schemas.openxmlformats.org/officeDocument/2006/relationships/font" Target="fonts/BebasNeue-regular.fntdata"/><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AmaticSC-regular.fntdata"/><Relationship Id="rId72" Type="http://schemas.openxmlformats.org/officeDocument/2006/relationships/font" Target="fonts/RobotoMedium-boldItalic.fntdata"/><Relationship Id="rId31" Type="http://schemas.openxmlformats.org/officeDocument/2006/relationships/slide" Target="slides/slide25.xml"/><Relationship Id="rId75" Type="http://schemas.openxmlformats.org/officeDocument/2006/relationships/font" Target="fonts/Anaheim-regular.fntdata"/><Relationship Id="rId30" Type="http://schemas.openxmlformats.org/officeDocument/2006/relationships/slide" Target="slides/slide24.xml"/><Relationship Id="rId74" Type="http://schemas.openxmlformats.org/officeDocument/2006/relationships/font" Target="fonts/AmaticSC-bold.fntdata"/><Relationship Id="rId33" Type="http://schemas.openxmlformats.org/officeDocument/2006/relationships/slide" Target="slides/slide27.xml"/><Relationship Id="rId77" Type="http://schemas.openxmlformats.org/officeDocument/2006/relationships/font" Target="fonts/TitilliumWeb-regular.fntdata"/><Relationship Id="rId32" Type="http://schemas.openxmlformats.org/officeDocument/2006/relationships/slide" Target="slides/slide26.xml"/><Relationship Id="rId76" Type="http://schemas.openxmlformats.org/officeDocument/2006/relationships/font" Target="fonts/Anaheim-bold.fntdata"/><Relationship Id="rId35" Type="http://schemas.openxmlformats.org/officeDocument/2006/relationships/slide" Target="slides/slide29.xml"/><Relationship Id="rId79" Type="http://schemas.openxmlformats.org/officeDocument/2006/relationships/font" Target="fonts/TitilliumWeb-italic.fntdata"/><Relationship Id="rId34" Type="http://schemas.openxmlformats.org/officeDocument/2006/relationships/slide" Target="slides/slide28.xml"/><Relationship Id="rId78" Type="http://schemas.openxmlformats.org/officeDocument/2006/relationships/font" Target="fonts/TitilliumWeb-bold.fntdata"/><Relationship Id="rId71" Type="http://schemas.openxmlformats.org/officeDocument/2006/relationships/font" Target="fonts/RobotoMedium-italic.fntdata"/><Relationship Id="rId70" Type="http://schemas.openxmlformats.org/officeDocument/2006/relationships/font" Target="fonts/RobotoMedium-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TitilliumWebSemiBold-bold.fntdata"/><Relationship Id="rId61" Type="http://schemas.openxmlformats.org/officeDocument/2006/relationships/font" Target="fonts/TitilliumWebSemiBold-regular.fntdata"/><Relationship Id="rId20" Type="http://schemas.openxmlformats.org/officeDocument/2006/relationships/slide" Target="slides/slide14.xml"/><Relationship Id="rId64" Type="http://schemas.openxmlformats.org/officeDocument/2006/relationships/font" Target="fonts/TitilliumWebSemiBold-boldItalic.fntdata"/><Relationship Id="rId63" Type="http://schemas.openxmlformats.org/officeDocument/2006/relationships/font" Target="fonts/TitilliumWebSemiBold-italic.fntdata"/><Relationship Id="rId22" Type="http://schemas.openxmlformats.org/officeDocument/2006/relationships/slide" Target="slides/slide16.xml"/><Relationship Id="rId66" Type="http://schemas.openxmlformats.org/officeDocument/2006/relationships/font" Target="fonts/ProximaNova-bold.fntdata"/><Relationship Id="rId21" Type="http://schemas.openxmlformats.org/officeDocument/2006/relationships/slide" Target="slides/slide15.xml"/><Relationship Id="rId65" Type="http://schemas.openxmlformats.org/officeDocument/2006/relationships/font" Target="fonts/ProximaNova-regular.fntdata"/><Relationship Id="rId24" Type="http://schemas.openxmlformats.org/officeDocument/2006/relationships/slide" Target="slides/slide18.xml"/><Relationship Id="rId68" Type="http://schemas.openxmlformats.org/officeDocument/2006/relationships/font" Target="fonts/ProximaNova-boldItalic.fntdata"/><Relationship Id="rId23" Type="http://schemas.openxmlformats.org/officeDocument/2006/relationships/slide" Target="slides/slide17.xml"/><Relationship Id="rId67" Type="http://schemas.openxmlformats.org/officeDocument/2006/relationships/font" Target="fonts/ProximaNova-italic.fntdata"/><Relationship Id="rId60" Type="http://schemas.openxmlformats.org/officeDocument/2006/relationships/font" Target="fonts/Audiowide-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 name="Shape 171"/>
        <p:cNvGrpSpPr/>
        <p:nvPr/>
      </p:nvGrpSpPr>
      <p:grpSpPr>
        <a:xfrm>
          <a:off x="0" y="0"/>
          <a:ext cx="0" cy="0"/>
          <a:chOff x="0" y="0"/>
          <a:chExt cx="0" cy="0"/>
        </a:xfrm>
      </p:grpSpPr>
      <p:sp>
        <p:nvSpPr>
          <p:cNvPr id="172" name="Google Shape;172;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 name="Google Shape;173;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 name="Shape 200"/>
        <p:cNvGrpSpPr/>
        <p:nvPr/>
      </p:nvGrpSpPr>
      <p:grpSpPr>
        <a:xfrm>
          <a:off x="0" y="0"/>
          <a:ext cx="0" cy="0"/>
          <a:chOff x="0" y="0"/>
          <a:chExt cx="0" cy="0"/>
        </a:xfrm>
      </p:grpSpPr>
      <p:sp>
        <p:nvSpPr>
          <p:cNvPr id="201" name="Google Shape;201;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 name="Google Shape;202;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 name="Shape 209"/>
        <p:cNvGrpSpPr/>
        <p:nvPr/>
      </p:nvGrpSpPr>
      <p:grpSpPr>
        <a:xfrm>
          <a:off x="0" y="0"/>
          <a:ext cx="0" cy="0"/>
          <a:chOff x="0" y="0"/>
          <a:chExt cx="0" cy="0"/>
        </a:xfrm>
      </p:grpSpPr>
      <p:sp>
        <p:nvSpPr>
          <p:cNvPr id="210" name="Google Shape;210;g145f7a191bc_0_188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 name="Google Shape;211;g145f7a191bc_0_188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 name="Shape 216"/>
        <p:cNvGrpSpPr/>
        <p:nvPr/>
      </p:nvGrpSpPr>
      <p:grpSpPr>
        <a:xfrm>
          <a:off x="0" y="0"/>
          <a:ext cx="0" cy="0"/>
          <a:chOff x="0" y="0"/>
          <a:chExt cx="0" cy="0"/>
        </a:xfrm>
      </p:grpSpPr>
      <p:sp>
        <p:nvSpPr>
          <p:cNvPr id="217" name="Google Shape;217;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8" name="Google Shape;218;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 name="Shape 238"/>
        <p:cNvGrpSpPr/>
        <p:nvPr/>
      </p:nvGrpSpPr>
      <p:grpSpPr>
        <a:xfrm>
          <a:off x="0" y="0"/>
          <a:ext cx="0" cy="0"/>
          <a:chOff x="0" y="0"/>
          <a:chExt cx="0" cy="0"/>
        </a:xfrm>
      </p:grpSpPr>
      <p:sp>
        <p:nvSpPr>
          <p:cNvPr id="239" name="Google Shape;239;g54dda1946d_6_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0" name="Google Shape;240;g54dda1946d_6_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2" name="Shape 322"/>
        <p:cNvGrpSpPr/>
        <p:nvPr/>
      </p:nvGrpSpPr>
      <p:grpSpPr>
        <a:xfrm>
          <a:off x="0" y="0"/>
          <a:ext cx="0" cy="0"/>
          <a:chOff x="0" y="0"/>
          <a:chExt cx="0" cy="0"/>
        </a:xfrm>
      </p:grpSpPr>
      <p:sp>
        <p:nvSpPr>
          <p:cNvPr id="323" name="Google Shape;323;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4" name="Google Shape;324;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3" name="Shape 333"/>
        <p:cNvGrpSpPr/>
        <p:nvPr/>
      </p:nvGrpSpPr>
      <p:grpSpPr>
        <a:xfrm>
          <a:off x="0" y="0"/>
          <a:ext cx="0" cy="0"/>
          <a:chOff x="0" y="0"/>
          <a:chExt cx="0" cy="0"/>
        </a:xfrm>
      </p:grpSpPr>
      <p:sp>
        <p:nvSpPr>
          <p:cNvPr id="334" name="Google Shape;334;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5" name="Google Shape;335;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 name="Shape 348"/>
        <p:cNvGrpSpPr/>
        <p:nvPr/>
      </p:nvGrpSpPr>
      <p:grpSpPr>
        <a:xfrm>
          <a:off x="0" y="0"/>
          <a:ext cx="0" cy="0"/>
          <a:chOff x="0" y="0"/>
          <a:chExt cx="0" cy="0"/>
        </a:xfrm>
      </p:grpSpPr>
      <p:sp>
        <p:nvSpPr>
          <p:cNvPr id="349" name="Google Shape;349;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0" name="Google Shape;350;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1" name="Shape 371"/>
        <p:cNvGrpSpPr/>
        <p:nvPr/>
      </p:nvGrpSpPr>
      <p:grpSpPr>
        <a:xfrm>
          <a:off x="0" y="0"/>
          <a:ext cx="0" cy="0"/>
          <a:chOff x="0" y="0"/>
          <a:chExt cx="0" cy="0"/>
        </a:xfrm>
      </p:grpSpPr>
      <p:sp>
        <p:nvSpPr>
          <p:cNvPr id="372" name="Google Shape;372;g145b78380ad_0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3" name="Google Shape;373;g145b78380ad_0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7" name="Shape 427"/>
        <p:cNvGrpSpPr/>
        <p:nvPr/>
      </p:nvGrpSpPr>
      <p:grpSpPr>
        <a:xfrm>
          <a:off x="0" y="0"/>
          <a:ext cx="0" cy="0"/>
          <a:chOff x="0" y="0"/>
          <a:chExt cx="0" cy="0"/>
        </a:xfrm>
      </p:grpSpPr>
      <p:sp>
        <p:nvSpPr>
          <p:cNvPr id="428" name="Google Shape;428;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9" name="Google Shape;429;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3" name="Shape 443"/>
        <p:cNvGrpSpPr/>
        <p:nvPr/>
      </p:nvGrpSpPr>
      <p:grpSpPr>
        <a:xfrm>
          <a:off x="0" y="0"/>
          <a:ext cx="0" cy="0"/>
          <a:chOff x="0" y="0"/>
          <a:chExt cx="0" cy="0"/>
        </a:xfrm>
      </p:grpSpPr>
      <p:sp>
        <p:nvSpPr>
          <p:cNvPr id="444" name="Google Shape;444;g145b78380ad_0_1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5" name="Google Shape;445;g145b78380ad_0_1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6" name="Shape 476"/>
        <p:cNvGrpSpPr/>
        <p:nvPr/>
      </p:nvGrpSpPr>
      <p:grpSpPr>
        <a:xfrm>
          <a:off x="0" y="0"/>
          <a:ext cx="0" cy="0"/>
          <a:chOff x="0" y="0"/>
          <a:chExt cx="0" cy="0"/>
        </a:xfrm>
      </p:grpSpPr>
      <p:sp>
        <p:nvSpPr>
          <p:cNvPr id="477" name="Google Shape;477;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8" name="Google Shape;478;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2" name="Google Shape;512;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 name="Shape 545"/>
        <p:cNvGrpSpPr/>
        <p:nvPr/>
      </p:nvGrpSpPr>
      <p:grpSpPr>
        <a:xfrm>
          <a:off x="0" y="0"/>
          <a:ext cx="0" cy="0"/>
          <a:chOff x="0" y="0"/>
          <a:chExt cx="0" cy="0"/>
        </a:xfrm>
      </p:grpSpPr>
      <p:sp>
        <p:nvSpPr>
          <p:cNvPr id="546" name="Google Shape;546;gd5260bdd85_0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7" name="Google Shape;547;gd5260bdd85_0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9" name="Shape 569"/>
        <p:cNvGrpSpPr/>
        <p:nvPr/>
      </p:nvGrpSpPr>
      <p:grpSpPr>
        <a:xfrm>
          <a:off x="0" y="0"/>
          <a:ext cx="0" cy="0"/>
          <a:chOff x="0" y="0"/>
          <a:chExt cx="0" cy="0"/>
        </a:xfrm>
      </p:grpSpPr>
      <p:sp>
        <p:nvSpPr>
          <p:cNvPr id="570" name="Google Shape;570;g54dda194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1" name="Google Shape;571;g54dda194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 name="Shape 584"/>
        <p:cNvGrpSpPr/>
        <p:nvPr/>
      </p:nvGrpSpPr>
      <p:grpSpPr>
        <a:xfrm>
          <a:off x="0" y="0"/>
          <a:ext cx="0" cy="0"/>
          <a:chOff x="0" y="0"/>
          <a:chExt cx="0" cy="0"/>
        </a:xfrm>
      </p:grpSpPr>
      <p:sp>
        <p:nvSpPr>
          <p:cNvPr id="585" name="Google Shape;585;g145b78380ad_0_1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6" name="Google Shape;586;g145b78380ad_0_1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 name="Shape 600"/>
        <p:cNvGrpSpPr/>
        <p:nvPr/>
      </p:nvGrpSpPr>
      <p:grpSpPr>
        <a:xfrm>
          <a:off x="0" y="0"/>
          <a:ext cx="0" cy="0"/>
          <a:chOff x="0" y="0"/>
          <a:chExt cx="0" cy="0"/>
        </a:xfrm>
      </p:grpSpPr>
      <p:sp>
        <p:nvSpPr>
          <p:cNvPr id="601" name="Google Shape;601;g145b78380ad_0_2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2" name="Google Shape;602;g145b78380ad_0_2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0" name="Shape 630"/>
        <p:cNvGrpSpPr/>
        <p:nvPr/>
      </p:nvGrpSpPr>
      <p:grpSpPr>
        <a:xfrm>
          <a:off x="0" y="0"/>
          <a:ext cx="0" cy="0"/>
          <a:chOff x="0" y="0"/>
          <a:chExt cx="0" cy="0"/>
        </a:xfrm>
      </p:grpSpPr>
      <p:sp>
        <p:nvSpPr>
          <p:cNvPr id="631" name="Google Shape;631;g145b78380ad_0_3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2" name="Google Shape;632;g145b78380ad_0_3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0" name="Shape 650"/>
        <p:cNvGrpSpPr/>
        <p:nvPr/>
      </p:nvGrpSpPr>
      <p:grpSpPr>
        <a:xfrm>
          <a:off x="0" y="0"/>
          <a:ext cx="0" cy="0"/>
          <a:chOff x="0" y="0"/>
          <a:chExt cx="0" cy="0"/>
        </a:xfrm>
      </p:grpSpPr>
      <p:sp>
        <p:nvSpPr>
          <p:cNvPr id="651" name="Google Shape;651;g145b78380ad_0_3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2" name="Google Shape;652;g145b78380ad_0_3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9" name="Shape 679"/>
        <p:cNvGrpSpPr/>
        <p:nvPr/>
      </p:nvGrpSpPr>
      <p:grpSpPr>
        <a:xfrm>
          <a:off x="0" y="0"/>
          <a:ext cx="0" cy="0"/>
          <a:chOff x="0" y="0"/>
          <a:chExt cx="0" cy="0"/>
        </a:xfrm>
      </p:grpSpPr>
      <p:sp>
        <p:nvSpPr>
          <p:cNvPr id="680" name="Google Shape;680;g145f7a191bc_0_190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1" name="Google Shape;681;g145f7a191bc_0_190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0" name="Shape 700"/>
        <p:cNvGrpSpPr/>
        <p:nvPr/>
      </p:nvGrpSpPr>
      <p:grpSpPr>
        <a:xfrm>
          <a:off x="0" y="0"/>
          <a:ext cx="0" cy="0"/>
          <a:chOff x="0" y="0"/>
          <a:chExt cx="0" cy="0"/>
        </a:xfrm>
      </p:grpSpPr>
      <p:sp>
        <p:nvSpPr>
          <p:cNvPr id="701" name="Google Shape;701;g145b78380ad_0_4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2" name="Google Shape;702;g145b78380ad_0_4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4" name="Shape 734"/>
        <p:cNvGrpSpPr/>
        <p:nvPr/>
      </p:nvGrpSpPr>
      <p:grpSpPr>
        <a:xfrm>
          <a:off x="0" y="0"/>
          <a:ext cx="0" cy="0"/>
          <a:chOff x="0" y="0"/>
          <a:chExt cx="0" cy="0"/>
        </a:xfrm>
      </p:grpSpPr>
      <p:sp>
        <p:nvSpPr>
          <p:cNvPr id="735" name="Google Shape;735;g145f7a191bc_0_189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6" name="Google Shape;736;g145f7a191bc_0_189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0" name="Shape 810"/>
        <p:cNvGrpSpPr/>
        <p:nvPr/>
      </p:nvGrpSpPr>
      <p:grpSpPr>
        <a:xfrm>
          <a:off x="0" y="0"/>
          <a:ext cx="0" cy="0"/>
          <a:chOff x="0" y="0"/>
          <a:chExt cx="0" cy="0"/>
        </a:xfrm>
      </p:grpSpPr>
      <p:sp>
        <p:nvSpPr>
          <p:cNvPr id="811" name="Google Shape;811;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2" name="Google Shape;812;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 name="Shape 841"/>
        <p:cNvGrpSpPr/>
        <p:nvPr/>
      </p:nvGrpSpPr>
      <p:grpSpPr>
        <a:xfrm>
          <a:off x="0" y="0"/>
          <a:ext cx="0" cy="0"/>
          <a:chOff x="0" y="0"/>
          <a:chExt cx="0" cy="0"/>
        </a:xfrm>
      </p:grpSpPr>
      <p:sp>
        <p:nvSpPr>
          <p:cNvPr id="842" name="Google Shape;842;g145f7a191bc_0_189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3" name="Google Shape;843;g145f7a191bc_0_189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 name="Shape 863"/>
        <p:cNvGrpSpPr/>
        <p:nvPr/>
      </p:nvGrpSpPr>
      <p:grpSpPr>
        <a:xfrm>
          <a:off x="0" y="0"/>
          <a:ext cx="0" cy="0"/>
          <a:chOff x="0" y="0"/>
          <a:chExt cx="0" cy="0"/>
        </a:xfrm>
      </p:grpSpPr>
      <p:sp>
        <p:nvSpPr>
          <p:cNvPr id="864" name="Google Shape;864;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5" name="Google Shape;865;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 name="Shape 873"/>
        <p:cNvGrpSpPr/>
        <p:nvPr/>
      </p:nvGrpSpPr>
      <p:grpSpPr>
        <a:xfrm>
          <a:off x="0" y="0"/>
          <a:ext cx="0" cy="0"/>
          <a:chOff x="0" y="0"/>
          <a:chExt cx="0" cy="0"/>
        </a:xfrm>
      </p:grpSpPr>
      <p:sp>
        <p:nvSpPr>
          <p:cNvPr id="874" name="Google Shape;874;g145f7a191bc_0_189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5" name="Google Shape;875;g145f7a191bc_0_189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0" name="Shape 880"/>
        <p:cNvGrpSpPr/>
        <p:nvPr/>
      </p:nvGrpSpPr>
      <p:grpSpPr>
        <a:xfrm>
          <a:off x="0" y="0"/>
          <a:ext cx="0" cy="0"/>
          <a:chOff x="0" y="0"/>
          <a:chExt cx="0" cy="0"/>
        </a:xfrm>
      </p:grpSpPr>
      <p:sp>
        <p:nvSpPr>
          <p:cNvPr id="881" name="Google Shape;881;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2" name="Google Shape;882;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2" name="Shape 892"/>
        <p:cNvGrpSpPr/>
        <p:nvPr/>
      </p:nvGrpSpPr>
      <p:grpSpPr>
        <a:xfrm>
          <a:off x="0" y="0"/>
          <a:ext cx="0" cy="0"/>
          <a:chOff x="0" y="0"/>
          <a:chExt cx="0" cy="0"/>
        </a:xfrm>
      </p:grpSpPr>
      <p:sp>
        <p:nvSpPr>
          <p:cNvPr id="893" name="Google Shape;893;g54ff9c4cb4_3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4" name="Google Shape;894;g54ff9c4cb4_3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0" name="Shape 920"/>
        <p:cNvGrpSpPr/>
        <p:nvPr/>
      </p:nvGrpSpPr>
      <p:grpSpPr>
        <a:xfrm>
          <a:off x="0" y="0"/>
          <a:ext cx="0" cy="0"/>
          <a:chOff x="0" y="0"/>
          <a:chExt cx="0" cy="0"/>
        </a:xfrm>
      </p:grpSpPr>
      <p:sp>
        <p:nvSpPr>
          <p:cNvPr id="921" name="Google Shape;921;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2" name="Google Shape;922;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6" name="Shape 926"/>
        <p:cNvGrpSpPr/>
        <p:nvPr/>
      </p:nvGrpSpPr>
      <p:grpSpPr>
        <a:xfrm>
          <a:off x="0" y="0"/>
          <a:ext cx="0" cy="0"/>
          <a:chOff x="0" y="0"/>
          <a:chExt cx="0" cy="0"/>
        </a:xfrm>
      </p:grpSpPr>
      <p:sp>
        <p:nvSpPr>
          <p:cNvPr id="927" name="Google Shape;927;g54dda1946d_6_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8" name="Google Shape;928;g54dda1946d_6_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4" name="Shape 934"/>
        <p:cNvGrpSpPr/>
        <p:nvPr/>
      </p:nvGrpSpPr>
      <p:grpSpPr>
        <a:xfrm>
          <a:off x="0" y="0"/>
          <a:ext cx="0" cy="0"/>
          <a:chOff x="0" y="0"/>
          <a:chExt cx="0" cy="0"/>
        </a:xfrm>
      </p:grpSpPr>
      <p:sp>
        <p:nvSpPr>
          <p:cNvPr id="935" name="Google Shape;935;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6" name="Google Shape;936;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5" name="Shape 945"/>
        <p:cNvGrpSpPr/>
        <p:nvPr/>
      </p:nvGrpSpPr>
      <p:grpSpPr>
        <a:xfrm>
          <a:off x="0" y="0"/>
          <a:ext cx="0" cy="0"/>
          <a:chOff x="0" y="0"/>
          <a:chExt cx="0" cy="0"/>
        </a:xfrm>
      </p:grpSpPr>
      <p:sp>
        <p:nvSpPr>
          <p:cNvPr id="946" name="Google Shape;946;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7" name="Google Shape;947;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0" name="Shape 990"/>
        <p:cNvGrpSpPr/>
        <p:nvPr/>
      </p:nvGrpSpPr>
      <p:grpSpPr>
        <a:xfrm>
          <a:off x="0" y="0"/>
          <a:ext cx="0" cy="0"/>
          <a:chOff x="0" y="0"/>
          <a:chExt cx="0" cy="0"/>
        </a:xfrm>
      </p:grpSpPr>
      <p:sp>
        <p:nvSpPr>
          <p:cNvPr id="991" name="Google Shape;991;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2" name="Google Shape;992;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8" name="Shape 1028"/>
        <p:cNvGrpSpPr/>
        <p:nvPr/>
      </p:nvGrpSpPr>
      <p:grpSpPr>
        <a:xfrm>
          <a:off x="0" y="0"/>
          <a:ext cx="0" cy="0"/>
          <a:chOff x="0" y="0"/>
          <a:chExt cx="0" cy="0"/>
        </a:xfrm>
      </p:grpSpPr>
      <p:sp>
        <p:nvSpPr>
          <p:cNvPr id="1029" name="Google Shape;1029;g145f7a191bc_0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0" name="Google Shape;1030;g145f7a191bc_0_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 name="Shape 1138"/>
        <p:cNvGrpSpPr/>
        <p:nvPr/>
      </p:nvGrpSpPr>
      <p:grpSpPr>
        <a:xfrm>
          <a:off x="0" y="0"/>
          <a:ext cx="0" cy="0"/>
          <a:chOff x="0" y="0"/>
          <a:chExt cx="0" cy="0"/>
        </a:xfrm>
      </p:grpSpPr>
      <p:sp>
        <p:nvSpPr>
          <p:cNvPr id="1139" name="Google Shape;1139;g145f7a191bc_0_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0" name="Google Shape;1140;g145f7a191bc_0_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4" name="Shape 1144"/>
        <p:cNvGrpSpPr/>
        <p:nvPr/>
      </p:nvGrpSpPr>
      <p:grpSpPr>
        <a:xfrm>
          <a:off x="0" y="0"/>
          <a:ext cx="0" cy="0"/>
          <a:chOff x="0" y="0"/>
          <a:chExt cx="0" cy="0"/>
        </a:xfrm>
      </p:grpSpPr>
      <p:sp>
        <p:nvSpPr>
          <p:cNvPr id="1145" name="Google Shape;1145;g145f7a191bc_0_78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6" name="Google Shape;1146;g145f7a191bc_0_78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 name="Shape 1151"/>
        <p:cNvGrpSpPr/>
        <p:nvPr/>
      </p:nvGrpSpPr>
      <p:grpSpPr>
        <a:xfrm>
          <a:off x="0" y="0"/>
          <a:ext cx="0" cy="0"/>
          <a:chOff x="0" y="0"/>
          <a:chExt cx="0" cy="0"/>
        </a:xfrm>
      </p:grpSpPr>
      <p:sp>
        <p:nvSpPr>
          <p:cNvPr id="1152" name="Google Shape;1152;g145f7a191bc_0_78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3" name="Google Shape;1153;g145f7a191bc_0_78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8" name="Shape 1158"/>
        <p:cNvGrpSpPr/>
        <p:nvPr/>
      </p:nvGrpSpPr>
      <p:grpSpPr>
        <a:xfrm>
          <a:off x="0" y="0"/>
          <a:ext cx="0" cy="0"/>
          <a:chOff x="0" y="0"/>
          <a:chExt cx="0" cy="0"/>
        </a:xfrm>
      </p:grpSpPr>
      <p:sp>
        <p:nvSpPr>
          <p:cNvPr id="1159" name="Google Shape;1159;g145f7a191bc_0_78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0" name="Google Shape;1160;g145f7a191bc_0_78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1" name="Shape 1171"/>
        <p:cNvGrpSpPr/>
        <p:nvPr/>
      </p:nvGrpSpPr>
      <p:grpSpPr>
        <a:xfrm>
          <a:off x="0" y="0"/>
          <a:ext cx="0" cy="0"/>
          <a:chOff x="0" y="0"/>
          <a:chExt cx="0" cy="0"/>
        </a:xfrm>
      </p:grpSpPr>
      <p:sp>
        <p:nvSpPr>
          <p:cNvPr id="1172" name="Google Shape;1172;g145f7a191bc_0_78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3" name="Google Shape;1173;g145f7a191bc_0_78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7" name="Shape 1187"/>
        <p:cNvGrpSpPr/>
        <p:nvPr/>
      </p:nvGrpSpPr>
      <p:grpSpPr>
        <a:xfrm>
          <a:off x="0" y="0"/>
          <a:ext cx="0" cy="0"/>
          <a:chOff x="0" y="0"/>
          <a:chExt cx="0" cy="0"/>
        </a:xfrm>
      </p:grpSpPr>
      <p:sp>
        <p:nvSpPr>
          <p:cNvPr id="1188" name="Google Shape;1188;g145f7a191bc_0_78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9" name="Google Shape;1189;g145f7a191bc_0_78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4" name="Shape 1524"/>
        <p:cNvGrpSpPr/>
        <p:nvPr/>
      </p:nvGrpSpPr>
      <p:grpSpPr>
        <a:xfrm>
          <a:off x="0" y="0"/>
          <a:ext cx="0" cy="0"/>
          <a:chOff x="0" y="0"/>
          <a:chExt cx="0" cy="0"/>
        </a:xfrm>
      </p:grpSpPr>
      <p:sp>
        <p:nvSpPr>
          <p:cNvPr id="1525" name="Google Shape;1525;g145f7a191bc_0_82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6" name="Google Shape;1526;g145f7a191bc_0_82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38" name="Shape 7438"/>
        <p:cNvGrpSpPr/>
        <p:nvPr/>
      </p:nvGrpSpPr>
      <p:grpSpPr>
        <a:xfrm>
          <a:off x="0" y="0"/>
          <a:ext cx="0" cy="0"/>
          <a:chOff x="0" y="0"/>
          <a:chExt cx="0" cy="0"/>
        </a:xfrm>
      </p:grpSpPr>
      <p:sp>
        <p:nvSpPr>
          <p:cNvPr id="7439" name="Google Shape;7439;g145f7a191bc_0_141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40" name="Google Shape;7440;g145f7a191bc_0_141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65" name="Shape 7865"/>
        <p:cNvGrpSpPr/>
        <p:nvPr/>
      </p:nvGrpSpPr>
      <p:grpSpPr>
        <a:xfrm>
          <a:off x="0" y="0"/>
          <a:ext cx="0" cy="0"/>
          <a:chOff x="0" y="0"/>
          <a:chExt cx="0" cy="0"/>
        </a:xfrm>
      </p:grpSpPr>
      <p:sp>
        <p:nvSpPr>
          <p:cNvPr id="7866" name="Google Shape;7866;g145f7a191bc_0_145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67" name="Google Shape;7867;g145f7a191bc_0_145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8" name="Shape 8028"/>
        <p:cNvGrpSpPr/>
        <p:nvPr/>
      </p:nvGrpSpPr>
      <p:grpSpPr>
        <a:xfrm>
          <a:off x="0" y="0"/>
          <a:ext cx="0" cy="0"/>
          <a:chOff x="0" y="0"/>
          <a:chExt cx="0" cy="0"/>
        </a:xfrm>
      </p:grpSpPr>
      <p:sp>
        <p:nvSpPr>
          <p:cNvPr id="8029" name="Google Shape;8029;g145f7a191bc_0_147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30" name="Google Shape;8030;g145f7a191bc_0_147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0" name="Shape 8430"/>
        <p:cNvGrpSpPr/>
        <p:nvPr/>
      </p:nvGrpSpPr>
      <p:grpSpPr>
        <a:xfrm>
          <a:off x="0" y="0"/>
          <a:ext cx="0" cy="0"/>
          <a:chOff x="0" y="0"/>
          <a:chExt cx="0" cy="0"/>
        </a:xfrm>
      </p:grpSpPr>
      <p:sp>
        <p:nvSpPr>
          <p:cNvPr id="8431" name="Google Shape;8431;g145f7a191bc_0_151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32" name="Google Shape;8432;g145f7a191bc_0_151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01" name="Shape 8801"/>
        <p:cNvGrpSpPr/>
        <p:nvPr/>
      </p:nvGrpSpPr>
      <p:grpSpPr>
        <a:xfrm>
          <a:off x="0" y="0"/>
          <a:ext cx="0" cy="0"/>
          <a:chOff x="0" y="0"/>
          <a:chExt cx="0" cy="0"/>
        </a:xfrm>
      </p:grpSpPr>
      <p:sp>
        <p:nvSpPr>
          <p:cNvPr id="8802" name="Google Shape;8802;g145f7a191bc_0_154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03" name="Google Shape;8803;g145f7a191bc_0_154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03" name="Shape 9103"/>
        <p:cNvGrpSpPr/>
        <p:nvPr/>
      </p:nvGrpSpPr>
      <p:grpSpPr>
        <a:xfrm>
          <a:off x="0" y="0"/>
          <a:ext cx="0" cy="0"/>
          <a:chOff x="0" y="0"/>
          <a:chExt cx="0" cy="0"/>
        </a:xfrm>
      </p:grpSpPr>
      <p:sp>
        <p:nvSpPr>
          <p:cNvPr id="9104" name="Google Shape;9104;g145f7a191bc_0_157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05" name="Google Shape;9105;g145f7a191bc_0_157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95" name="Shape 9395"/>
        <p:cNvGrpSpPr/>
        <p:nvPr/>
      </p:nvGrpSpPr>
      <p:grpSpPr>
        <a:xfrm>
          <a:off x="0" y="0"/>
          <a:ext cx="0" cy="0"/>
          <a:chOff x="0" y="0"/>
          <a:chExt cx="0" cy="0"/>
        </a:xfrm>
      </p:grpSpPr>
      <p:sp>
        <p:nvSpPr>
          <p:cNvPr id="9396" name="Google Shape;9396;g145f7a191bc_0_160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97" name="Google Shape;9397;g145f7a191bc_0_160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4" name="Shape 9754"/>
        <p:cNvGrpSpPr/>
        <p:nvPr/>
      </p:nvGrpSpPr>
      <p:grpSpPr>
        <a:xfrm>
          <a:off x="0" y="0"/>
          <a:ext cx="0" cy="0"/>
          <a:chOff x="0" y="0"/>
          <a:chExt cx="0" cy="0"/>
        </a:xfrm>
      </p:grpSpPr>
      <p:sp>
        <p:nvSpPr>
          <p:cNvPr id="9755" name="Google Shape;9755;g145f7a191bc_0_164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56" name="Google Shape;9756;g145f7a191bc_0_164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1" name="Shape 10171"/>
        <p:cNvGrpSpPr/>
        <p:nvPr/>
      </p:nvGrpSpPr>
      <p:grpSpPr>
        <a:xfrm>
          <a:off x="0" y="0"/>
          <a:ext cx="0" cy="0"/>
          <a:chOff x="0" y="0"/>
          <a:chExt cx="0" cy="0"/>
        </a:xfrm>
      </p:grpSpPr>
      <p:sp>
        <p:nvSpPr>
          <p:cNvPr id="10172" name="Google Shape;10172;g145f7a191bc_0_168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73" name="Google Shape;10173;g145f7a191bc_0_168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1" name="Shape 10511"/>
        <p:cNvGrpSpPr/>
        <p:nvPr/>
      </p:nvGrpSpPr>
      <p:grpSpPr>
        <a:xfrm>
          <a:off x="0" y="0"/>
          <a:ext cx="0" cy="0"/>
          <a:chOff x="0" y="0"/>
          <a:chExt cx="0" cy="0"/>
        </a:xfrm>
      </p:grpSpPr>
      <p:sp>
        <p:nvSpPr>
          <p:cNvPr id="10512" name="Google Shape;10512;g145f7a191bc_0_171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13" name="Google Shape;10513;g145f7a191bc_0_171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99" name="Shape 10699"/>
        <p:cNvGrpSpPr/>
        <p:nvPr/>
      </p:nvGrpSpPr>
      <p:grpSpPr>
        <a:xfrm>
          <a:off x="0" y="0"/>
          <a:ext cx="0" cy="0"/>
          <a:chOff x="0" y="0"/>
          <a:chExt cx="0" cy="0"/>
        </a:xfrm>
      </p:grpSpPr>
      <p:sp>
        <p:nvSpPr>
          <p:cNvPr id="10700" name="Google Shape;10700;g145f7a191bc_0_173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01" name="Google Shape;10701;g145f7a191bc_0_173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45" name="Shape 10945"/>
        <p:cNvGrpSpPr/>
        <p:nvPr/>
      </p:nvGrpSpPr>
      <p:grpSpPr>
        <a:xfrm>
          <a:off x="0" y="0"/>
          <a:ext cx="0" cy="0"/>
          <a:chOff x="0" y="0"/>
          <a:chExt cx="0" cy="0"/>
        </a:xfrm>
      </p:grpSpPr>
      <p:sp>
        <p:nvSpPr>
          <p:cNvPr id="10946" name="Google Shape;10946;g145f7a191bc_0_187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47" name="Google Shape;10947;g145f7a191bc_0_187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lt1"/>
        </a:solidFill>
      </p:bgPr>
    </p:bg>
    <p:spTree>
      <p:nvGrpSpPr>
        <p:cNvPr id="9" name="Shape 9"/>
        <p:cNvGrpSpPr/>
        <p:nvPr/>
      </p:nvGrpSpPr>
      <p:grpSpPr>
        <a:xfrm>
          <a:off x="0" y="0"/>
          <a:ext cx="0" cy="0"/>
          <a:chOff x="0" y="0"/>
          <a:chExt cx="0" cy="0"/>
        </a:xfrm>
      </p:grpSpPr>
      <p:sp>
        <p:nvSpPr>
          <p:cNvPr id="10" name="Google Shape;10;p2"/>
          <p:cNvSpPr txBox="1"/>
          <p:nvPr>
            <p:ph type="ctrTitle"/>
          </p:nvPr>
        </p:nvSpPr>
        <p:spPr>
          <a:xfrm>
            <a:off x="3379875" y="1483587"/>
            <a:ext cx="4952400" cy="1554600"/>
          </a:xfrm>
          <a:prstGeom prst="rect">
            <a:avLst/>
          </a:prstGeom>
        </p:spPr>
        <p:txBody>
          <a:bodyPr anchorCtr="0" anchor="b" bIns="91425" lIns="91425" spcFirstLastPara="1" rIns="91425" wrap="square" tIns="91425">
            <a:noAutofit/>
          </a:bodyPr>
          <a:lstStyle>
            <a:lvl1pPr lvl="0">
              <a:lnSpc>
                <a:spcPct val="80000"/>
              </a:lnSpc>
              <a:spcBef>
                <a:spcPts val="0"/>
              </a:spcBef>
              <a:spcAft>
                <a:spcPts val="0"/>
              </a:spcAft>
              <a:buClr>
                <a:schemeClr val="dk2"/>
              </a:buClr>
              <a:buSzPts val="5200"/>
              <a:buNone/>
              <a:defRPr sz="9600">
                <a:solidFill>
                  <a:schemeClr val="dk2"/>
                </a:solidFill>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1" name="Google Shape;11;p2"/>
          <p:cNvSpPr txBox="1"/>
          <p:nvPr>
            <p:ph idx="1" type="subTitle"/>
          </p:nvPr>
        </p:nvSpPr>
        <p:spPr>
          <a:xfrm>
            <a:off x="3410350" y="3290913"/>
            <a:ext cx="3885000" cy="3690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600">
                <a:solidFill>
                  <a:schemeClr val="dk1"/>
                </a:solidFill>
                <a:latin typeface="Titillium Web SemiBold"/>
                <a:ea typeface="Titillium Web SemiBold"/>
                <a:cs typeface="Titillium Web SemiBold"/>
                <a:sym typeface="Titillium Web SemiBold"/>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2"/>
        </a:solidFill>
      </p:bgPr>
    </p:bg>
    <p:spTree>
      <p:nvGrpSpPr>
        <p:cNvPr id="12" name="Shape 12"/>
        <p:cNvGrpSpPr/>
        <p:nvPr/>
      </p:nvGrpSpPr>
      <p:grpSpPr>
        <a:xfrm>
          <a:off x="0" y="0"/>
          <a:ext cx="0" cy="0"/>
          <a:chOff x="0" y="0"/>
          <a:chExt cx="0" cy="0"/>
        </a:xfrm>
      </p:grpSpPr>
      <p:sp>
        <p:nvSpPr>
          <p:cNvPr id="13" name="Google Shape;13;p3"/>
          <p:cNvSpPr txBox="1"/>
          <p:nvPr>
            <p:ph type="title"/>
          </p:nvPr>
        </p:nvSpPr>
        <p:spPr>
          <a:xfrm>
            <a:off x="527950" y="2331025"/>
            <a:ext cx="5410200" cy="1572600"/>
          </a:xfrm>
          <a:prstGeom prst="rect">
            <a:avLst/>
          </a:prstGeom>
        </p:spPr>
        <p:txBody>
          <a:bodyPr anchorCtr="0" anchor="b" bIns="91425" lIns="91425" spcFirstLastPara="1" rIns="91425" wrap="square" tIns="91425">
            <a:noAutofit/>
          </a:bodyPr>
          <a:lstStyle>
            <a:lvl1pPr lvl="0" algn="r">
              <a:spcBef>
                <a:spcPts val="0"/>
              </a:spcBef>
              <a:spcAft>
                <a:spcPts val="0"/>
              </a:spcAft>
              <a:buClr>
                <a:schemeClr val="dk1"/>
              </a:buClr>
              <a:buSzPts val="3600"/>
              <a:buNone/>
              <a:defRPr sz="5000">
                <a:solidFill>
                  <a:schemeClr val="dk1"/>
                </a:solidFill>
              </a:defRPr>
            </a:lvl1pPr>
            <a:lvl2pPr lvl="1" algn="ctr">
              <a:spcBef>
                <a:spcPts val="0"/>
              </a:spcBef>
              <a:spcAft>
                <a:spcPts val="0"/>
              </a:spcAft>
              <a:buClr>
                <a:schemeClr val="dk1"/>
              </a:buClr>
              <a:buSzPts val="3600"/>
              <a:buNone/>
              <a:defRPr sz="3600">
                <a:solidFill>
                  <a:schemeClr val="dk1"/>
                </a:solidFill>
              </a:defRPr>
            </a:lvl2pPr>
            <a:lvl3pPr lvl="2" algn="ctr">
              <a:spcBef>
                <a:spcPts val="0"/>
              </a:spcBef>
              <a:spcAft>
                <a:spcPts val="0"/>
              </a:spcAft>
              <a:buClr>
                <a:schemeClr val="dk1"/>
              </a:buClr>
              <a:buSzPts val="3600"/>
              <a:buNone/>
              <a:defRPr sz="3600">
                <a:solidFill>
                  <a:schemeClr val="dk1"/>
                </a:solidFill>
              </a:defRPr>
            </a:lvl3pPr>
            <a:lvl4pPr lvl="3" algn="ctr">
              <a:spcBef>
                <a:spcPts val="0"/>
              </a:spcBef>
              <a:spcAft>
                <a:spcPts val="0"/>
              </a:spcAft>
              <a:buClr>
                <a:schemeClr val="dk1"/>
              </a:buClr>
              <a:buSzPts val="3600"/>
              <a:buNone/>
              <a:defRPr sz="3600">
                <a:solidFill>
                  <a:schemeClr val="dk1"/>
                </a:solidFill>
              </a:defRPr>
            </a:lvl4pPr>
            <a:lvl5pPr lvl="4" algn="ctr">
              <a:spcBef>
                <a:spcPts val="0"/>
              </a:spcBef>
              <a:spcAft>
                <a:spcPts val="0"/>
              </a:spcAft>
              <a:buClr>
                <a:schemeClr val="dk1"/>
              </a:buClr>
              <a:buSzPts val="3600"/>
              <a:buNone/>
              <a:defRPr sz="3600">
                <a:solidFill>
                  <a:schemeClr val="dk1"/>
                </a:solidFill>
              </a:defRPr>
            </a:lvl5pPr>
            <a:lvl6pPr lvl="5" algn="ctr">
              <a:spcBef>
                <a:spcPts val="0"/>
              </a:spcBef>
              <a:spcAft>
                <a:spcPts val="0"/>
              </a:spcAft>
              <a:buClr>
                <a:schemeClr val="dk1"/>
              </a:buClr>
              <a:buSzPts val="3600"/>
              <a:buNone/>
              <a:defRPr sz="3600">
                <a:solidFill>
                  <a:schemeClr val="dk1"/>
                </a:solidFill>
              </a:defRPr>
            </a:lvl6pPr>
            <a:lvl7pPr lvl="6" algn="ctr">
              <a:spcBef>
                <a:spcPts val="0"/>
              </a:spcBef>
              <a:spcAft>
                <a:spcPts val="0"/>
              </a:spcAft>
              <a:buClr>
                <a:schemeClr val="dk1"/>
              </a:buClr>
              <a:buSzPts val="3600"/>
              <a:buNone/>
              <a:defRPr sz="3600">
                <a:solidFill>
                  <a:schemeClr val="dk1"/>
                </a:solidFill>
              </a:defRPr>
            </a:lvl7pPr>
            <a:lvl8pPr lvl="7" algn="ctr">
              <a:spcBef>
                <a:spcPts val="0"/>
              </a:spcBef>
              <a:spcAft>
                <a:spcPts val="0"/>
              </a:spcAft>
              <a:buClr>
                <a:schemeClr val="dk1"/>
              </a:buClr>
              <a:buSzPts val="3600"/>
              <a:buNone/>
              <a:defRPr sz="3600">
                <a:solidFill>
                  <a:schemeClr val="dk1"/>
                </a:solidFill>
              </a:defRPr>
            </a:lvl8pPr>
            <a:lvl9pPr lvl="8" algn="ctr">
              <a:spcBef>
                <a:spcPts val="0"/>
              </a:spcBef>
              <a:spcAft>
                <a:spcPts val="0"/>
              </a:spcAft>
              <a:buClr>
                <a:schemeClr val="dk1"/>
              </a:buClr>
              <a:buSzPts val="3600"/>
              <a:buNone/>
              <a:defRPr sz="3600">
                <a:solidFill>
                  <a:schemeClr val="dk1"/>
                </a:solidFill>
              </a:defRPr>
            </a:lvl9pPr>
          </a:lstStyle>
          <a:p/>
        </p:txBody>
      </p:sp>
      <p:sp>
        <p:nvSpPr>
          <p:cNvPr id="14" name="Google Shape;14;p3"/>
          <p:cNvSpPr txBox="1"/>
          <p:nvPr>
            <p:ph hasCustomPrompt="1" idx="2" type="title"/>
          </p:nvPr>
        </p:nvSpPr>
        <p:spPr>
          <a:xfrm>
            <a:off x="3828029" y="1191825"/>
            <a:ext cx="1972200" cy="841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60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5" name="Google Shape;15;p3"/>
          <p:cNvSpPr txBox="1"/>
          <p:nvPr>
            <p:ph idx="1" type="subTitle"/>
          </p:nvPr>
        </p:nvSpPr>
        <p:spPr>
          <a:xfrm>
            <a:off x="1935300" y="3764123"/>
            <a:ext cx="3938400" cy="375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600">
                <a:solidFill>
                  <a:schemeClr val="lt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6" name="Shape 16"/>
        <p:cNvGrpSpPr/>
        <p:nvPr/>
      </p:nvGrpSpPr>
      <p:grpSpPr>
        <a:xfrm>
          <a:off x="0" y="0"/>
          <a:ext cx="0" cy="0"/>
          <a:chOff x="0" y="0"/>
          <a:chExt cx="0" cy="0"/>
        </a:xfrm>
      </p:grpSpPr>
      <p:sp>
        <p:nvSpPr>
          <p:cNvPr id="17" name="Google Shape;17;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18" name="Google Shape;18;p4"/>
          <p:cNvSpPr txBox="1"/>
          <p:nvPr>
            <p:ph idx="1" type="body"/>
          </p:nvPr>
        </p:nvSpPr>
        <p:spPr>
          <a:xfrm>
            <a:off x="720000" y="1116776"/>
            <a:ext cx="7704000" cy="551400"/>
          </a:xfrm>
          <a:prstGeom prst="rect">
            <a:avLst/>
          </a:prstGeom>
        </p:spPr>
        <p:txBody>
          <a:bodyPr anchorCtr="0" anchor="t" bIns="91425" lIns="91425" spcFirstLastPara="1" rIns="91425" wrap="square" tIns="91425">
            <a:noAutofit/>
          </a:bodyPr>
          <a:lstStyle>
            <a:lvl1pPr indent="-279400" lvl="0" marL="457200" rtl="0">
              <a:lnSpc>
                <a:spcPct val="100000"/>
              </a:lnSpc>
              <a:spcBef>
                <a:spcPts val="0"/>
              </a:spcBef>
              <a:spcAft>
                <a:spcPts val="0"/>
              </a:spcAft>
              <a:buSzPts val="800"/>
              <a:buFont typeface="Nunito Light"/>
              <a:buChar char="●"/>
              <a:defRPr sz="1200"/>
            </a:lvl1pPr>
            <a:lvl2pPr indent="-304800" lvl="1" marL="914400" rtl="0">
              <a:lnSpc>
                <a:spcPct val="115000"/>
              </a:lnSpc>
              <a:spcBef>
                <a:spcPts val="0"/>
              </a:spcBef>
              <a:spcAft>
                <a:spcPts val="0"/>
              </a:spcAft>
              <a:buSzPts val="1200"/>
              <a:buFont typeface="Nunito Light"/>
              <a:buChar char="○"/>
              <a:defRPr/>
            </a:lvl2pPr>
            <a:lvl3pPr indent="-304800" lvl="2" marL="1371600" rtl="0">
              <a:lnSpc>
                <a:spcPct val="115000"/>
              </a:lnSpc>
              <a:spcBef>
                <a:spcPts val="1600"/>
              </a:spcBef>
              <a:spcAft>
                <a:spcPts val="0"/>
              </a:spcAft>
              <a:buSzPts val="1200"/>
              <a:buFont typeface="Nunito Light"/>
              <a:buChar char="■"/>
              <a:defRPr/>
            </a:lvl3pPr>
            <a:lvl4pPr indent="-304800" lvl="3" marL="1828800" rtl="0">
              <a:lnSpc>
                <a:spcPct val="115000"/>
              </a:lnSpc>
              <a:spcBef>
                <a:spcPts val="1600"/>
              </a:spcBef>
              <a:spcAft>
                <a:spcPts val="0"/>
              </a:spcAft>
              <a:buSzPts val="1200"/>
              <a:buFont typeface="Nunito Light"/>
              <a:buChar char="●"/>
              <a:defRPr/>
            </a:lvl4pPr>
            <a:lvl5pPr indent="-304800" lvl="4" marL="2286000" rtl="0">
              <a:lnSpc>
                <a:spcPct val="115000"/>
              </a:lnSpc>
              <a:spcBef>
                <a:spcPts val="1600"/>
              </a:spcBef>
              <a:spcAft>
                <a:spcPts val="0"/>
              </a:spcAft>
              <a:buSzPts val="1200"/>
              <a:buFont typeface="Nunito Light"/>
              <a:buChar char="○"/>
              <a:defRPr/>
            </a:lvl5pPr>
            <a:lvl6pPr indent="-304800" lvl="5" marL="2743200" rtl="0">
              <a:lnSpc>
                <a:spcPct val="115000"/>
              </a:lnSpc>
              <a:spcBef>
                <a:spcPts val="1600"/>
              </a:spcBef>
              <a:spcAft>
                <a:spcPts val="0"/>
              </a:spcAft>
              <a:buSzPts val="1200"/>
              <a:buFont typeface="Nunito Light"/>
              <a:buChar char="■"/>
              <a:defRPr/>
            </a:lvl6pPr>
            <a:lvl7pPr indent="-304800" lvl="6" marL="3200400" rtl="0">
              <a:lnSpc>
                <a:spcPct val="115000"/>
              </a:lnSpc>
              <a:spcBef>
                <a:spcPts val="1600"/>
              </a:spcBef>
              <a:spcAft>
                <a:spcPts val="0"/>
              </a:spcAft>
              <a:buSzPts val="1200"/>
              <a:buFont typeface="Nunito Light"/>
              <a:buChar char="●"/>
              <a:defRPr/>
            </a:lvl7pPr>
            <a:lvl8pPr indent="-304800" lvl="7" marL="3657600" rtl="0">
              <a:lnSpc>
                <a:spcPct val="115000"/>
              </a:lnSpc>
              <a:spcBef>
                <a:spcPts val="1600"/>
              </a:spcBef>
              <a:spcAft>
                <a:spcPts val="0"/>
              </a:spcAft>
              <a:buSzPts val="1200"/>
              <a:buFont typeface="Nunito Light"/>
              <a:buChar char="○"/>
              <a:defRPr/>
            </a:lvl8pPr>
            <a:lvl9pPr indent="-304800" lvl="8" marL="4114800" rtl="0">
              <a:lnSpc>
                <a:spcPct val="115000"/>
              </a:lnSpc>
              <a:spcBef>
                <a:spcPts val="1600"/>
              </a:spcBef>
              <a:spcAft>
                <a:spcPts val="1600"/>
              </a:spcAft>
              <a:buSzPts val="1200"/>
              <a:buFont typeface="Nunito Light"/>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9" name="Shape 19"/>
        <p:cNvGrpSpPr/>
        <p:nvPr/>
      </p:nvGrpSpPr>
      <p:grpSpPr>
        <a:xfrm>
          <a:off x="0" y="0"/>
          <a:ext cx="0" cy="0"/>
          <a:chOff x="0" y="0"/>
          <a:chExt cx="0" cy="0"/>
        </a:xfrm>
      </p:grpSpPr>
      <p:sp>
        <p:nvSpPr>
          <p:cNvPr id="20" name="Google Shape;20;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21" name="Google Shape;21;p5"/>
          <p:cNvSpPr txBox="1"/>
          <p:nvPr>
            <p:ph idx="2" type="title"/>
          </p:nvPr>
        </p:nvSpPr>
        <p:spPr>
          <a:xfrm>
            <a:off x="1496621" y="3621108"/>
            <a:ext cx="2979600" cy="527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2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2" name="Google Shape;22;p5"/>
          <p:cNvSpPr txBox="1"/>
          <p:nvPr>
            <p:ph idx="1" type="subTitle"/>
          </p:nvPr>
        </p:nvSpPr>
        <p:spPr>
          <a:xfrm>
            <a:off x="1496621" y="3118782"/>
            <a:ext cx="2979600" cy="633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3" name="Google Shape;23;p5"/>
          <p:cNvSpPr txBox="1"/>
          <p:nvPr>
            <p:ph idx="3" type="title"/>
          </p:nvPr>
        </p:nvSpPr>
        <p:spPr>
          <a:xfrm>
            <a:off x="1496021" y="2045658"/>
            <a:ext cx="2980800" cy="527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2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4" name="Google Shape;24;p5"/>
          <p:cNvSpPr txBox="1"/>
          <p:nvPr>
            <p:ph idx="4" type="subTitle"/>
          </p:nvPr>
        </p:nvSpPr>
        <p:spPr>
          <a:xfrm>
            <a:off x="1496021" y="1543332"/>
            <a:ext cx="2980800" cy="633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5" name="Shape 25"/>
        <p:cNvGrpSpPr/>
        <p:nvPr/>
      </p:nvGrpSpPr>
      <p:grpSpPr>
        <a:xfrm>
          <a:off x="0" y="0"/>
          <a:ext cx="0" cy="0"/>
          <a:chOff x="0" y="0"/>
          <a:chExt cx="0" cy="0"/>
        </a:xfrm>
      </p:grpSpPr>
      <p:sp>
        <p:nvSpPr>
          <p:cNvPr id="26" name="Google Shape;26;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7" name="Shape 27"/>
        <p:cNvGrpSpPr/>
        <p:nvPr/>
      </p:nvGrpSpPr>
      <p:grpSpPr>
        <a:xfrm>
          <a:off x="0" y="0"/>
          <a:ext cx="0" cy="0"/>
          <a:chOff x="0" y="0"/>
          <a:chExt cx="0" cy="0"/>
        </a:xfrm>
      </p:grpSpPr>
      <p:sp>
        <p:nvSpPr>
          <p:cNvPr id="28" name="Google Shape;28;p7"/>
          <p:cNvSpPr txBox="1"/>
          <p:nvPr>
            <p:ph type="title"/>
          </p:nvPr>
        </p:nvSpPr>
        <p:spPr>
          <a:xfrm>
            <a:off x="3936768" y="1189013"/>
            <a:ext cx="449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29" name="Google Shape;29;p7"/>
          <p:cNvSpPr txBox="1"/>
          <p:nvPr>
            <p:ph idx="1" type="subTitle"/>
          </p:nvPr>
        </p:nvSpPr>
        <p:spPr>
          <a:xfrm>
            <a:off x="3936775" y="1860488"/>
            <a:ext cx="4491000" cy="2094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600"/>
              <a:buFont typeface="Nuni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1600"/>
              </a:spcBef>
              <a:spcAft>
                <a:spcPts val="0"/>
              </a:spcAft>
              <a:buClr>
                <a:srgbClr val="E76A28"/>
              </a:buClr>
              <a:buSzPts val="1500"/>
              <a:buFont typeface="Nunito Light"/>
              <a:buChar char="●"/>
              <a:defRPr/>
            </a:lvl3pPr>
            <a:lvl4pPr lvl="3" rtl="0" algn="ctr">
              <a:lnSpc>
                <a:spcPct val="100000"/>
              </a:lnSpc>
              <a:spcBef>
                <a:spcPts val="1600"/>
              </a:spcBef>
              <a:spcAft>
                <a:spcPts val="0"/>
              </a:spcAft>
              <a:buClr>
                <a:srgbClr val="E76A28"/>
              </a:buClr>
              <a:buSzPts val="1500"/>
              <a:buFont typeface="Nunito Light"/>
              <a:buChar char="○"/>
              <a:defRPr/>
            </a:lvl4pPr>
            <a:lvl5pPr lvl="4" rtl="0" algn="ctr">
              <a:lnSpc>
                <a:spcPct val="100000"/>
              </a:lnSpc>
              <a:spcBef>
                <a:spcPts val="1600"/>
              </a:spcBef>
              <a:spcAft>
                <a:spcPts val="0"/>
              </a:spcAft>
              <a:buClr>
                <a:srgbClr val="E76A28"/>
              </a:buClr>
              <a:buSzPts val="1400"/>
              <a:buFont typeface="Nunito Light"/>
              <a:buChar char="◆"/>
              <a:defRPr/>
            </a:lvl5pPr>
            <a:lvl6pPr lvl="5" rtl="0" algn="ctr">
              <a:lnSpc>
                <a:spcPct val="100000"/>
              </a:lnSpc>
              <a:spcBef>
                <a:spcPts val="1600"/>
              </a:spcBef>
              <a:spcAft>
                <a:spcPts val="0"/>
              </a:spcAft>
              <a:buClr>
                <a:srgbClr val="999999"/>
              </a:buClr>
              <a:buSzPts val="1400"/>
              <a:buFont typeface="Nunito Light"/>
              <a:buChar char="●"/>
              <a:defRPr/>
            </a:lvl6pPr>
            <a:lvl7pPr lvl="6" rtl="0" algn="ctr">
              <a:lnSpc>
                <a:spcPct val="100000"/>
              </a:lnSpc>
              <a:spcBef>
                <a:spcPts val="1600"/>
              </a:spcBef>
              <a:spcAft>
                <a:spcPts val="0"/>
              </a:spcAft>
              <a:buClr>
                <a:srgbClr val="999999"/>
              </a:buClr>
              <a:buSzPts val="1300"/>
              <a:buFont typeface="Nunito Light"/>
              <a:buChar char="○"/>
              <a:defRPr/>
            </a:lvl7pPr>
            <a:lvl8pPr lvl="7" rtl="0" algn="ctr">
              <a:lnSpc>
                <a:spcPct val="100000"/>
              </a:lnSpc>
              <a:spcBef>
                <a:spcPts val="1600"/>
              </a:spcBef>
              <a:spcAft>
                <a:spcPts val="0"/>
              </a:spcAft>
              <a:buClr>
                <a:srgbClr val="999999"/>
              </a:buClr>
              <a:buSzPts val="1300"/>
              <a:buFont typeface="Nunito Light"/>
              <a:buChar char="◆"/>
              <a:defRPr/>
            </a:lvl8pPr>
            <a:lvl9pPr lvl="8" rtl="0" algn="ctr">
              <a:lnSpc>
                <a:spcPct val="100000"/>
              </a:lnSpc>
              <a:spcBef>
                <a:spcPts val="1600"/>
              </a:spcBef>
              <a:spcAft>
                <a:spcPts val="1600"/>
              </a:spcAft>
              <a:buClr>
                <a:srgbClr val="999999"/>
              </a:buClr>
              <a:buSzPts val="1400"/>
              <a:buFont typeface="Nunito Light"/>
              <a:buChar char="●"/>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2"/>
        </a:solidFill>
      </p:bgPr>
    </p:bg>
    <p:spTree>
      <p:nvGrpSpPr>
        <p:cNvPr id="30" name="Shape 30"/>
        <p:cNvGrpSpPr/>
        <p:nvPr/>
      </p:nvGrpSpPr>
      <p:grpSpPr>
        <a:xfrm>
          <a:off x="0" y="0"/>
          <a:ext cx="0" cy="0"/>
          <a:chOff x="0" y="0"/>
          <a:chExt cx="0" cy="0"/>
        </a:xfrm>
      </p:grpSpPr>
      <p:sp>
        <p:nvSpPr>
          <p:cNvPr id="31" name="Google Shape;31;p8"/>
          <p:cNvSpPr txBox="1"/>
          <p:nvPr>
            <p:ph type="title"/>
          </p:nvPr>
        </p:nvSpPr>
        <p:spPr>
          <a:xfrm>
            <a:off x="3314700" y="1539300"/>
            <a:ext cx="5116200" cy="2064900"/>
          </a:xfrm>
          <a:prstGeom prst="rect">
            <a:avLst/>
          </a:prstGeom>
        </p:spPr>
        <p:txBody>
          <a:bodyPr anchorCtr="0" anchor="ctr" bIns="91425" lIns="91425" spcFirstLastPara="1" rIns="91425" wrap="square" tIns="91425">
            <a:noAutofit/>
          </a:bodyPr>
          <a:lstStyle>
            <a:lvl1pPr lvl="0">
              <a:lnSpc>
                <a:spcPct val="80000"/>
              </a:lnSpc>
              <a:spcBef>
                <a:spcPts val="0"/>
              </a:spcBef>
              <a:spcAft>
                <a:spcPts val="0"/>
              </a:spcAft>
              <a:buSzPts val="4800"/>
              <a:buNone/>
              <a:defRPr sz="65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2"/>
        </a:solidFill>
      </p:bgPr>
    </p:bg>
    <p:spTree>
      <p:nvGrpSpPr>
        <p:cNvPr id="32" name="Shape 32"/>
        <p:cNvGrpSpPr/>
        <p:nvPr/>
      </p:nvGrpSpPr>
      <p:grpSpPr>
        <a:xfrm>
          <a:off x="0" y="0"/>
          <a:ext cx="0" cy="0"/>
          <a:chOff x="0" y="0"/>
          <a:chExt cx="0" cy="0"/>
        </a:xfrm>
      </p:grpSpPr>
      <p:sp>
        <p:nvSpPr>
          <p:cNvPr id="33" name="Google Shape;33;p9"/>
          <p:cNvSpPr txBox="1"/>
          <p:nvPr>
            <p:ph type="title"/>
          </p:nvPr>
        </p:nvSpPr>
        <p:spPr>
          <a:xfrm>
            <a:off x="713225" y="1648200"/>
            <a:ext cx="4800600" cy="680700"/>
          </a:xfrm>
          <a:prstGeom prst="rect">
            <a:avLst/>
          </a:prstGeom>
        </p:spPr>
        <p:txBody>
          <a:bodyPr anchorCtr="0" anchor="b" bIns="91425" lIns="91425" spcFirstLastPara="1" rIns="91425" wrap="square" tIns="91425">
            <a:noAutofit/>
          </a:bodyPr>
          <a:lstStyle>
            <a:lvl1pPr lvl="0" rtl="0">
              <a:spcBef>
                <a:spcPts val="0"/>
              </a:spcBef>
              <a:spcAft>
                <a:spcPts val="0"/>
              </a:spcAft>
              <a:buSzPts val="3300"/>
              <a:buNone/>
              <a:defRPr sz="4000">
                <a:solidFill>
                  <a:schemeClr val="dk1"/>
                </a:solidFill>
              </a:defRPr>
            </a:lvl1pPr>
            <a:lvl2pPr lvl="1" rtl="0" algn="ctr">
              <a:spcBef>
                <a:spcPts val="0"/>
              </a:spcBef>
              <a:spcAft>
                <a:spcPts val="0"/>
              </a:spcAft>
              <a:buSzPts val="3300"/>
              <a:buNone/>
              <a:defRPr/>
            </a:lvl2pPr>
            <a:lvl3pPr lvl="2" rtl="0" algn="ctr">
              <a:spcBef>
                <a:spcPts val="0"/>
              </a:spcBef>
              <a:spcAft>
                <a:spcPts val="0"/>
              </a:spcAft>
              <a:buSzPts val="3300"/>
              <a:buNone/>
              <a:defRPr/>
            </a:lvl3pPr>
            <a:lvl4pPr lvl="3" rtl="0" algn="ctr">
              <a:spcBef>
                <a:spcPts val="0"/>
              </a:spcBef>
              <a:spcAft>
                <a:spcPts val="0"/>
              </a:spcAft>
              <a:buSzPts val="3300"/>
              <a:buNone/>
              <a:defRPr/>
            </a:lvl4pPr>
            <a:lvl5pPr lvl="4" rtl="0" algn="ctr">
              <a:spcBef>
                <a:spcPts val="0"/>
              </a:spcBef>
              <a:spcAft>
                <a:spcPts val="0"/>
              </a:spcAft>
              <a:buSzPts val="3300"/>
              <a:buNone/>
              <a:defRPr/>
            </a:lvl5pPr>
            <a:lvl6pPr lvl="5" rtl="0" algn="ctr">
              <a:spcBef>
                <a:spcPts val="0"/>
              </a:spcBef>
              <a:spcAft>
                <a:spcPts val="0"/>
              </a:spcAft>
              <a:buSzPts val="3300"/>
              <a:buNone/>
              <a:defRPr/>
            </a:lvl6pPr>
            <a:lvl7pPr lvl="6" rtl="0" algn="ctr">
              <a:spcBef>
                <a:spcPts val="0"/>
              </a:spcBef>
              <a:spcAft>
                <a:spcPts val="0"/>
              </a:spcAft>
              <a:buSzPts val="3300"/>
              <a:buNone/>
              <a:defRPr/>
            </a:lvl7pPr>
            <a:lvl8pPr lvl="7" rtl="0" algn="ctr">
              <a:spcBef>
                <a:spcPts val="0"/>
              </a:spcBef>
              <a:spcAft>
                <a:spcPts val="0"/>
              </a:spcAft>
              <a:buSzPts val="3300"/>
              <a:buNone/>
              <a:defRPr/>
            </a:lvl8pPr>
            <a:lvl9pPr lvl="8" rtl="0" algn="ctr">
              <a:spcBef>
                <a:spcPts val="0"/>
              </a:spcBef>
              <a:spcAft>
                <a:spcPts val="0"/>
              </a:spcAft>
              <a:buSzPts val="3300"/>
              <a:buNone/>
              <a:defRPr/>
            </a:lvl9pPr>
          </a:lstStyle>
          <a:p/>
        </p:txBody>
      </p:sp>
      <p:sp>
        <p:nvSpPr>
          <p:cNvPr id="34" name="Google Shape;34;p9"/>
          <p:cNvSpPr txBox="1"/>
          <p:nvPr>
            <p:ph idx="1" type="subTitle"/>
          </p:nvPr>
        </p:nvSpPr>
        <p:spPr>
          <a:xfrm>
            <a:off x="713225" y="2328900"/>
            <a:ext cx="4800600" cy="1166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400"/>
              <a:buNone/>
              <a:defRPr sz="16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1600"/>
              </a:spcBef>
              <a:spcAft>
                <a:spcPts val="0"/>
              </a:spcAft>
              <a:buClr>
                <a:schemeClr val="lt1"/>
              </a:buClr>
              <a:buSzPts val="1400"/>
              <a:buNone/>
              <a:defRPr>
                <a:solidFill>
                  <a:schemeClr val="lt1"/>
                </a:solidFill>
              </a:defRPr>
            </a:lvl3pPr>
            <a:lvl4pPr lvl="3" rtl="0" algn="ctr">
              <a:lnSpc>
                <a:spcPct val="100000"/>
              </a:lnSpc>
              <a:spcBef>
                <a:spcPts val="1600"/>
              </a:spcBef>
              <a:spcAft>
                <a:spcPts val="0"/>
              </a:spcAft>
              <a:buClr>
                <a:schemeClr val="lt1"/>
              </a:buClr>
              <a:buSzPts val="1400"/>
              <a:buNone/>
              <a:defRPr>
                <a:solidFill>
                  <a:schemeClr val="lt1"/>
                </a:solidFill>
              </a:defRPr>
            </a:lvl4pPr>
            <a:lvl5pPr lvl="4" rtl="0" algn="ctr">
              <a:lnSpc>
                <a:spcPct val="100000"/>
              </a:lnSpc>
              <a:spcBef>
                <a:spcPts val="1600"/>
              </a:spcBef>
              <a:spcAft>
                <a:spcPts val="0"/>
              </a:spcAft>
              <a:buClr>
                <a:schemeClr val="lt1"/>
              </a:buClr>
              <a:buSzPts val="1400"/>
              <a:buNone/>
              <a:defRPr>
                <a:solidFill>
                  <a:schemeClr val="lt1"/>
                </a:solidFill>
              </a:defRPr>
            </a:lvl5pPr>
            <a:lvl6pPr lvl="5" rtl="0" algn="ctr">
              <a:lnSpc>
                <a:spcPct val="100000"/>
              </a:lnSpc>
              <a:spcBef>
                <a:spcPts val="1600"/>
              </a:spcBef>
              <a:spcAft>
                <a:spcPts val="0"/>
              </a:spcAft>
              <a:buClr>
                <a:schemeClr val="lt1"/>
              </a:buClr>
              <a:buSzPts val="1400"/>
              <a:buNone/>
              <a:defRPr>
                <a:solidFill>
                  <a:schemeClr val="lt1"/>
                </a:solidFill>
              </a:defRPr>
            </a:lvl6pPr>
            <a:lvl7pPr lvl="6" rtl="0" algn="ctr">
              <a:lnSpc>
                <a:spcPct val="100000"/>
              </a:lnSpc>
              <a:spcBef>
                <a:spcPts val="1600"/>
              </a:spcBef>
              <a:spcAft>
                <a:spcPts val="0"/>
              </a:spcAft>
              <a:buClr>
                <a:schemeClr val="lt1"/>
              </a:buClr>
              <a:buSzPts val="1400"/>
              <a:buNone/>
              <a:defRPr>
                <a:solidFill>
                  <a:schemeClr val="lt1"/>
                </a:solidFill>
              </a:defRPr>
            </a:lvl7pPr>
            <a:lvl8pPr lvl="7" rtl="0" algn="ctr">
              <a:lnSpc>
                <a:spcPct val="100000"/>
              </a:lnSpc>
              <a:spcBef>
                <a:spcPts val="1600"/>
              </a:spcBef>
              <a:spcAft>
                <a:spcPts val="0"/>
              </a:spcAft>
              <a:buClr>
                <a:schemeClr val="lt1"/>
              </a:buClr>
              <a:buSzPts val="1400"/>
              <a:buNone/>
              <a:defRPr>
                <a:solidFill>
                  <a:schemeClr val="lt1"/>
                </a:solidFill>
              </a:defRPr>
            </a:lvl8pPr>
            <a:lvl9pPr lvl="8" rtl="0" algn="ctr">
              <a:lnSpc>
                <a:spcPct val="100000"/>
              </a:lnSpc>
              <a:spcBef>
                <a:spcPts val="1600"/>
              </a:spcBef>
              <a:spcAft>
                <a:spcPts val="1600"/>
              </a:spcAft>
              <a:buClr>
                <a:schemeClr val="lt1"/>
              </a:buClr>
              <a:buSzPts val="1400"/>
              <a:buNone/>
              <a:defRPr>
                <a:solidFill>
                  <a:schemeClr val="lt1"/>
                </a:solidFill>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5" name="Shape 35"/>
        <p:cNvGrpSpPr/>
        <p:nvPr/>
      </p:nvGrpSpPr>
      <p:grpSpPr>
        <a:xfrm>
          <a:off x="0" y="0"/>
          <a:ext cx="0" cy="0"/>
          <a:chOff x="0" y="0"/>
          <a:chExt cx="0" cy="0"/>
        </a:xfrm>
      </p:grpSpPr>
      <p:sp>
        <p:nvSpPr>
          <p:cNvPr id="36" name="Google Shape;36;p10"/>
          <p:cNvSpPr txBox="1"/>
          <p:nvPr>
            <p:ph type="title"/>
          </p:nvPr>
        </p:nvSpPr>
        <p:spPr>
          <a:xfrm>
            <a:off x="713225" y="3455600"/>
            <a:ext cx="7717500" cy="11484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3300"/>
              <a:buNone/>
              <a:defRPr/>
            </a:lvl1pPr>
            <a:lvl2pPr lvl="1" rtl="0" algn="ctr">
              <a:spcBef>
                <a:spcPts val="0"/>
              </a:spcBef>
              <a:spcAft>
                <a:spcPts val="0"/>
              </a:spcAft>
              <a:buSzPts val="3300"/>
              <a:buNone/>
              <a:defRPr/>
            </a:lvl2pPr>
            <a:lvl3pPr lvl="2" rtl="0" algn="ctr">
              <a:spcBef>
                <a:spcPts val="0"/>
              </a:spcBef>
              <a:spcAft>
                <a:spcPts val="0"/>
              </a:spcAft>
              <a:buSzPts val="3300"/>
              <a:buNone/>
              <a:defRPr/>
            </a:lvl3pPr>
            <a:lvl4pPr lvl="3" rtl="0" algn="ctr">
              <a:spcBef>
                <a:spcPts val="0"/>
              </a:spcBef>
              <a:spcAft>
                <a:spcPts val="0"/>
              </a:spcAft>
              <a:buSzPts val="3300"/>
              <a:buNone/>
              <a:defRPr/>
            </a:lvl4pPr>
            <a:lvl5pPr lvl="4" rtl="0" algn="ctr">
              <a:spcBef>
                <a:spcPts val="0"/>
              </a:spcBef>
              <a:spcAft>
                <a:spcPts val="0"/>
              </a:spcAft>
              <a:buSzPts val="3300"/>
              <a:buNone/>
              <a:defRPr/>
            </a:lvl5pPr>
            <a:lvl6pPr lvl="5" rtl="0" algn="ctr">
              <a:spcBef>
                <a:spcPts val="0"/>
              </a:spcBef>
              <a:spcAft>
                <a:spcPts val="0"/>
              </a:spcAft>
              <a:buSzPts val="3300"/>
              <a:buNone/>
              <a:defRPr/>
            </a:lvl6pPr>
            <a:lvl7pPr lvl="6" rtl="0" algn="ctr">
              <a:spcBef>
                <a:spcPts val="0"/>
              </a:spcBef>
              <a:spcAft>
                <a:spcPts val="0"/>
              </a:spcAft>
              <a:buSzPts val="3300"/>
              <a:buNone/>
              <a:defRPr/>
            </a:lvl7pPr>
            <a:lvl8pPr lvl="7" rtl="0" algn="ctr">
              <a:spcBef>
                <a:spcPts val="0"/>
              </a:spcBef>
              <a:spcAft>
                <a:spcPts val="0"/>
              </a:spcAft>
              <a:buSzPts val="3300"/>
              <a:buNone/>
              <a:defRPr/>
            </a:lvl8pPr>
            <a:lvl9pPr lvl="8" rtl="0" algn="ctr">
              <a:spcBef>
                <a:spcPts val="0"/>
              </a:spcBef>
              <a:spcAft>
                <a:spcPts val="0"/>
              </a:spcAft>
              <a:buSzPts val="33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2"/>
        </a:solidFill>
      </p:bgPr>
    </p:bg>
    <p:spTree>
      <p:nvGrpSpPr>
        <p:cNvPr id="37" name="Shape 37"/>
        <p:cNvGrpSpPr/>
        <p:nvPr/>
      </p:nvGrpSpPr>
      <p:grpSpPr>
        <a:xfrm>
          <a:off x="0" y="0"/>
          <a:ext cx="0" cy="0"/>
          <a:chOff x="0" y="0"/>
          <a:chExt cx="0" cy="0"/>
        </a:xfrm>
      </p:grpSpPr>
      <p:sp>
        <p:nvSpPr>
          <p:cNvPr id="38" name="Google Shape;38;p11"/>
          <p:cNvSpPr txBox="1"/>
          <p:nvPr>
            <p:ph hasCustomPrompt="1" type="title"/>
          </p:nvPr>
        </p:nvSpPr>
        <p:spPr>
          <a:xfrm>
            <a:off x="1389750" y="1614744"/>
            <a:ext cx="6364500" cy="1243200"/>
          </a:xfrm>
          <a:prstGeom prst="rect">
            <a:avLst/>
          </a:prstGeom>
        </p:spPr>
        <p:txBody>
          <a:bodyPr anchorCtr="0" anchor="ctr" bIns="91425" lIns="91425" spcFirstLastPara="1" rIns="91425" wrap="square" tIns="91425">
            <a:noAutofit/>
          </a:bodyPr>
          <a:lstStyle>
            <a:lvl1pPr lvl="0">
              <a:spcBef>
                <a:spcPts val="0"/>
              </a:spcBef>
              <a:spcAft>
                <a:spcPts val="0"/>
              </a:spcAft>
              <a:buSzPts val="9600"/>
              <a:buNone/>
              <a:defRPr sz="9600">
                <a:solidFill>
                  <a:schemeClr val="l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39" name="Google Shape;39;p11"/>
          <p:cNvSpPr txBox="1"/>
          <p:nvPr>
            <p:ph idx="1" type="subTitle"/>
          </p:nvPr>
        </p:nvSpPr>
        <p:spPr>
          <a:xfrm>
            <a:off x="1389750" y="2857957"/>
            <a:ext cx="6364500" cy="40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800">
                <a:solidFill>
                  <a:schemeClr val="lt1"/>
                </a:solidFill>
              </a:defRPr>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40" name="Shape 40"/>
        <p:cNvGrpSpPr/>
        <p:nvPr/>
      </p:nvGrpSpPr>
      <p:grpSpPr>
        <a:xfrm>
          <a:off x="0" y="0"/>
          <a:ext cx="0" cy="0"/>
          <a:chOff x="0" y="0"/>
          <a:chExt cx="0" cy="0"/>
        </a:xfrm>
      </p:grpSpPr>
      <p:sp>
        <p:nvSpPr>
          <p:cNvPr id="41" name="Google Shape;41;p12"/>
          <p:cNvSpPr/>
          <p:nvPr/>
        </p:nvSpPr>
        <p:spPr>
          <a:xfrm>
            <a:off x="-191400" y="-53100"/>
            <a:ext cx="9447600" cy="52677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42" name="Shape 42"/>
        <p:cNvGrpSpPr/>
        <p:nvPr/>
      </p:nvGrpSpPr>
      <p:grpSpPr>
        <a:xfrm>
          <a:off x="0" y="0"/>
          <a:ext cx="0" cy="0"/>
          <a:chOff x="0" y="0"/>
          <a:chExt cx="0" cy="0"/>
        </a:xfrm>
      </p:grpSpPr>
      <p:sp>
        <p:nvSpPr>
          <p:cNvPr id="43" name="Google Shape;43;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44" name="Google Shape;44;p13"/>
          <p:cNvSpPr txBox="1"/>
          <p:nvPr>
            <p:ph idx="2" type="title"/>
          </p:nvPr>
        </p:nvSpPr>
        <p:spPr>
          <a:xfrm>
            <a:off x="1634400" y="1611750"/>
            <a:ext cx="2560200" cy="697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2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45" name="Google Shape;45;p13"/>
          <p:cNvSpPr txBox="1"/>
          <p:nvPr>
            <p:ph idx="1" type="subTitle"/>
          </p:nvPr>
        </p:nvSpPr>
        <p:spPr>
          <a:xfrm>
            <a:off x="1634400" y="2178782"/>
            <a:ext cx="2560200" cy="475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6" name="Google Shape;46;p13"/>
          <p:cNvSpPr txBox="1"/>
          <p:nvPr>
            <p:ph idx="3" type="title"/>
          </p:nvPr>
        </p:nvSpPr>
        <p:spPr>
          <a:xfrm>
            <a:off x="5378659" y="1611757"/>
            <a:ext cx="2560200" cy="69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2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47" name="Google Shape;47;p13"/>
          <p:cNvSpPr txBox="1"/>
          <p:nvPr>
            <p:ph idx="4" type="subTitle"/>
          </p:nvPr>
        </p:nvSpPr>
        <p:spPr>
          <a:xfrm>
            <a:off x="5378657" y="2178782"/>
            <a:ext cx="2560200" cy="475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8" name="Google Shape;48;p13"/>
          <p:cNvSpPr txBox="1"/>
          <p:nvPr>
            <p:ph idx="5" type="title"/>
          </p:nvPr>
        </p:nvSpPr>
        <p:spPr>
          <a:xfrm>
            <a:off x="1630122" y="3405875"/>
            <a:ext cx="2560200" cy="69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2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49" name="Google Shape;49;p13"/>
          <p:cNvSpPr txBox="1"/>
          <p:nvPr>
            <p:ph idx="6" type="subTitle"/>
          </p:nvPr>
        </p:nvSpPr>
        <p:spPr>
          <a:xfrm>
            <a:off x="1630122" y="3967019"/>
            <a:ext cx="2560200" cy="477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0" name="Google Shape;50;p13"/>
          <p:cNvSpPr txBox="1"/>
          <p:nvPr>
            <p:ph idx="7" type="title"/>
          </p:nvPr>
        </p:nvSpPr>
        <p:spPr>
          <a:xfrm>
            <a:off x="5376539" y="3408299"/>
            <a:ext cx="2560200" cy="69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2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1" name="Google Shape;51;p13"/>
          <p:cNvSpPr txBox="1"/>
          <p:nvPr>
            <p:ph idx="8" type="subTitle"/>
          </p:nvPr>
        </p:nvSpPr>
        <p:spPr>
          <a:xfrm>
            <a:off x="5376539" y="3970643"/>
            <a:ext cx="2560200" cy="475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2" name="Google Shape;52;p13"/>
          <p:cNvSpPr txBox="1"/>
          <p:nvPr>
            <p:ph hasCustomPrompt="1" idx="9" type="title"/>
          </p:nvPr>
        </p:nvSpPr>
        <p:spPr>
          <a:xfrm>
            <a:off x="818402" y="1561566"/>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dk1"/>
              </a:buClr>
              <a:buSzPts val="3000"/>
              <a:buNone/>
              <a:defRPr sz="3000">
                <a:solidFill>
                  <a:schemeClr val="dk1"/>
                </a:solidFill>
              </a:defRPr>
            </a:lvl1pPr>
            <a:lvl2pPr lvl="1" rtl="0">
              <a:spcBef>
                <a:spcPts val="0"/>
              </a:spcBef>
              <a:spcAft>
                <a:spcPts val="0"/>
              </a:spcAft>
              <a:buClr>
                <a:schemeClr val="dk1"/>
              </a:buClr>
              <a:buSzPts val="3000"/>
              <a:buNone/>
              <a:defRPr sz="3000">
                <a:solidFill>
                  <a:schemeClr val="dk1"/>
                </a:solidFill>
              </a:defRPr>
            </a:lvl2pPr>
            <a:lvl3pPr lvl="2" rtl="0">
              <a:spcBef>
                <a:spcPts val="0"/>
              </a:spcBef>
              <a:spcAft>
                <a:spcPts val="0"/>
              </a:spcAft>
              <a:buClr>
                <a:schemeClr val="dk1"/>
              </a:buClr>
              <a:buSzPts val="3000"/>
              <a:buNone/>
              <a:defRPr sz="3000">
                <a:solidFill>
                  <a:schemeClr val="dk1"/>
                </a:solidFill>
              </a:defRPr>
            </a:lvl3pPr>
            <a:lvl4pPr lvl="3" rtl="0">
              <a:spcBef>
                <a:spcPts val="0"/>
              </a:spcBef>
              <a:spcAft>
                <a:spcPts val="0"/>
              </a:spcAft>
              <a:buClr>
                <a:schemeClr val="dk1"/>
              </a:buClr>
              <a:buSzPts val="3000"/>
              <a:buNone/>
              <a:defRPr sz="3000">
                <a:solidFill>
                  <a:schemeClr val="dk1"/>
                </a:solidFill>
              </a:defRPr>
            </a:lvl4pPr>
            <a:lvl5pPr lvl="4" rtl="0">
              <a:spcBef>
                <a:spcPts val="0"/>
              </a:spcBef>
              <a:spcAft>
                <a:spcPts val="0"/>
              </a:spcAft>
              <a:buClr>
                <a:schemeClr val="dk1"/>
              </a:buClr>
              <a:buSzPts val="3000"/>
              <a:buNone/>
              <a:defRPr sz="3000">
                <a:solidFill>
                  <a:schemeClr val="dk1"/>
                </a:solidFill>
              </a:defRPr>
            </a:lvl5pPr>
            <a:lvl6pPr lvl="5" rtl="0">
              <a:spcBef>
                <a:spcPts val="0"/>
              </a:spcBef>
              <a:spcAft>
                <a:spcPts val="0"/>
              </a:spcAft>
              <a:buClr>
                <a:schemeClr val="dk1"/>
              </a:buClr>
              <a:buSzPts val="3000"/>
              <a:buNone/>
              <a:defRPr sz="3000">
                <a:solidFill>
                  <a:schemeClr val="dk1"/>
                </a:solidFill>
              </a:defRPr>
            </a:lvl6pPr>
            <a:lvl7pPr lvl="6" rtl="0">
              <a:spcBef>
                <a:spcPts val="0"/>
              </a:spcBef>
              <a:spcAft>
                <a:spcPts val="0"/>
              </a:spcAft>
              <a:buClr>
                <a:schemeClr val="dk1"/>
              </a:buClr>
              <a:buSzPts val="3000"/>
              <a:buNone/>
              <a:defRPr sz="3000">
                <a:solidFill>
                  <a:schemeClr val="dk1"/>
                </a:solidFill>
              </a:defRPr>
            </a:lvl7pPr>
            <a:lvl8pPr lvl="7" rtl="0">
              <a:spcBef>
                <a:spcPts val="0"/>
              </a:spcBef>
              <a:spcAft>
                <a:spcPts val="0"/>
              </a:spcAft>
              <a:buClr>
                <a:schemeClr val="dk1"/>
              </a:buClr>
              <a:buSzPts val="3000"/>
              <a:buNone/>
              <a:defRPr sz="3000">
                <a:solidFill>
                  <a:schemeClr val="dk1"/>
                </a:solidFill>
              </a:defRPr>
            </a:lvl8pPr>
            <a:lvl9pPr lvl="8" rtl="0">
              <a:spcBef>
                <a:spcPts val="0"/>
              </a:spcBef>
              <a:spcAft>
                <a:spcPts val="0"/>
              </a:spcAft>
              <a:buClr>
                <a:schemeClr val="dk1"/>
              </a:buClr>
              <a:buSzPts val="3000"/>
              <a:buNone/>
              <a:defRPr sz="3000">
                <a:solidFill>
                  <a:schemeClr val="dk1"/>
                </a:solidFill>
              </a:defRPr>
            </a:lvl9pPr>
          </a:lstStyle>
          <a:p>
            <a:r>
              <a:t>xx%</a:t>
            </a:r>
          </a:p>
        </p:txBody>
      </p:sp>
      <p:sp>
        <p:nvSpPr>
          <p:cNvPr id="53" name="Google Shape;53;p13"/>
          <p:cNvSpPr txBox="1"/>
          <p:nvPr>
            <p:ph hasCustomPrompt="1" idx="13" type="title"/>
          </p:nvPr>
        </p:nvSpPr>
        <p:spPr>
          <a:xfrm>
            <a:off x="818402" y="3362934"/>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dk1"/>
              </a:buClr>
              <a:buSzPts val="3000"/>
              <a:buNone/>
              <a:defRPr sz="3000">
                <a:solidFill>
                  <a:schemeClr val="dk1"/>
                </a:solidFill>
              </a:defRPr>
            </a:lvl1pPr>
            <a:lvl2pPr lvl="1" rtl="0">
              <a:spcBef>
                <a:spcPts val="0"/>
              </a:spcBef>
              <a:spcAft>
                <a:spcPts val="0"/>
              </a:spcAft>
              <a:buClr>
                <a:schemeClr val="dk1"/>
              </a:buClr>
              <a:buSzPts val="3000"/>
              <a:buNone/>
              <a:defRPr sz="3000">
                <a:solidFill>
                  <a:schemeClr val="dk1"/>
                </a:solidFill>
              </a:defRPr>
            </a:lvl2pPr>
            <a:lvl3pPr lvl="2" rtl="0">
              <a:spcBef>
                <a:spcPts val="0"/>
              </a:spcBef>
              <a:spcAft>
                <a:spcPts val="0"/>
              </a:spcAft>
              <a:buClr>
                <a:schemeClr val="dk1"/>
              </a:buClr>
              <a:buSzPts val="3000"/>
              <a:buNone/>
              <a:defRPr sz="3000">
                <a:solidFill>
                  <a:schemeClr val="dk1"/>
                </a:solidFill>
              </a:defRPr>
            </a:lvl3pPr>
            <a:lvl4pPr lvl="3" rtl="0">
              <a:spcBef>
                <a:spcPts val="0"/>
              </a:spcBef>
              <a:spcAft>
                <a:spcPts val="0"/>
              </a:spcAft>
              <a:buClr>
                <a:schemeClr val="dk1"/>
              </a:buClr>
              <a:buSzPts val="3000"/>
              <a:buNone/>
              <a:defRPr sz="3000">
                <a:solidFill>
                  <a:schemeClr val="dk1"/>
                </a:solidFill>
              </a:defRPr>
            </a:lvl4pPr>
            <a:lvl5pPr lvl="4" rtl="0">
              <a:spcBef>
                <a:spcPts val="0"/>
              </a:spcBef>
              <a:spcAft>
                <a:spcPts val="0"/>
              </a:spcAft>
              <a:buClr>
                <a:schemeClr val="dk1"/>
              </a:buClr>
              <a:buSzPts val="3000"/>
              <a:buNone/>
              <a:defRPr sz="3000">
                <a:solidFill>
                  <a:schemeClr val="dk1"/>
                </a:solidFill>
              </a:defRPr>
            </a:lvl5pPr>
            <a:lvl6pPr lvl="5" rtl="0">
              <a:spcBef>
                <a:spcPts val="0"/>
              </a:spcBef>
              <a:spcAft>
                <a:spcPts val="0"/>
              </a:spcAft>
              <a:buClr>
                <a:schemeClr val="dk1"/>
              </a:buClr>
              <a:buSzPts val="3000"/>
              <a:buNone/>
              <a:defRPr sz="3000">
                <a:solidFill>
                  <a:schemeClr val="dk1"/>
                </a:solidFill>
              </a:defRPr>
            </a:lvl6pPr>
            <a:lvl7pPr lvl="6" rtl="0">
              <a:spcBef>
                <a:spcPts val="0"/>
              </a:spcBef>
              <a:spcAft>
                <a:spcPts val="0"/>
              </a:spcAft>
              <a:buClr>
                <a:schemeClr val="dk1"/>
              </a:buClr>
              <a:buSzPts val="3000"/>
              <a:buNone/>
              <a:defRPr sz="3000">
                <a:solidFill>
                  <a:schemeClr val="dk1"/>
                </a:solidFill>
              </a:defRPr>
            </a:lvl7pPr>
            <a:lvl8pPr lvl="7" rtl="0">
              <a:spcBef>
                <a:spcPts val="0"/>
              </a:spcBef>
              <a:spcAft>
                <a:spcPts val="0"/>
              </a:spcAft>
              <a:buClr>
                <a:schemeClr val="dk1"/>
              </a:buClr>
              <a:buSzPts val="3000"/>
              <a:buNone/>
              <a:defRPr sz="3000">
                <a:solidFill>
                  <a:schemeClr val="dk1"/>
                </a:solidFill>
              </a:defRPr>
            </a:lvl8pPr>
            <a:lvl9pPr lvl="8" rtl="0">
              <a:spcBef>
                <a:spcPts val="0"/>
              </a:spcBef>
              <a:spcAft>
                <a:spcPts val="0"/>
              </a:spcAft>
              <a:buClr>
                <a:schemeClr val="dk1"/>
              </a:buClr>
              <a:buSzPts val="3000"/>
              <a:buNone/>
              <a:defRPr sz="3000">
                <a:solidFill>
                  <a:schemeClr val="dk1"/>
                </a:solidFill>
              </a:defRPr>
            </a:lvl9pPr>
          </a:lstStyle>
          <a:p>
            <a:r>
              <a:t>xx%</a:t>
            </a:r>
          </a:p>
        </p:txBody>
      </p:sp>
      <p:sp>
        <p:nvSpPr>
          <p:cNvPr id="54" name="Google Shape;54;p13"/>
          <p:cNvSpPr txBox="1"/>
          <p:nvPr>
            <p:ph hasCustomPrompt="1" idx="14" type="title"/>
          </p:nvPr>
        </p:nvSpPr>
        <p:spPr>
          <a:xfrm>
            <a:off x="4602827" y="1561566"/>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dk1"/>
              </a:buClr>
              <a:buSzPts val="3000"/>
              <a:buNone/>
              <a:defRPr sz="3000">
                <a:solidFill>
                  <a:schemeClr val="dk1"/>
                </a:solidFill>
              </a:defRPr>
            </a:lvl1pPr>
            <a:lvl2pPr lvl="1" rtl="0">
              <a:spcBef>
                <a:spcPts val="0"/>
              </a:spcBef>
              <a:spcAft>
                <a:spcPts val="0"/>
              </a:spcAft>
              <a:buClr>
                <a:schemeClr val="dk1"/>
              </a:buClr>
              <a:buSzPts val="3000"/>
              <a:buNone/>
              <a:defRPr sz="3000">
                <a:solidFill>
                  <a:schemeClr val="dk1"/>
                </a:solidFill>
              </a:defRPr>
            </a:lvl2pPr>
            <a:lvl3pPr lvl="2" rtl="0">
              <a:spcBef>
                <a:spcPts val="0"/>
              </a:spcBef>
              <a:spcAft>
                <a:spcPts val="0"/>
              </a:spcAft>
              <a:buClr>
                <a:schemeClr val="dk1"/>
              </a:buClr>
              <a:buSzPts val="3000"/>
              <a:buNone/>
              <a:defRPr sz="3000">
                <a:solidFill>
                  <a:schemeClr val="dk1"/>
                </a:solidFill>
              </a:defRPr>
            </a:lvl3pPr>
            <a:lvl4pPr lvl="3" rtl="0">
              <a:spcBef>
                <a:spcPts val="0"/>
              </a:spcBef>
              <a:spcAft>
                <a:spcPts val="0"/>
              </a:spcAft>
              <a:buClr>
                <a:schemeClr val="dk1"/>
              </a:buClr>
              <a:buSzPts val="3000"/>
              <a:buNone/>
              <a:defRPr sz="3000">
                <a:solidFill>
                  <a:schemeClr val="dk1"/>
                </a:solidFill>
              </a:defRPr>
            </a:lvl4pPr>
            <a:lvl5pPr lvl="4" rtl="0">
              <a:spcBef>
                <a:spcPts val="0"/>
              </a:spcBef>
              <a:spcAft>
                <a:spcPts val="0"/>
              </a:spcAft>
              <a:buClr>
                <a:schemeClr val="dk1"/>
              </a:buClr>
              <a:buSzPts val="3000"/>
              <a:buNone/>
              <a:defRPr sz="3000">
                <a:solidFill>
                  <a:schemeClr val="dk1"/>
                </a:solidFill>
              </a:defRPr>
            </a:lvl5pPr>
            <a:lvl6pPr lvl="5" rtl="0">
              <a:spcBef>
                <a:spcPts val="0"/>
              </a:spcBef>
              <a:spcAft>
                <a:spcPts val="0"/>
              </a:spcAft>
              <a:buClr>
                <a:schemeClr val="dk1"/>
              </a:buClr>
              <a:buSzPts val="3000"/>
              <a:buNone/>
              <a:defRPr sz="3000">
                <a:solidFill>
                  <a:schemeClr val="dk1"/>
                </a:solidFill>
              </a:defRPr>
            </a:lvl6pPr>
            <a:lvl7pPr lvl="6" rtl="0">
              <a:spcBef>
                <a:spcPts val="0"/>
              </a:spcBef>
              <a:spcAft>
                <a:spcPts val="0"/>
              </a:spcAft>
              <a:buClr>
                <a:schemeClr val="dk1"/>
              </a:buClr>
              <a:buSzPts val="3000"/>
              <a:buNone/>
              <a:defRPr sz="3000">
                <a:solidFill>
                  <a:schemeClr val="dk1"/>
                </a:solidFill>
              </a:defRPr>
            </a:lvl7pPr>
            <a:lvl8pPr lvl="7" rtl="0">
              <a:spcBef>
                <a:spcPts val="0"/>
              </a:spcBef>
              <a:spcAft>
                <a:spcPts val="0"/>
              </a:spcAft>
              <a:buClr>
                <a:schemeClr val="dk1"/>
              </a:buClr>
              <a:buSzPts val="3000"/>
              <a:buNone/>
              <a:defRPr sz="3000">
                <a:solidFill>
                  <a:schemeClr val="dk1"/>
                </a:solidFill>
              </a:defRPr>
            </a:lvl8pPr>
            <a:lvl9pPr lvl="8" rtl="0">
              <a:spcBef>
                <a:spcPts val="0"/>
              </a:spcBef>
              <a:spcAft>
                <a:spcPts val="0"/>
              </a:spcAft>
              <a:buClr>
                <a:schemeClr val="dk1"/>
              </a:buClr>
              <a:buSzPts val="3000"/>
              <a:buNone/>
              <a:defRPr sz="3000">
                <a:solidFill>
                  <a:schemeClr val="dk1"/>
                </a:solidFill>
              </a:defRPr>
            </a:lvl9pPr>
          </a:lstStyle>
          <a:p>
            <a:r>
              <a:t>xx%</a:t>
            </a:r>
          </a:p>
        </p:txBody>
      </p:sp>
      <p:sp>
        <p:nvSpPr>
          <p:cNvPr id="55" name="Google Shape;55;p13"/>
          <p:cNvSpPr txBox="1"/>
          <p:nvPr>
            <p:ph hasCustomPrompt="1" idx="15" type="title"/>
          </p:nvPr>
        </p:nvSpPr>
        <p:spPr>
          <a:xfrm>
            <a:off x="4602827" y="3362934"/>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dk1"/>
              </a:buClr>
              <a:buSzPts val="3000"/>
              <a:buNone/>
              <a:defRPr sz="3000">
                <a:solidFill>
                  <a:schemeClr val="dk1"/>
                </a:solidFill>
              </a:defRPr>
            </a:lvl1pPr>
            <a:lvl2pPr lvl="1" rtl="0">
              <a:spcBef>
                <a:spcPts val="0"/>
              </a:spcBef>
              <a:spcAft>
                <a:spcPts val="0"/>
              </a:spcAft>
              <a:buClr>
                <a:schemeClr val="dk1"/>
              </a:buClr>
              <a:buSzPts val="3000"/>
              <a:buNone/>
              <a:defRPr sz="3000">
                <a:solidFill>
                  <a:schemeClr val="dk1"/>
                </a:solidFill>
              </a:defRPr>
            </a:lvl2pPr>
            <a:lvl3pPr lvl="2" rtl="0">
              <a:spcBef>
                <a:spcPts val="0"/>
              </a:spcBef>
              <a:spcAft>
                <a:spcPts val="0"/>
              </a:spcAft>
              <a:buClr>
                <a:schemeClr val="dk1"/>
              </a:buClr>
              <a:buSzPts val="3000"/>
              <a:buNone/>
              <a:defRPr sz="3000">
                <a:solidFill>
                  <a:schemeClr val="dk1"/>
                </a:solidFill>
              </a:defRPr>
            </a:lvl3pPr>
            <a:lvl4pPr lvl="3" rtl="0">
              <a:spcBef>
                <a:spcPts val="0"/>
              </a:spcBef>
              <a:spcAft>
                <a:spcPts val="0"/>
              </a:spcAft>
              <a:buClr>
                <a:schemeClr val="dk1"/>
              </a:buClr>
              <a:buSzPts val="3000"/>
              <a:buNone/>
              <a:defRPr sz="3000">
                <a:solidFill>
                  <a:schemeClr val="dk1"/>
                </a:solidFill>
              </a:defRPr>
            </a:lvl4pPr>
            <a:lvl5pPr lvl="4" rtl="0">
              <a:spcBef>
                <a:spcPts val="0"/>
              </a:spcBef>
              <a:spcAft>
                <a:spcPts val="0"/>
              </a:spcAft>
              <a:buClr>
                <a:schemeClr val="dk1"/>
              </a:buClr>
              <a:buSzPts val="3000"/>
              <a:buNone/>
              <a:defRPr sz="3000">
                <a:solidFill>
                  <a:schemeClr val="dk1"/>
                </a:solidFill>
              </a:defRPr>
            </a:lvl5pPr>
            <a:lvl6pPr lvl="5" rtl="0">
              <a:spcBef>
                <a:spcPts val="0"/>
              </a:spcBef>
              <a:spcAft>
                <a:spcPts val="0"/>
              </a:spcAft>
              <a:buClr>
                <a:schemeClr val="dk1"/>
              </a:buClr>
              <a:buSzPts val="3000"/>
              <a:buNone/>
              <a:defRPr sz="3000">
                <a:solidFill>
                  <a:schemeClr val="dk1"/>
                </a:solidFill>
              </a:defRPr>
            </a:lvl6pPr>
            <a:lvl7pPr lvl="6" rtl="0">
              <a:spcBef>
                <a:spcPts val="0"/>
              </a:spcBef>
              <a:spcAft>
                <a:spcPts val="0"/>
              </a:spcAft>
              <a:buClr>
                <a:schemeClr val="dk1"/>
              </a:buClr>
              <a:buSzPts val="3000"/>
              <a:buNone/>
              <a:defRPr sz="3000">
                <a:solidFill>
                  <a:schemeClr val="dk1"/>
                </a:solidFill>
              </a:defRPr>
            </a:lvl7pPr>
            <a:lvl8pPr lvl="7" rtl="0">
              <a:spcBef>
                <a:spcPts val="0"/>
              </a:spcBef>
              <a:spcAft>
                <a:spcPts val="0"/>
              </a:spcAft>
              <a:buClr>
                <a:schemeClr val="dk1"/>
              </a:buClr>
              <a:buSzPts val="3000"/>
              <a:buNone/>
              <a:defRPr sz="3000">
                <a:solidFill>
                  <a:schemeClr val="dk1"/>
                </a:solidFill>
              </a:defRPr>
            </a:lvl8pPr>
            <a:lvl9pPr lvl="8" rtl="0">
              <a:spcBef>
                <a:spcPts val="0"/>
              </a:spcBef>
              <a:spcAft>
                <a:spcPts val="0"/>
              </a:spcAft>
              <a:buClr>
                <a:schemeClr val="dk1"/>
              </a:buClr>
              <a:buSzPts val="3000"/>
              <a:buNone/>
              <a:defRPr sz="3000">
                <a:solidFill>
                  <a:schemeClr val="dk1"/>
                </a:solidFill>
              </a:defRPr>
            </a:lvl9pPr>
          </a:lstStyle>
          <a:p>
            <a:r>
              <a:t>xx%</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2"/>
        </a:solidFill>
      </p:bgPr>
    </p:bg>
    <p:spTree>
      <p:nvGrpSpPr>
        <p:cNvPr id="56" name="Shape 56"/>
        <p:cNvGrpSpPr/>
        <p:nvPr/>
      </p:nvGrpSpPr>
      <p:grpSpPr>
        <a:xfrm>
          <a:off x="0" y="0"/>
          <a:ext cx="0" cy="0"/>
          <a:chOff x="0" y="0"/>
          <a:chExt cx="0" cy="0"/>
        </a:xfrm>
      </p:grpSpPr>
      <p:sp>
        <p:nvSpPr>
          <p:cNvPr id="57" name="Google Shape;57;p14"/>
          <p:cNvSpPr txBox="1"/>
          <p:nvPr>
            <p:ph type="title"/>
          </p:nvPr>
        </p:nvSpPr>
        <p:spPr>
          <a:xfrm>
            <a:off x="878511" y="2926659"/>
            <a:ext cx="4224600" cy="5319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lt1"/>
              </a:buClr>
              <a:buSzPts val="3000"/>
              <a:buNone/>
              <a:defRPr sz="2200">
                <a:solidFill>
                  <a:schemeClr val="lt1"/>
                </a:solidFill>
              </a:defRPr>
            </a:lvl1pPr>
            <a:lvl2pPr lvl="1" rtl="0" algn="ctr">
              <a:spcBef>
                <a:spcPts val="0"/>
              </a:spcBef>
              <a:spcAft>
                <a:spcPts val="0"/>
              </a:spcAft>
              <a:buClr>
                <a:schemeClr val="lt1"/>
              </a:buClr>
              <a:buSzPts val="3000"/>
              <a:buNone/>
              <a:defRPr sz="3000">
                <a:solidFill>
                  <a:schemeClr val="lt1"/>
                </a:solidFill>
              </a:defRPr>
            </a:lvl2pPr>
            <a:lvl3pPr lvl="2" rtl="0" algn="ctr">
              <a:spcBef>
                <a:spcPts val="0"/>
              </a:spcBef>
              <a:spcAft>
                <a:spcPts val="0"/>
              </a:spcAft>
              <a:buClr>
                <a:schemeClr val="lt1"/>
              </a:buClr>
              <a:buSzPts val="3000"/>
              <a:buNone/>
              <a:defRPr sz="3000">
                <a:solidFill>
                  <a:schemeClr val="lt1"/>
                </a:solidFill>
              </a:defRPr>
            </a:lvl3pPr>
            <a:lvl4pPr lvl="3" rtl="0" algn="ctr">
              <a:spcBef>
                <a:spcPts val="0"/>
              </a:spcBef>
              <a:spcAft>
                <a:spcPts val="0"/>
              </a:spcAft>
              <a:buClr>
                <a:schemeClr val="lt1"/>
              </a:buClr>
              <a:buSzPts val="3000"/>
              <a:buNone/>
              <a:defRPr sz="3000">
                <a:solidFill>
                  <a:schemeClr val="lt1"/>
                </a:solidFill>
              </a:defRPr>
            </a:lvl4pPr>
            <a:lvl5pPr lvl="4" rtl="0" algn="ctr">
              <a:spcBef>
                <a:spcPts val="0"/>
              </a:spcBef>
              <a:spcAft>
                <a:spcPts val="0"/>
              </a:spcAft>
              <a:buClr>
                <a:schemeClr val="lt1"/>
              </a:buClr>
              <a:buSzPts val="3000"/>
              <a:buNone/>
              <a:defRPr sz="3000">
                <a:solidFill>
                  <a:schemeClr val="lt1"/>
                </a:solidFill>
              </a:defRPr>
            </a:lvl5pPr>
            <a:lvl6pPr lvl="5" rtl="0" algn="ctr">
              <a:spcBef>
                <a:spcPts val="0"/>
              </a:spcBef>
              <a:spcAft>
                <a:spcPts val="0"/>
              </a:spcAft>
              <a:buClr>
                <a:schemeClr val="lt1"/>
              </a:buClr>
              <a:buSzPts val="3000"/>
              <a:buNone/>
              <a:defRPr sz="3000">
                <a:solidFill>
                  <a:schemeClr val="lt1"/>
                </a:solidFill>
              </a:defRPr>
            </a:lvl6pPr>
            <a:lvl7pPr lvl="6" rtl="0" algn="ctr">
              <a:spcBef>
                <a:spcPts val="0"/>
              </a:spcBef>
              <a:spcAft>
                <a:spcPts val="0"/>
              </a:spcAft>
              <a:buClr>
                <a:schemeClr val="lt1"/>
              </a:buClr>
              <a:buSzPts val="3000"/>
              <a:buNone/>
              <a:defRPr sz="3000">
                <a:solidFill>
                  <a:schemeClr val="lt1"/>
                </a:solidFill>
              </a:defRPr>
            </a:lvl7pPr>
            <a:lvl8pPr lvl="7" rtl="0" algn="ctr">
              <a:spcBef>
                <a:spcPts val="0"/>
              </a:spcBef>
              <a:spcAft>
                <a:spcPts val="0"/>
              </a:spcAft>
              <a:buClr>
                <a:schemeClr val="lt1"/>
              </a:buClr>
              <a:buSzPts val="3000"/>
              <a:buNone/>
              <a:defRPr sz="3000">
                <a:solidFill>
                  <a:schemeClr val="lt1"/>
                </a:solidFill>
              </a:defRPr>
            </a:lvl8pPr>
            <a:lvl9pPr lvl="8" rtl="0" algn="ctr">
              <a:spcBef>
                <a:spcPts val="0"/>
              </a:spcBef>
              <a:spcAft>
                <a:spcPts val="0"/>
              </a:spcAft>
              <a:buClr>
                <a:schemeClr val="lt1"/>
              </a:buClr>
              <a:buSzPts val="3000"/>
              <a:buNone/>
              <a:defRPr sz="3000">
                <a:solidFill>
                  <a:schemeClr val="lt1"/>
                </a:solidFill>
              </a:defRPr>
            </a:lvl9pPr>
          </a:lstStyle>
          <a:p/>
        </p:txBody>
      </p:sp>
      <p:sp>
        <p:nvSpPr>
          <p:cNvPr id="58" name="Google Shape;58;p14"/>
          <p:cNvSpPr txBox="1"/>
          <p:nvPr>
            <p:ph idx="1" type="subTitle"/>
          </p:nvPr>
        </p:nvSpPr>
        <p:spPr>
          <a:xfrm>
            <a:off x="881211" y="1684941"/>
            <a:ext cx="4221900" cy="1241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chemeClr val="lt1"/>
              </a:buClr>
              <a:buSzPts val="3000"/>
              <a:buNone/>
              <a:defRPr sz="1800">
                <a:solidFill>
                  <a:schemeClr val="lt1"/>
                </a:solidFill>
              </a:defRPr>
            </a:lvl1pPr>
            <a:lvl2pPr lvl="1" rtl="0" algn="ctr">
              <a:lnSpc>
                <a:spcPct val="100000"/>
              </a:lnSpc>
              <a:spcBef>
                <a:spcPts val="0"/>
              </a:spcBef>
              <a:spcAft>
                <a:spcPts val="0"/>
              </a:spcAft>
              <a:buClr>
                <a:schemeClr val="lt1"/>
              </a:buClr>
              <a:buSzPts val="3000"/>
              <a:buNone/>
              <a:defRPr sz="3000">
                <a:solidFill>
                  <a:schemeClr val="lt1"/>
                </a:solidFill>
              </a:defRPr>
            </a:lvl2pPr>
            <a:lvl3pPr lvl="2" rtl="0" algn="ctr">
              <a:lnSpc>
                <a:spcPct val="100000"/>
              </a:lnSpc>
              <a:spcBef>
                <a:spcPts val="1600"/>
              </a:spcBef>
              <a:spcAft>
                <a:spcPts val="0"/>
              </a:spcAft>
              <a:buClr>
                <a:schemeClr val="lt1"/>
              </a:buClr>
              <a:buSzPts val="3000"/>
              <a:buNone/>
              <a:defRPr sz="3000">
                <a:solidFill>
                  <a:schemeClr val="lt1"/>
                </a:solidFill>
              </a:defRPr>
            </a:lvl3pPr>
            <a:lvl4pPr lvl="3" rtl="0" algn="ctr">
              <a:lnSpc>
                <a:spcPct val="100000"/>
              </a:lnSpc>
              <a:spcBef>
                <a:spcPts val="1600"/>
              </a:spcBef>
              <a:spcAft>
                <a:spcPts val="0"/>
              </a:spcAft>
              <a:buClr>
                <a:schemeClr val="lt1"/>
              </a:buClr>
              <a:buSzPts val="3000"/>
              <a:buNone/>
              <a:defRPr sz="3000">
                <a:solidFill>
                  <a:schemeClr val="lt1"/>
                </a:solidFill>
              </a:defRPr>
            </a:lvl4pPr>
            <a:lvl5pPr lvl="4" rtl="0" algn="ctr">
              <a:lnSpc>
                <a:spcPct val="100000"/>
              </a:lnSpc>
              <a:spcBef>
                <a:spcPts val="1600"/>
              </a:spcBef>
              <a:spcAft>
                <a:spcPts val="0"/>
              </a:spcAft>
              <a:buClr>
                <a:schemeClr val="lt1"/>
              </a:buClr>
              <a:buSzPts val="3000"/>
              <a:buNone/>
              <a:defRPr sz="3000">
                <a:solidFill>
                  <a:schemeClr val="lt1"/>
                </a:solidFill>
              </a:defRPr>
            </a:lvl5pPr>
            <a:lvl6pPr lvl="5" rtl="0" algn="ctr">
              <a:lnSpc>
                <a:spcPct val="100000"/>
              </a:lnSpc>
              <a:spcBef>
                <a:spcPts val="1600"/>
              </a:spcBef>
              <a:spcAft>
                <a:spcPts val="0"/>
              </a:spcAft>
              <a:buClr>
                <a:schemeClr val="lt1"/>
              </a:buClr>
              <a:buSzPts val="3000"/>
              <a:buNone/>
              <a:defRPr sz="3000">
                <a:solidFill>
                  <a:schemeClr val="lt1"/>
                </a:solidFill>
              </a:defRPr>
            </a:lvl6pPr>
            <a:lvl7pPr lvl="6" rtl="0" algn="ctr">
              <a:lnSpc>
                <a:spcPct val="100000"/>
              </a:lnSpc>
              <a:spcBef>
                <a:spcPts val="1600"/>
              </a:spcBef>
              <a:spcAft>
                <a:spcPts val="0"/>
              </a:spcAft>
              <a:buClr>
                <a:schemeClr val="lt1"/>
              </a:buClr>
              <a:buSzPts val="3000"/>
              <a:buNone/>
              <a:defRPr sz="3000">
                <a:solidFill>
                  <a:schemeClr val="lt1"/>
                </a:solidFill>
              </a:defRPr>
            </a:lvl7pPr>
            <a:lvl8pPr lvl="7" rtl="0" algn="ctr">
              <a:lnSpc>
                <a:spcPct val="100000"/>
              </a:lnSpc>
              <a:spcBef>
                <a:spcPts val="1600"/>
              </a:spcBef>
              <a:spcAft>
                <a:spcPts val="0"/>
              </a:spcAft>
              <a:buClr>
                <a:schemeClr val="lt1"/>
              </a:buClr>
              <a:buSzPts val="3000"/>
              <a:buNone/>
              <a:defRPr sz="3000">
                <a:solidFill>
                  <a:schemeClr val="lt1"/>
                </a:solidFill>
              </a:defRPr>
            </a:lvl8pPr>
            <a:lvl9pPr lvl="8" rtl="0" algn="ctr">
              <a:lnSpc>
                <a:spcPct val="100000"/>
              </a:lnSpc>
              <a:spcBef>
                <a:spcPts val="1600"/>
              </a:spcBef>
              <a:spcAft>
                <a:spcPts val="1600"/>
              </a:spcAft>
              <a:buClr>
                <a:schemeClr val="lt1"/>
              </a:buClr>
              <a:buSzPts val="3000"/>
              <a:buNone/>
              <a:defRPr sz="3000">
                <a:solidFill>
                  <a:schemeClr val="lt1"/>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0">
    <p:spTree>
      <p:nvGrpSpPr>
        <p:cNvPr id="59" name="Shape 59"/>
        <p:cNvGrpSpPr/>
        <p:nvPr/>
      </p:nvGrpSpPr>
      <p:grpSpPr>
        <a:xfrm>
          <a:off x="0" y="0"/>
          <a:ext cx="0" cy="0"/>
          <a:chOff x="0" y="0"/>
          <a:chExt cx="0" cy="0"/>
        </a:xfrm>
      </p:grpSpPr>
      <p:sp>
        <p:nvSpPr>
          <p:cNvPr id="60" name="Google Shape;60;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61" name="Shape 61"/>
        <p:cNvGrpSpPr/>
        <p:nvPr/>
      </p:nvGrpSpPr>
      <p:grpSpPr>
        <a:xfrm>
          <a:off x="0" y="0"/>
          <a:ext cx="0" cy="0"/>
          <a:chOff x="0" y="0"/>
          <a:chExt cx="0" cy="0"/>
        </a:xfrm>
      </p:grpSpPr>
      <p:sp>
        <p:nvSpPr>
          <p:cNvPr id="62" name="Google Shape;62;p16"/>
          <p:cNvSpPr txBox="1"/>
          <p:nvPr>
            <p:ph type="title"/>
          </p:nvPr>
        </p:nvSpPr>
        <p:spPr>
          <a:xfrm>
            <a:off x="1113706" y="1077233"/>
            <a:ext cx="3594000" cy="21864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63" name="Google Shape;63;p16"/>
          <p:cNvSpPr txBox="1"/>
          <p:nvPr>
            <p:ph idx="1" type="subTitle"/>
          </p:nvPr>
        </p:nvSpPr>
        <p:spPr>
          <a:xfrm>
            <a:off x="1113706" y="3263467"/>
            <a:ext cx="3594000" cy="802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4" name="Google Shape;64;p16"/>
          <p:cNvSpPr/>
          <p:nvPr>
            <p:ph idx="2" type="pic"/>
          </p:nvPr>
        </p:nvSpPr>
        <p:spPr>
          <a:xfrm>
            <a:off x="5158993" y="656100"/>
            <a:ext cx="2871300" cy="3831300"/>
          </a:xfrm>
          <a:prstGeom prst="roundRect">
            <a:avLst>
              <a:gd fmla="val 7301" name="adj"/>
            </a:avLst>
          </a:prstGeom>
          <a:noFill/>
          <a:ln cap="flat" cmpd="sng" w="19050">
            <a:solidFill>
              <a:schemeClr val="dk1"/>
            </a:solidFill>
            <a:prstDash val="solid"/>
            <a:round/>
            <a:headEnd len="sm" w="sm" type="none"/>
            <a:tailEnd len="sm" w="sm" type="none"/>
          </a:ln>
        </p:spPr>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65" name="Shape 65"/>
        <p:cNvGrpSpPr/>
        <p:nvPr/>
      </p:nvGrpSpPr>
      <p:grpSpPr>
        <a:xfrm>
          <a:off x="0" y="0"/>
          <a:ext cx="0" cy="0"/>
          <a:chOff x="0" y="0"/>
          <a:chExt cx="0" cy="0"/>
        </a:xfrm>
      </p:grpSpPr>
      <p:sp>
        <p:nvSpPr>
          <p:cNvPr id="66" name="Google Shape;66;p17"/>
          <p:cNvSpPr txBox="1"/>
          <p:nvPr>
            <p:ph type="title"/>
          </p:nvPr>
        </p:nvSpPr>
        <p:spPr>
          <a:xfrm>
            <a:off x="898000" y="1718262"/>
            <a:ext cx="3233100" cy="982200"/>
          </a:xfrm>
          <a:prstGeom prst="rect">
            <a:avLst/>
          </a:prstGeom>
        </p:spPr>
        <p:txBody>
          <a:bodyPr anchorCtr="0" anchor="b"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67" name="Google Shape;67;p17"/>
          <p:cNvSpPr txBox="1"/>
          <p:nvPr>
            <p:ph idx="1" type="subTitle"/>
          </p:nvPr>
        </p:nvSpPr>
        <p:spPr>
          <a:xfrm>
            <a:off x="898000" y="2620038"/>
            <a:ext cx="3233100" cy="8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_1">
    <p:spTree>
      <p:nvGrpSpPr>
        <p:cNvPr id="68" name="Shape 68"/>
        <p:cNvGrpSpPr/>
        <p:nvPr/>
      </p:nvGrpSpPr>
      <p:grpSpPr>
        <a:xfrm>
          <a:off x="0" y="0"/>
          <a:ext cx="0" cy="0"/>
          <a:chOff x="0" y="0"/>
          <a:chExt cx="0" cy="0"/>
        </a:xfrm>
      </p:grpSpPr>
      <p:sp>
        <p:nvSpPr>
          <p:cNvPr id="69" name="Google Shape;69;p18"/>
          <p:cNvSpPr txBox="1"/>
          <p:nvPr>
            <p:ph type="title"/>
          </p:nvPr>
        </p:nvSpPr>
        <p:spPr>
          <a:xfrm>
            <a:off x="1087669" y="1790100"/>
            <a:ext cx="3538800" cy="5013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70" name="Google Shape;70;p18"/>
          <p:cNvSpPr txBox="1"/>
          <p:nvPr>
            <p:ph idx="1" type="subTitle"/>
          </p:nvPr>
        </p:nvSpPr>
        <p:spPr>
          <a:xfrm>
            <a:off x="1086482" y="2291400"/>
            <a:ext cx="3541200" cy="1062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1_1_1">
    <p:spTree>
      <p:nvGrpSpPr>
        <p:cNvPr id="71" name="Shape 71"/>
        <p:cNvGrpSpPr/>
        <p:nvPr/>
      </p:nvGrpSpPr>
      <p:grpSpPr>
        <a:xfrm>
          <a:off x="0" y="0"/>
          <a:ext cx="0" cy="0"/>
          <a:chOff x="0" y="0"/>
          <a:chExt cx="0" cy="0"/>
        </a:xfrm>
      </p:grpSpPr>
      <p:sp>
        <p:nvSpPr>
          <p:cNvPr id="72" name="Google Shape;72;p19"/>
          <p:cNvSpPr txBox="1"/>
          <p:nvPr>
            <p:ph type="title"/>
          </p:nvPr>
        </p:nvSpPr>
        <p:spPr>
          <a:xfrm>
            <a:off x="4495469" y="1478863"/>
            <a:ext cx="3261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73" name="Google Shape;73;p19"/>
          <p:cNvSpPr txBox="1"/>
          <p:nvPr>
            <p:ph idx="1" type="subTitle"/>
          </p:nvPr>
        </p:nvSpPr>
        <p:spPr>
          <a:xfrm>
            <a:off x="4495619" y="2139738"/>
            <a:ext cx="3261000" cy="152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4_1_1_1_1">
    <p:spTree>
      <p:nvGrpSpPr>
        <p:cNvPr id="74" name="Shape 74"/>
        <p:cNvGrpSpPr/>
        <p:nvPr/>
      </p:nvGrpSpPr>
      <p:grpSpPr>
        <a:xfrm>
          <a:off x="0" y="0"/>
          <a:ext cx="0" cy="0"/>
          <a:chOff x="0" y="0"/>
          <a:chExt cx="0" cy="0"/>
        </a:xfrm>
      </p:grpSpPr>
      <p:sp>
        <p:nvSpPr>
          <p:cNvPr id="75" name="Google Shape;75;p20"/>
          <p:cNvSpPr txBox="1"/>
          <p:nvPr>
            <p:ph idx="1" type="subTitle"/>
          </p:nvPr>
        </p:nvSpPr>
        <p:spPr>
          <a:xfrm>
            <a:off x="720000" y="1071975"/>
            <a:ext cx="7704000" cy="1223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800"/>
              <a:buFont typeface="Nunito Light"/>
              <a:buChar char="►"/>
              <a:defRPr/>
            </a:lvl1pPr>
            <a:lvl2pPr lvl="1" rtl="0" algn="ctr">
              <a:lnSpc>
                <a:spcPct val="100000"/>
              </a:lnSpc>
              <a:spcBef>
                <a:spcPts val="0"/>
              </a:spcBef>
              <a:spcAft>
                <a:spcPts val="0"/>
              </a:spcAft>
              <a:buClr>
                <a:srgbClr val="FFC800"/>
              </a:buClr>
              <a:buSzPts val="1200"/>
              <a:buFont typeface="Nunito Light"/>
              <a:buChar char="○"/>
              <a:defRPr/>
            </a:lvl2pPr>
            <a:lvl3pPr lvl="2" rtl="0" algn="ctr">
              <a:lnSpc>
                <a:spcPct val="100000"/>
              </a:lnSpc>
              <a:spcBef>
                <a:spcPts val="1600"/>
              </a:spcBef>
              <a:spcAft>
                <a:spcPts val="0"/>
              </a:spcAft>
              <a:buClr>
                <a:srgbClr val="FFC800"/>
              </a:buClr>
              <a:buSzPts val="1200"/>
              <a:buFont typeface="Nunito Light"/>
              <a:buChar char="■"/>
              <a:defRPr/>
            </a:lvl3pPr>
            <a:lvl4pPr lvl="3" rtl="0" algn="ctr">
              <a:lnSpc>
                <a:spcPct val="100000"/>
              </a:lnSpc>
              <a:spcBef>
                <a:spcPts val="1600"/>
              </a:spcBef>
              <a:spcAft>
                <a:spcPts val="0"/>
              </a:spcAft>
              <a:buClr>
                <a:srgbClr val="FFC800"/>
              </a:buClr>
              <a:buSzPts val="1200"/>
              <a:buFont typeface="Nunito Light"/>
              <a:buChar char="●"/>
              <a:defRPr/>
            </a:lvl4pPr>
            <a:lvl5pPr lvl="4" rtl="0" algn="ctr">
              <a:lnSpc>
                <a:spcPct val="100000"/>
              </a:lnSpc>
              <a:spcBef>
                <a:spcPts val="1600"/>
              </a:spcBef>
              <a:spcAft>
                <a:spcPts val="0"/>
              </a:spcAft>
              <a:buClr>
                <a:srgbClr val="434343"/>
              </a:buClr>
              <a:buSzPts val="1200"/>
              <a:buFont typeface="Nunito Light"/>
              <a:buChar char="○"/>
              <a:defRPr/>
            </a:lvl5pPr>
            <a:lvl6pPr lvl="5" rtl="0" algn="ctr">
              <a:lnSpc>
                <a:spcPct val="100000"/>
              </a:lnSpc>
              <a:spcBef>
                <a:spcPts val="1600"/>
              </a:spcBef>
              <a:spcAft>
                <a:spcPts val="0"/>
              </a:spcAft>
              <a:buClr>
                <a:srgbClr val="434343"/>
              </a:buClr>
              <a:buSzPts val="1200"/>
              <a:buFont typeface="Nunito Light"/>
              <a:buChar char="■"/>
              <a:defRPr/>
            </a:lvl6pPr>
            <a:lvl7pPr lvl="6" rtl="0" algn="ctr">
              <a:lnSpc>
                <a:spcPct val="100000"/>
              </a:lnSpc>
              <a:spcBef>
                <a:spcPts val="1600"/>
              </a:spcBef>
              <a:spcAft>
                <a:spcPts val="0"/>
              </a:spcAft>
              <a:buClr>
                <a:srgbClr val="434343"/>
              </a:buClr>
              <a:buSzPts val="1200"/>
              <a:buFont typeface="Nunito Light"/>
              <a:buChar char="●"/>
              <a:defRPr/>
            </a:lvl7pPr>
            <a:lvl8pPr lvl="7" rtl="0" algn="ctr">
              <a:lnSpc>
                <a:spcPct val="100000"/>
              </a:lnSpc>
              <a:spcBef>
                <a:spcPts val="1600"/>
              </a:spcBef>
              <a:spcAft>
                <a:spcPts val="0"/>
              </a:spcAft>
              <a:buClr>
                <a:srgbClr val="434343"/>
              </a:buClr>
              <a:buSzPts val="1200"/>
              <a:buFont typeface="Nunito Light"/>
              <a:buChar char="○"/>
              <a:defRPr/>
            </a:lvl8pPr>
            <a:lvl9pPr lvl="8" rtl="0" algn="ctr">
              <a:lnSpc>
                <a:spcPct val="100000"/>
              </a:lnSpc>
              <a:spcBef>
                <a:spcPts val="1600"/>
              </a:spcBef>
              <a:spcAft>
                <a:spcPts val="1600"/>
              </a:spcAft>
              <a:buClr>
                <a:srgbClr val="434343"/>
              </a:buClr>
              <a:buSzPts val="1200"/>
              <a:buFont typeface="Nunito Light"/>
              <a:buChar char="■"/>
              <a:defRPr/>
            </a:lvl9pPr>
          </a:lstStyle>
          <a:p/>
        </p:txBody>
      </p:sp>
      <p:sp>
        <p:nvSpPr>
          <p:cNvPr id="76" name="Google Shape;76;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4_1_1_1_1_1">
    <p:spTree>
      <p:nvGrpSpPr>
        <p:cNvPr id="77" name="Shape 77"/>
        <p:cNvGrpSpPr/>
        <p:nvPr/>
      </p:nvGrpSpPr>
      <p:grpSpPr>
        <a:xfrm>
          <a:off x="0" y="0"/>
          <a:ext cx="0" cy="0"/>
          <a:chOff x="0" y="0"/>
          <a:chExt cx="0" cy="0"/>
        </a:xfrm>
      </p:grpSpPr>
      <p:sp>
        <p:nvSpPr>
          <p:cNvPr id="78" name="Google Shape;78;p21"/>
          <p:cNvSpPr txBox="1"/>
          <p:nvPr>
            <p:ph idx="1" type="subTitle"/>
          </p:nvPr>
        </p:nvSpPr>
        <p:spPr>
          <a:xfrm>
            <a:off x="720000" y="1017725"/>
            <a:ext cx="7704000" cy="3586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800"/>
              <a:buFont typeface="Nunito Light"/>
              <a:buChar char="►"/>
              <a:defRPr sz="1200"/>
            </a:lvl1pPr>
            <a:lvl2pPr lvl="1" rtl="0" algn="ctr">
              <a:lnSpc>
                <a:spcPct val="100000"/>
              </a:lnSpc>
              <a:spcBef>
                <a:spcPts val="0"/>
              </a:spcBef>
              <a:spcAft>
                <a:spcPts val="0"/>
              </a:spcAft>
              <a:buClr>
                <a:srgbClr val="FFC800"/>
              </a:buClr>
              <a:buSzPts val="1200"/>
              <a:buFont typeface="Nunito Light"/>
              <a:buChar char="○"/>
              <a:defRPr/>
            </a:lvl2pPr>
            <a:lvl3pPr lvl="2" rtl="0" algn="ctr">
              <a:lnSpc>
                <a:spcPct val="100000"/>
              </a:lnSpc>
              <a:spcBef>
                <a:spcPts val="1600"/>
              </a:spcBef>
              <a:spcAft>
                <a:spcPts val="0"/>
              </a:spcAft>
              <a:buClr>
                <a:srgbClr val="FFC800"/>
              </a:buClr>
              <a:buSzPts val="1200"/>
              <a:buFont typeface="Nunito Light"/>
              <a:buChar char="■"/>
              <a:defRPr/>
            </a:lvl3pPr>
            <a:lvl4pPr lvl="3" rtl="0" algn="ctr">
              <a:lnSpc>
                <a:spcPct val="100000"/>
              </a:lnSpc>
              <a:spcBef>
                <a:spcPts val="1600"/>
              </a:spcBef>
              <a:spcAft>
                <a:spcPts val="0"/>
              </a:spcAft>
              <a:buClr>
                <a:srgbClr val="FFC800"/>
              </a:buClr>
              <a:buSzPts val="1200"/>
              <a:buFont typeface="Nunito Light"/>
              <a:buChar char="●"/>
              <a:defRPr/>
            </a:lvl4pPr>
            <a:lvl5pPr lvl="4" rtl="0" algn="ctr">
              <a:lnSpc>
                <a:spcPct val="100000"/>
              </a:lnSpc>
              <a:spcBef>
                <a:spcPts val="1600"/>
              </a:spcBef>
              <a:spcAft>
                <a:spcPts val="0"/>
              </a:spcAft>
              <a:buClr>
                <a:srgbClr val="434343"/>
              </a:buClr>
              <a:buSzPts val="1200"/>
              <a:buFont typeface="Nunito Light"/>
              <a:buChar char="○"/>
              <a:defRPr/>
            </a:lvl5pPr>
            <a:lvl6pPr lvl="5" rtl="0" algn="ctr">
              <a:lnSpc>
                <a:spcPct val="100000"/>
              </a:lnSpc>
              <a:spcBef>
                <a:spcPts val="1600"/>
              </a:spcBef>
              <a:spcAft>
                <a:spcPts val="0"/>
              </a:spcAft>
              <a:buClr>
                <a:srgbClr val="434343"/>
              </a:buClr>
              <a:buSzPts val="1200"/>
              <a:buFont typeface="Nunito Light"/>
              <a:buChar char="■"/>
              <a:defRPr/>
            </a:lvl6pPr>
            <a:lvl7pPr lvl="6" rtl="0" algn="ctr">
              <a:lnSpc>
                <a:spcPct val="100000"/>
              </a:lnSpc>
              <a:spcBef>
                <a:spcPts val="1600"/>
              </a:spcBef>
              <a:spcAft>
                <a:spcPts val="0"/>
              </a:spcAft>
              <a:buClr>
                <a:srgbClr val="434343"/>
              </a:buClr>
              <a:buSzPts val="1200"/>
              <a:buFont typeface="Nunito Light"/>
              <a:buChar char="●"/>
              <a:defRPr/>
            </a:lvl7pPr>
            <a:lvl8pPr lvl="7" rtl="0" algn="ctr">
              <a:lnSpc>
                <a:spcPct val="100000"/>
              </a:lnSpc>
              <a:spcBef>
                <a:spcPts val="1600"/>
              </a:spcBef>
              <a:spcAft>
                <a:spcPts val="0"/>
              </a:spcAft>
              <a:buClr>
                <a:srgbClr val="434343"/>
              </a:buClr>
              <a:buSzPts val="1200"/>
              <a:buFont typeface="Nunito Light"/>
              <a:buChar char="○"/>
              <a:defRPr/>
            </a:lvl8pPr>
            <a:lvl9pPr lvl="8" rtl="0" algn="ctr">
              <a:lnSpc>
                <a:spcPct val="100000"/>
              </a:lnSpc>
              <a:spcBef>
                <a:spcPts val="1600"/>
              </a:spcBef>
              <a:spcAft>
                <a:spcPts val="1600"/>
              </a:spcAft>
              <a:buClr>
                <a:srgbClr val="434343"/>
              </a:buClr>
              <a:buSzPts val="1200"/>
              <a:buFont typeface="Nunito Light"/>
              <a:buChar char="■"/>
              <a:defRPr/>
            </a:lvl9pPr>
          </a:lstStyle>
          <a:p/>
        </p:txBody>
      </p:sp>
      <p:sp>
        <p:nvSpPr>
          <p:cNvPr id="79" name="Google Shape;79;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6">
  <p:cSld name="CUSTOM_4_1_1_1_1_1_1">
    <p:spTree>
      <p:nvGrpSpPr>
        <p:cNvPr id="80" name="Shape 80"/>
        <p:cNvGrpSpPr/>
        <p:nvPr/>
      </p:nvGrpSpPr>
      <p:grpSpPr>
        <a:xfrm>
          <a:off x="0" y="0"/>
          <a:ext cx="0" cy="0"/>
          <a:chOff x="0" y="0"/>
          <a:chExt cx="0" cy="0"/>
        </a:xfrm>
      </p:grpSpPr>
      <p:sp>
        <p:nvSpPr>
          <p:cNvPr id="81" name="Google Shape;81;p22"/>
          <p:cNvSpPr txBox="1"/>
          <p:nvPr>
            <p:ph idx="1" type="subTitle"/>
          </p:nvPr>
        </p:nvSpPr>
        <p:spPr>
          <a:xfrm>
            <a:off x="720000" y="2649200"/>
            <a:ext cx="7704000" cy="195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800"/>
              <a:buFont typeface="Nunito Light"/>
              <a:buChar char="►"/>
              <a:defRPr/>
            </a:lvl1pPr>
            <a:lvl2pPr lvl="1" rtl="0" algn="ctr">
              <a:lnSpc>
                <a:spcPct val="100000"/>
              </a:lnSpc>
              <a:spcBef>
                <a:spcPts val="0"/>
              </a:spcBef>
              <a:spcAft>
                <a:spcPts val="0"/>
              </a:spcAft>
              <a:buClr>
                <a:srgbClr val="FFC800"/>
              </a:buClr>
              <a:buSzPts val="1200"/>
              <a:buFont typeface="Nunito Light"/>
              <a:buChar char="○"/>
              <a:defRPr/>
            </a:lvl2pPr>
            <a:lvl3pPr lvl="2" rtl="0" algn="ctr">
              <a:lnSpc>
                <a:spcPct val="100000"/>
              </a:lnSpc>
              <a:spcBef>
                <a:spcPts val="1600"/>
              </a:spcBef>
              <a:spcAft>
                <a:spcPts val="0"/>
              </a:spcAft>
              <a:buClr>
                <a:srgbClr val="FFC800"/>
              </a:buClr>
              <a:buSzPts val="1200"/>
              <a:buFont typeface="Nunito Light"/>
              <a:buChar char="■"/>
              <a:defRPr/>
            </a:lvl3pPr>
            <a:lvl4pPr lvl="3" rtl="0" algn="ctr">
              <a:lnSpc>
                <a:spcPct val="100000"/>
              </a:lnSpc>
              <a:spcBef>
                <a:spcPts val="1600"/>
              </a:spcBef>
              <a:spcAft>
                <a:spcPts val="0"/>
              </a:spcAft>
              <a:buClr>
                <a:srgbClr val="FFC800"/>
              </a:buClr>
              <a:buSzPts val="1200"/>
              <a:buFont typeface="Nunito Light"/>
              <a:buChar char="●"/>
              <a:defRPr/>
            </a:lvl4pPr>
            <a:lvl5pPr lvl="4" rtl="0" algn="ctr">
              <a:lnSpc>
                <a:spcPct val="100000"/>
              </a:lnSpc>
              <a:spcBef>
                <a:spcPts val="1600"/>
              </a:spcBef>
              <a:spcAft>
                <a:spcPts val="0"/>
              </a:spcAft>
              <a:buClr>
                <a:srgbClr val="434343"/>
              </a:buClr>
              <a:buSzPts val="1200"/>
              <a:buFont typeface="Nunito Light"/>
              <a:buChar char="○"/>
              <a:defRPr/>
            </a:lvl5pPr>
            <a:lvl6pPr lvl="5" rtl="0" algn="ctr">
              <a:lnSpc>
                <a:spcPct val="100000"/>
              </a:lnSpc>
              <a:spcBef>
                <a:spcPts val="1600"/>
              </a:spcBef>
              <a:spcAft>
                <a:spcPts val="0"/>
              </a:spcAft>
              <a:buClr>
                <a:srgbClr val="434343"/>
              </a:buClr>
              <a:buSzPts val="1200"/>
              <a:buFont typeface="Nunito Light"/>
              <a:buChar char="■"/>
              <a:defRPr/>
            </a:lvl6pPr>
            <a:lvl7pPr lvl="6" rtl="0" algn="ctr">
              <a:lnSpc>
                <a:spcPct val="100000"/>
              </a:lnSpc>
              <a:spcBef>
                <a:spcPts val="1600"/>
              </a:spcBef>
              <a:spcAft>
                <a:spcPts val="0"/>
              </a:spcAft>
              <a:buClr>
                <a:srgbClr val="434343"/>
              </a:buClr>
              <a:buSzPts val="1200"/>
              <a:buFont typeface="Nunito Light"/>
              <a:buChar char="●"/>
              <a:defRPr/>
            </a:lvl7pPr>
            <a:lvl8pPr lvl="7" rtl="0" algn="ctr">
              <a:lnSpc>
                <a:spcPct val="100000"/>
              </a:lnSpc>
              <a:spcBef>
                <a:spcPts val="1600"/>
              </a:spcBef>
              <a:spcAft>
                <a:spcPts val="0"/>
              </a:spcAft>
              <a:buClr>
                <a:srgbClr val="434343"/>
              </a:buClr>
              <a:buSzPts val="1200"/>
              <a:buFont typeface="Nunito Light"/>
              <a:buChar char="○"/>
              <a:defRPr/>
            </a:lvl8pPr>
            <a:lvl9pPr lvl="8" rtl="0" algn="ctr">
              <a:lnSpc>
                <a:spcPct val="100000"/>
              </a:lnSpc>
              <a:spcBef>
                <a:spcPts val="1600"/>
              </a:spcBef>
              <a:spcAft>
                <a:spcPts val="1600"/>
              </a:spcAft>
              <a:buClr>
                <a:srgbClr val="434343"/>
              </a:buClr>
              <a:buSzPts val="1200"/>
              <a:buFont typeface="Nunito Light"/>
              <a:buChar char="■"/>
              <a:defRPr/>
            </a:lvl9pPr>
          </a:lstStyle>
          <a:p/>
        </p:txBody>
      </p:sp>
      <p:sp>
        <p:nvSpPr>
          <p:cNvPr id="82" name="Google Shape;82;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83" name="Shape 83"/>
        <p:cNvGrpSpPr/>
        <p:nvPr/>
      </p:nvGrpSpPr>
      <p:grpSpPr>
        <a:xfrm>
          <a:off x="0" y="0"/>
          <a:ext cx="0" cy="0"/>
          <a:chOff x="0" y="0"/>
          <a:chExt cx="0" cy="0"/>
        </a:xfrm>
      </p:grpSpPr>
      <p:sp>
        <p:nvSpPr>
          <p:cNvPr id="84" name="Google Shape;84;p23"/>
          <p:cNvSpPr txBox="1"/>
          <p:nvPr>
            <p:ph type="title"/>
          </p:nvPr>
        </p:nvSpPr>
        <p:spPr>
          <a:xfrm>
            <a:off x="4937874" y="627502"/>
            <a:ext cx="3492900" cy="593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300"/>
              <a:buNone/>
              <a:defRPr>
                <a:solidFill>
                  <a:schemeClr val="dk1"/>
                </a:solidFill>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85" name="Google Shape;85;p23"/>
          <p:cNvSpPr txBox="1"/>
          <p:nvPr>
            <p:ph idx="1" type="subTitle"/>
          </p:nvPr>
        </p:nvSpPr>
        <p:spPr>
          <a:xfrm>
            <a:off x="4937874" y="1220603"/>
            <a:ext cx="3492900" cy="1591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a:solidFill>
                  <a:schemeClr val="dk1"/>
                </a:solidFill>
                <a:latin typeface="Titillium Web SemiBold"/>
                <a:ea typeface="Titillium Web SemiBold"/>
                <a:cs typeface="Titillium Web SemiBold"/>
                <a:sym typeface="Titillium Web SemiBold"/>
              </a:defRPr>
            </a:lvl1pPr>
            <a:lvl2pPr lvl="1" rtl="0" algn="ctr">
              <a:lnSpc>
                <a:spcPct val="100000"/>
              </a:lnSpc>
              <a:spcBef>
                <a:spcPts val="160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6" name="Google Shape;86;p23"/>
          <p:cNvSpPr txBox="1"/>
          <p:nvPr>
            <p:ph idx="2" type="subTitle"/>
          </p:nvPr>
        </p:nvSpPr>
        <p:spPr>
          <a:xfrm>
            <a:off x="713232" y="2922908"/>
            <a:ext cx="3496800" cy="1593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a:lvl1pPr>
            <a:lvl2pPr lvl="1" rtl="0" algn="ctr">
              <a:lnSpc>
                <a:spcPct val="100000"/>
              </a:lnSpc>
              <a:spcBef>
                <a:spcPts val="160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7" name="Google Shape;87;p23"/>
          <p:cNvSpPr txBox="1"/>
          <p:nvPr>
            <p:ph idx="3" type="title"/>
          </p:nvPr>
        </p:nvSpPr>
        <p:spPr>
          <a:xfrm>
            <a:off x="715174" y="2330064"/>
            <a:ext cx="3492900" cy="593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88" name="Shape 88"/>
        <p:cNvGrpSpPr/>
        <p:nvPr/>
      </p:nvGrpSpPr>
      <p:grpSpPr>
        <a:xfrm>
          <a:off x="0" y="0"/>
          <a:ext cx="0" cy="0"/>
          <a:chOff x="0" y="0"/>
          <a:chExt cx="0" cy="0"/>
        </a:xfrm>
      </p:grpSpPr>
      <p:sp>
        <p:nvSpPr>
          <p:cNvPr id="89" name="Google Shape;89;p24"/>
          <p:cNvSpPr/>
          <p:nvPr>
            <p:ph idx="2" type="pic"/>
          </p:nvPr>
        </p:nvSpPr>
        <p:spPr>
          <a:xfrm>
            <a:off x="1207009" y="1505332"/>
            <a:ext cx="1554600" cy="1554600"/>
          </a:xfrm>
          <a:prstGeom prst="roundRect">
            <a:avLst>
              <a:gd fmla="val 9680" name="adj"/>
            </a:avLst>
          </a:prstGeom>
          <a:noFill/>
          <a:ln cap="flat" cmpd="sng" w="19050">
            <a:solidFill>
              <a:schemeClr val="dk1"/>
            </a:solidFill>
            <a:prstDash val="solid"/>
            <a:round/>
            <a:headEnd len="sm" w="sm" type="none"/>
            <a:tailEnd len="sm" w="sm" type="none"/>
          </a:ln>
        </p:spPr>
      </p:sp>
      <p:sp>
        <p:nvSpPr>
          <p:cNvPr id="90" name="Google Shape;90;p24"/>
          <p:cNvSpPr/>
          <p:nvPr>
            <p:ph idx="3" type="pic"/>
          </p:nvPr>
        </p:nvSpPr>
        <p:spPr>
          <a:xfrm>
            <a:off x="3794760" y="1505350"/>
            <a:ext cx="1554600" cy="1554600"/>
          </a:xfrm>
          <a:prstGeom prst="roundRect">
            <a:avLst>
              <a:gd fmla="val 9529" name="adj"/>
            </a:avLst>
          </a:prstGeom>
          <a:noFill/>
          <a:ln cap="flat" cmpd="sng" w="19050">
            <a:solidFill>
              <a:schemeClr val="dk1"/>
            </a:solidFill>
            <a:prstDash val="solid"/>
            <a:round/>
            <a:headEnd len="sm" w="sm" type="none"/>
            <a:tailEnd len="sm" w="sm" type="none"/>
          </a:ln>
        </p:spPr>
      </p:sp>
      <p:sp>
        <p:nvSpPr>
          <p:cNvPr id="91" name="Google Shape;91;p24"/>
          <p:cNvSpPr/>
          <p:nvPr>
            <p:ph idx="4" type="pic"/>
          </p:nvPr>
        </p:nvSpPr>
        <p:spPr>
          <a:xfrm>
            <a:off x="6382512" y="1505333"/>
            <a:ext cx="1554600" cy="1554600"/>
          </a:xfrm>
          <a:prstGeom prst="roundRect">
            <a:avLst>
              <a:gd fmla="val 8939" name="adj"/>
            </a:avLst>
          </a:prstGeom>
          <a:noFill/>
          <a:ln cap="flat" cmpd="sng" w="19050">
            <a:solidFill>
              <a:schemeClr val="dk1"/>
            </a:solidFill>
            <a:prstDash val="solid"/>
            <a:round/>
            <a:headEnd len="sm" w="sm" type="none"/>
            <a:tailEnd len="sm" w="sm" type="none"/>
          </a:ln>
        </p:spPr>
      </p:sp>
      <p:sp>
        <p:nvSpPr>
          <p:cNvPr id="92" name="Google Shape;92;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93" name="Google Shape;93;p24"/>
          <p:cNvSpPr txBox="1"/>
          <p:nvPr>
            <p:ph idx="5" type="title"/>
          </p:nvPr>
        </p:nvSpPr>
        <p:spPr>
          <a:xfrm>
            <a:off x="720000" y="3246663"/>
            <a:ext cx="25278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2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94" name="Google Shape;94;p24"/>
          <p:cNvSpPr txBox="1"/>
          <p:nvPr>
            <p:ph idx="1" type="subTitle"/>
          </p:nvPr>
        </p:nvSpPr>
        <p:spPr>
          <a:xfrm>
            <a:off x="720000" y="3701237"/>
            <a:ext cx="2527800" cy="633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95" name="Google Shape;95;p24"/>
          <p:cNvSpPr txBox="1"/>
          <p:nvPr>
            <p:ph idx="6" type="title"/>
          </p:nvPr>
        </p:nvSpPr>
        <p:spPr>
          <a:xfrm>
            <a:off x="3310199" y="3246671"/>
            <a:ext cx="25236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2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96" name="Google Shape;96;p24"/>
          <p:cNvSpPr txBox="1"/>
          <p:nvPr>
            <p:ph idx="7" type="subTitle"/>
          </p:nvPr>
        </p:nvSpPr>
        <p:spPr>
          <a:xfrm>
            <a:off x="3310201" y="3701240"/>
            <a:ext cx="2523600" cy="633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97" name="Google Shape;97;p24"/>
          <p:cNvSpPr txBox="1"/>
          <p:nvPr>
            <p:ph idx="8" type="title"/>
          </p:nvPr>
        </p:nvSpPr>
        <p:spPr>
          <a:xfrm>
            <a:off x="5896196" y="3246671"/>
            <a:ext cx="25236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2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98" name="Google Shape;98;p24"/>
          <p:cNvSpPr txBox="1"/>
          <p:nvPr>
            <p:ph idx="9" type="subTitle"/>
          </p:nvPr>
        </p:nvSpPr>
        <p:spPr>
          <a:xfrm>
            <a:off x="5896200" y="3701240"/>
            <a:ext cx="2523600" cy="633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1">
    <p:spTree>
      <p:nvGrpSpPr>
        <p:cNvPr id="99" name="Shape 99"/>
        <p:cNvGrpSpPr/>
        <p:nvPr/>
      </p:nvGrpSpPr>
      <p:grpSpPr>
        <a:xfrm>
          <a:off x="0" y="0"/>
          <a:ext cx="0" cy="0"/>
          <a:chOff x="0" y="0"/>
          <a:chExt cx="0" cy="0"/>
        </a:xfrm>
      </p:grpSpPr>
      <p:sp>
        <p:nvSpPr>
          <p:cNvPr id="100" name="Google Shape;100;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101" name="Google Shape;101;p25"/>
          <p:cNvSpPr txBox="1"/>
          <p:nvPr>
            <p:ph idx="2" type="title"/>
          </p:nvPr>
        </p:nvSpPr>
        <p:spPr>
          <a:xfrm>
            <a:off x="3658621" y="1708487"/>
            <a:ext cx="2527800" cy="456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02" name="Google Shape;102;p25"/>
          <p:cNvSpPr txBox="1"/>
          <p:nvPr>
            <p:ph idx="1" type="subTitle"/>
          </p:nvPr>
        </p:nvSpPr>
        <p:spPr>
          <a:xfrm>
            <a:off x="3658621" y="2063466"/>
            <a:ext cx="25278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3" name="Google Shape;103;p25"/>
          <p:cNvSpPr txBox="1"/>
          <p:nvPr>
            <p:ph idx="3" type="title"/>
          </p:nvPr>
        </p:nvSpPr>
        <p:spPr>
          <a:xfrm>
            <a:off x="1652989" y="3079112"/>
            <a:ext cx="2523600" cy="4572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04" name="Google Shape;104;p25"/>
          <p:cNvSpPr txBox="1"/>
          <p:nvPr>
            <p:ph idx="4" type="subTitle"/>
          </p:nvPr>
        </p:nvSpPr>
        <p:spPr>
          <a:xfrm>
            <a:off x="1652989" y="3434091"/>
            <a:ext cx="2523600" cy="548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5" name="Google Shape;105;p25"/>
          <p:cNvSpPr txBox="1"/>
          <p:nvPr>
            <p:ph idx="5" type="title"/>
          </p:nvPr>
        </p:nvSpPr>
        <p:spPr>
          <a:xfrm>
            <a:off x="5668464" y="3079974"/>
            <a:ext cx="2523600" cy="4572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06" name="Google Shape;106;p25"/>
          <p:cNvSpPr txBox="1"/>
          <p:nvPr>
            <p:ph idx="6" type="subTitle"/>
          </p:nvPr>
        </p:nvSpPr>
        <p:spPr>
          <a:xfrm>
            <a:off x="5668464" y="3434953"/>
            <a:ext cx="2523600" cy="548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07" name="Shape 107"/>
        <p:cNvGrpSpPr/>
        <p:nvPr/>
      </p:nvGrpSpPr>
      <p:grpSpPr>
        <a:xfrm>
          <a:off x="0" y="0"/>
          <a:ext cx="0" cy="0"/>
          <a:chOff x="0" y="0"/>
          <a:chExt cx="0" cy="0"/>
        </a:xfrm>
      </p:grpSpPr>
      <p:sp>
        <p:nvSpPr>
          <p:cNvPr id="108" name="Google Shape;108;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109" name="Google Shape;109;p26"/>
          <p:cNvSpPr txBox="1"/>
          <p:nvPr>
            <p:ph idx="2" type="title"/>
          </p:nvPr>
        </p:nvSpPr>
        <p:spPr>
          <a:xfrm>
            <a:off x="1096200" y="2075475"/>
            <a:ext cx="3294000" cy="377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2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10" name="Google Shape;110;p26"/>
          <p:cNvSpPr txBox="1"/>
          <p:nvPr>
            <p:ph idx="1" type="subTitle"/>
          </p:nvPr>
        </p:nvSpPr>
        <p:spPr>
          <a:xfrm>
            <a:off x="1096200" y="2359075"/>
            <a:ext cx="3294000" cy="37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1" name="Google Shape;111;p26"/>
          <p:cNvSpPr txBox="1"/>
          <p:nvPr>
            <p:ph idx="3" type="title"/>
          </p:nvPr>
        </p:nvSpPr>
        <p:spPr>
          <a:xfrm>
            <a:off x="4753800" y="2075475"/>
            <a:ext cx="3294000" cy="377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2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12" name="Google Shape;112;p26"/>
          <p:cNvSpPr txBox="1"/>
          <p:nvPr>
            <p:ph idx="4" type="subTitle"/>
          </p:nvPr>
        </p:nvSpPr>
        <p:spPr>
          <a:xfrm>
            <a:off x="4753800" y="2359075"/>
            <a:ext cx="3294000" cy="37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3" name="Google Shape;113;p26"/>
          <p:cNvSpPr txBox="1"/>
          <p:nvPr>
            <p:ph idx="5" type="title"/>
          </p:nvPr>
        </p:nvSpPr>
        <p:spPr>
          <a:xfrm>
            <a:off x="1096200" y="3943375"/>
            <a:ext cx="3294000" cy="377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2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14" name="Google Shape;114;p26"/>
          <p:cNvSpPr txBox="1"/>
          <p:nvPr>
            <p:ph idx="6" type="subTitle"/>
          </p:nvPr>
        </p:nvSpPr>
        <p:spPr>
          <a:xfrm>
            <a:off x="1096200" y="4226900"/>
            <a:ext cx="3294000" cy="37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5" name="Google Shape;115;p26"/>
          <p:cNvSpPr txBox="1"/>
          <p:nvPr>
            <p:ph idx="7" type="title"/>
          </p:nvPr>
        </p:nvSpPr>
        <p:spPr>
          <a:xfrm>
            <a:off x="4753800" y="3943375"/>
            <a:ext cx="3294000" cy="377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2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16" name="Google Shape;116;p26"/>
          <p:cNvSpPr txBox="1"/>
          <p:nvPr>
            <p:ph idx="8" type="subTitle"/>
          </p:nvPr>
        </p:nvSpPr>
        <p:spPr>
          <a:xfrm>
            <a:off x="4753800" y="4226900"/>
            <a:ext cx="3294000" cy="37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5_1">
    <p:spTree>
      <p:nvGrpSpPr>
        <p:cNvPr id="117" name="Shape 117"/>
        <p:cNvGrpSpPr/>
        <p:nvPr/>
      </p:nvGrpSpPr>
      <p:grpSpPr>
        <a:xfrm>
          <a:off x="0" y="0"/>
          <a:ext cx="0" cy="0"/>
          <a:chOff x="0" y="0"/>
          <a:chExt cx="0" cy="0"/>
        </a:xfrm>
      </p:grpSpPr>
      <p:sp>
        <p:nvSpPr>
          <p:cNvPr id="118" name="Google Shape;118;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119" name="Google Shape;119;p27"/>
          <p:cNvSpPr txBox="1"/>
          <p:nvPr>
            <p:ph idx="2" type="title"/>
          </p:nvPr>
        </p:nvSpPr>
        <p:spPr>
          <a:xfrm>
            <a:off x="1538013" y="1775195"/>
            <a:ext cx="1938600" cy="3771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20" name="Google Shape;120;p27"/>
          <p:cNvSpPr txBox="1"/>
          <p:nvPr>
            <p:ph idx="1" type="subTitle"/>
          </p:nvPr>
        </p:nvSpPr>
        <p:spPr>
          <a:xfrm>
            <a:off x="1538013" y="2058795"/>
            <a:ext cx="1938600" cy="541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21" name="Google Shape;121;p27"/>
          <p:cNvSpPr txBox="1"/>
          <p:nvPr>
            <p:ph idx="3" type="title"/>
          </p:nvPr>
        </p:nvSpPr>
        <p:spPr>
          <a:xfrm>
            <a:off x="5665888" y="1775195"/>
            <a:ext cx="1940100" cy="3771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22" name="Google Shape;122;p27"/>
          <p:cNvSpPr txBox="1"/>
          <p:nvPr>
            <p:ph idx="4" type="subTitle"/>
          </p:nvPr>
        </p:nvSpPr>
        <p:spPr>
          <a:xfrm>
            <a:off x="5665888" y="2058795"/>
            <a:ext cx="1940100" cy="54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23" name="Google Shape;123;p27"/>
          <p:cNvSpPr txBox="1"/>
          <p:nvPr>
            <p:ph idx="5" type="title"/>
          </p:nvPr>
        </p:nvSpPr>
        <p:spPr>
          <a:xfrm>
            <a:off x="1538013" y="3091620"/>
            <a:ext cx="1938600" cy="3771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24" name="Google Shape;124;p27"/>
          <p:cNvSpPr txBox="1"/>
          <p:nvPr>
            <p:ph idx="6" type="subTitle"/>
          </p:nvPr>
        </p:nvSpPr>
        <p:spPr>
          <a:xfrm>
            <a:off x="1538013" y="3375145"/>
            <a:ext cx="1938600" cy="541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25" name="Google Shape;125;p27"/>
          <p:cNvSpPr txBox="1"/>
          <p:nvPr>
            <p:ph idx="7" type="title"/>
          </p:nvPr>
        </p:nvSpPr>
        <p:spPr>
          <a:xfrm>
            <a:off x="5665888" y="3091620"/>
            <a:ext cx="1940100" cy="3771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26" name="Google Shape;126;p27"/>
          <p:cNvSpPr txBox="1"/>
          <p:nvPr>
            <p:ph idx="8" type="subTitle"/>
          </p:nvPr>
        </p:nvSpPr>
        <p:spPr>
          <a:xfrm>
            <a:off x="5665888" y="3375145"/>
            <a:ext cx="1940100" cy="54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27" name="Shape 127"/>
        <p:cNvGrpSpPr/>
        <p:nvPr/>
      </p:nvGrpSpPr>
      <p:grpSpPr>
        <a:xfrm>
          <a:off x="0" y="0"/>
          <a:ext cx="0" cy="0"/>
          <a:chOff x="0" y="0"/>
          <a:chExt cx="0" cy="0"/>
        </a:xfrm>
      </p:grpSpPr>
      <p:sp>
        <p:nvSpPr>
          <p:cNvPr id="128" name="Google Shape;128;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129" name="Google Shape;129;p28"/>
          <p:cNvSpPr txBox="1"/>
          <p:nvPr>
            <p:ph idx="2" type="title"/>
          </p:nvPr>
        </p:nvSpPr>
        <p:spPr>
          <a:xfrm>
            <a:off x="1101175" y="1984588"/>
            <a:ext cx="1986000" cy="378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2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30" name="Google Shape;130;p28"/>
          <p:cNvSpPr txBox="1"/>
          <p:nvPr>
            <p:ph idx="1" type="subTitle"/>
          </p:nvPr>
        </p:nvSpPr>
        <p:spPr>
          <a:xfrm>
            <a:off x="1101175" y="2193175"/>
            <a:ext cx="19860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31" name="Google Shape;131;p28"/>
          <p:cNvSpPr txBox="1"/>
          <p:nvPr>
            <p:ph idx="3" type="title"/>
          </p:nvPr>
        </p:nvSpPr>
        <p:spPr>
          <a:xfrm>
            <a:off x="3578947" y="1984588"/>
            <a:ext cx="1986000" cy="378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2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32" name="Google Shape;132;p28"/>
          <p:cNvSpPr txBox="1"/>
          <p:nvPr>
            <p:ph idx="4" type="subTitle"/>
          </p:nvPr>
        </p:nvSpPr>
        <p:spPr>
          <a:xfrm>
            <a:off x="3578948" y="2193175"/>
            <a:ext cx="19860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33" name="Google Shape;133;p28"/>
          <p:cNvSpPr txBox="1"/>
          <p:nvPr>
            <p:ph idx="5" type="title"/>
          </p:nvPr>
        </p:nvSpPr>
        <p:spPr>
          <a:xfrm>
            <a:off x="1101175" y="3560375"/>
            <a:ext cx="1986000" cy="378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2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34" name="Google Shape;134;p28"/>
          <p:cNvSpPr txBox="1"/>
          <p:nvPr>
            <p:ph idx="6" type="subTitle"/>
          </p:nvPr>
        </p:nvSpPr>
        <p:spPr>
          <a:xfrm>
            <a:off x="1101175" y="3768900"/>
            <a:ext cx="19860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35" name="Google Shape;135;p28"/>
          <p:cNvSpPr txBox="1"/>
          <p:nvPr>
            <p:ph idx="7" type="title"/>
          </p:nvPr>
        </p:nvSpPr>
        <p:spPr>
          <a:xfrm>
            <a:off x="3578947" y="3560375"/>
            <a:ext cx="1986000" cy="378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2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36" name="Google Shape;136;p28"/>
          <p:cNvSpPr txBox="1"/>
          <p:nvPr>
            <p:ph idx="8" type="subTitle"/>
          </p:nvPr>
        </p:nvSpPr>
        <p:spPr>
          <a:xfrm>
            <a:off x="3578948" y="3768900"/>
            <a:ext cx="19860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37" name="Google Shape;137;p28"/>
          <p:cNvSpPr txBox="1"/>
          <p:nvPr>
            <p:ph idx="9" type="title"/>
          </p:nvPr>
        </p:nvSpPr>
        <p:spPr>
          <a:xfrm>
            <a:off x="6056725" y="1984588"/>
            <a:ext cx="1986000" cy="378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2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38" name="Google Shape;138;p28"/>
          <p:cNvSpPr txBox="1"/>
          <p:nvPr>
            <p:ph idx="13" type="subTitle"/>
          </p:nvPr>
        </p:nvSpPr>
        <p:spPr>
          <a:xfrm>
            <a:off x="6056727" y="2193175"/>
            <a:ext cx="19860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39" name="Google Shape;139;p28"/>
          <p:cNvSpPr txBox="1"/>
          <p:nvPr>
            <p:ph idx="14" type="title"/>
          </p:nvPr>
        </p:nvSpPr>
        <p:spPr>
          <a:xfrm>
            <a:off x="6056725" y="3560375"/>
            <a:ext cx="1986000" cy="378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2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40" name="Google Shape;140;p28"/>
          <p:cNvSpPr txBox="1"/>
          <p:nvPr>
            <p:ph idx="15" type="subTitle"/>
          </p:nvPr>
        </p:nvSpPr>
        <p:spPr>
          <a:xfrm>
            <a:off x="6056727" y="3768900"/>
            <a:ext cx="19860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41" name="Shape 141"/>
        <p:cNvGrpSpPr/>
        <p:nvPr/>
      </p:nvGrpSpPr>
      <p:grpSpPr>
        <a:xfrm>
          <a:off x="0" y="0"/>
          <a:ext cx="0" cy="0"/>
          <a:chOff x="0" y="0"/>
          <a:chExt cx="0" cy="0"/>
        </a:xfrm>
      </p:grpSpPr>
      <p:sp>
        <p:nvSpPr>
          <p:cNvPr id="142" name="Google Shape;142;p29"/>
          <p:cNvSpPr txBox="1"/>
          <p:nvPr>
            <p:ph hasCustomPrompt="1" type="title"/>
          </p:nvPr>
        </p:nvSpPr>
        <p:spPr>
          <a:xfrm>
            <a:off x="713225" y="654187"/>
            <a:ext cx="45732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43" name="Google Shape;143;p29"/>
          <p:cNvSpPr txBox="1"/>
          <p:nvPr>
            <p:ph idx="1" type="subTitle"/>
          </p:nvPr>
        </p:nvSpPr>
        <p:spPr>
          <a:xfrm>
            <a:off x="713225" y="1259790"/>
            <a:ext cx="4573200" cy="598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sz="1700"/>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144" name="Google Shape;144;p29"/>
          <p:cNvSpPr txBox="1"/>
          <p:nvPr>
            <p:ph hasCustomPrompt="1" idx="2" type="title"/>
          </p:nvPr>
        </p:nvSpPr>
        <p:spPr>
          <a:xfrm>
            <a:off x="713225" y="1956139"/>
            <a:ext cx="45732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500">
                <a:solidFill>
                  <a:schemeClr val="dk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45" name="Google Shape;145;p29"/>
          <p:cNvSpPr txBox="1"/>
          <p:nvPr>
            <p:ph idx="3" type="subTitle"/>
          </p:nvPr>
        </p:nvSpPr>
        <p:spPr>
          <a:xfrm>
            <a:off x="713225" y="2578675"/>
            <a:ext cx="4573200" cy="598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sz="1700"/>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146" name="Google Shape;146;p29"/>
          <p:cNvSpPr txBox="1"/>
          <p:nvPr>
            <p:ph hasCustomPrompt="1" idx="4" type="title"/>
          </p:nvPr>
        </p:nvSpPr>
        <p:spPr>
          <a:xfrm>
            <a:off x="713225" y="3259485"/>
            <a:ext cx="45732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47" name="Google Shape;147;p29"/>
          <p:cNvSpPr txBox="1"/>
          <p:nvPr>
            <p:ph idx="5" type="subTitle"/>
          </p:nvPr>
        </p:nvSpPr>
        <p:spPr>
          <a:xfrm>
            <a:off x="713225" y="3890513"/>
            <a:ext cx="4573200" cy="598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sz="1700"/>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8_1">
    <p:spTree>
      <p:nvGrpSpPr>
        <p:cNvPr id="148" name="Shape 148"/>
        <p:cNvGrpSpPr/>
        <p:nvPr/>
      </p:nvGrpSpPr>
      <p:grpSpPr>
        <a:xfrm>
          <a:off x="0" y="0"/>
          <a:ext cx="0" cy="0"/>
          <a:chOff x="0" y="0"/>
          <a:chExt cx="0" cy="0"/>
        </a:xfrm>
      </p:grpSpPr>
      <p:sp>
        <p:nvSpPr>
          <p:cNvPr id="149" name="Google Shape;149;p30"/>
          <p:cNvSpPr txBox="1"/>
          <p:nvPr>
            <p:ph hasCustomPrompt="1" type="title"/>
          </p:nvPr>
        </p:nvSpPr>
        <p:spPr>
          <a:xfrm>
            <a:off x="1474975" y="1962150"/>
            <a:ext cx="1100400" cy="406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dk1"/>
              </a:buClr>
              <a:buSzPts val="6000"/>
              <a:buNone/>
              <a:defRPr sz="3600">
                <a:solidFill>
                  <a:schemeClr val="dk1"/>
                </a:solidFill>
              </a:defRPr>
            </a:lvl1pPr>
            <a:lvl2pPr lvl="1" rtl="0" algn="ctr">
              <a:spcBef>
                <a:spcPts val="0"/>
              </a:spcBef>
              <a:spcAft>
                <a:spcPts val="0"/>
              </a:spcAft>
              <a:buClr>
                <a:schemeClr val="dk1"/>
              </a:buClr>
              <a:buSzPts val="6000"/>
              <a:buNone/>
              <a:defRPr sz="6000">
                <a:solidFill>
                  <a:schemeClr val="dk1"/>
                </a:solidFill>
              </a:defRPr>
            </a:lvl2pPr>
            <a:lvl3pPr lvl="2" rtl="0" algn="ctr">
              <a:spcBef>
                <a:spcPts val="0"/>
              </a:spcBef>
              <a:spcAft>
                <a:spcPts val="0"/>
              </a:spcAft>
              <a:buClr>
                <a:schemeClr val="dk1"/>
              </a:buClr>
              <a:buSzPts val="6000"/>
              <a:buNone/>
              <a:defRPr sz="6000">
                <a:solidFill>
                  <a:schemeClr val="dk1"/>
                </a:solidFill>
              </a:defRPr>
            </a:lvl3pPr>
            <a:lvl4pPr lvl="3" rtl="0" algn="ctr">
              <a:spcBef>
                <a:spcPts val="0"/>
              </a:spcBef>
              <a:spcAft>
                <a:spcPts val="0"/>
              </a:spcAft>
              <a:buClr>
                <a:schemeClr val="dk1"/>
              </a:buClr>
              <a:buSzPts val="6000"/>
              <a:buNone/>
              <a:defRPr sz="6000">
                <a:solidFill>
                  <a:schemeClr val="dk1"/>
                </a:solidFill>
              </a:defRPr>
            </a:lvl4pPr>
            <a:lvl5pPr lvl="4" rtl="0" algn="ctr">
              <a:spcBef>
                <a:spcPts val="0"/>
              </a:spcBef>
              <a:spcAft>
                <a:spcPts val="0"/>
              </a:spcAft>
              <a:buClr>
                <a:schemeClr val="dk1"/>
              </a:buClr>
              <a:buSzPts val="6000"/>
              <a:buNone/>
              <a:defRPr sz="6000">
                <a:solidFill>
                  <a:schemeClr val="dk1"/>
                </a:solidFill>
              </a:defRPr>
            </a:lvl5pPr>
            <a:lvl6pPr lvl="5" rtl="0" algn="ctr">
              <a:spcBef>
                <a:spcPts val="0"/>
              </a:spcBef>
              <a:spcAft>
                <a:spcPts val="0"/>
              </a:spcAft>
              <a:buClr>
                <a:schemeClr val="dk1"/>
              </a:buClr>
              <a:buSzPts val="6000"/>
              <a:buNone/>
              <a:defRPr sz="6000">
                <a:solidFill>
                  <a:schemeClr val="dk1"/>
                </a:solidFill>
              </a:defRPr>
            </a:lvl6pPr>
            <a:lvl7pPr lvl="6" rtl="0" algn="ctr">
              <a:spcBef>
                <a:spcPts val="0"/>
              </a:spcBef>
              <a:spcAft>
                <a:spcPts val="0"/>
              </a:spcAft>
              <a:buClr>
                <a:schemeClr val="dk1"/>
              </a:buClr>
              <a:buSzPts val="6000"/>
              <a:buNone/>
              <a:defRPr sz="6000">
                <a:solidFill>
                  <a:schemeClr val="dk1"/>
                </a:solidFill>
              </a:defRPr>
            </a:lvl7pPr>
            <a:lvl8pPr lvl="7" rtl="0" algn="ctr">
              <a:spcBef>
                <a:spcPts val="0"/>
              </a:spcBef>
              <a:spcAft>
                <a:spcPts val="0"/>
              </a:spcAft>
              <a:buClr>
                <a:schemeClr val="dk1"/>
              </a:buClr>
              <a:buSzPts val="6000"/>
              <a:buNone/>
              <a:defRPr sz="6000">
                <a:solidFill>
                  <a:schemeClr val="dk1"/>
                </a:solidFill>
              </a:defRPr>
            </a:lvl8pPr>
            <a:lvl9pPr lvl="8" rtl="0" algn="ctr">
              <a:spcBef>
                <a:spcPts val="0"/>
              </a:spcBef>
              <a:spcAft>
                <a:spcPts val="0"/>
              </a:spcAft>
              <a:buClr>
                <a:schemeClr val="dk1"/>
              </a:buClr>
              <a:buSzPts val="6000"/>
              <a:buNone/>
              <a:defRPr sz="6000">
                <a:solidFill>
                  <a:schemeClr val="dk1"/>
                </a:solidFill>
              </a:defRPr>
            </a:lvl9pPr>
          </a:lstStyle>
          <a:p>
            <a:r>
              <a:t>xx%</a:t>
            </a:r>
          </a:p>
        </p:txBody>
      </p:sp>
      <p:sp>
        <p:nvSpPr>
          <p:cNvPr id="150" name="Google Shape;150;p30"/>
          <p:cNvSpPr txBox="1"/>
          <p:nvPr>
            <p:ph idx="1" type="subTitle"/>
          </p:nvPr>
        </p:nvSpPr>
        <p:spPr>
          <a:xfrm>
            <a:off x="925080" y="3336040"/>
            <a:ext cx="2173200" cy="75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151" name="Google Shape;151;p30"/>
          <p:cNvSpPr txBox="1"/>
          <p:nvPr>
            <p:ph idx="2" type="subTitle"/>
          </p:nvPr>
        </p:nvSpPr>
        <p:spPr>
          <a:xfrm>
            <a:off x="925080" y="2188165"/>
            <a:ext cx="2173200" cy="440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200">
                <a:latin typeface="Audiowide"/>
                <a:ea typeface="Audiowide"/>
                <a:cs typeface="Audiowide"/>
                <a:sym typeface="Audiowid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52" name="Google Shape;152;p30"/>
          <p:cNvSpPr txBox="1"/>
          <p:nvPr>
            <p:ph hasCustomPrompt="1" idx="3" type="title"/>
          </p:nvPr>
        </p:nvSpPr>
        <p:spPr>
          <a:xfrm>
            <a:off x="3873100" y="1962150"/>
            <a:ext cx="1397700" cy="406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dk1"/>
              </a:buClr>
              <a:buSzPts val="6000"/>
              <a:buNone/>
              <a:defRPr sz="3600">
                <a:solidFill>
                  <a:schemeClr val="dk1"/>
                </a:solidFill>
              </a:defRPr>
            </a:lvl1pPr>
            <a:lvl2pPr lvl="1" rtl="0" algn="ctr">
              <a:spcBef>
                <a:spcPts val="0"/>
              </a:spcBef>
              <a:spcAft>
                <a:spcPts val="0"/>
              </a:spcAft>
              <a:buClr>
                <a:schemeClr val="dk1"/>
              </a:buClr>
              <a:buSzPts val="6000"/>
              <a:buNone/>
              <a:defRPr sz="6000">
                <a:solidFill>
                  <a:schemeClr val="dk1"/>
                </a:solidFill>
              </a:defRPr>
            </a:lvl2pPr>
            <a:lvl3pPr lvl="2" rtl="0" algn="ctr">
              <a:spcBef>
                <a:spcPts val="0"/>
              </a:spcBef>
              <a:spcAft>
                <a:spcPts val="0"/>
              </a:spcAft>
              <a:buClr>
                <a:schemeClr val="dk1"/>
              </a:buClr>
              <a:buSzPts val="6000"/>
              <a:buNone/>
              <a:defRPr sz="6000">
                <a:solidFill>
                  <a:schemeClr val="dk1"/>
                </a:solidFill>
              </a:defRPr>
            </a:lvl3pPr>
            <a:lvl4pPr lvl="3" rtl="0" algn="ctr">
              <a:spcBef>
                <a:spcPts val="0"/>
              </a:spcBef>
              <a:spcAft>
                <a:spcPts val="0"/>
              </a:spcAft>
              <a:buClr>
                <a:schemeClr val="dk1"/>
              </a:buClr>
              <a:buSzPts val="6000"/>
              <a:buNone/>
              <a:defRPr sz="6000">
                <a:solidFill>
                  <a:schemeClr val="dk1"/>
                </a:solidFill>
              </a:defRPr>
            </a:lvl4pPr>
            <a:lvl5pPr lvl="4" rtl="0" algn="ctr">
              <a:spcBef>
                <a:spcPts val="0"/>
              </a:spcBef>
              <a:spcAft>
                <a:spcPts val="0"/>
              </a:spcAft>
              <a:buClr>
                <a:schemeClr val="dk1"/>
              </a:buClr>
              <a:buSzPts val="6000"/>
              <a:buNone/>
              <a:defRPr sz="6000">
                <a:solidFill>
                  <a:schemeClr val="dk1"/>
                </a:solidFill>
              </a:defRPr>
            </a:lvl5pPr>
            <a:lvl6pPr lvl="5" rtl="0" algn="ctr">
              <a:spcBef>
                <a:spcPts val="0"/>
              </a:spcBef>
              <a:spcAft>
                <a:spcPts val="0"/>
              </a:spcAft>
              <a:buClr>
                <a:schemeClr val="dk1"/>
              </a:buClr>
              <a:buSzPts val="6000"/>
              <a:buNone/>
              <a:defRPr sz="6000">
                <a:solidFill>
                  <a:schemeClr val="dk1"/>
                </a:solidFill>
              </a:defRPr>
            </a:lvl6pPr>
            <a:lvl7pPr lvl="6" rtl="0" algn="ctr">
              <a:spcBef>
                <a:spcPts val="0"/>
              </a:spcBef>
              <a:spcAft>
                <a:spcPts val="0"/>
              </a:spcAft>
              <a:buClr>
                <a:schemeClr val="dk1"/>
              </a:buClr>
              <a:buSzPts val="6000"/>
              <a:buNone/>
              <a:defRPr sz="6000">
                <a:solidFill>
                  <a:schemeClr val="dk1"/>
                </a:solidFill>
              </a:defRPr>
            </a:lvl7pPr>
            <a:lvl8pPr lvl="7" rtl="0" algn="ctr">
              <a:spcBef>
                <a:spcPts val="0"/>
              </a:spcBef>
              <a:spcAft>
                <a:spcPts val="0"/>
              </a:spcAft>
              <a:buClr>
                <a:schemeClr val="dk1"/>
              </a:buClr>
              <a:buSzPts val="6000"/>
              <a:buNone/>
              <a:defRPr sz="6000">
                <a:solidFill>
                  <a:schemeClr val="dk1"/>
                </a:solidFill>
              </a:defRPr>
            </a:lvl8pPr>
            <a:lvl9pPr lvl="8" rtl="0" algn="ctr">
              <a:spcBef>
                <a:spcPts val="0"/>
              </a:spcBef>
              <a:spcAft>
                <a:spcPts val="0"/>
              </a:spcAft>
              <a:buClr>
                <a:schemeClr val="dk1"/>
              </a:buClr>
              <a:buSzPts val="6000"/>
              <a:buNone/>
              <a:defRPr sz="6000">
                <a:solidFill>
                  <a:schemeClr val="dk1"/>
                </a:solidFill>
              </a:defRPr>
            </a:lvl9pPr>
          </a:lstStyle>
          <a:p>
            <a:r>
              <a:t>xx%</a:t>
            </a:r>
          </a:p>
        </p:txBody>
      </p:sp>
      <p:sp>
        <p:nvSpPr>
          <p:cNvPr id="153" name="Google Shape;153;p30"/>
          <p:cNvSpPr txBox="1"/>
          <p:nvPr>
            <p:ph idx="4" type="subTitle"/>
          </p:nvPr>
        </p:nvSpPr>
        <p:spPr>
          <a:xfrm>
            <a:off x="3485400" y="3336040"/>
            <a:ext cx="2173200" cy="75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154" name="Google Shape;154;p30"/>
          <p:cNvSpPr txBox="1"/>
          <p:nvPr>
            <p:ph idx="5" type="subTitle"/>
          </p:nvPr>
        </p:nvSpPr>
        <p:spPr>
          <a:xfrm>
            <a:off x="3485400" y="2188165"/>
            <a:ext cx="2173200" cy="440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200">
                <a:latin typeface="Audiowide"/>
                <a:ea typeface="Audiowide"/>
                <a:cs typeface="Audiowide"/>
                <a:sym typeface="Audiowid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55" name="Google Shape;155;p30"/>
          <p:cNvSpPr txBox="1"/>
          <p:nvPr>
            <p:ph hasCustomPrompt="1" idx="6" type="title"/>
          </p:nvPr>
        </p:nvSpPr>
        <p:spPr>
          <a:xfrm>
            <a:off x="6417675" y="1962150"/>
            <a:ext cx="1397700" cy="406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dk1"/>
              </a:buClr>
              <a:buSzPts val="6000"/>
              <a:buNone/>
              <a:defRPr sz="3600">
                <a:solidFill>
                  <a:schemeClr val="dk1"/>
                </a:solidFill>
              </a:defRPr>
            </a:lvl1pPr>
            <a:lvl2pPr lvl="1" rtl="0" algn="ctr">
              <a:spcBef>
                <a:spcPts val="0"/>
              </a:spcBef>
              <a:spcAft>
                <a:spcPts val="0"/>
              </a:spcAft>
              <a:buClr>
                <a:schemeClr val="dk1"/>
              </a:buClr>
              <a:buSzPts val="6000"/>
              <a:buNone/>
              <a:defRPr sz="6000">
                <a:solidFill>
                  <a:schemeClr val="dk1"/>
                </a:solidFill>
              </a:defRPr>
            </a:lvl2pPr>
            <a:lvl3pPr lvl="2" rtl="0" algn="ctr">
              <a:spcBef>
                <a:spcPts val="0"/>
              </a:spcBef>
              <a:spcAft>
                <a:spcPts val="0"/>
              </a:spcAft>
              <a:buClr>
                <a:schemeClr val="dk1"/>
              </a:buClr>
              <a:buSzPts val="6000"/>
              <a:buNone/>
              <a:defRPr sz="6000">
                <a:solidFill>
                  <a:schemeClr val="dk1"/>
                </a:solidFill>
              </a:defRPr>
            </a:lvl3pPr>
            <a:lvl4pPr lvl="3" rtl="0" algn="ctr">
              <a:spcBef>
                <a:spcPts val="0"/>
              </a:spcBef>
              <a:spcAft>
                <a:spcPts val="0"/>
              </a:spcAft>
              <a:buClr>
                <a:schemeClr val="dk1"/>
              </a:buClr>
              <a:buSzPts val="6000"/>
              <a:buNone/>
              <a:defRPr sz="6000">
                <a:solidFill>
                  <a:schemeClr val="dk1"/>
                </a:solidFill>
              </a:defRPr>
            </a:lvl4pPr>
            <a:lvl5pPr lvl="4" rtl="0" algn="ctr">
              <a:spcBef>
                <a:spcPts val="0"/>
              </a:spcBef>
              <a:spcAft>
                <a:spcPts val="0"/>
              </a:spcAft>
              <a:buClr>
                <a:schemeClr val="dk1"/>
              </a:buClr>
              <a:buSzPts val="6000"/>
              <a:buNone/>
              <a:defRPr sz="6000">
                <a:solidFill>
                  <a:schemeClr val="dk1"/>
                </a:solidFill>
              </a:defRPr>
            </a:lvl5pPr>
            <a:lvl6pPr lvl="5" rtl="0" algn="ctr">
              <a:spcBef>
                <a:spcPts val="0"/>
              </a:spcBef>
              <a:spcAft>
                <a:spcPts val="0"/>
              </a:spcAft>
              <a:buClr>
                <a:schemeClr val="dk1"/>
              </a:buClr>
              <a:buSzPts val="6000"/>
              <a:buNone/>
              <a:defRPr sz="6000">
                <a:solidFill>
                  <a:schemeClr val="dk1"/>
                </a:solidFill>
              </a:defRPr>
            </a:lvl6pPr>
            <a:lvl7pPr lvl="6" rtl="0" algn="ctr">
              <a:spcBef>
                <a:spcPts val="0"/>
              </a:spcBef>
              <a:spcAft>
                <a:spcPts val="0"/>
              </a:spcAft>
              <a:buClr>
                <a:schemeClr val="dk1"/>
              </a:buClr>
              <a:buSzPts val="6000"/>
              <a:buNone/>
              <a:defRPr sz="6000">
                <a:solidFill>
                  <a:schemeClr val="dk1"/>
                </a:solidFill>
              </a:defRPr>
            </a:lvl7pPr>
            <a:lvl8pPr lvl="7" rtl="0" algn="ctr">
              <a:spcBef>
                <a:spcPts val="0"/>
              </a:spcBef>
              <a:spcAft>
                <a:spcPts val="0"/>
              </a:spcAft>
              <a:buClr>
                <a:schemeClr val="dk1"/>
              </a:buClr>
              <a:buSzPts val="6000"/>
              <a:buNone/>
              <a:defRPr sz="6000">
                <a:solidFill>
                  <a:schemeClr val="dk1"/>
                </a:solidFill>
              </a:defRPr>
            </a:lvl8pPr>
            <a:lvl9pPr lvl="8" rtl="0" algn="ctr">
              <a:spcBef>
                <a:spcPts val="0"/>
              </a:spcBef>
              <a:spcAft>
                <a:spcPts val="0"/>
              </a:spcAft>
              <a:buClr>
                <a:schemeClr val="dk1"/>
              </a:buClr>
              <a:buSzPts val="6000"/>
              <a:buNone/>
              <a:defRPr sz="6000">
                <a:solidFill>
                  <a:schemeClr val="dk1"/>
                </a:solidFill>
              </a:defRPr>
            </a:lvl9pPr>
          </a:lstStyle>
          <a:p>
            <a:r>
              <a:t>xx%</a:t>
            </a:r>
          </a:p>
        </p:txBody>
      </p:sp>
      <p:sp>
        <p:nvSpPr>
          <p:cNvPr id="156" name="Google Shape;156;p30"/>
          <p:cNvSpPr txBox="1"/>
          <p:nvPr>
            <p:ph idx="7" type="subTitle"/>
          </p:nvPr>
        </p:nvSpPr>
        <p:spPr>
          <a:xfrm>
            <a:off x="6045720" y="3336040"/>
            <a:ext cx="2173200" cy="75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157" name="Google Shape;157;p30"/>
          <p:cNvSpPr txBox="1"/>
          <p:nvPr>
            <p:ph idx="8" type="subTitle"/>
          </p:nvPr>
        </p:nvSpPr>
        <p:spPr>
          <a:xfrm>
            <a:off x="6045720" y="2188165"/>
            <a:ext cx="2173200" cy="440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200">
                <a:latin typeface="Audiowide"/>
                <a:ea typeface="Audiowide"/>
                <a:cs typeface="Audiowide"/>
                <a:sym typeface="Audiowid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58" name="Google Shape;158;p30"/>
          <p:cNvSpPr txBox="1"/>
          <p:nvPr>
            <p:ph idx="9"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bg>
      <p:bgPr>
        <a:solidFill>
          <a:schemeClr val="dk2"/>
        </a:solidFill>
      </p:bgPr>
    </p:bg>
    <p:spTree>
      <p:nvGrpSpPr>
        <p:cNvPr id="159" name="Shape 159"/>
        <p:cNvGrpSpPr/>
        <p:nvPr/>
      </p:nvGrpSpPr>
      <p:grpSpPr>
        <a:xfrm>
          <a:off x="0" y="0"/>
          <a:ext cx="0" cy="0"/>
          <a:chOff x="0" y="0"/>
          <a:chExt cx="0" cy="0"/>
        </a:xfrm>
      </p:grpSpPr>
      <p:sp>
        <p:nvSpPr>
          <p:cNvPr id="160" name="Google Shape;160;p31"/>
          <p:cNvSpPr txBox="1"/>
          <p:nvPr>
            <p:ph type="title"/>
          </p:nvPr>
        </p:nvSpPr>
        <p:spPr>
          <a:xfrm>
            <a:off x="713225" y="540025"/>
            <a:ext cx="5010900" cy="1058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3300"/>
              <a:buNone/>
              <a:defRPr sz="6500">
                <a:solidFill>
                  <a:schemeClr val="lt1"/>
                </a:solidFill>
              </a:defRPr>
            </a:lvl1pPr>
            <a:lvl2pPr lvl="1" rtl="0">
              <a:spcBef>
                <a:spcPts val="0"/>
              </a:spcBef>
              <a:spcAft>
                <a:spcPts val="0"/>
              </a:spcAft>
              <a:buClr>
                <a:schemeClr val="lt1"/>
              </a:buClr>
              <a:buSzPts val="3300"/>
              <a:buNone/>
              <a:defRPr>
                <a:solidFill>
                  <a:schemeClr val="lt1"/>
                </a:solidFill>
              </a:defRPr>
            </a:lvl2pPr>
            <a:lvl3pPr lvl="2" rtl="0">
              <a:spcBef>
                <a:spcPts val="0"/>
              </a:spcBef>
              <a:spcAft>
                <a:spcPts val="0"/>
              </a:spcAft>
              <a:buClr>
                <a:schemeClr val="lt1"/>
              </a:buClr>
              <a:buSzPts val="3300"/>
              <a:buNone/>
              <a:defRPr>
                <a:solidFill>
                  <a:schemeClr val="lt1"/>
                </a:solidFill>
              </a:defRPr>
            </a:lvl3pPr>
            <a:lvl4pPr lvl="3" rtl="0">
              <a:spcBef>
                <a:spcPts val="0"/>
              </a:spcBef>
              <a:spcAft>
                <a:spcPts val="0"/>
              </a:spcAft>
              <a:buClr>
                <a:schemeClr val="lt1"/>
              </a:buClr>
              <a:buSzPts val="3300"/>
              <a:buNone/>
              <a:defRPr>
                <a:solidFill>
                  <a:schemeClr val="lt1"/>
                </a:solidFill>
              </a:defRPr>
            </a:lvl4pPr>
            <a:lvl5pPr lvl="4" rtl="0">
              <a:spcBef>
                <a:spcPts val="0"/>
              </a:spcBef>
              <a:spcAft>
                <a:spcPts val="0"/>
              </a:spcAft>
              <a:buClr>
                <a:schemeClr val="lt1"/>
              </a:buClr>
              <a:buSzPts val="3300"/>
              <a:buNone/>
              <a:defRPr>
                <a:solidFill>
                  <a:schemeClr val="lt1"/>
                </a:solidFill>
              </a:defRPr>
            </a:lvl5pPr>
            <a:lvl6pPr lvl="5" rtl="0">
              <a:spcBef>
                <a:spcPts val="0"/>
              </a:spcBef>
              <a:spcAft>
                <a:spcPts val="0"/>
              </a:spcAft>
              <a:buClr>
                <a:schemeClr val="lt1"/>
              </a:buClr>
              <a:buSzPts val="3300"/>
              <a:buNone/>
              <a:defRPr>
                <a:solidFill>
                  <a:schemeClr val="lt1"/>
                </a:solidFill>
              </a:defRPr>
            </a:lvl6pPr>
            <a:lvl7pPr lvl="6" rtl="0">
              <a:spcBef>
                <a:spcPts val="0"/>
              </a:spcBef>
              <a:spcAft>
                <a:spcPts val="0"/>
              </a:spcAft>
              <a:buClr>
                <a:schemeClr val="lt1"/>
              </a:buClr>
              <a:buSzPts val="3300"/>
              <a:buNone/>
              <a:defRPr>
                <a:solidFill>
                  <a:schemeClr val="lt1"/>
                </a:solidFill>
              </a:defRPr>
            </a:lvl7pPr>
            <a:lvl8pPr lvl="7" rtl="0">
              <a:spcBef>
                <a:spcPts val="0"/>
              </a:spcBef>
              <a:spcAft>
                <a:spcPts val="0"/>
              </a:spcAft>
              <a:buClr>
                <a:schemeClr val="lt1"/>
              </a:buClr>
              <a:buSzPts val="3300"/>
              <a:buNone/>
              <a:defRPr>
                <a:solidFill>
                  <a:schemeClr val="lt1"/>
                </a:solidFill>
              </a:defRPr>
            </a:lvl8pPr>
            <a:lvl9pPr lvl="8" rtl="0">
              <a:spcBef>
                <a:spcPts val="0"/>
              </a:spcBef>
              <a:spcAft>
                <a:spcPts val="0"/>
              </a:spcAft>
              <a:buClr>
                <a:schemeClr val="lt1"/>
              </a:buClr>
              <a:buSzPts val="3300"/>
              <a:buNone/>
              <a:defRPr>
                <a:solidFill>
                  <a:schemeClr val="lt1"/>
                </a:solidFill>
              </a:defRPr>
            </a:lvl9pPr>
          </a:lstStyle>
          <a:p/>
        </p:txBody>
      </p:sp>
      <p:sp>
        <p:nvSpPr>
          <p:cNvPr id="161" name="Google Shape;161;p31"/>
          <p:cNvSpPr txBox="1"/>
          <p:nvPr>
            <p:ph idx="1" type="subTitle"/>
          </p:nvPr>
        </p:nvSpPr>
        <p:spPr>
          <a:xfrm>
            <a:off x="713225" y="1703500"/>
            <a:ext cx="5011200" cy="912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1"/>
              </a:buClr>
              <a:buSzPts val="1400"/>
              <a:buNone/>
              <a:defRPr>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1600"/>
              </a:spcBef>
              <a:spcAft>
                <a:spcPts val="0"/>
              </a:spcAft>
              <a:buClr>
                <a:schemeClr val="lt1"/>
              </a:buClr>
              <a:buSzPts val="1400"/>
              <a:buNone/>
              <a:defRPr>
                <a:solidFill>
                  <a:schemeClr val="lt1"/>
                </a:solidFill>
              </a:defRPr>
            </a:lvl3pPr>
            <a:lvl4pPr lvl="3" rtl="0" algn="ctr">
              <a:lnSpc>
                <a:spcPct val="100000"/>
              </a:lnSpc>
              <a:spcBef>
                <a:spcPts val="1600"/>
              </a:spcBef>
              <a:spcAft>
                <a:spcPts val="0"/>
              </a:spcAft>
              <a:buClr>
                <a:schemeClr val="lt1"/>
              </a:buClr>
              <a:buSzPts val="1400"/>
              <a:buNone/>
              <a:defRPr>
                <a:solidFill>
                  <a:schemeClr val="lt1"/>
                </a:solidFill>
              </a:defRPr>
            </a:lvl4pPr>
            <a:lvl5pPr lvl="4" rtl="0" algn="ctr">
              <a:lnSpc>
                <a:spcPct val="100000"/>
              </a:lnSpc>
              <a:spcBef>
                <a:spcPts val="1600"/>
              </a:spcBef>
              <a:spcAft>
                <a:spcPts val="0"/>
              </a:spcAft>
              <a:buClr>
                <a:schemeClr val="lt1"/>
              </a:buClr>
              <a:buSzPts val="1400"/>
              <a:buNone/>
              <a:defRPr>
                <a:solidFill>
                  <a:schemeClr val="lt1"/>
                </a:solidFill>
              </a:defRPr>
            </a:lvl5pPr>
            <a:lvl6pPr lvl="5" rtl="0" algn="ctr">
              <a:lnSpc>
                <a:spcPct val="100000"/>
              </a:lnSpc>
              <a:spcBef>
                <a:spcPts val="1600"/>
              </a:spcBef>
              <a:spcAft>
                <a:spcPts val="0"/>
              </a:spcAft>
              <a:buClr>
                <a:schemeClr val="lt1"/>
              </a:buClr>
              <a:buSzPts val="1400"/>
              <a:buNone/>
              <a:defRPr>
                <a:solidFill>
                  <a:schemeClr val="lt1"/>
                </a:solidFill>
              </a:defRPr>
            </a:lvl6pPr>
            <a:lvl7pPr lvl="6" rtl="0" algn="ctr">
              <a:lnSpc>
                <a:spcPct val="100000"/>
              </a:lnSpc>
              <a:spcBef>
                <a:spcPts val="1600"/>
              </a:spcBef>
              <a:spcAft>
                <a:spcPts val="0"/>
              </a:spcAft>
              <a:buClr>
                <a:schemeClr val="lt1"/>
              </a:buClr>
              <a:buSzPts val="1400"/>
              <a:buNone/>
              <a:defRPr>
                <a:solidFill>
                  <a:schemeClr val="lt1"/>
                </a:solidFill>
              </a:defRPr>
            </a:lvl7pPr>
            <a:lvl8pPr lvl="7" rtl="0" algn="ctr">
              <a:lnSpc>
                <a:spcPct val="100000"/>
              </a:lnSpc>
              <a:spcBef>
                <a:spcPts val="1600"/>
              </a:spcBef>
              <a:spcAft>
                <a:spcPts val="0"/>
              </a:spcAft>
              <a:buClr>
                <a:schemeClr val="lt1"/>
              </a:buClr>
              <a:buSzPts val="1400"/>
              <a:buNone/>
              <a:defRPr>
                <a:solidFill>
                  <a:schemeClr val="lt1"/>
                </a:solidFill>
              </a:defRPr>
            </a:lvl8pPr>
            <a:lvl9pPr lvl="8" rtl="0" algn="ctr">
              <a:lnSpc>
                <a:spcPct val="100000"/>
              </a:lnSpc>
              <a:spcBef>
                <a:spcPts val="1600"/>
              </a:spcBef>
              <a:spcAft>
                <a:spcPts val="1600"/>
              </a:spcAft>
              <a:buClr>
                <a:schemeClr val="lt1"/>
              </a:buClr>
              <a:buSzPts val="1400"/>
              <a:buNone/>
              <a:defRPr>
                <a:solidFill>
                  <a:schemeClr val="lt1"/>
                </a:solidFill>
              </a:defRPr>
            </a:lvl9pPr>
          </a:lstStyle>
          <a:p/>
        </p:txBody>
      </p:sp>
      <p:sp>
        <p:nvSpPr>
          <p:cNvPr id="162" name="Google Shape;162;p31"/>
          <p:cNvSpPr txBox="1"/>
          <p:nvPr/>
        </p:nvSpPr>
        <p:spPr>
          <a:xfrm>
            <a:off x="713225" y="3780375"/>
            <a:ext cx="4945800" cy="5562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200">
                <a:solidFill>
                  <a:schemeClr val="lt1"/>
                </a:solidFill>
                <a:latin typeface="Titillium Web"/>
                <a:ea typeface="Titillium Web"/>
                <a:cs typeface="Titillium Web"/>
                <a:sym typeface="Titillium Web"/>
              </a:rPr>
              <a:t>CREDITS: This presentation template was created by </a:t>
            </a:r>
            <a:r>
              <a:rPr b="1" lang="en" sz="1200">
                <a:solidFill>
                  <a:schemeClr val="lt1"/>
                </a:solidFill>
                <a:uFill>
                  <a:noFill/>
                </a:uFill>
                <a:latin typeface="Titillium Web"/>
                <a:ea typeface="Titillium Web"/>
                <a:cs typeface="Titillium Web"/>
                <a:sym typeface="Titillium Web"/>
                <a:hlinkClick r:id="rId2">
                  <a:extLst>
                    <a:ext uri="{A12FA001-AC4F-418D-AE19-62706E023703}">
                      <ahyp:hlinkClr val="tx"/>
                    </a:ext>
                  </a:extLst>
                </a:hlinkClick>
              </a:rPr>
              <a:t>Slidesgo</a:t>
            </a:r>
            <a:r>
              <a:rPr lang="en" sz="1200">
                <a:solidFill>
                  <a:schemeClr val="lt1"/>
                </a:solidFill>
                <a:latin typeface="Titillium Web"/>
                <a:ea typeface="Titillium Web"/>
                <a:cs typeface="Titillium Web"/>
                <a:sym typeface="Titillium Web"/>
              </a:rPr>
              <a:t>, and includes icons by </a:t>
            </a:r>
            <a:r>
              <a:rPr b="1" lang="en" sz="1200">
                <a:solidFill>
                  <a:schemeClr val="lt1"/>
                </a:solidFill>
                <a:uFill>
                  <a:noFill/>
                </a:uFill>
                <a:latin typeface="Titillium Web"/>
                <a:ea typeface="Titillium Web"/>
                <a:cs typeface="Titillium Web"/>
                <a:sym typeface="Titillium Web"/>
                <a:hlinkClick r:id="rId3">
                  <a:extLst>
                    <a:ext uri="{A12FA001-AC4F-418D-AE19-62706E023703}">
                      <ahyp:hlinkClr val="tx"/>
                    </a:ext>
                  </a:extLst>
                </a:hlinkClick>
              </a:rPr>
              <a:t>Flaticon</a:t>
            </a:r>
            <a:r>
              <a:rPr lang="en" sz="1200">
                <a:solidFill>
                  <a:schemeClr val="lt1"/>
                </a:solidFill>
                <a:latin typeface="Titillium Web"/>
                <a:ea typeface="Titillium Web"/>
                <a:cs typeface="Titillium Web"/>
                <a:sym typeface="Titillium Web"/>
              </a:rPr>
              <a:t>, and infographics &amp; images by </a:t>
            </a:r>
            <a:r>
              <a:rPr b="1" lang="en" sz="1200">
                <a:solidFill>
                  <a:schemeClr val="lt1"/>
                </a:solidFill>
                <a:uFill>
                  <a:noFill/>
                </a:uFill>
                <a:latin typeface="Titillium Web"/>
                <a:ea typeface="Titillium Web"/>
                <a:cs typeface="Titillium Web"/>
                <a:sym typeface="Titillium Web"/>
                <a:hlinkClick r:id="rId4">
                  <a:extLst>
                    <a:ext uri="{A12FA001-AC4F-418D-AE19-62706E023703}">
                      <ahyp:hlinkClr val="tx"/>
                    </a:ext>
                  </a:extLst>
                </a:hlinkClick>
              </a:rPr>
              <a:t>Freepik</a:t>
            </a:r>
            <a:r>
              <a:rPr lang="en" sz="1200" u="sng">
                <a:solidFill>
                  <a:schemeClr val="lt1"/>
                </a:solidFill>
                <a:latin typeface="Titillium Web"/>
                <a:ea typeface="Titillium Web"/>
                <a:cs typeface="Titillium Web"/>
                <a:sym typeface="Titillium Web"/>
              </a:rPr>
              <a:t> </a:t>
            </a:r>
            <a:endParaRPr sz="1200" u="sng">
              <a:solidFill>
                <a:schemeClr val="lt1"/>
              </a:solidFill>
              <a:latin typeface="Titillium Web"/>
              <a:ea typeface="Titillium Web"/>
              <a:cs typeface="Titillium Web"/>
              <a:sym typeface="Titillium Web"/>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63" name="Shape 163"/>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bg>
      <p:bgPr>
        <a:solidFill>
          <a:schemeClr val="dk2"/>
        </a:solidFill>
      </p:bgPr>
    </p:bg>
    <p:spTree>
      <p:nvGrpSpPr>
        <p:cNvPr id="164" name="Shape 164"/>
        <p:cNvGrpSpPr/>
        <p:nvPr/>
      </p:nvGrpSpPr>
      <p:grpSpPr>
        <a:xfrm>
          <a:off x="0" y="0"/>
          <a:ext cx="0" cy="0"/>
          <a:chOff x="0" y="0"/>
          <a:chExt cx="0" cy="0"/>
        </a:xfrm>
      </p:grpSpPr>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68" name="Shape 168"/>
        <p:cNvGrpSpPr/>
        <p:nvPr/>
      </p:nvGrpSpPr>
      <p:grpSpPr>
        <a:xfrm>
          <a:off x="0" y="0"/>
          <a:ext cx="0" cy="0"/>
          <a:chOff x="0" y="0"/>
          <a:chExt cx="0" cy="0"/>
        </a:xfrm>
      </p:grpSpPr>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69" name="Shape 169"/>
        <p:cNvGrpSpPr/>
        <p:nvPr/>
      </p:nvGrpSpPr>
      <p:grpSpPr>
        <a:xfrm>
          <a:off x="0" y="0"/>
          <a:ext cx="0" cy="0"/>
          <a:chOff x="0" y="0"/>
          <a:chExt cx="0" cy="0"/>
        </a:xfrm>
      </p:grpSpPr>
      <p:sp>
        <p:nvSpPr>
          <p:cNvPr id="170" name="Google Shape;170;p3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theme" Target="../theme/theme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slideLayout" Target="../slideLayouts/slideLayout34.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p:nvPr/>
        </p:nvSpPr>
        <p:spPr>
          <a:xfrm>
            <a:off x="132450" y="128550"/>
            <a:ext cx="8879100" cy="4886400"/>
          </a:xfrm>
          <a:prstGeom prst="roundRect">
            <a:avLst>
              <a:gd fmla="val 4198" name="adj"/>
            </a:avLst>
          </a:prstGeom>
          <a:noFill/>
          <a:ln cap="flat" cmpd="sng" w="28575">
            <a:solidFill>
              <a:srgbClr val="C50A2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 name="Google Shape;7;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2"/>
              </a:buClr>
              <a:buSzPts val="3300"/>
              <a:buFont typeface="Audiowide"/>
              <a:buNone/>
              <a:defRPr sz="3300">
                <a:solidFill>
                  <a:schemeClr val="dk2"/>
                </a:solidFill>
                <a:latin typeface="Audiowide"/>
                <a:ea typeface="Audiowide"/>
                <a:cs typeface="Audiowide"/>
                <a:sym typeface="Audiowide"/>
              </a:defRPr>
            </a:lvl1pPr>
            <a:lvl2pPr lvl="1" rtl="0">
              <a:spcBef>
                <a:spcPts val="0"/>
              </a:spcBef>
              <a:spcAft>
                <a:spcPts val="0"/>
              </a:spcAft>
              <a:buClr>
                <a:schemeClr val="dk2"/>
              </a:buClr>
              <a:buSzPts val="3300"/>
              <a:buFont typeface="Audiowide"/>
              <a:buNone/>
              <a:defRPr sz="3300">
                <a:solidFill>
                  <a:schemeClr val="dk2"/>
                </a:solidFill>
                <a:latin typeface="Audiowide"/>
                <a:ea typeface="Audiowide"/>
                <a:cs typeface="Audiowide"/>
                <a:sym typeface="Audiowide"/>
              </a:defRPr>
            </a:lvl2pPr>
            <a:lvl3pPr lvl="2" rtl="0">
              <a:spcBef>
                <a:spcPts val="0"/>
              </a:spcBef>
              <a:spcAft>
                <a:spcPts val="0"/>
              </a:spcAft>
              <a:buClr>
                <a:schemeClr val="dk2"/>
              </a:buClr>
              <a:buSzPts val="3300"/>
              <a:buFont typeface="Audiowide"/>
              <a:buNone/>
              <a:defRPr sz="3300">
                <a:solidFill>
                  <a:schemeClr val="dk2"/>
                </a:solidFill>
                <a:latin typeface="Audiowide"/>
                <a:ea typeface="Audiowide"/>
                <a:cs typeface="Audiowide"/>
                <a:sym typeface="Audiowide"/>
              </a:defRPr>
            </a:lvl3pPr>
            <a:lvl4pPr lvl="3" rtl="0">
              <a:spcBef>
                <a:spcPts val="0"/>
              </a:spcBef>
              <a:spcAft>
                <a:spcPts val="0"/>
              </a:spcAft>
              <a:buClr>
                <a:schemeClr val="dk2"/>
              </a:buClr>
              <a:buSzPts val="3300"/>
              <a:buFont typeface="Audiowide"/>
              <a:buNone/>
              <a:defRPr sz="3300">
                <a:solidFill>
                  <a:schemeClr val="dk2"/>
                </a:solidFill>
                <a:latin typeface="Audiowide"/>
                <a:ea typeface="Audiowide"/>
                <a:cs typeface="Audiowide"/>
                <a:sym typeface="Audiowide"/>
              </a:defRPr>
            </a:lvl4pPr>
            <a:lvl5pPr lvl="4" rtl="0">
              <a:spcBef>
                <a:spcPts val="0"/>
              </a:spcBef>
              <a:spcAft>
                <a:spcPts val="0"/>
              </a:spcAft>
              <a:buClr>
                <a:schemeClr val="dk2"/>
              </a:buClr>
              <a:buSzPts val="3300"/>
              <a:buFont typeface="Audiowide"/>
              <a:buNone/>
              <a:defRPr sz="3300">
                <a:solidFill>
                  <a:schemeClr val="dk2"/>
                </a:solidFill>
                <a:latin typeface="Audiowide"/>
                <a:ea typeface="Audiowide"/>
                <a:cs typeface="Audiowide"/>
                <a:sym typeface="Audiowide"/>
              </a:defRPr>
            </a:lvl5pPr>
            <a:lvl6pPr lvl="5" rtl="0">
              <a:spcBef>
                <a:spcPts val="0"/>
              </a:spcBef>
              <a:spcAft>
                <a:spcPts val="0"/>
              </a:spcAft>
              <a:buClr>
                <a:schemeClr val="dk2"/>
              </a:buClr>
              <a:buSzPts val="3300"/>
              <a:buFont typeface="Audiowide"/>
              <a:buNone/>
              <a:defRPr sz="3300">
                <a:solidFill>
                  <a:schemeClr val="dk2"/>
                </a:solidFill>
                <a:latin typeface="Audiowide"/>
                <a:ea typeface="Audiowide"/>
                <a:cs typeface="Audiowide"/>
                <a:sym typeface="Audiowide"/>
              </a:defRPr>
            </a:lvl6pPr>
            <a:lvl7pPr lvl="6" rtl="0">
              <a:spcBef>
                <a:spcPts val="0"/>
              </a:spcBef>
              <a:spcAft>
                <a:spcPts val="0"/>
              </a:spcAft>
              <a:buClr>
                <a:schemeClr val="dk2"/>
              </a:buClr>
              <a:buSzPts val="3300"/>
              <a:buFont typeface="Audiowide"/>
              <a:buNone/>
              <a:defRPr sz="3300">
                <a:solidFill>
                  <a:schemeClr val="dk2"/>
                </a:solidFill>
                <a:latin typeface="Audiowide"/>
                <a:ea typeface="Audiowide"/>
                <a:cs typeface="Audiowide"/>
                <a:sym typeface="Audiowide"/>
              </a:defRPr>
            </a:lvl7pPr>
            <a:lvl8pPr lvl="7" rtl="0">
              <a:spcBef>
                <a:spcPts val="0"/>
              </a:spcBef>
              <a:spcAft>
                <a:spcPts val="0"/>
              </a:spcAft>
              <a:buClr>
                <a:schemeClr val="dk2"/>
              </a:buClr>
              <a:buSzPts val="3300"/>
              <a:buFont typeface="Audiowide"/>
              <a:buNone/>
              <a:defRPr sz="3300">
                <a:solidFill>
                  <a:schemeClr val="dk2"/>
                </a:solidFill>
                <a:latin typeface="Audiowide"/>
                <a:ea typeface="Audiowide"/>
                <a:cs typeface="Audiowide"/>
                <a:sym typeface="Audiowide"/>
              </a:defRPr>
            </a:lvl8pPr>
            <a:lvl9pPr lvl="8" rtl="0">
              <a:spcBef>
                <a:spcPts val="0"/>
              </a:spcBef>
              <a:spcAft>
                <a:spcPts val="0"/>
              </a:spcAft>
              <a:buClr>
                <a:schemeClr val="dk2"/>
              </a:buClr>
              <a:buSzPts val="3300"/>
              <a:buFont typeface="Audiowide"/>
              <a:buNone/>
              <a:defRPr sz="3300">
                <a:solidFill>
                  <a:schemeClr val="dk2"/>
                </a:solidFill>
                <a:latin typeface="Audiowide"/>
                <a:ea typeface="Audiowide"/>
                <a:cs typeface="Audiowide"/>
                <a:sym typeface="Audiowide"/>
              </a:defRPr>
            </a:lvl9pPr>
          </a:lstStyle>
          <a:p/>
        </p:txBody>
      </p:sp>
      <p:sp>
        <p:nvSpPr>
          <p:cNvPr id="8" name="Google Shape;8;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2"/>
              </a:buClr>
              <a:buSzPts val="1400"/>
              <a:buFont typeface="Titillium Web"/>
              <a:buChar char="●"/>
              <a:defRPr>
                <a:solidFill>
                  <a:schemeClr val="dk2"/>
                </a:solidFill>
                <a:latin typeface="Titillium Web"/>
                <a:ea typeface="Titillium Web"/>
                <a:cs typeface="Titillium Web"/>
                <a:sym typeface="Titillium Web"/>
              </a:defRPr>
            </a:lvl1pPr>
            <a:lvl2pPr indent="-317500" lvl="1" marL="914400">
              <a:lnSpc>
                <a:spcPct val="115000"/>
              </a:lnSpc>
              <a:spcBef>
                <a:spcPts val="1600"/>
              </a:spcBef>
              <a:spcAft>
                <a:spcPts val="0"/>
              </a:spcAft>
              <a:buClr>
                <a:schemeClr val="dk2"/>
              </a:buClr>
              <a:buSzPts val="1400"/>
              <a:buFont typeface="Titillium Web"/>
              <a:buChar char="○"/>
              <a:defRPr>
                <a:solidFill>
                  <a:schemeClr val="dk2"/>
                </a:solidFill>
                <a:latin typeface="Titillium Web"/>
                <a:ea typeface="Titillium Web"/>
                <a:cs typeface="Titillium Web"/>
                <a:sym typeface="Titillium Web"/>
              </a:defRPr>
            </a:lvl2pPr>
            <a:lvl3pPr indent="-317500" lvl="2" marL="1371600">
              <a:lnSpc>
                <a:spcPct val="115000"/>
              </a:lnSpc>
              <a:spcBef>
                <a:spcPts val="1600"/>
              </a:spcBef>
              <a:spcAft>
                <a:spcPts val="0"/>
              </a:spcAft>
              <a:buClr>
                <a:schemeClr val="dk2"/>
              </a:buClr>
              <a:buSzPts val="1400"/>
              <a:buFont typeface="Titillium Web"/>
              <a:buChar char="■"/>
              <a:defRPr>
                <a:solidFill>
                  <a:schemeClr val="dk2"/>
                </a:solidFill>
                <a:latin typeface="Titillium Web"/>
                <a:ea typeface="Titillium Web"/>
                <a:cs typeface="Titillium Web"/>
                <a:sym typeface="Titillium Web"/>
              </a:defRPr>
            </a:lvl3pPr>
            <a:lvl4pPr indent="-317500" lvl="3" marL="1828800">
              <a:lnSpc>
                <a:spcPct val="115000"/>
              </a:lnSpc>
              <a:spcBef>
                <a:spcPts val="1600"/>
              </a:spcBef>
              <a:spcAft>
                <a:spcPts val="0"/>
              </a:spcAft>
              <a:buClr>
                <a:schemeClr val="dk2"/>
              </a:buClr>
              <a:buSzPts val="1400"/>
              <a:buFont typeface="Titillium Web"/>
              <a:buChar char="●"/>
              <a:defRPr>
                <a:solidFill>
                  <a:schemeClr val="dk2"/>
                </a:solidFill>
                <a:latin typeface="Titillium Web"/>
                <a:ea typeface="Titillium Web"/>
                <a:cs typeface="Titillium Web"/>
                <a:sym typeface="Titillium Web"/>
              </a:defRPr>
            </a:lvl4pPr>
            <a:lvl5pPr indent="-317500" lvl="4" marL="2286000">
              <a:lnSpc>
                <a:spcPct val="115000"/>
              </a:lnSpc>
              <a:spcBef>
                <a:spcPts val="1600"/>
              </a:spcBef>
              <a:spcAft>
                <a:spcPts val="0"/>
              </a:spcAft>
              <a:buClr>
                <a:schemeClr val="dk2"/>
              </a:buClr>
              <a:buSzPts val="1400"/>
              <a:buFont typeface="Titillium Web"/>
              <a:buChar char="○"/>
              <a:defRPr>
                <a:solidFill>
                  <a:schemeClr val="dk2"/>
                </a:solidFill>
                <a:latin typeface="Titillium Web"/>
                <a:ea typeface="Titillium Web"/>
                <a:cs typeface="Titillium Web"/>
                <a:sym typeface="Titillium Web"/>
              </a:defRPr>
            </a:lvl5pPr>
            <a:lvl6pPr indent="-317500" lvl="5" marL="2743200">
              <a:lnSpc>
                <a:spcPct val="115000"/>
              </a:lnSpc>
              <a:spcBef>
                <a:spcPts val="1600"/>
              </a:spcBef>
              <a:spcAft>
                <a:spcPts val="0"/>
              </a:spcAft>
              <a:buClr>
                <a:schemeClr val="dk2"/>
              </a:buClr>
              <a:buSzPts val="1400"/>
              <a:buFont typeface="Titillium Web"/>
              <a:buChar char="■"/>
              <a:defRPr>
                <a:solidFill>
                  <a:schemeClr val="dk2"/>
                </a:solidFill>
                <a:latin typeface="Titillium Web"/>
                <a:ea typeface="Titillium Web"/>
                <a:cs typeface="Titillium Web"/>
                <a:sym typeface="Titillium Web"/>
              </a:defRPr>
            </a:lvl6pPr>
            <a:lvl7pPr indent="-317500" lvl="6" marL="3200400">
              <a:lnSpc>
                <a:spcPct val="115000"/>
              </a:lnSpc>
              <a:spcBef>
                <a:spcPts val="1600"/>
              </a:spcBef>
              <a:spcAft>
                <a:spcPts val="0"/>
              </a:spcAft>
              <a:buClr>
                <a:schemeClr val="dk2"/>
              </a:buClr>
              <a:buSzPts val="1400"/>
              <a:buFont typeface="Titillium Web"/>
              <a:buChar char="●"/>
              <a:defRPr>
                <a:solidFill>
                  <a:schemeClr val="dk2"/>
                </a:solidFill>
                <a:latin typeface="Titillium Web"/>
                <a:ea typeface="Titillium Web"/>
                <a:cs typeface="Titillium Web"/>
                <a:sym typeface="Titillium Web"/>
              </a:defRPr>
            </a:lvl7pPr>
            <a:lvl8pPr indent="-317500" lvl="7" marL="3657600">
              <a:lnSpc>
                <a:spcPct val="115000"/>
              </a:lnSpc>
              <a:spcBef>
                <a:spcPts val="1600"/>
              </a:spcBef>
              <a:spcAft>
                <a:spcPts val="0"/>
              </a:spcAft>
              <a:buClr>
                <a:schemeClr val="dk2"/>
              </a:buClr>
              <a:buSzPts val="1400"/>
              <a:buFont typeface="Titillium Web"/>
              <a:buChar char="○"/>
              <a:defRPr>
                <a:solidFill>
                  <a:schemeClr val="dk2"/>
                </a:solidFill>
                <a:latin typeface="Titillium Web"/>
                <a:ea typeface="Titillium Web"/>
                <a:cs typeface="Titillium Web"/>
                <a:sym typeface="Titillium Web"/>
              </a:defRPr>
            </a:lvl8pPr>
            <a:lvl9pPr indent="-317500" lvl="8" marL="4114800">
              <a:lnSpc>
                <a:spcPct val="115000"/>
              </a:lnSpc>
              <a:spcBef>
                <a:spcPts val="1600"/>
              </a:spcBef>
              <a:spcAft>
                <a:spcPts val="1600"/>
              </a:spcAft>
              <a:buClr>
                <a:schemeClr val="dk2"/>
              </a:buClr>
              <a:buSzPts val="1400"/>
              <a:buFont typeface="Titillium Web"/>
              <a:buChar char="■"/>
              <a:defRPr>
                <a:solidFill>
                  <a:schemeClr val="dk2"/>
                </a:solidFill>
                <a:latin typeface="Titillium Web"/>
                <a:ea typeface="Titillium Web"/>
                <a:cs typeface="Titillium Web"/>
                <a:sym typeface="Titillium Web"/>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65" name="Shape 165"/>
        <p:cNvGrpSpPr/>
        <p:nvPr/>
      </p:nvGrpSpPr>
      <p:grpSpPr>
        <a:xfrm>
          <a:off x="0" y="0"/>
          <a:ext cx="0" cy="0"/>
          <a:chOff x="0" y="0"/>
          <a:chExt cx="0" cy="0"/>
        </a:xfrm>
      </p:grpSpPr>
      <p:sp>
        <p:nvSpPr>
          <p:cNvPr id="166" name="Google Shape;166;p3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167" name="Google Shape;167;p3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0" r:id="rId1"/>
    <p:sldLayoutId id="2147483681"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38.xml"/><Relationship Id="rId4" Type="http://schemas.openxmlformats.org/officeDocument/2006/relationships/slide" Target="/ppt/slides/slide35.xml"/><Relationship Id="rId9" Type="http://schemas.openxmlformats.org/officeDocument/2006/relationships/slide" Target="/ppt/slides/slide46.xml"/><Relationship Id="rId5" Type="http://schemas.openxmlformats.org/officeDocument/2006/relationships/slide" Target="/ppt/slides/slide34.xml"/><Relationship Id="rId6" Type="http://schemas.openxmlformats.org/officeDocument/2006/relationships/slide" Target="/ppt/slides/slide34.xml"/><Relationship Id="rId7" Type="http://schemas.openxmlformats.org/officeDocument/2006/relationships/slide" Target="/ppt/slides/slide33.xml"/><Relationship Id="rId8" Type="http://schemas.openxmlformats.org/officeDocument/2006/relationships/slide" Target="/ppt/slides/slide38.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40.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vidfy.com/?utm_source=slidesgo_template&amp;utm_medium=referral-link&amp;utm_campaign=promo-slide&amp;utm_term=slidesgo&amp;utm_content=vidfy"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7.xml"/><Relationship Id="rId3" Type="http://schemas.openxmlformats.org/officeDocument/2006/relationships/image" Target="../media/image14.png"/><Relationship Id="rId4" Type="http://schemas.openxmlformats.org/officeDocument/2006/relationships/image" Target="../media/image12.jpg"/><Relationship Id="rId5" Type="http://schemas.openxmlformats.org/officeDocument/2006/relationships/image" Target="../media/image13.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5.xml"/><Relationship Id="rId3" Type="http://schemas.openxmlformats.org/officeDocument/2006/relationships/image" Target="../media/image8.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VSEC0WsCIkngDUAmBzSVPWV2y__EAuMTPBTrK0AakEQ/copy" TargetMode="External"/><Relationship Id="rId5" Type="http://schemas.openxmlformats.org/officeDocument/2006/relationships/image" Target="../media/image5.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VSEC0WsCIkngDUAmBzSVPWV2y__EAuMTPBTrK0AakEQ/copy" TargetMode="External"/><Relationship Id="rId5" Type="http://schemas.openxmlformats.org/officeDocument/2006/relationships/image" Target="../media/image6.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9.xml"/><Relationship Id="rId3" Type="http://schemas.openxmlformats.org/officeDocument/2006/relationships/image" Target="../media/image9.jp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0.xml"/><Relationship Id="rId3" Type="http://schemas.openxmlformats.org/officeDocument/2006/relationships/image" Target="../media/image10.jp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3.xml"/><Relationship Id="rId3" Type="http://schemas.openxmlformats.org/officeDocument/2006/relationships/hyperlink" Target="mailto:youremail@freepik.com"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4.xml"/><Relationship Id="rId3" Type="http://schemas.openxmlformats.org/officeDocument/2006/relationships/hyperlink" Target="https://www.freepik.com/free-vector/space-black-white-emblems-journeys-academies-with-astronaut-shuttle-scientific-equipment-isolated_9377767.htm/?utm_source=slidesgo_template&amp;utm_medium=referral-link&amp;utm_campaign=sg_resources&amp;utm_content=freepik" TargetMode="External"/><Relationship Id="rId4" Type="http://schemas.openxmlformats.org/officeDocument/2006/relationships/hyperlink" Target="https://www.freepik.com/free-vector/space-monochrome-elements-set-with-astronaut-shuttles-rockets-cosmic-objects-observatory-radar-isolated_9377764.htm/?utm_source=slidesgo_template&amp;utm_medium=referral-link&amp;utm_campaign=sg_resources&amp;utm_content=freepik"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5.xml"/><Relationship Id="rId3" Type="http://schemas.openxmlformats.org/officeDocument/2006/relationships/hyperlink" Target="https://www.freepik.com/free-vector/space-black-white-emblems-journeys-academies-with-astronaut-shuttle-scientific-equipment-isolated_9377767.htm/?utm_source=slidesgo_template&amp;utm_medium=referral-link&amp;utm_campaign=sg_resources&amp;utm_content=freepik" TargetMode="External"/><Relationship Id="rId4" Type="http://schemas.openxmlformats.org/officeDocument/2006/relationships/hyperlink" Target="https://www.freepik.com/free-vector/space-monochrome-elements-set-with-astronaut-shuttles-rockets-cosmic-objects-observatory-radar-isolated_9377764.htm/?utm_source=slidesgo_template&amp;utm_medium=referral-link&amp;utm_campaign=sg_resources&amp;utm_content=freepik" TargetMode="External"/><Relationship Id="rId9" Type="http://schemas.openxmlformats.org/officeDocument/2006/relationships/hyperlink" Target="https://www.freepik.com/free-photo/creative-collage-mars-planet-with-astronaut_28823060.htm/?utm_source=slidesgo_template&amp;utm_medium=referral-link&amp;utm_campaign=sg_resources&amp;utm_content=freepik" TargetMode="External"/><Relationship Id="rId5" Type="http://schemas.openxmlformats.org/officeDocument/2006/relationships/hyperlink" Target="https://www.freepik.com/free-vector/vintage-monochrome-space-labels-set-with-spaceships-ufo-astronauts-rocket-antenna-helmet-scientific-station-comets-meteors-isolated_10056106.htm/?utm_source=slidesgo_template&amp;utm_medium=referral-link&amp;utm_campaign=sg_resources&amp;utm_content=freepik" TargetMode="External"/><Relationship Id="rId6" Type="http://schemas.openxmlformats.org/officeDocument/2006/relationships/hyperlink" Target="https://www.freepik.com/free-photo/handsome-adult-male-posing_10848368.htm/?utm_source=slidesgo_template&amp;utm_medium=referral-link&amp;utm_campaign=sg_resources&amp;utm_content=freepik" TargetMode="External"/><Relationship Id="rId7" Type="http://schemas.openxmlformats.org/officeDocument/2006/relationships/hyperlink" Target="https://www.freepik.com/free-photo/young-adult-pressing-buzzer-button_30117987.htm/?utm_source=slidesgo_template&amp;utm_medium=referral-link&amp;utm_campaign=sg_resources&amp;utm_content=freepik" TargetMode="External"/><Relationship Id="rId8" Type="http://schemas.openxmlformats.org/officeDocument/2006/relationships/hyperlink" Target="https://www.freepik.com/free-photo/young-adult-pressing-buzzer-button_30117999.htm/?utm_source=slidesgo_template&amp;utm_medium=referral-link&amp;utm_campaign=sg_resources&amp;utm_content=freepik" TargetMode="External"/><Relationship Id="rId10" Type="http://schemas.openxmlformats.org/officeDocument/2006/relationships/hyperlink" Target="https://www.freepik.com/free-photo/creative-collage-mars-planet-with-astronaut_28823058.htm/?utm_source=slidesgo_template&amp;utm_medium=referral-link&amp;utm_campaign=sg_resources&amp;utm_content=freepik"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6.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 Id="rId6" Type="http://schemas.openxmlformats.org/officeDocument/2006/relationships/slide" Target="/ppt/slides/slide33.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7.xml"/><Relationship Id="rId3" Type="http://schemas.openxmlformats.org/officeDocument/2006/relationships/hyperlink" Target="http://bit.ly/2PfT4lq" TargetMode="External"/><Relationship Id="rId4" Type="http://schemas.openxmlformats.org/officeDocument/2006/relationships/slide" Target="/ppt/slides/slide33.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8.xml"/><Relationship Id="rId3" Type="http://schemas.openxmlformats.org/officeDocument/2006/relationships/hyperlink" Target="https://fonts.google.com/specimen/Audiowide" TargetMode="External"/><Relationship Id="rId4" Type="http://schemas.openxmlformats.org/officeDocument/2006/relationships/hyperlink" Target="https://fonts.google.com/specimen/Titillium+Web"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9.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3.png"/><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7.png"/><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png"/><Relationship Id="rId14" Type="http://schemas.openxmlformats.org/officeDocument/2006/relationships/image" Target="../media/image2.png"/><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4.png"/><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0.xml"/><Relationship Id="rId3" Type="http://schemas.openxmlformats.org/officeDocument/2006/relationships/hyperlink" Target="https://bit.ly/2ZjL1pd"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6.xml"/><Relationship Id="rId3" Type="http://schemas.openxmlformats.org/officeDocument/2006/relationships/hyperlink" Target="https://workspace.google.com/marketplace/app/icons_for_slides_docs/381578326502" TargetMode="Externa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3.xml"/><Relationship Id="rId3" Type="http://schemas.openxmlformats.org/officeDocument/2006/relationships/hyperlink" Target="http://bit.ly/2PfT4lq" TargetMode="External"/><Relationship Id="rId4" Type="http://schemas.openxmlformats.org/officeDocument/2006/relationships/image" Target="../media/image11.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00000"/>
        </a:solidFill>
      </p:bgPr>
    </p:bg>
    <p:spTree>
      <p:nvGrpSpPr>
        <p:cNvPr id="174" name="Shape 174"/>
        <p:cNvGrpSpPr/>
        <p:nvPr/>
      </p:nvGrpSpPr>
      <p:grpSpPr>
        <a:xfrm>
          <a:off x="0" y="0"/>
          <a:ext cx="0" cy="0"/>
          <a:chOff x="0" y="0"/>
          <a:chExt cx="0" cy="0"/>
        </a:xfrm>
      </p:grpSpPr>
      <p:sp>
        <p:nvSpPr>
          <p:cNvPr id="175" name="Google Shape;175;p37"/>
          <p:cNvSpPr txBox="1"/>
          <p:nvPr>
            <p:ph type="ctrTitle"/>
          </p:nvPr>
        </p:nvSpPr>
        <p:spPr>
          <a:xfrm>
            <a:off x="3379875" y="1634287"/>
            <a:ext cx="4952400" cy="155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4100"/>
              <a:t>SPACE EXPLORATION</a:t>
            </a:r>
            <a:endParaRPr sz="4100">
              <a:solidFill>
                <a:schemeClr val="dk2"/>
              </a:solidFill>
              <a:latin typeface="Audiowide"/>
              <a:ea typeface="Audiowide"/>
              <a:cs typeface="Audiowide"/>
              <a:sym typeface="Audiowide"/>
            </a:endParaRPr>
          </a:p>
          <a:p>
            <a:pPr indent="0" lvl="0" marL="0" rtl="0" algn="l">
              <a:spcBef>
                <a:spcPts val="0"/>
              </a:spcBef>
              <a:spcAft>
                <a:spcPts val="0"/>
              </a:spcAft>
              <a:buNone/>
            </a:pPr>
            <a:r>
              <a:rPr lang="en" sz="7500">
                <a:solidFill>
                  <a:schemeClr val="dk1"/>
                </a:solidFill>
              </a:rPr>
              <a:t>MISSION</a:t>
            </a:r>
            <a:endParaRPr sz="7500">
              <a:solidFill>
                <a:schemeClr val="dk1"/>
              </a:solidFill>
            </a:endParaRPr>
          </a:p>
        </p:txBody>
      </p:sp>
      <p:sp>
        <p:nvSpPr>
          <p:cNvPr id="176" name="Google Shape;176;p37"/>
          <p:cNvSpPr txBox="1"/>
          <p:nvPr>
            <p:ph idx="1" type="subTitle"/>
          </p:nvPr>
        </p:nvSpPr>
        <p:spPr>
          <a:xfrm>
            <a:off x="3410350" y="3441613"/>
            <a:ext cx="3885000" cy="36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grpSp>
        <p:nvGrpSpPr>
          <p:cNvPr id="177" name="Google Shape;177;p37"/>
          <p:cNvGrpSpPr/>
          <p:nvPr/>
        </p:nvGrpSpPr>
        <p:grpSpPr>
          <a:xfrm>
            <a:off x="713216" y="663457"/>
            <a:ext cx="2467524" cy="3816587"/>
            <a:chOff x="789300" y="539500"/>
            <a:chExt cx="2582443" cy="3994335"/>
          </a:xfrm>
        </p:grpSpPr>
        <p:sp>
          <p:nvSpPr>
            <p:cNvPr id="178" name="Google Shape;178;p37"/>
            <p:cNvSpPr/>
            <p:nvPr/>
          </p:nvSpPr>
          <p:spPr>
            <a:xfrm>
              <a:off x="1193139" y="4250655"/>
              <a:ext cx="31544" cy="172004"/>
            </a:xfrm>
            <a:custGeom>
              <a:rect b="b" l="l" r="r" t="t"/>
              <a:pathLst>
                <a:path extrusionOk="0" h="3468" w="636">
                  <a:moveTo>
                    <a:pt x="614" y="1"/>
                  </a:moveTo>
                  <a:cubicBezTo>
                    <a:pt x="614" y="1"/>
                    <a:pt x="520" y="206"/>
                    <a:pt x="422" y="526"/>
                  </a:cubicBezTo>
                  <a:cubicBezTo>
                    <a:pt x="372" y="685"/>
                    <a:pt x="321" y="871"/>
                    <a:pt x="273" y="1071"/>
                  </a:cubicBezTo>
                  <a:cubicBezTo>
                    <a:pt x="226" y="1272"/>
                    <a:pt x="183" y="1487"/>
                    <a:pt x="144" y="1703"/>
                  </a:cubicBezTo>
                  <a:cubicBezTo>
                    <a:pt x="67" y="2137"/>
                    <a:pt x="26" y="2576"/>
                    <a:pt x="14" y="2909"/>
                  </a:cubicBezTo>
                  <a:cubicBezTo>
                    <a:pt x="0" y="3241"/>
                    <a:pt x="23" y="3468"/>
                    <a:pt x="23" y="3468"/>
                  </a:cubicBezTo>
                  <a:cubicBezTo>
                    <a:pt x="23" y="3468"/>
                    <a:pt x="118" y="3260"/>
                    <a:pt x="216" y="2943"/>
                  </a:cubicBezTo>
                  <a:cubicBezTo>
                    <a:pt x="314" y="2626"/>
                    <a:pt x="420" y="2198"/>
                    <a:pt x="493" y="1762"/>
                  </a:cubicBezTo>
                  <a:cubicBezTo>
                    <a:pt x="529" y="1546"/>
                    <a:pt x="560" y="1327"/>
                    <a:pt x="582" y="1123"/>
                  </a:cubicBezTo>
                  <a:cubicBezTo>
                    <a:pt x="602" y="916"/>
                    <a:pt x="617" y="726"/>
                    <a:pt x="622" y="559"/>
                  </a:cubicBezTo>
                  <a:cubicBezTo>
                    <a:pt x="635" y="226"/>
                    <a:pt x="614" y="1"/>
                    <a:pt x="6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37"/>
            <p:cNvSpPr/>
            <p:nvPr/>
          </p:nvSpPr>
          <p:spPr>
            <a:xfrm>
              <a:off x="1341243" y="4249663"/>
              <a:ext cx="17706" cy="173938"/>
            </a:xfrm>
            <a:custGeom>
              <a:rect b="b" l="l" r="r" t="t"/>
              <a:pathLst>
                <a:path extrusionOk="0" h="3507" w="357">
                  <a:moveTo>
                    <a:pt x="179" y="0"/>
                  </a:moveTo>
                  <a:cubicBezTo>
                    <a:pt x="179" y="0"/>
                    <a:pt x="120" y="219"/>
                    <a:pt x="79" y="547"/>
                  </a:cubicBezTo>
                  <a:cubicBezTo>
                    <a:pt x="54" y="712"/>
                    <a:pt x="38" y="903"/>
                    <a:pt x="24" y="1110"/>
                  </a:cubicBezTo>
                  <a:cubicBezTo>
                    <a:pt x="10" y="1314"/>
                    <a:pt x="3" y="1534"/>
                    <a:pt x="3" y="1754"/>
                  </a:cubicBezTo>
                  <a:cubicBezTo>
                    <a:pt x="1" y="2192"/>
                    <a:pt x="33" y="2630"/>
                    <a:pt x="79" y="2959"/>
                  </a:cubicBezTo>
                  <a:cubicBezTo>
                    <a:pt x="119" y="3288"/>
                    <a:pt x="178" y="3507"/>
                    <a:pt x="178" y="3507"/>
                  </a:cubicBezTo>
                  <a:cubicBezTo>
                    <a:pt x="178" y="3507"/>
                    <a:pt x="236" y="3286"/>
                    <a:pt x="280" y="2959"/>
                  </a:cubicBezTo>
                  <a:cubicBezTo>
                    <a:pt x="326" y="2630"/>
                    <a:pt x="357" y="2192"/>
                    <a:pt x="355" y="1754"/>
                  </a:cubicBezTo>
                  <a:cubicBezTo>
                    <a:pt x="355" y="1534"/>
                    <a:pt x="349" y="1316"/>
                    <a:pt x="335" y="1110"/>
                  </a:cubicBezTo>
                  <a:cubicBezTo>
                    <a:pt x="320" y="904"/>
                    <a:pt x="303" y="712"/>
                    <a:pt x="280" y="547"/>
                  </a:cubicBezTo>
                  <a:cubicBezTo>
                    <a:pt x="236" y="218"/>
                    <a:pt x="179" y="0"/>
                    <a:pt x="1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37"/>
            <p:cNvSpPr/>
            <p:nvPr/>
          </p:nvSpPr>
          <p:spPr>
            <a:xfrm>
              <a:off x="1271209" y="4249663"/>
              <a:ext cx="19988" cy="173938"/>
            </a:xfrm>
            <a:custGeom>
              <a:rect b="b" l="l" r="r" t="t"/>
              <a:pathLst>
                <a:path extrusionOk="0" h="3507" w="403">
                  <a:moveTo>
                    <a:pt x="316" y="0"/>
                  </a:moveTo>
                  <a:cubicBezTo>
                    <a:pt x="316" y="0"/>
                    <a:pt x="243" y="215"/>
                    <a:pt x="180" y="542"/>
                  </a:cubicBezTo>
                  <a:cubicBezTo>
                    <a:pt x="146" y="705"/>
                    <a:pt x="117" y="896"/>
                    <a:pt x="89" y="1100"/>
                  </a:cubicBezTo>
                  <a:cubicBezTo>
                    <a:pt x="63" y="1306"/>
                    <a:pt x="42" y="1525"/>
                    <a:pt x="28" y="1743"/>
                  </a:cubicBezTo>
                  <a:cubicBezTo>
                    <a:pt x="0" y="2181"/>
                    <a:pt x="5" y="2622"/>
                    <a:pt x="28" y="2953"/>
                  </a:cubicBezTo>
                  <a:cubicBezTo>
                    <a:pt x="52" y="3284"/>
                    <a:pt x="97" y="3507"/>
                    <a:pt x="97" y="3507"/>
                  </a:cubicBezTo>
                  <a:cubicBezTo>
                    <a:pt x="97" y="3507"/>
                    <a:pt x="169" y="3292"/>
                    <a:pt x="234" y="2964"/>
                  </a:cubicBezTo>
                  <a:cubicBezTo>
                    <a:pt x="298" y="2639"/>
                    <a:pt x="357" y="2203"/>
                    <a:pt x="383" y="1764"/>
                  </a:cubicBezTo>
                  <a:cubicBezTo>
                    <a:pt x="396" y="1545"/>
                    <a:pt x="403" y="1326"/>
                    <a:pt x="403" y="1119"/>
                  </a:cubicBezTo>
                  <a:cubicBezTo>
                    <a:pt x="402" y="914"/>
                    <a:pt x="396" y="720"/>
                    <a:pt x="383" y="554"/>
                  </a:cubicBezTo>
                  <a:cubicBezTo>
                    <a:pt x="361" y="223"/>
                    <a:pt x="316" y="0"/>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37"/>
            <p:cNvSpPr/>
            <p:nvPr/>
          </p:nvSpPr>
          <p:spPr>
            <a:xfrm>
              <a:off x="1404880" y="4249514"/>
              <a:ext cx="19938" cy="174087"/>
            </a:xfrm>
            <a:custGeom>
              <a:rect b="b" l="l" r="r" t="t"/>
              <a:pathLst>
                <a:path extrusionOk="0" h="3510" w="402">
                  <a:moveTo>
                    <a:pt x="87" y="1"/>
                  </a:moveTo>
                  <a:cubicBezTo>
                    <a:pt x="87" y="1"/>
                    <a:pt x="43" y="225"/>
                    <a:pt x="20" y="555"/>
                  </a:cubicBezTo>
                  <a:cubicBezTo>
                    <a:pt x="7" y="722"/>
                    <a:pt x="3" y="914"/>
                    <a:pt x="0" y="1121"/>
                  </a:cubicBezTo>
                  <a:cubicBezTo>
                    <a:pt x="0" y="1328"/>
                    <a:pt x="7" y="1548"/>
                    <a:pt x="20" y="1765"/>
                  </a:cubicBezTo>
                  <a:cubicBezTo>
                    <a:pt x="46" y="2206"/>
                    <a:pt x="105" y="2642"/>
                    <a:pt x="171" y="2967"/>
                  </a:cubicBezTo>
                  <a:cubicBezTo>
                    <a:pt x="234" y="3293"/>
                    <a:pt x="306" y="3510"/>
                    <a:pt x="306" y="3510"/>
                  </a:cubicBezTo>
                  <a:cubicBezTo>
                    <a:pt x="306" y="3510"/>
                    <a:pt x="352" y="3287"/>
                    <a:pt x="374" y="2955"/>
                  </a:cubicBezTo>
                  <a:cubicBezTo>
                    <a:pt x="396" y="2625"/>
                    <a:pt x="402" y="2183"/>
                    <a:pt x="374" y="1745"/>
                  </a:cubicBezTo>
                  <a:cubicBezTo>
                    <a:pt x="360" y="1525"/>
                    <a:pt x="339" y="1307"/>
                    <a:pt x="313" y="1102"/>
                  </a:cubicBezTo>
                  <a:cubicBezTo>
                    <a:pt x="286" y="898"/>
                    <a:pt x="255" y="708"/>
                    <a:pt x="222" y="543"/>
                  </a:cubicBezTo>
                  <a:cubicBezTo>
                    <a:pt x="159" y="218"/>
                    <a:pt x="87" y="1"/>
                    <a:pt x="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37"/>
            <p:cNvSpPr/>
            <p:nvPr/>
          </p:nvSpPr>
          <p:spPr>
            <a:xfrm>
              <a:off x="2664063" y="4250655"/>
              <a:ext cx="31544" cy="172004"/>
            </a:xfrm>
            <a:custGeom>
              <a:rect b="b" l="l" r="r" t="t"/>
              <a:pathLst>
                <a:path extrusionOk="0" h="3468" w="636">
                  <a:moveTo>
                    <a:pt x="614" y="1"/>
                  </a:moveTo>
                  <a:cubicBezTo>
                    <a:pt x="614" y="1"/>
                    <a:pt x="520" y="206"/>
                    <a:pt x="422" y="526"/>
                  </a:cubicBezTo>
                  <a:cubicBezTo>
                    <a:pt x="372" y="685"/>
                    <a:pt x="321" y="871"/>
                    <a:pt x="273" y="1071"/>
                  </a:cubicBezTo>
                  <a:cubicBezTo>
                    <a:pt x="226" y="1272"/>
                    <a:pt x="182" y="1487"/>
                    <a:pt x="144" y="1703"/>
                  </a:cubicBezTo>
                  <a:cubicBezTo>
                    <a:pt x="67" y="2137"/>
                    <a:pt x="26" y="2576"/>
                    <a:pt x="14" y="2909"/>
                  </a:cubicBezTo>
                  <a:cubicBezTo>
                    <a:pt x="0" y="3241"/>
                    <a:pt x="23" y="3468"/>
                    <a:pt x="23" y="3468"/>
                  </a:cubicBezTo>
                  <a:cubicBezTo>
                    <a:pt x="23" y="3468"/>
                    <a:pt x="118" y="3260"/>
                    <a:pt x="215" y="2943"/>
                  </a:cubicBezTo>
                  <a:cubicBezTo>
                    <a:pt x="315" y="2626"/>
                    <a:pt x="421" y="2198"/>
                    <a:pt x="493" y="1762"/>
                  </a:cubicBezTo>
                  <a:cubicBezTo>
                    <a:pt x="529" y="1546"/>
                    <a:pt x="560" y="1327"/>
                    <a:pt x="582" y="1123"/>
                  </a:cubicBezTo>
                  <a:cubicBezTo>
                    <a:pt x="602" y="916"/>
                    <a:pt x="617" y="726"/>
                    <a:pt x="622" y="559"/>
                  </a:cubicBezTo>
                  <a:cubicBezTo>
                    <a:pt x="635" y="226"/>
                    <a:pt x="614" y="1"/>
                    <a:pt x="6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37"/>
            <p:cNvSpPr/>
            <p:nvPr/>
          </p:nvSpPr>
          <p:spPr>
            <a:xfrm>
              <a:off x="2812167" y="4249663"/>
              <a:ext cx="17706" cy="173938"/>
            </a:xfrm>
            <a:custGeom>
              <a:rect b="b" l="l" r="r" t="t"/>
              <a:pathLst>
                <a:path extrusionOk="0" h="3507" w="357">
                  <a:moveTo>
                    <a:pt x="179" y="0"/>
                  </a:moveTo>
                  <a:cubicBezTo>
                    <a:pt x="179" y="0"/>
                    <a:pt x="120" y="219"/>
                    <a:pt x="79" y="547"/>
                  </a:cubicBezTo>
                  <a:cubicBezTo>
                    <a:pt x="55" y="712"/>
                    <a:pt x="37" y="903"/>
                    <a:pt x="22" y="1110"/>
                  </a:cubicBezTo>
                  <a:cubicBezTo>
                    <a:pt x="9" y="1314"/>
                    <a:pt x="2" y="1534"/>
                    <a:pt x="2" y="1754"/>
                  </a:cubicBezTo>
                  <a:cubicBezTo>
                    <a:pt x="1" y="2192"/>
                    <a:pt x="33" y="2630"/>
                    <a:pt x="79" y="2959"/>
                  </a:cubicBezTo>
                  <a:cubicBezTo>
                    <a:pt x="116" y="3288"/>
                    <a:pt x="177" y="3507"/>
                    <a:pt x="177" y="3507"/>
                  </a:cubicBezTo>
                  <a:cubicBezTo>
                    <a:pt x="177" y="3507"/>
                    <a:pt x="236" y="3286"/>
                    <a:pt x="280" y="2959"/>
                  </a:cubicBezTo>
                  <a:cubicBezTo>
                    <a:pt x="325" y="2630"/>
                    <a:pt x="357" y="2192"/>
                    <a:pt x="355" y="1754"/>
                  </a:cubicBezTo>
                  <a:cubicBezTo>
                    <a:pt x="355" y="1534"/>
                    <a:pt x="349" y="1316"/>
                    <a:pt x="335" y="1110"/>
                  </a:cubicBezTo>
                  <a:cubicBezTo>
                    <a:pt x="320" y="904"/>
                    <a:pt x="303" y="712"/>
                    <a:pt x="280" y="547"/>
                  </a:cubicBezTo>
                  <a:cubicBezTo>
                    <a:pt x="236" y="218"/>
                    <a:pt x="179" y="0"/>
                    <a:pt x="1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37"/>
            <p:cNvSpPr/>
            <p:nvPr/>
          </p:nvSpPr>
          <p:spPr>
            <a:xfrm>
              <a:off x="2742133" y="4249663"/>
              <a:ext cx="20037" cy="173938"/>
            </a:xfrm>
            <a:custGeom>
              <a:rect b="b" l="l" r="r" t="t"/>
              <a:pathLst>
                <a:path extrusionOk="0" h="3507" w="404">
                  <a:moveTo>
                    <a:pt x="316" y="0"/>
                  </a:moveTo>
                  <a:cubicBezTo>
                    <a:pt x="316" y="0"/>
                    <a:pt x="243" y="215"/>
                    <a:pt x="179" y="542"/>
                  </a:cubicBezTo>
                  <a:cubicBezTo>
                    <a:pt x="145" y="705"/>
                    <a:pt x="117" y="896"/>
                    <a:pt x="89" y="1100"/>
                  </a:cubicBezTo>
                  <a:cubicBezTo>
                    <a:pt x="63" y="1306"/>
                    <a:pt x="42" y="1525"/>
                    <a:pt x="28" y="1743"/>
                  </a:cubicBezTo>
                  <a:cubicBezTo>
                    <a:pt x="0" y="2181"/>
                    <a:pt x="4" y="2622"/>
                    <a:pt x="28" y="2953"/>
                  </a:cubicBezTo>
                  <a:cubicBezTo>
                    <a:pt x="51" y="3284"/>
                    <a:pt x="97" y="3507"/>
                    <a:pt x="97" y="3507"/>
                  </a:cubicBezTo>
                  <a:cubicBezTo>
                    <a:pt x="97" y="3507"/>
                    <a:pt x="169" y="3292"/>
                    <a:pt x="232" y="2964"/>
                  </a:cubicBezTo>
                  <a:cubicBezTo>
                    <a:pt x="298" y="2639"/>
                    <a:pt x="357" y="2203"/>
                    <a:pt x="383" y="1764"/>
                  </a:cubicBezTo>
                  <a:cubicBezTo>
                    <a:pt x="396" y="1545"/>
                    <a:pt x="403" y="1326"/>
                    <a:pt x="403" y="1119"/>
                  </a:cubicBezTo>
                  <a:cubicBezTo>
                    <a:pt x="400" y="914"/>
                    <a:pt x="396" y="720"/>
                    <a:pt x="383" y="554"/>
                  </a:cubicBezTo>
                  <a:cubicBezTo>
                    <a:pt x="360" y="223"/>
                    <a:pt x="316" y="0"/>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37"/>
            <p:cNvSpPr/>
            <p:nvPr/>
          </p:nvSpPr>
          <p:spPr>
            <a:xfrm>
              <a:off x="2875803" y="4249514"/>
              <a:ext cx="19938" cy="174087"/>
            </a:xfrm>
            <a:custGeom>
              <a:rect b="b" l="l" r="r" t="t"/>
              <a:pathLst>
                <a:path extrusionOk="0" h="3510" w="402">
                  <a:moveTo>
                    <a:pt x="88" y="1"/>
                  </a:moveTo>
                  <a:cubicBezTo>
                    <a:pt x="88" y="1"/>
                    <a:pt x="42" y="225"/>
                    <a:pt x="20" y="555"/>
                  </a:cubicBezTo>
                  <a:cubicBezTo>
                    <a:pt x="7" y="722"/>
                    <a:pt x="2" y="914"/>
                    <a:pt x="0" y="1121"/>
                  </a:cubicBezTo>
                  <a:cubicBezTo>
                    <a:pt x="0" y="1328"/>
                    <a:pt x="7" y="1548"/>
                    <a:pt x="20" y="1765"/>
                  </a:cubicBezTo>
                  <a:cubicBezTo>
                    <a:pt x="46" y="2206"/>
                    <a:pt x="105" y="2642"/>
                    <a:pt x="170" y="2967"/>
                  </a:cubicBezTo>
                  <a:cubicBezTo>
                    <a:pt x="234" y="3293"/>
                    <a:pt x="307" y="3510"/>
                    <a:pt x="307" y="3510"/>
                  </a:cubicBezTo>
                  <a:cubicBezTo>
                    <a:pt x="307" y="3510"/>
                    <a:pt x="351" y="3287"/>
                    <a:pt x="374" y="2955"/>
                  </a:cubicBezTo>
                  <a:cubicBezTo>
                    <a:pt x="396" y="2625"/>
                    <a:pt x="402" y="2183"/>
                    <a:pt x="374" y="1745"/>
                  </a:cubicBezTo>
                  <a:cubicBezTo>
                    <a:pt x="359" y="1525"/>
                    <a:pt x="337" y="1307"/>
                    <a:pt x="313" y="1102"/>
                  </a:cubicBezTo>
                  <a:cubicBezTo>
                    <a:pt x="286" y="898"/>
                    <a:pt x="255" y="708"/>
                    <a:pt x="222" y="543"/>
                  </a:cubicBezTo>
                  <a:cubicBezTo>
                    <a:pt x="157" y="218"/>
                    <a:pt x="88" y="1"/>
                    <a:pt x="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37"/>
            <p:cNvSpPr/>
            <p:nvPr/>
          </p:nvSpPr>
          <p:spPr>
            <a:xfrm>
              <a:off x="789300" y="539500"/>
              <a:ext cx="2582443" cy="3994335"/>
            </a:xfrm>
            <a:custGeom>
              <a:rect b="b" l="l" r="r" t="t"/>
              <a:pathLst>
                <a:path extrusionOk="0" h="80535" w="52068">
                  <a:moveTo>
                    <a:pt x="29989" y="19184"/>
                  </a:moveTo>
                  <a:lnTo>
                    <a:pt x="30842" y="19242"/>
                  </a:lnTo>
                  <a:cubicBezTo>
                    <a:pt x="30848" y="19388"/>
                    <a:pt x="30849" y="19537"/>
                    <a:pt x="30849" y="19681"/>
                  </a:cubicBezTo>
                  <a:lnTo>
                    <a:pt x="30849" y="20559"/>
                  </a:lnTo>
                  <a:cubicBezTo>
                    <a:pt x="30572" y="20050"/>
                    <a:pt x="30285" y="19592"/>
                    <a:pt x="29989" y="19184"/>
                  </a:cubicBezTo>
                  <a:close/>
                  <a:moveTo>
                    <a:pt x="24321" y="1298"/>
                  </a:moveTo>
                  <a:cubicBezTo>
                    <a:pt x="24321" y="1298"/>
                    <a:pt x="24077" y="1741"/>
                    <a:pt x="23752" y="2427"/>
                  </a:cubicBezTo>
                  <a:cubicBezTo>
                    <a:pt x="23427" y="3111"/>
                    <a:pt x="23025" y="4038"/>
                    <a:pt x="22677" y="4982"/>
                  </a:cubicBezTo>
                  <a:cubicBezTo>
                    <a:pt x="22589" y="5217"/>
                    <a:pt x="22504" y="5453"/>
                    <a:pt x="22426" y="5687"/>
                  </a:cubicBezTo>
                  <a:cubicBezTo>
                    <a:pt x="22343" y="5918"/>
                    <a:pt x="22272" y="6150"/>
                    <a:pt x="22201" y="6373"/>
                  </a:cubicBezTo>
                  <a:cubicBezTo>
                    <a:pt x="22167" y="6475"/>
                    <a:pt x="22135" y="6577"/>
                    <a:pt x="22107" y="6678"/>
                  </a:cubicBezTo>
                  <a:cubicBezTo>
                    <a:pt x="23075" y="6589"/>
                    <a:pt x="24375" y="6514"/>
                    <a:pt x="26006" y="6514"/>
                  </a:cubicBezTo>
                  <a:cubicBezTo>
                    <a:pt x="26781" y="6514"/>
                    <a:pt x="27490" y="6533"/>
                    <a:pt x="28128" y="6562"/>
                  </a:cubicBezTo>
                  <a:cubicBezTo>
                    <a:pt x="29212" y="9824"/>
                    <a:pt x="30379" y="13968"/>
                    <a:pt x="30739" y="17581"/>
                  </a:cubicBezTo>
                  <a:lnTo>
                    <a:pt x="28640" y="17720"/>
                  </a:lnTo>
                  <a:cubicBezTo>
                    <a:pt x="27826" y="17062"/>
                    <a:pt x="26957" y="16729"/>
                    <a:pt x="26035" y="16729"/>
                  </a:cubicBezTo>
                  <a:cubicBezTo>
                    <a:pt x="24952" y="16729"/>
                    <a:pt x="23941" y="17188"/>
                    <a:pt x="23008" y="18095"/>
                  </a:cubicBezTo>
                  <a:lnTo>
                    <a:pt x="18310" y="18406"/>
                  </a:lnTo>
                  <a:lnTo>
                    <a:pt x="22467" y="18682"/>
                  </a:lnTo>
                  <a:cubicBezTo>
                    <a:pt x="21590" y="19735"/>
                    <a:pt x="20785" y="21212"/>
                    <a:pt x="20063" y="23108"/>
                  </a:cubicBezTo>
                  <a:cubicBezTo>
                    <a:pt x="18831" y="26335"/>
                    <a:pt x="17871" y="30774"/>
                    <a:pt x="17428" y="35286"/>
                  </a:cubicBezTo>
                  <a:cubicBezTo>
                    <a:pt x="17365" y="35935"/>
                    <a:pt x="17297" y="36590"/>
                    <a:pt x="17225" y="37251"/>
                  </a:cubicBezTo>
                  <a:cubicBezTo>
                    <a:pt x="17231" y="35401"/>
                    <a:pt x="17236" y="33526"/>
                    <a:pt x="17240" y="31651"/>
                  </a:cubicBezTo>
                  <a:cubicBezTo>
                    <a:pt x="17231" y="27580"/>
                    <a:pt x="17221" y="23507"/>
                    <a:pt x="17209" y="19686"/>
                  </a:cubicBezTo>
                  <a:cubicBezTo>
                    <a:pt x="17209" y="19451"/>
                    <a:pt x="17204" y="19203"/>
                    <a:pt x="17211" y="18981"/>
                  </a:cubicBezTo>
                  <a:cubicBezTo>
                    <a:pt x="17219" y="18754"/>
                    <a:pt x="17240" y="18525"/>
                    <a:pt x="17270" y="18298"/>
                  </a:cubicBezTo>
                  <a:cubicBezTo>
                    <a:pt x="17330" y="17842"/>
                    <a:pt x="17411" y="17390"/>
                    <a:pt x="17509" y="16944"/>
                  </a:cubicBezTo>
                  <a:cubicBezTo>
                    <a:pt x="17703" y="16055"/>
                    <a:pt x="17944" y="15192"/>
                    <a:pt x="18198" y="14358"/>
                  </a:cubicBezTo>
                  <a:cubicBezTo>
                    <a:pt x="18709" y="12691"/>
                    <a:pt x="19284" y="11140"/>
                    <a:pt x="19856" y="9729"/>
                  </a:cubicBezTo>
                  <a:cubicBezTo>
                    <a:pt x="20272" y="8711"/>
                    <a:pt x="20686" y="7765"/>
                    <a:pt x="21090" y="6902"/>
                  </a:cubicBezTo>
                  <a:cubicBezTo>
                    <a:pt x="21118" y="6839"/>
                    <a:pt x="21145" y="6777"/>
                    <a:pt x="21173" y="6714"/>
                  </a:cubicBezTo>
                  <a:cubicBezTo>
                    <a:pt x="21265" y="6513"/>
                    <a:pt x="21359" y="6299"/>
                    <a:pt x="21466" y="6083"/>
                  </a:cubicBezTo>
                  <a:cubicBezTo>
                    <a:pt x="21570" y="5865"/>
                    <a:pt x="21677" y="5641"/>
                    <a:pt x="21795" y="5418"/>
                  </a:cubicBezTo>
                  <a:cubicBezTo>
                    <a:pt x="21909" y="5192"/>
                    <a:pt x="22026" y="4966"/>
                    <a:pt x="22151" y="4741"/>
                  </a:cubicBezTo>
                  <a:cubicBezTo>
                    <a:pt x="22637" y="3842"/>
                    <a:pt x="23172" y="2974"/>
                    <a:pt x="23595" y="2339"/>
                  </a:cubicBezTo>
                  <a:cubicBezTo>
                    <a:pt x="24014" y="1702"/>
                    <a:pt x="24321" y="1298"/>
                    <a:pt x="24321" y="1298"/>
                  </a:cubicBezTo>
                  <a:close/>
                  <a:moveTo>
                    <a:pt x="32385" y="32860"/>
                  </a:moveTo>
                  <a:lnTo>
                    <a:pt x="32385" y="32860"/>
                  </a:lnTo>
                  <a:cubicBezTo>
                    <a:pt x="32499" y="32869"/>
                    <a:pt x="32605" y="32881"/>
                    <a:pt x="32699" y="32889"/>
                  </a:cubicBezTo>
                  <a:cubicBezTo>
                    <a:pt x="33036" y="32927"/>
                    <a:pt x="33235" y="32948"/>
                    <a:pt x="33251" y="32950"/>
                  </a:cubicBezTo>
                  <a:cubicBezTo>
                    <a:pt x="33357" y="33773"/>
                    <a:pt x="33446" y="34595"/>
                    <a:pt x="33519" y="35421"/>
                  </a:cubicBezTo>
                  <a:lnTo>
                    <a:pt x="33485" y="40838"/>
                  </a:lnTo>
                  <a:cubicBezTo>
                    <a:pt x="33347" y="40829"/>
                    <a:pt x="33169" y="40816"/>
                    <a:pt x="32998" y="40803"/>
                  </a:cubicBezTo>
                  <a:lnTo>
                    <a:pt x="32993" y="40647"/>
                  </a:lnTo>
                  <a:cubicBezTo>
                    <a:pt x="32957" y="39564"/>
                    <a:pt x="32929" y="38515"/>
                    <a:pt x="32877" y="37516"/>
                  </a:cubicBezTo>
                  <a:cubicBezTo>
                    <a:pt x="32820" y="36519"/>
                    <a:pt x="32737" y="35578"/>
                    <a:pt x="32639" y="34713"/>
                  </a:cubicBezTo>
                  <a:cubicBezTo>
                    <a:pt x="32560" y="34048"/>
                    <a:pt x="32476" y="33427"/>
                    <a:pt x="32385" y="32860"/>
                  </a:cubicBezTo>
                  <a:close/>
                  <a:moveTo>
                    <a:pt x="27465" y="1165"/>
                  </a:moveTo>
                  <a:lnTo>
                    <a:pt x="27465" y="1165"/>
                  </a:lnTo>
                  <a:cubicBezTo>
                    <a:pt x="27465" y="1165"/>
                    <a:pt x="27480" y="1171"/>
                    <a:pt x="27509" y="1183"/>
                  </a:cubicBezTo>
                  <a:cubicBezTo>
                    <a:pt x="27537" y="1196"/>
                    <a:pt x="27584" y="1208"/>
                    <a:pt x="27638" y="1238"/>
                  </a:cubicBezTo>
                  <a:cubicBezTo>
                    <a:pt x="27752" y="1289"/>
                    <a:pt x="27909" y="1389"/>
                    <a:pt x="28100" y="1540"/>
                  </a:cubicBezTo>
                  <a:cubicBezTo>
                    <a:pt x="28477" y="1845"/>
                    <a:pt x="28962" y="2372"/>
                    <a:pt x="29476" y="3116"/>
                  </a:cubicBezTo>
                  <a:cubicBezTo>
                    <a:pt x="29995" y="3856"/>
                    <a:pt x="30558" y="4800"/>
                    <a:pt x="31143" y="5911"/>
                  </a:cubicBezTo>
                  <a:cubicBezTo>
                    <a:pt x="31729" y="7024"/>
                    <a:pt x="32337" y="8307"/>
                    <a:pt x="32932" y="9733"/>
                  </a:cubicBezTo>
                  <a:cubicBezTo>
                    <a:pt x="33529" y="11160"/>
                    <a:pt x="34126" y="12727"/>
                    <a:pt x="34655" y="14425"/>
                  </a:cubicBezTo>
                  <a:cubicBezTo>
                    <a:pt x="34918" y="15275"/>
                    <a:pt x="35168" y="16152"/>
                    <a:pt x="35368" y="17072"/>
                  </a:cubicBezTo>
                  <a:cubicBezTo>
                    <a:pt x="35468" y="17532"/>
                    <a:pt x="35554" y="18001"/>
                    <a:pt x="35607" y="18487"/>
                  </a:cubicBezTo>
                  <a:cubicBezTo>
                    <a:pt x="35617" y="18609"/>
                    <a:pt x="35630" y="18730"/>
                    <a:pt x="35636" y="18860"/>
                  </a:cubicBezTo>
                  <a:cubicBezTo>
                    <a:pt x="35644" y="18992"/>
                    <a:pt x="35644" y="19097"/>
                    <a:pt x="35647" y="19227"/>
                  </a:cubicBezTo>
                  <a:cubicBezTo>
                    <a:pt x="35648" y="19466"/>
                    <a:pt x="35651" y="19706"/>
                    <a:pt x="35654" y="19948"/>
                  </a:cubicBezTo>
                  <a:cubicBezTo>
                    <a:pt x="35670" y="21875"/>
                    <a:pt x="35687" y="23867"/>
                    <a:pt x="35703" y="25890"/>
                  </a:cubicBezTo>
                  <a:cubicBezTo>
                    <a:pt x="35720" y="27913"/>
                    <a:pt x="35730" y="29969"/>
                    <a:pt x="35741" y="32023"/>
                  </a:cubicBezTo>
                  <a:cubicBezTo>
                    <a:pt x="35744" y="34081"/>
                    <a:pt x="35748" y="36136"/>
                    <a:pt x="35750" y="38159"/>
                  </a:cubicBezTo>
                  <a:cubicBezTo>
                    <a:pt x="35749" y="40184"/>
                    <a:pt x="35745" y="42174"/>
                    <a:pt x="35744" y="44101"/>
                  </a:cubicBezTo>
                  <a:cubicBezTo>
                    <a:pt x="35742" y="44313"/>
                    <a:pt x="35742" y="44521"/>
                    <a:pt x="35741" y="44732"/>
                  </a:cubicBezTo>
                  <a:cubicBezTo>
                    <a:pt x="35528" y="43074"/>
                    <a:pt x="35313" y="41368"/>
                    <a:pt x="35113" y="39667"/>
                  </a:cubicBezTo>
                  <a:cubicBezTo>
                    <a:pt x="35107" y="39166"/>
                    <a:pt x="35105" y="38664"/>
                    <a:pt x="35099" y="38160"/>
                  </a:cubicBezTo>
                  <a:cubicBezTo>
                    <a:pt x="35087" y="36136"/>
                    <a:pt x="35076" y="34082"/>
                    <a:pt x="35066" y="32026"/>
                  </a:cubicBezTo>
                  <a:cubicBezTo>
                    <a:pt x="35063" y="29969"/>
                    <a:pt x="35059" y="27913"/>
                    <a:pt x="35053" y="25890"/>
                  </a:cubicBezTo>
                  <a:cubicBezTo>
                    <a:pt x="35056" y="23865"/>
                    <a:pt x="35059" y="21875"/>
                    <a:pt x="35060" y="19948"/>
                  </a:cubicBezTo>
                  <a:cubicBezTo>
                    <a:pt x="35060" y="19706"/>
                    <a:pt x="35063" y="19467"/>
                    <a:pt x="35063" y="19228"/>
                  </a:cubicBezTo>
                  <a:cubicBezTo>
                    <a:pt x="35063" y="19121"/>
                    <a:pt x="35063" y="18987"/>
                    <a:pt x="35056" y="18882"/>
                  </a:cubicBezTo>
                  <a:cubicBezTo>
                    <a:pt x="35052" y="18774"/>
                    <a:pt x="35043" y="18659"/>
                    <a:pt x="35032" y="18545"/>
                  </a:cubicBezTo>
                  <a:cubicBezTo>
                    <a:pt x="34986" y="18088"/>
                    <a:pt x="34911" y="17633"/>
                    <a:pt x="34824" y="17184"/>
                  </a:cubicBezTo>
                  <a:cubicBezTo>
                    <a:pt x="34647" y="16287"/>
                    <a:pt x="34416" y="15414"/>
                    <a:pt x="34173" y="14571"/>
                  </a:cubicBezTo>
                  <a:cubicBezTo>
                    <a:pt x="33677" y="12886"/>
                    <a:pt x="33126" y="11313"/>
                    <a:pt x="32573" y="9879"/>
                  </a:cubicBezTo>
                  <a:cubicBezTo>
                    <a:pt x="32015" y="8448"/>
                    <a:pt x="31457" y="7152"/>
                    <a:pt x="30917" y="6025"/>
                  </a:cubicBezTo>
                  <a:cubicBezTo>
                    <a:pt x="30378" y="4898"/>
                    <a:pt x="29854" y="3942"/>
                    <a:pt x="29366" y="3190"/>
                  </a:cubicBezTo>
                  <a:cubicBezTo>
                    <a:pt x="28882" y="2438"/>
                    <a:pt x="28436" y="1888"/>
                    <a:pt x="28076" y="1568"/>
                  </a:cubicBezTo>
                  <a:cubicBezTo>
                    <a:pt x="27896" y="1410"/>
                    <a:pt x="27746" y="1303"/>
                    <a:pt x="27634" y="1248"/>
                  </a:cubicBezTo>
                  <a:cubicBezTo>
                    <a:pt x="27580" y="1215"/>
                    <a:pt x="27536" y="1201"/>
                    <a:pt x="27509" y="1185"/>
                  </a:cubicBezTo>
                  <a:cubicBezTo>
                    <a:pt x="27480" y="1172"/>
                    <a:pt x="27465" y="1165"/>
                    <a:pt x="27465" y="1165"/>
                  </a:cubicBezTo>
                  <a:close/>
                  <a:moveTo>
                    <a:pt x="20890" y="6817"/>
                  </a:moveTo>
                  <a:lnTo>
                    <a:pt x="20890" y="6817"/>
                  </a:lnTo>
                  <a:cubicBezTo>
                    <a:pt x="20460" y="7671"/>
                    <a:pt x="20024" y="8609"/>
                    <a:pt x="19594" y="9621"/>
                  </a:cubicBezTo>
                  <a:cubicBezTo>
                    <a:pt x="18995" y="11029"/>
                    <a:pt x="18392" y="12577"/>
                    <a:pt x="17849" y="14249"/>
                  </a:cubicBezTo>
                  <a:cubicBezTo>
                    <a:pt x="17579" y="15085"/>
                    <a:pt x="17319" y="15953"/>
                    <a:pt x="17109" y="16854"/>
                  </a:cubicBezTo>
                  <a:cubicBezTo>
                    <a:pt x="17002" y="17305"/>
                    <a:pt x="16907" y="17766"/>
                    <a:pt x="16843" y="18241"/>
                  </a:cubicBezTo>
                  <a:cubicBezTo>
                    <a:pt x="16813" y="18478"/>
                    <a:pt x="16788" y="18719"/>
                    <a:pt x="16778" y="18964"/>
                  </a:cubicBezTo>
                  <a:cubicBezTo>
                    <a:pt x="16769" y="19216"/>
                    <a:pt x="16774" y="19443"/>
                    <a:pt x="16773" y="19685"/>
                  </a:cubicBezTo>
                  <a:cubicBezTo>
                    <a:pt x="16762" y="23503"/>
                    <a:pt x="16751" y="27577"/>
                    <a:pt x="16739" y="31651"/>
                  </a:cubicBezTo>
                  <a:cubicBezTo>
                    <a:pt x="16747" y="34897"/>
                    <a:pt x="16758" y="38140"/>
                    <a:pt x="16766" y="41258"/>
                  </a:cubicBezTo>
                  <a:cubicBezTo>
                    <a:pt x="16620" y="42457"/>
                    <a:pt x="16468" y="43650"/>
                    <a:pt x="16318" y="44820"/>
                  </a:cubicBezTo>
                  <a:lnTo>
                    <a:pt x="16318" y="19137"/>
                  </a:lnTo>
                  <a:cubicBezTo>
                    <a:pt x="16318" y="16820"/>
                    <a:pt x="18191" y="11253"/>
                    <a:pt x="20290" y="6911"/>
                  </a:cubicBezTo>
                  <a:cubicBezTo>
                    <a:pt x="20435" y="6887"/>
                    <a:pt x="20635" y="6854"/>
                    <a:pt x="20890" y="6817"/>
                  </a:cubicBezTo>
                  <a:close/>
                  <a:moveTo>
                    <a:pt x="31413" y="41265"/>
                  </a:moveTo>
                  <a:lnTo>
                    <a:pt x="31413" y="41265"/>
                  </a:lnTo>
                  <a:cubicBezTo>
                    <a:pt x="31716" y="41292"/>
                    <a:pt x="31990" y="41316"/>
                    <a:pt x="32224" y="41340"/>
                  </a:cubicBezTo>
                  <a:cubicBezTo>
                    <a:pt x="32164" y="43306"/>
                    <a:pt x="32096" y="45371"/>
                    <a:pt x="32031" y="47440"/>
                  </a:cubicBezTo>
                  <a:cubicBezTo>
                    <a:pt x="32013" y="48014"/>
                    <a:pt x="31994" y="48588"/>
                    <a:pt x="31976" y="49161"/>
                  </a:cubicBezTo>
                  <a:cubicBezTo>
                    <a:pt x="31847" y="49156"/>
                    <a:pt x="31712" y="49150"/>
                    <a:pt x="31573" y="49144"/>
                  </a:cubicBezTo>
                  <a:lnTo>
                    <a:pt x="31413" y="41265"/>
                  </a:lnTo>
                  <a:close/>
                  <a:moveTo>
                    <a:pt x="33018" y="41422"/>
                  </a:moveTo>
                  <a:lnTo>
                    <a:pt x="33018" y="41422"/>
                  </a:lnTo>
                  <a:cubicBezTo>
                    <a:pt x="33191" y="41438"/>
                    <a:pt x="33360" y="41454"/>
                    <a:pt x="33481" y="41464"/>
                  </a:cubicBezTo>
                  <a:lnTo>
                    <a:pt x="33472" y="43040"/>
                  </a:lnTo>
                  <a:lnTo>
                    <a:pt x="33447" y="46855"/>
                  </a:lnTo>
                  <a:lnTo>
                    <a:pt x="33437" y="49239"/>
                  </a:lnTo>
                  <a:cubicBezTo>
                    <a:pt x="33384" y="49236"/>
                    <a:pt x="33329" y="49232"/>
                    <a:pt x="33266" y="49227"/>
                  </a:cubicBezTo>
                  <a:cubicBezTo>
                    <a:pt x="33249" y="48633"/>
                    <a:pt x="33228" y="48036"/>
                    <a:pt x="33210" y="47440"/>
                  </a:cubicBezTo>
                  <a:cubicBezTo>
                    <a:pt x="33144" y="45400"/>
                    <a:pt x="33081" y="43363"/>
                    <a:pt x="33018" y="41422"/>
                  </a:cubicBezTo>
                  <a:close/>
                  <a:moveTo>
                    <a:pt x="11887" y="14888"/>
                  </a:moveTo>
                  <a:lnTo>
                    <a:pt x="11887" y="14888"/>
                  </a:lnTo>
                  <a:cubicBezTo>
                    <a:pt x="11888" y="14888"/>
                    <a:pt x="11900" y="14899"/>
                    <a:pt x="11925" y="14919"/>
                  </a:cubicBezTo>
                  <a:cubicBezTo>
                    <a:pt x="11947" y="14940"/>
                    <a:pt x="11990" y="14965"/>
                    <a:pt x="12027" y="15014"/>
                  </a:cubicBezTo>
                  <a:cubicBezTo>
                    <a:pt x="12110" y="15107"/>
                    <a:pt x="12221" y="15256"/>
                    <a:pt x="12337" y="15466"/>
                  </a:cubicBezTo>
                  <a:cubicBezTo>
                    <a:pt x="12574" y="15886"/>
                    <a:pt x="12860" y="16533"/>
                    <a:pt x="13156" y="17379"/>
                  </a:cubicBezTo>
                  <a:cubicBezTo>
                    <a:pt x="13456" y="18225"/>
                    <a:pt x="13778" y="19269"/>
                    <a:pt x="14101" y="20474"/>
                  </a:cubicBezTo>
                  <a:cubicBezTo>
                    <a:pt x="14420" y="21683"/>
                    <a:pt x="14752" y="23057"/>
                    <a:pt x="15019" y="24574"/>
                  </a:cubicBezTo>
                  <a:cubicBezTo>
                    <a:pt x="15151" y="25334"/>
                    <a:pt x="15274" y="26127"/>
                    <a:pt x="15329" y="26967"/>
                  </a:cubicBezTo>
                  <a:cubicBezTo>
                    <a:pt x="15356" y="27388"/>
                    <a:pt x="15349" y="27811"/>
                    <a:pt x="15355" y="28236"/>
                  </a:cubicBezTo>
                  <a:cubicBezTo>
                    <a:pt x="15357" y="28665"/>
                    <a:pt x="15361" y="29098"/>
                    <a:pt x="15366" y="29538"/>
                  </a:cubicBezTo>
                  <a:cubicBezTo>
                    <a:pt x="15382" y="31297"/>
                    <a:pt x="15399" y="33151"/>
                    <a:pt x="15402" y="35072"/>
                  </a:cubicBezTo>
                  <a:cubicBezTo>
                    <a:pt x="15411" y="38911"/>
                    <a:pt x="15423" y="43005"/>
                    <a:pt x="15435" y="47101"/>
                  </a:cubicBezTo>
                  <a:cubicBezTo>
                    <a:pt x="15430" y="48640"/>
                    <a:pt x="15426" y="50179"/>
                    <a:pt x="15422" y="51703"/>
                  </a:cubicBezTo>
                  <a:cubicBezTo>
                    <a:pt x="15392" y="51930"/>
                    <a:pt x="15364" y="52153"/>
                    <a:pt x="15336" y="52375"/>
                  </a:cubicBezTo>
                  <a:cubicBezTo>
                    <a:pt x="15292" y="52726"/>
                    <a:pt x="15155" y="53102"/>
                    <a:pt x="14947" y="53496"/>
                  </a:cubicBezTo>
                  <a:cubicBezTo>
                    <a:pt x="14940" y="51390"/>
                    <a:pt x="14934" y="49246"/>
                    <a:pt x="14928" y="47101"/>
                  </a:cubicBezTo>
                  <a:cubicBezTo>
                    <a:pt x="14940" y="43007"/>
                    <a:pt x="14949" y="38911"/>
                    <a:pt x="14961" y="35072"/>
                  </a:cubicBezTo>
                  <a:cubicBezTo>
                    <a:pt x="14963" y="33154"/>
                    <a:pt x="14981" y="31297"/>
                    <a:pt x="14996" y="29538"/>
                  </a:cubicBezTo>
                  <a:cubicBezTo>
                    <a:pt x="15000" y="29098"/>
                    <a:pt x="15003" y="28665"/>
                    <a:pt x="15008" y="28236"/>
                  </a:cubicBezTo>
                  <a:cubicBezTo>
                    <a:pt x="15010" y="27809"/>
                    <a:pt x="15023" y="27389"/>
                    <a:pt x="15006" y="26981"/>
                  </a:cubicBezTo>
                  <a:cubicBezTo>
                    <a:pt x="14965" y="26168"/>
                    <a:pt x="14855" y="25375"/>
                    <a:pt x="14738" y="24621"/>
                  </a:cubicBezTo>
                  <a:cubicBezTo>
                    <a:pt x="14493" y="23111"/>
                    <a:pt x="14204" y="21734"/>
                    <a:pt x="13917" y="20521"/>
                  </a:cubicBezTo>
                  <a:cubicBezTo>
                    <a:pt x="13628" y="19310"/>
                    <a:pt x="13336" y="18263"/>
                    <a:pt x="13062" y="17411"/>
                  </a:cubicBezTo>
                  <a:cubicBezTo>
                    <a:pt x="12787" y="16560"/>
                    <a:pt x="12536" y="15905"/>
                    <a:pt x="12315" y="15479"/>
                  </a:cubicBezTo>
                  <a:cubicBezTo>
                    <a:pt x="12204" y="15267"/>
                    <a:pt x="12102" y="15114"/>
                    <a:pt x="12022" y="15020"/>
                  </a:cubicBezTo>
                  <a:cubicBezTo>
                    <a:pt x="11987" y="14967"/>
                    <a:pt x="11945" y="14944"/>
                    <a:pt x="11922" y="14920"/>
                  </a:cubicBezTo>
                  <a:cubicBezTo>
                    <a:pt x="11900" y="14899"/>
                    <a:pt x="11888" y="14888"/>
                    <a:pt x="11887" y="14888"/>
                  </a:cubicBezTo>
                  <a:close/>
                  <a:moveTo>
                    <a:pt x="38353" y="20320"/>
                  </a:moveTo>
                  <a:lnTo>
                    <a:pt x="38353" y="20320"/>
                  </a:lnTo>
                  <a:cubicBezTo>
                    <a:pt x="38339" y="20387"/>
                    <a:pt x="38325" y="20453"/>
                    <a:pt x="38311" y="20521"/>
                  </a:cubicBezTo>
                  <a:cubicBezTo>
                    <a:pt x="38059" y="21734"/>
                    <a:pt x="37808" y="23109"/>
                    <a:pt x="37609" y="24623"/>
                  </a:cubicBezTo>
                  <a:cubicBezTo>
                    <a:pt x="37510" y="25380"/>
                    <a:pt x="37420" y="26170"/>
                    <a:pt x="37377" y="27000"/>
                  </a:cubicBezTo>
                  <a:cubicBezTo>
                    <a:pt x="37355" y="27418"/>
                    <a:pt x="37362" y="27833"/>
                    <a:pt x="37355" y="28256"/>
                  </a:cubicBezTo>
                  <a:cubicBezTo>
                    <a:pt x="37352" y="28679"/>
                    <a:pt x="37347" y="29109"/>
                    <a:pt x="37343" y="29544"/>
                  </a:cubicBezTo>
                  <a:cubicBezTo>
                    <a:pt x="37328" y="31286"/>
                    <a:pt x="37314" y="33123"/>
                    <a:pt x="37299" y="35025"/>
                  </a:cubicBezTo>
                  <a:cubicBezTo>
                    <a:pt x="37288" y="36925"/>
                    <a:pt x="37280" y="38889"/>
                    <a:pt x="37271" y="40885"/>
                  </a:cubicBezTo>
                  <a:cubicBezTo>
                    <a:pt x="37267" y="42880"/>
                    <a:pt x="37261" y="44907"/>
                    <a:pt x="37258" y="46935"/>
                  </a:cubicBezTo>
                  <a:cubicBezTo>
                    <a:pt x="37261" y="48962"/>
                    <a:pt x="37265" y="50989"/>
                    <a:pt x="37268" y="52984"/>
                  </a:cubicBezTo>
                  <a:cubicBezTo>
                    <a:pt x="37271" y="53241"/>
                    <a:pt x="37271" y="53495"/>
                    <a:pt x="37272" y="53750"/>
                  </a:cubicBezTo>
                  <a:cubicBezTo>
                    <a:pt x="37127" y="53508"/>
                    <a:pt x="37010" y="53274"/>
                    <a:pt x="36919" y="53046"/>
                  </a:cubicBezTo>
                  <a:lnTo>
                    <a:pt x="36919" y="27435"/>
                  </a:lnTo>
                  <a:cubicBezTo>
                    <a:pt x="36917" y="25923"/>
                    <a:pt x="37444" y="23042"/>
                    <a:pt x="38113" y="20414"/>
                  </a:cubicBezTo>
                  <a:cubicBezTo>
                    <a:pt x="38113" y="20414"/>
                    <a:pt x="38193" y="20376"/>
                    <a:pt x="38353" y="20320"/>
                  </a:cubicBezTo>
                  <a:close/>
                  <a:moveTo>
                    <a:pt x="18635" y="31474"/>
                  </a:moveTo>
                  <a:cubicBezTo>
                    <a:pt x="18635" y="31474"/>
                    <a:pt x="18607" y="31806"/>
                    <a:pt x="18558" y="32380"/>
                  </a:cubicBezTo>
                  <a:cubicBezTo>
                    <a:pt x="18500" y="32957"/>
                    <a:pt x="18427" y="33782"/>
                    <a:pt x="18325" y="34769"/>
                  </a:cubicBezTo>
                  <a:cubicBezTo>
                    <a:pt x="18225" y="35758"/>
                    <a:pt x="18101" y="36910"/>
                    <a:pt x="17960" y="38141"/>
                  </a:cubicBezTo>
                  <a:cubicBezTo>
                    <a:pt x="17887" y="38758"/>
                    <a:pt x="17814" y="39396"/>
                    <a:pt x="17738" y="40042"/>
                  </a:cubicBezTo>
                  <a:cubicBezTo>
                    <a:pt x="17655" y="40689"/>
                    <a:pt x="17591" y="41344"/>
                    <a:pt x="17518" y="42005"/>
                  </a:cubicBezTo>
                  <a:cubicBezTo>
                    <a:pt x="17444" y="42663"/>
                    <a:pt x="17369" y="43321"/>
                    <a:pt x="17295" y="43967"/>
                  </a:cubicBezTo>
                  <a:cubicBezTo>
                    <a:pt x="17219" y="44617"/>
                    <a:pt x="17143" y="45253"/>
                    <a:pt x="17070" y="45868"/>
                  </a:cubicBezTo>
                  <a:cubicBezTo>
                    <a:pt x="16922" y="47101"/>
                    <a:pt x="16776" y="48251"/>
                    <a:pt x="16645" y="49234"/>
                  </a:cubicBezTo>
                  <a:cubicBezTo>
                    <a:pt x="16518" y="50219"/>
                    <a:pt x="16396" y="51037"/>
                    <a:pt x="16318" y="51612"/>
                  </a:cubicBezTo>
                  <a:cubicBezTo>
                    <a:pt x="16234" y="52185"/>
                    <a:pt x="16185" y="52513"/>
                    <a:pt x="16185" y="52513"/>
                  </a:cubicBezTo>
                  <a:cubicBezTo>
                    <a:pt x="16131" y="52935"/>
                    <a:pt x="15970" y="53371"/>
                    <a:pt x="15720" y="53821"/>
                  </a:cubicBezTo>
                  <a:cubicBezTo>
                    <a:pt x="15960" y="53358"/>
                    <a:pt x="16118" y="52908"/>
                    <a:pt x="16171" y="52478"/>
                  </a:cubicBezTo>
                  <a:cubicBezTo>
                    <a:pt x="16185" y="52373"/>
                    <a:pt x="16198" y="52266"/>
                    <a:pt x="16212" y="52160"/>
                  </a:cubicBezTo>
                  <a:cubicBezTo>
                    <a:pt x="16222" y="52016"/>
                    <a:pt x="16237" y="51829"/>
                    <a:pt x="16255" y="51605"/>
                  </a:cubicBezTo>
                  <a:cubicBezTo>
                    <a:pt x="16303" y="51028"/>
                    <a:pt x="16363" y="50202"/>
                    <a:pt x="16453" y="49212"/>
                  </a:cubicBezTo>
                  <a:cubicBezTo>
                    <a:pt x="16541" y="48224"/>
                    <a:pt x="16651" y="47070"/>
                    <a:pt x="16776" y="45835"/>
                  </a:cubicBezTo>
                  <a:cubicBezTo>
                    <a:pt x="16840" y="45217"/>
                    <a:pt x="16906" y="44579"/>
                    <a:pt x="16973" y="43932"/>
                  </a:cubicBezTo>
                  <a:cubicBezTo>
                    <a:pt x="17043" y="43283"/>
                    <a:pt x="17114" y="42625"/>
                    <a:pt x="17184" y="41967"/>
                  </a:cubicBezTo>
                  <a:cubicBezTo>
                    <a:pt x="17259" y="41311"/>
                    <a:pt x="17330" y="40650"/>
                    <a:pt x="17416" y="40005"/>
                  </a:cubicBezTo>
                  <a:cubicBezTo>
                    <a:pt x="17501" y="39359"/>
                    <a:pt x="17585" y="38723"/>
                    <a:pt x="17666" y="38109"/>
                  </a:cubicBezTo>
                  <a:cubicBezTo>
                    <a:pt x="17830" y="36878"/>
                    <a:pt x="17991" y="35732"/>
                    <a:pt x="18135" y="34748"/>
                  </a:cubicBezTo>
                  <a:cubicBezTo>
                    <a:pt x="18276" y="33764"/>
                    <a:pt x="18407" y="32947"/>
                    <a:pt x="18492" y="32375"/>
                  </a:cubicBezTo>
                  <a:cubicBezTo>
                    <a:pt x="18584" y="31802"/>
                    <a:pt x="18635" y="31474"/>
                    <a:pt x="18635" y="31474"/>
                  </a:cubicBezTo>
                  <a:close/>
                  <a:moveTo>
                    <a:pt x="33289" y="49889"/>
                  </a:moveTo>
                  <a:lnTo>
                    <a:pt x="33289" y="49889"/>
                  </a:lnTo>
                  <a:cubicBezTo>
                    <a:pt x="33341" y="49896"/>
                    <a:pt x="33391" y="49901"/>
                    <a:pt x="33434" y="49906"/>
                  </a:cubicBezTo>
                  <a:lnTo>
                    <a:pt x="33431" y="50672"/>
                  </a:lnTo>
                  <a:lnTo>
                    <a:pt x="33431" y="54342"/>
                  </a:lnTo>
                  <a:cubicBezTo>
                    <a:pt x="33386" y="52909"/>
                    <a:pt x="33337" y="51410"/>
                    <a:pt x="33289" y="49889"/>
                  </a:cubicBezTo>
                  <a:close/>
                  <a:moveTo>
                    <a:pt x="31586" y="49722"/>
                  </a:moveTo>
                  <a:lnTo>
                    <a:pt x="31586" y="49722"/>
                  </a:lnTo>
                  <a:cubicBezTo>
                    <a:pt x="31715" y="49733"/>
                    <a:pt x="31840" y="49745"/>
                    <a:pt x="31959" y="49755"/>
                  </a:cubicBezTo>
                  <a:cubicBezTo>
                    <a:pt x="31879" y="52252"/>
                    <a:pt x="31800" y="54691"/>
                    <a:pt x="31731" y="56887"/>
                  </a:cubicBezTo>
                  <a:lnTo>
                    <a:pt x="31586" y="49722"/>
                  </a:lnTo>
                  <a:close/>
                  <a:moveTo>
                    <a:pt x="30365" y="49628"/>
                  </a:moveTo>
                  <a:lnTo>
                    <a:pt x="30365" y="49628"/>
                  </a:lnTo>
                  <a:cubicBezTo>
                    <a:pt x="30547" y="49642"/>
                    <a:pt x="30724" y="49654"/>
                    <a:pt x="30893" y="49667"/>
                  </a:cubicBezTo>
                  <a:cubicBezTo>
                    <a:pt x="30892" y="49735"/>
                    <a:pt x="30889" y="49800"/>
                    <a:pt x="30889" y="49867"/>
                  </a:cubicBezTo>
                  <a:cubicBezTo>
                    <a:pt x="30835" y="52521"/>
                    <a:pt x="30782" y="55176"/>
                    <a:pt x="30735" y="57539"/>
                  </a:cubicBezTo>
                  <a:lnTo>
                    <a:pt x="30544" y="57535"/>
                  </a:lnTo>
                  <a:lnTo>
                    <a:pt x="30365" y="49628"/>
                  </a:lnTo>
                  <a:close/>
                  <a:moveTo>
                    <a:pt x="25778" y="20597"/>
                  </a:moveTo>
                  <a:cubicBezTo>
                    <a:pt x="27005" y="20597"/>
                    <a:pt x="28479" y="20761"/>
                    <a:pt x="30140" y="21251"/>
                  </a:cubicBezTo>
                  <a:cubicBezTo>
                    <a:pt x="30425" y="21815"/>
                    <a:pt x="30677" y="22395"/>
                    <a:pt x="30907" y="22986"/>
                  </a:cubicBezTo>
                  <a:cubicBezTo>
                    <a:pt x="31013" y="23258"/>
                    <a:pt x="31111" y="23534"/>
                    <a:pt x="31207" y="23809"/>
                  </a:cubicBezTo>
                  <a:cubicBezTo>
                    <a:pt x="31080" y="23769"/>
                    <a:pt x="30928" y="23722"/>
                    <a:pt x="30754" y="23668"/>
                  </a:cubicBezTo>
                  <a:cubicBezTo>
                    <a:pt x="30571" y="23603"/>
                    <a:pt x="30355" y="23568"/>
                    <a:pt x="30124" y="23509"/>
                  </a:cubicBezTo>
                  <a:cubicBezTo>
                    <a:pt x="29891" y="23460"/>
                    <a:pt x="29644" y="23387"/>
                    <a:pt x="29374" y="23354"/>
                  </a:cubicBezTo>
                  <a:cubicBezTo>
                    <a:pt x="29103" y="23315"/>
                    <a:pt x="28824" y="23260"/>
                    <a:pt x="28528" y="23229"/>
                  </a:cubicBezTo>
                  <a:cubicBezTo>
                    <a:pt x="28416" y="23221"/>
                    <a:pt x="28301" y="23209"/>
                    <a:pt x="28186" y="23199"/>
                  </a:cubicBezTo>
                  <a:lnTo>
                    <a:pt x="27199" y="21260"/>
                  </a:lnTo>
                  <a:lnTo>
                    <a:pt x="27199" y="21260"/>
                  </a:lnTo>
                  <a:lnTo>
                    <a:pt x="27525" y="23158"/>
                  </a:lnTo>
                  <a:cubicBezTo>
                    <a:pt x="27402" y="23155"/>
                    <a:pt x="27276" y="23152"/>
                    <a:pt x="27149" y="23151"/>
                  </a:cubicBezTo>
                  <a:cubicBezTo>
                    <a:pt x="27068" y="23149"/>
                    <a:pt x="26986" y="23147"/>
                    <a:pt x="26904" y="23147"/>
                  </a:cubicBezTo>
                  <a:cubicBezTo>
                    <a:pt x="26829" y="23147"/>
                    <a:pt x="26754" y="23148"/>
                    <a:pt x="26678" y="23153"/>
                  </a:cubicBezTo>
                  <a:cubicBezTo>
                    <a:pt x="26364" y="23170"/>
                    <a:pt x="26048" y="23174"/>
                    <a:pt x="25742" y="23213"/>
                  </a:cubicBezTo>
                  <a:cubicBezTo>
                    <a:pt x="25589" y="23230"/>
                    <a:pt x="25436" y="23245"/>
                    <a:pt x="25285" y="23261"/>
                  </a:cubicBezTo>
                  <a:cubicBezTo>
                    <a:pt x="25135" y="23285"/>
                    <a:pt x="24987" y="23308"/>
                    <a:pt x="24844" y="23332"/>
                  </a:cubicBezTo>
                  <a:cubicBezTo>
                    <a:pt x="24771" y="23344"/>
                    <a:pt x="24699" y="23355"/>
                    <a:pt x="24629" y="23366"/>
                  </a:cubicBezTo>
                  <a:cubicBezTo>
                    <a:pt x="24587" y="23374"/>
                    <a:pt x="24544" y="23384"/>
                    <a:pt x="24502" y="23393"/>
                  </a:cubicBezTo>
                  <a:lnTo>
                    <a:pt x="24911" y="21263"/>
                  </a:lnTo>
                  <a:lnTo>
                    <a:pt x="23796" y="23554"/>
                  </a:lnTo>
                  <a:cubicBezTo>
                    <a:pt x="23616" y="23599"/>
                    <a:pt x="23443" y="23644"/>
                    <a:pt x="23284" y="23696"/>
                  </a:cubicBezTo>
                  <a:cubicBezTo>
                    <a:pt x="23173" y="23731"/>
                    <a:pt x="23066" y="23765"/>
                    <a:pt x="22964" y="23797"/>
                  </a:cubicBezTo>
                  <a:cubicBezTo>
                    <a:pt x="22863" y="23832"/>
                    <a:pt x="22769" y="23868"/>
                    <a:pt x="22677" y="23899"/>
                  </a:cubicBezTo>
                  <a:cubicBezTo>
                    <a:pt x="22499" y="23963"/>
                    <a:pt x="22347" y="24029"/>
                    <a:pt x="22221" y="24080"/>
                  </a:cubicBezTo>
                  <a:cubicBezTo>
                    <a:pt x="21971" y="24188"/>
                    <a:pt x="21834" y="24261"/>
                    <a:pt x="21834" y="24261"/>
                  </a:cubicBezTo>
                  <a:cubicBezTo>
                    <a:pt x="21834" y="24261"/>
                    <a:pt x="21975" y="24198"/>
                    <a:pt x="22232" y="24107"/>
                  </a:cubicBezTo>
                  <a:cubicBezTo>
                    <a:pt x="22361" y="24064"/>
                    <a:pt x="22515" y="24010"/>
                    <a:pt x="22698" y="23958"/>
                  </a:cubicBezTo>
                  <a:cubicBezTo>
                    <a:pt x="22789" y="23932"/>
                    <a:pt x="22886" y="23904"/>
                    <a:pt x="22986" y="23876"/>
                  </a:cubicBezTo>
                  <a:cubicBezTo>
                    <a:pt x="23090" y="23850"/>
                    <a:pt x="23199" y="23825"/>
                    <a:pt x="23311" y="23798"/>
                  </a:cubicBezTo>
                  <a:cubicBezTo>
                    <a:pt x="23536" y="23740"/>
                    <a:pt x="23784" y="23703"/>
                    <a:pt x="24045" y="23649"/>
                  </a:cubicBezTo>
                  <a:cubicBezTo>
                    <a:pt x="24175" y="23630"/>
                    <a:pt x="24312" y="23610"/>
                    <a:pt x="24449" y="23593"/>
                  </a:cubicBezTo>
                  <a:cubicBezTo>
                    <a:pt x="24517" y="23582"/>
                    <a:pt x="24587" y="23572"/>
                    <a:pt x="24657" y="23562"/>
                  </a:cubicBezTo>
                  <a:cubicBezTo>
                    <a:pt x="24728" y="23555"/>
                    <a:pt x="24799" y="23548"/>
                    <a:pt x="24872" y="23542"/>
                  </a:cubicBezTo>
                  <a:cubicBezTo>
                    <a:pt x="25017" y="23528"/>
                    <a:pt x="25162" y="23515"/>
                    <a:pt x="25310" y="23501"/>
                  </a:cubicBezTo>
                  <a:cubicBezTo>
                    <a:pt x="25457" y="23496"/>
                    <a:pt x="25609" y="23489"/>
                    <a:pt x="25759" y="23485"/>
                  </a:cubicBezTo>
                  <a:cubicBezTo>
                    <a:pt x="25865" y="23479"/>
                    <a:pt x="25971" y="23476"/>
                    <a:pt x="26077" y="23476"/>
                  </a:cubicBezTo>
                  <a:cubicBezTo>
                    <a:pt x="26276" y="23476"/>
                    <a:pt x="26476" y="23484"/>
                    <a:pt x="26677" y="23488"/>
                  </a:cubicBezTo>
                  <a:cubicBezTo>
                    <a:pt x="26830" y="23488"/>
                    <a:pt x="26981" y="23503"/>
                    <a:pt x="27135" y="23516"/>
                  </a:cubicBezTo>
                  <a:cubicBezTo>
                    <a:pt x="27286" y="23530"/>
                    <a:pt x="27438" y="23543"/>
                    <a:pt x="27588" y="23556"/>
                  </a:cubicBezTo>
                  <a:cubicBezTo>
                    <a:pt x="27887" y="23589"/>
                    <a:pt x="28179" y="23644"/>
                    <a:pt x="28463" y="23684"/>
                  </a:cubicBezTo>
                  <a:cubicBezTo>
                    <a:pt x="28745" y="23731"/>
                    <a:pt x="29013" y="23805"/>
                    <a:pt x="29268" y="23859"/>
                  </a:cubicBezTo>
                  <a:cubicBezTo>
                    <a:pt x="29525" y="23908"/>
                    <a:pt x="29758" y="23995"/>
                    <a:pt x="29979" y="24059"/>
                  </a:cubicBezTo>
                  <a:cubicBezTo>
                    <a:pt x="30195" y="24130"/>
                    <a:pt x="30399" y="24177"/>
                    <a:pt x="30571" y="24251"/>
                  </a:cubicBezTo>
                  <a:cubicBezTo>
                    <a:pt x="30744" y="24318"/>
                    <a:pt x="30895" y="24376"/>
                    <a:pt x="31017" y="24423"/>
                  </a:cubicBezTo>
                  <a:cubicBezTo>
                    <a:pt x="31264" y="24519"/>
                    <a:pt x="31406" y="24574"/>
                    <a:pt x="31406" y="24574"/>
                  </a:cubicBezTo>
                  <a:lnTo>
                    <a:pt x="31438" y="24492"/>
                  </a:lnTo>
                  <a:cubicBezTo>
                    <a:pt x="31535" y="24795"/>
                    <a:pt x="31632" y="25098"/>
                    <a:pt x="31722" y="25401"/>
                  </a:cubicBezTo>
                  <a:cubicBezTo>
                    <a:pt x="32203" y="27034"/>
                    <a:pt x="32568" y="28700"/>
                    <a:pt x="32863" y="30376"/>
                  </a:cubicBezTo>
                  <a:cubicBezTo>
                    <a:pt x="32979" y="31036"/>
                    <a:pt x="33079" y="31701"/>
                    <a:pt x="33172" y="32366"/>
                  </a:cubicBezTo>
                  <a:cubicBezTo>
                    <a:pt x="33075" y="32359"/>
                    <a:pt x="32937" y="32351"/>
                    <a:pt x="32764" y="32339"/>
                  </a:cubicBezTo>
                  <a:cubicBezTo>
                    <a:pt x="32628" y="32331"/>
                    <a:pt x="32472" y="32323"/>
                    <a:pt x="32297" y="32315"/>
                  </a:cubicBezTo>
                  <a:cubicBezTo>
                    <a:pt x="32177" y="31638"/>
                    <a:pt x="32058" y="31050"/>
                    <a:pt x="31945" y="30569"/>
                  </a:cubicBezTo>
                  <a:cubicBezTo>
                    <a:pt x="31716" y="29579"/>
                    <a:pt x="31531" y="29033"/>
                    <a:pt x="31531" y="29033"/>
                  </a:cubicBezTo>
                  <a:lnTo>
                    <a:pt x="31531" y="29033"/>
                  </a:lnTo>
                  <a:cubicBezTo>
                    <a:pt x="31531" y="29033"/>
                    <a:pt x="31682" y="29591"/>
                    <a:pt x="31847" y="30589"/>
                  </a:cubicBezTo>
                  <a:cubicBezTo>
                    <a:pt x="31927" y="31066"/>
                    <a:pt x="32005" y="31643"/>
                    <a:pt x="32080" y="32304"/>
                  </a:cubicBezTo>
                  <a:cubicBezTo>
                    <a:pt x="31835" y="32292"/>
                    <a:pt x="31559" y="32282"/>
                    <a:pt x="31260" y="32272"/>
                  </a:cubicBezTo>
                  <a:cubicBezTo>
                    <a:pt x="30638" y="32250"/>
                    <a:pt x="29913" y="32234"/>
                    <a:pt x="29134" y="32227"/>
                  </a:cubicBezTo>
                  <a:cubicBezTo>
                    <a:pt x="28870" y="32224"/>
                    <a:pt x="28601" y="32223"/>
                    <a:pt x="28327" y="32223"/>
                  </a:cubicBezTo>
                  <a:cubicBezTo>
                    <a:pt x="27793" y="32223"/>
                    <a:pt x="27245" y="32228"/>
                    <a:pt x="26698" y="32238"/>
                  </a:cubicBezTo>
                  <a:cubicBezTo>
                    <a:pt x="26286" y="32245"/>
                    <a:pt x="25868" y="32257"/>
                    <a:pt x="25463" y="32269"/>
                  </a:cubicBezTo>
                  <a:cubicBezTo>
                    <a:pt x="25054" y="32282"/>
                    <a:pt x="24653" y="32299"/>
                    <a:pt x="24267" y="32317"/>
                  </a:cubicBezTo>
                  <a:cubicBezTo>
                    <a:pt x="23491" y="32355"/>
                    <a:pt x="22770" y="32403"/>
                    <a:pt x="22152" y="32453"/>
                  </a:cubicBezTo>
                  <a:cubicBezTo>
                    <a:pt x="20916" y="32552"/>
                    <a:pt x="20099" y="32665"/>
                    <a:pt x="20099" y="32665"/>
                  </a:cubicBezTo>
                  <a:cubicBezTo>
                    <a:pt x="20099" y="32665"/>
                    <a:pt x="20922" y="32587"/>
                    <a:pt x="22159" y="32543"/>
                  </a:cubicBezTo>
                  <a:cubicBezTo>
                    <a:pt x="22778" y="32519"/>
                    <a:pt x="23501" y="32504"/>
                    <a:pt x="24274" y="32500"/>
                  </a:cubicBezTo>
                  <a:cubicBezTo>
                    <a:pt x="24365" y="32500"/>
                    <a:pt x="24458" y="32499"/>
                    <a:pt x="24550" y="32499"/>
                  </a:cubicBezTo>
                  <a:cubicBezTo>
                    <a:pt x="24850" y="32499"/>
                    <a:pt x="25157" y="32501"/>
                    <a:pt x="25467" y="32505"/>
                  </a:cubicBezTo>
                  <a:cubicBezTo>
                    <a:pt x="25874" y="32511"/>
                    <a:pt x="26283" y="32517"/>
                    <a:pt x="26697" y="32530"/>
                  </a:cubicBezTo>
                  <a:cubicBezTo>
                    <a:pt x="27523" y="32551"/>
                    <a:pt x="28343" y="32583"/>
                    <a:pt x="29115" y="32624"/>
                  </a:cubicBezTo>
                  <a:cubicBezTo>
                    <a:pt x="29886" y="32664"/>
                    <a:pt x="30605" y="32712"/>
                    <a:pt x="31220" y="32760"/>
                  </a:cubicBezTo>
                  <a:cubicBezTo>
                    <a:pt x="31561" y="32787"/>
                    <a:pt x="31867" y="32814"/>
                    <a:pt x="32135" y="32838"/>
                  </a:cubicBezTo>
                  <a:cubicBezTo>
                    <a:pt x="32192" y="33423"/>
                    <a:pt x="32237" y="34060"/>
                    <a:pt x="32274" y="34747"/>
                  </a:cubicBezTo>
                  <a:cubicBezTo>
                    <a:pt x="32317" y="35609"/>
                    <a:pt x="32338" y="36545"/>
                    <a:pt x="32333" y="37533"/>
                  </a:cubicBezTo>
                  <a:cubicBezTo>
                    <a:pt x="32323" y="38520"/>
                    <a:pt x="32284" y="39566"/>
                    <a:pt x="32251" y="40650"/>
                  </a:cubicBezTo>
                  <a:cubicBezTo>
                    <a:pt x="32250" y="40685"/>
                    <a:pt x="32250" y="40722"/>
                    <a:pt x="32248" y="40759"/>
                  </a:cubicBezTo>
                  <a:cubicBezTo>
                    <a:pt x="32004" y="40745"/>
                    <a:pt x="31720" y="40732"/>
                    <a:pt x="31406" y="40721"/>
                  </a:cubicBezTo>
                  <a:lnTo>
                    <a:pt x="31267" y="33803"/>
                  </a:lnTo>
                  <a:cubicBezTo>
                    <a:pt x="31267" y="33803"/>
                    <a:pt x="31214" y="35810"/>
                    <a:pt x="31132" y="38824"/>
                  </a:cubicBezTo>
                  <a:cubicBezTo>
                    <a:pt x="31117" y="39414"/>
                    <a:pt x="31101" y="40047"/>
                    <a:pt x="31083" y="40709"/>
                  </a:cubicBezTo>
                  <a:cubicBezTo>
                    <a:pt x="30442" y="40685"/>
                    <a:pt x="29694" y="40667"/>
                    <a:pt x="28894" y="40658"/>
                  </a:cubicBezTo>
                  <a:cubicBezTo>
                    <a:pt x="28642" y="40655"/>
                    <a:pt x="28384" y="40654"/>
                    <a:pt x="28122" y="40654"/>
                  </a:cubicBezTo>
                  <a:cubicBezTo>
                    <a:pt x="27553" y="40654"/>
                    <a:pt x="26965" y="40660"/>
                    <a:pt x="26381" y="40670"/>
                  </a:cubicBezTo>
                  <a:cubicBezTo>
                    <a:pt x="25954" y="40677"/>
                    <a:pt x="25524" y="40690"/>
                    <a:pt x="25105" y="40704"/>
                  </a:cubicBezTo>
                  <a:cubicBezTo>
                    <a:pt x="24684" y="40717"/>
                    <a:pt x="24270" y="40736"/>
                    <a:pt x="23871" y="40756"/>
                  </a:cubicBezTo>
                  <a:cubicBezTo>
                    <a:pt x="23071" y="40796"/>
                    <a:pt x="22326" y="40849"/>
                    <a:pt x="21688" y="40902"/>
                  </a:cubicBezTo>
                  <a:cubicBezTo>
                    <a:pt x="21049" y="40956"/>
                    <a:pt x="20517" y="41012"/>
                    <a:pt x="20148" y="41058"/>
                  </a:cubicBezTo>
                  <a:cubicBezTo>
                    <a:pt x="19778" y="41101"/>
                    <a:pt x="19570" y="41133"/>
                    <a:pt x="19570" y="41133"/>
                  </a:cubicBezTo>
                  <a:cubicBezTo>
                    <a:pt x="19570" y="41133"/>
                    <a:pt x="19782" y="41112"/>
                    <a:pt x="20152" y="41085"/>
                  </a:cubicBezTo>
                  <a:cubicBezTo>
                    <a:pt x="20524" y="41058"/>
                    <a:pt x="21057" y="41025"/>
                    <a:pt x="21696" y="41000"/>
                  </a:cubicBezTo>
                  <a:cubicBezTo>
                    <a:pt x="22334" y="40976"/>
                    <a:pt x="23080" y="40959"/>
                    <a:pt x="23878" y="40956"/>
                  </a:cubicBezTo>
                  <a:cubicBezTo>
                    <a:pt x="23989" y="40955"/>
                    <a:pt x="24102" y="40955"/>
                    <a:pt x="24215" y="40955"/>
                  </a:cubicBezTo>
                  <a:cubicBezTo>
                    <a:pt x="24508" y="40955"/>
                    <a:pt x="24807" y="40957"/>
                    <a:pt x="25108" y="40960"/>
                  </a:cubicBezTo>
                  <a:cubicBezTo>
                    <a:pt x="25528" y="40965"/>
                    <a:pt x="25951" y="40972"/>
                    <a:pt x="26378" y="40986"/>
                  </a:cubicBezTo>
                  <a:cubicBezTo>
                    <a:pt x="27231" y="41010"/>
                    <a:pt x="28080" y="41043"/>
                    <a:pt x="28876" y="41088"/>
                  </a:cubicBezTo>
                  <a:cubicBezTo>
                    <a:pt x="29673" y="41133"/>
                    <a:pt x="30414" y="41186"/>
                    <a:pt x="31049" y="41238"/>
                  </a:cubicBezTo>
                  <a:cubicBezTo>
                    <a:pt x="31056" y="41238"/>
                    <a:pt x="31062" y="41239"/>
                    <a:pt x="31069" y="41239"/>
                  </a:cubicBezTo>
                  <a:lnTo>
                    <a:pt x="31069" y="41256"/>
                  </a:lnTo>
                  <a:cubicBezTo>
                    <a:pt x="31050" y="42119"/>
                    <a:pt x="31032" y="43031"/>
                    <a:pt x="31014" y="43972"/>
                  </a:cubicBezTo>
                  <a:cubicBezTo>
                    <a:pt x="30981" y="45623"/>
                    <a:pt x="30944" y="47368"/>
                    <a:pt x="30909" y="49125"/>
                  </a:cubicBezTo>
                  <a:cubicBezTo>
                    <a:pt x="30732" y="49121"/>
                    <a:pt x="30548" y="49115"/>
                    <a:pt x="30359" y="49110"/>
                  </a:cubicBezTo>
                  <a:lnTo>
                    <a:pt x="30289" y="45942"/>
                  </a:lnTo>
                  <a:cubicBezTo>
                    <a:pt x="30289" y="45942"/>
                    <a:pt x="30251" y="47191"/>
                    <a:pt x="30198" y="49067"/>
                  </a:cubicBezTo>
                  <a:cubicBezTo>
                    <a:pt x="30198" y="49081"/>
                    <a:pt x="30196" y="49094"/>
                    <a:pt x="30196" y="49107"/>
                  </a:cubicBezTo>
                  <a:cubicBezTo>
                    <a:pt x="29842" y="49098"/>
                    <a:pt x="29472" y="49094"/>
                    <a:pt x="29091" y="49090"/>
                  </a:cubicBezTo>
                  <a:cubicBezTo>
                    <a:pt x="28793" y="49087"/>
                    <a:pt x="28488" y="49086"/>
                    <a:pt x="28178" y="49086"/>
                  </a:cubicBezTo>
                  <a:cubicBezTo>
                    <a:pt x="27589" y="49086"/>
                    <a:pt x="26985" y="49091"/>
                    <a:pt x="26383" y="49103"/>
                  </a:cubicBezTo>
                  <a:cubicBezTo>
                    <a:pt x="25922" y="49110"/>
                    <a:pt x="25459" y="49125"/>
                    <a:pt x="25007" y="49141"/>
                  </a:cubicBezTo>
                  <a:cubicBezTo>
                    <a:pt x="24555" y="49156"/>
                    <a:pt x="24108" y="49176"/>
                    <a:pt x="23677" y="49196"/>
                  </a:cubicBezTo>
                  <a:cubicBezTo>
                    <a:pt x="22813" y="49239"/>
                    <a:pt x="22010" y="49295"/>
                    <a:pt x="21323" y="49353"/>
                  </a:cubicBezTo>
                  <a:cubicBezTo>
                    <a:pt x="20635" y="49412"/>
                    <a:pt x="20064" y="49473"/>
                    <a:pt x="19664" y="49521"/>
                  </a:cubicBezTo>
                  <a:cubicBezTo>
                    <a:pt x="19267" y="49568"/>
                    <a:pt x="19040" y="49602"/>
                    <a:pt x="19040" y="49602"/>
                  </a:cubicBezTo>
                  <a:cubicBezTo>
                    <a:pt x="19040" y="49602"/>
                    <a:pt x="19268" y="49579"/>
                    <a:pt x="19668" y="49551"/>
                  </a:cubicBezTo>
                  <a:cubicBezTo>
                    <a:pt x="20070" y="49521"/>
                    <a:pt x="20643" y="49486"/>
                    <a:pt x="21332" y="49459"/>
                  </a:cubicBezTo>
                  <a:cubicBezTo>
                    <a:pt x="22019" y="49432"/>
                    <a:pt x="22824" y="49414"/>
                    <a:pt x="23685" y="49411"/>
                  </a:cubicBezTo>
                  <a:cubicBezTo>
                    <a:pt x="23786" y="49411"/>
                    <a:pt x="23888" y="49410"/>
                    <a:pt x="23991" y="49410"/>
                  </a:cubicBezTo>
                  <a:cubicBezTo>
                    <a:pt x="24325" y="49410"/>
                    <a:pt x="24666" y="49412"/>
                    <a:pt x="25011" y="49416"/>
                  </a:cubicBezTo>
                  <a:cubicBezTo>
                    <a:pt x="25464" y="49423"/>
                    <a:pt x="25919" y="49430"/>
                    <a:pt x="26381" y="49443"/>
                  </a:cubicBezTo>
                  <a:cubicBezTo>
                    <a:pt x="27301" y="49467"/>
                    <a:pt x="28214" y="49505"/>
                    <a:pt x="29071" y="49553"/>
                  </a:cubicBezTo>
                  <a:cubicBezTo>
                    <a:pt x="29454" y="49575"/>
                    <a:pt x="29826" y="49599"/>
                    <a:pt x="30179" y="49622"/>
                  </a:cubicBezTo>
                  <a:cubicBezTo>
                    <a:pt x="30156" y="50426"/>
                    <a:pt x="30132" y="51323"/>
                    <a:pt x="30114" y="52271"/>
                  </a:cubicBezTo>
                  <a:cubicBezTo>
                    <a:pt x="30088" y="53442"/>
                    <a:pt x="30061" y="54691"/>
                    <a:pt x="30031" y="55943"/>
                  </a:cubicBezTo>
                  <a:cubicBezTo>
                    <a:pt x="30020" y="56474"/>
                    <a:pt x="30008" y="57005"/>
                    <a:pt x="29996" y="57530"/>
                  </a:cubicBezTo>
                  <a:cubicBezTo>
                    <a:pt x="29765" y="57527"/>
                    <a:pt x="29528" y="57523"/>
                    <a:pt x="29286" y="57521"/>
                  </a:cubicBezTo>
                  <a:cubicBezTo>
                    <a:pt x="28968" y="57517"/>
                    <a:pt x="28642" y="57515"/>
                    <a:pt x="28312" y="57515"/>
                  </a:cubicBezTo>
                  <a:cubicBezTo>
                    <a:pt x="27680" y="57515"/>
                    <a:pt x="27029" y="57522"/>
                    <a:pt x="26381" y="57534"/>
                  </a:cubicBezTo>
                  <a:cubicBezTo>
                    <a:pt x="25888" y="57542"/>
                    <a:pt x="25391" y="57557"/>
                    <a:pt x="24907" y="57572"/>
                  </a:cubicBezTo>
                  <a:cubicBezTo>
                    <a:pt x="24421" y="57589"/>
                    <a:pt x="23944" y="57609"/>
                    <a:pt x="23481" y="57632"/>
                  </a:cubicBezTo>
                  <a:cubicBezTo>
                    <a:pt x="22555" y="57679"/>
                    <a:pt x="21695" y="57739"/>
                    <a:pt x="20957" y="57803"/>
                  </a:cubicBezTo>
                  <a:cubicBezTo>
                    <a:pt x="20220" y="57864"/>
                    <a:pt x="19608" y="57930"/>
                    <a:pt x="19179" y="57981"/>
                  </a:cubicBezTo>
                  <a:cubicBezTo>
                    <a:pt x="19044" y="57999"/>
                    <a:pt x="18930" y="58012"/>
                    <a:pt x="18834" y="58025"/>
                  </a:cubicBezTo>
                  <a:cubicBezTo>
                    <a:pt x="18845" y="57288"/>
                    <a:pt x="18856" y="56520"/>
                    <a:pt x="18862" y="55725"/>
                  </a:cubicBezTo>
                  <a:cubicBezTo>
                    <a:pt x="18869" y="54837"/>
                    <a:pt x="18884" y="53919"/>
                    <a:pt x="18884" y="52986"/>
                  </a:cubicBezTo>
                  <a:cubicBezTo>
                    <a:pt x="18888" y="52052"/>
                    <a:pt x="18889" y="51106"/>
                    <a:pt x="18892" y="50158"/>
                  </a:cubicBezTo>
                  <a:cubicBezTo>
                    <a:pt x="18887" y="49203"/>
                    <a:pt x="18883" y="48256"/>
                    <a:pt x="18880" y="47323"/>
                  </a:cubicBezTo>
                  <a:cubicBezTo>
                    <a:pt x="18873" y="46389"/>
                    <a:pt x="18864" y="45471"/>
                    <a:pt x="18857" y="44583"/>
                  </a:cubicBezTo>
                  <a:cubicBezTo>
                    <a:pt x="18846" y="43694"/>
                    <a:pt x="18834" y="42835"/>
                    <a:pt x="18823" y="42021"/>
                  </a:cubicBezTo>
                  <a:cubicBezTo>
                    <a:pt x="18809" y="41207"/>
                    <a:pt x="18794" y="40436"/>
                    <a:pt x="18780" y="39726"/>
                  </a:cubicBezTo>
                  <a:cubicBezTo>
                    <a:pt x="18752" y="38305"/>
                    <a:pt x="18707" y="37119"/>
                    <a:pt x="18685" y="36291"/>
                  </a:cubicBezTo>
                  <a:cubicBezTo>
                    <a:pt x="18674" y="35876"/>
                    <a:pt x="18658" y="35550"/>
                    <a:pt x="18649" y="35328"/>
                  </a:cubicBezTo>
                  <a:cubicBezTo>
                    <a:pt x="18641" y="35106"/>
                    <a:pt x="18635" y="34988"/>
                    <a:pt x="18635" y="34988"/>
                  </a:cubicBezTo>
                  <a:lnTo>
                    <a:pt x="18635" y="32417"/>
                  </a:lnTo>
                  <a:cubicBezTo>
                    <a:pt x="19257" y="28256"/>
                    <a:pt x="20337" y="24061"/>
                    <a:pt x="21837" y="21200"/>
                  </a:cubicBezTo>
                  <a:lnTo>
                    <a:pt x="21837" y="21260"/>
                  </a:lnTo>
                  <a:cubicBezTo>
                    <a:pt x="21837" y="21260"/>
                    <a:pt x="23309" y="20597"/>
                    <a:pt x="25778" y="20597"/>
                  </a:cubicBezTo>
                  <a:close/>
                  <a:moveTo>
                    <a:pt x="40346" y="14888"/>
                  </a:moveTo>
                  <a:cubicBezTo>
                    <a:pt x="40346" y="14888"/>
                    <a:pt x="40238" y="15288"/>
                    <a:pt x="40107" y="15893"/>
                  </a:cubicBezTo>
                  <a:cubicBezTo>
                    <a:pt x="39974" y="16494"/>
                    <a:pt x="39819" y="17304"/>
                    <a:pt x="39696" y="18115"/>
                  </a:cubicBezTo>
                  <a:cubicBezTo>
                    <a:pt x="39634" y="18519"/>
                    <a:pt x="39578" y="18925"/>
                    <a:pt x="39535" y="19306"/>
                  </a:cubicBezTo>
                  <a:cubicBezTo>
                    <a:pt x="39509" y="19495"/>
                    <a:pt x="39493" y="19681"/>
                    <a:pt x="39474" y="19855"/>
                  </a:cubicBezTo>
                  <a:cubicBezTo>
                    <a:pt x="39466" y="19925"/>
                    <a:pt x="39459" y="19995"/>
                    <a:pt x="39454" y="20064"/>
                  </a:cubicBezTo>
                  <a:cubicBezTo>
                    <a:pt x="39845" y="20004"/>
                    <a:pt x="40319" y="19963"/>
                    <a:pt x="40879" y="19963"/>
                  </a:cubicBezTo>
                  <a:cubicBezTo>
                    <a:pt x="41404" y="19963"/>
                    <a:pt x="41863" y="20004"/>
                    <a:pt x="42249" y="20062"/>
                  </a:cubicBezTo>
                  <a:cubicBezTo>
                    <a:pt x="42489" y="22046"/>
                    <a:pt x="42720" y="24276"/>
                    <a:pt x="42814" y="26132"/>
                  </a:cubicBezTo>
                  <a:lnTo>
                    <a:pt x="38126" y="26665"/>
                  </a:lnTo>
                  <a:lnTo>
                    <a:pt x="42853" y="27202"/>
                  </a:lnTo>
                  <a:cubicBezTo>
                    <a:pt x="42857" y="27369"/>
                    <a:pt x="42858" y="27530"/>
                    <a:pt x="42858" y="27684"/>
                  </a:cubicBezTo>
                  <a:lnTo>
                    <a:pt x="42858" y="48811"/>
                  </a:lnTo>
                  <a:lnTo>
                    <a:pt x="38126" y="49079"/>
                  </a:lnTo>
                  <a:lnTo>
                    <a:pt x="42858" y="49348"/>
                  </a:lnTo>
                  <a:lnTo>
                    <a:pt x="42858" y="59281"/>
                  </a:lnTo>
                  <a:cubicBezTo>
                    <a:pt x="40950" y="57762"/>
                    <a:pt x="39077" y="56139"/>
                    <a:pt x="37911" y="54667"/>
                  </a:cubicBezTo>
                  <a:cubicBezTo>
                    <a:pt x="37915" y="54110"/>
                    <a:pt x="37916" y="53548"/>
                    <a:pt x="37919" y="52984"/>
                  </a:cubicBezTo>
                  <a:cubicBezTo>
                    <a:pt x="37923" y="50989"/>
                    <a:pt x="37926" y="48961"/>
                    <a:pt x="37930" y="46935"/>
                  </a:cubicBezTo>
                  <a:cubicBezTo>
                    <a:pt x="37925" y="44908"/>
                    <a:pt x="37919" y="42880"/>
                    <a:pt x="37916" y="40886"/>
                  </a:cubicBezTo>
                  <a:cubicBezTo>
                    <a:pt x="37906" y="38891"/>
                    <a:pt x="37896" y="36927"/>
                    <a:pt x="37888" y="35027"/>
                  </a:cubicBezTo>
                  <a:cubicBezTo>
                    <a:pt x="37872" y="33126"/>
                    <a:pt x="37857" y="31289"/>
                    <a:pt x="37843" y="29546"/>
                  </a:cubicBezTo>
                  <a:cubicBezTo>
                    <a:pt x="37839" y="29112"/>
                    <a:pt x="37835" y="28682"/>
                    <a:pt x="37831" y="28258"/>
                  </a:cubicBezTo>
                  <a:cubicBezTo>
                    <a:pt x="37829" y="27835"/>
                    <a:pt x="37817" y="27416"/>
                    <a:pt x="37825" y="27016"/>
                  </a:cubicBezTo>
                  <a:cubicBezTo>
                    <a:pt x="37845" y="26207"/>
                    <a:pt x="37915" y="25422"/>
                    <a:pt x="37992" y="24668"/>
                  </a:cubicBezTo>
                  <a:cubicBezTo>
                    <a:pt x="38153" y="23162"/>
                    <a:pt x="38352" y="21784"/>
                    <a:pt x="38556" y="20568"/>
                  </a:cubicBezTo>
                  <a:cubicBezTo>
                    <a:pt x="38603" y="20288"/>
                    <a:pt x="38651" y="20018"/>
                    <a:pt x="38701" y="19755"/>
                  </a:cubicBezTo>
                  <a:cubicBezTo>
                    <a:pt x="38703" y="19741"/>
                    <a:pt x="38707" y="19729"/>
                    <a:pt x="38710" y="19717"/>
                  </a:cubicBezTo>
                  <a:cubicBezTo>
                    <a:pt x="38756" y="19545"/>
                    <a:pt x="38803" y="19360"/>
                    <a:pt x="38857" y="19172"/>
                  </a:cubicBezTo>
                  <a:cubicBezTo>
                    <a:pt x="38960" y="18796"/>
                    <a:pt x="39078" y="18397"/>
                    <a:pt x="39204" y="17998"/>
                  </a:cubicBezTo>
                  <a:cubicBezTo>
                    <a:pt x="39454" y="17205"/>
                    <a:pt x="39731" y="16424"/>
                    <a:pt x="39956" y="15846"/>
                  </a:cubicBezTo>
                  <a:cubicBezTo>
                    <a:pt x="40179" y="15266"/>
                    <a:pt x="40346" y="14888"/>
                    <a:pt x="40346" y="14888"/>
                  </a:cubicBezTo>
                  <a:close/>
                  <a:moveTo>
                    <a:pt x="10690" y="14888"/>
                  </a:moveTo>
                  <a:cubicBezTo>
                    <a:pt x="10690" y="14888"/>
                    <a:pt x="10582" y="15288"/>
                    <a:pt x="10451" y="15893"/>
                  </a:cubicBezTo>
                  <a:cubicBezTo>
                    <a:pt x="10319" y="16494"/>
                    <a:pt x="10165" y="17304"/>
                    <a:pt x="10040" y="18115"/>
                  </a:cubicBezTo>
                  <a:cubicBezTo>
                    <a:pt x="9978" y="18519"/>
                    <a:pt x="9923" y="18925"/>
                    <a:pt x="9879" y="19306"/>
                  </a:cubicBezTo>
                  <a:cubicBezTo>
                    <a:pt x="9853" y="19495"/>
                    <a:pt x="9837" y="19681"/>
                    <a:pt x="9818" y="19855"/>
                  </a:cubicBezTo>
                  <a:cubicBezTo>
                    <a:pt x="9810" y="19925"/>
                    <a:pt x="9803" y="19995"/>
                    <a:pt x="9798" y="20064"/>
                  </a:cubicBezTo>
                  <a:cubicBezTo>
                    <a:pt x="10189" y="20004"/>
                    <a:pt x="10663" y="19963"/>
                    <a:pt x="11223" y="19963"/>
                  </a:cubicBezTo>
                  <a:cubicBezTo>
                    <a:pt x="11748" y="19963"/>
                    <a:pt x="12207" y="20004"/>
                    <a:pt x="12592" y="20062"/>
                  </a:cubicBezTo>
                  <a:cubicBezTo>
                    <a:pt x="12833" y="22046"/>
                    <a:pt x="13065" y="24276"/>
                    <a:pt x="13158" y="26132"/>
                  </a:cubicBezTo>
                  <a:lnTo>
                    <a:pt x="8470" y="26665"/>
                  </a:lnTo>
                  <a:lnTo>
                    <a:pt x="13197" y="27202"/>
                  </a:lnTo>
                  <a:cubicBezTo>
                    <a:pt x="13201" y="27369"/>
                    <a:pt x="13202" y="27530"/>
                    <a:pt x="13202" y="27684"/>
                  </a:cubicBezTo>
                  <a:lnTo>
                    <a:pt x="13202" y="48811"/>
                  </a:lnTo>
                  <a:lnTo>
                    <a:pt x="8470" y="49079"/>
                  </a:lnTo>
                  <a:lnTo>
                    <a:pt x="13202" y="49348"/>
                  </a:lnTo>
                  <a:lnTo>
                    <a:pt x="13202" y="55757"/>
                  </a:lnTo>
                  <a:cubicBezTo>
                    <a:pt x="11834" y="57182"/>
                    <a:pt x="9994" y="58685"/>
                    <a:pt x="8225" y="60057"/>
                  </a:cubicBezTo>
                  <a:cubicBezTo>
                    <a:pt x="8228" y="59657"/>
                    <a:pt x="8232" y="59252"/>
                    <a:pt x="8235" y="58845"/>
                  </a:cubicBezTo>
                  <a:cubicBezTo>
                    <a:pt x="8243" y="56944"/>
                    <a:pt x="8254" y="54980"/>
                    <a:pt x="8262" y="52984"/>
                  </a:cubicBezTo>
                  <a:cubicBezTo>
                    <a:pt x="8266" y="50989"/>
                    <a:pt x="8268" y="48961"/>
                    <a:pt x="8272" y="46935"/>
                  </a:cubicBezTo>
                  <a:cubicBezTo>
                    <a:pt x="8268" y="44908"/>
                    <a:pt x="8264" y="42880"/>
                    <a:pt x="8260" y="40886"/>
                  </a:cubicBezTo>
                  <a:cubicBezTo>
                    <a:pt x="8251" y="38891"/>
                    <a:pt x="8240" y="36927"/>
                    <a:pt x="8232" y="35027"/>
                  </a:cubicBezTo>
                  <a:cubicBezTo>
                    <a:pt x="8217" y="33126"/>
                    <a:pt x="8201" y="31289"/>
                    <a:pt x="8186" y="29546"/>
                  </a:cubicBezTo>
                  <a:cubicBezTo>
                    <a:pt x="8182" y="29112"/>
                    <a:pt x="8178" y="28682"/>
                    <a:pt x="8174" y="28258"/>
                  </a:cubicBezTo>
                  <a:cubicBezTo>
                    <a:pt x="8173" y="27835"/>
                    <a:pt x="8161" y="27416"/>
                    <a:pt x="8170" y="27016"/>
                  </a:cubicBezTo>
                  <a:cubicBezTo>
                    <a:pt x="8191" y="26207"/>
                    <a:pt x="8259" y="25422"/>
                    <a:pt x="8336" y="24668"/>
                  </a:cubicBezTo>
                  <a:cubicBezTo>
                    <a:pt x="8497" y="23162"/>
                    <a:pt x="8695" y="21784"/>
                    <a:pt x="8900" y="20568"/>
                  </a:cubicBezTo>
                  <a:cubicBezTo>
                    <a:pt x="8947" y="20288"/>
                    <a:pt x="8996" y="20018"/>
                    <a:pt x="9045" y="19755"/>
                  </a:cubicBezTo>
                  <a:cubicBezTo>
                    <a:pt x="9047" y="19741"/>
                    <a:pt x="9051" y="19729"/>
                    <a:pt x="9054" y="19717"/>
                  </a:cubicBezTo>
                  <a:cubicBezTo>
                    <a:pt x="9100" y="19545"/>
                    <a:pt x="9147" y="19360"/>
                    <a:pt x="9200" y="19172"/>
                  </a:cubicBezTo>
                  <a:cubicBezTo>
                    <a:pt x="9305" y="18796"/>
                    <a:pt x="9422" y="18397"/>
                    <a:pt x="9548" y="17998"/>
                  </a:cubicBezTo>
                  <a:cubicBezTo>
                    <a:pt x="9798" y="17205"/>
                    <a:pt x="10075" y="16424"/>
                    <a:pt x="10300" y="15846"/>
                  </a:cubicBezTo>
                  <a:cubicBezTo>
                    <a:pt x="10523" y="15265"/>
                    <a:pt x="10690" y="14888"/>
                    <a:pt x="10690" y="14888"/>
                  </a:cubicBezTo>
                  <a:close/>
                  <a:moveTo>
                    <a:pt x="8697" y="20323"/>
                  </a:moveTo>
                  <a:cubicBezTo>
                    <a:pt x="8683" y="20390"/>
                    <a:pt x="8669" y="20454"/>
                    <a:pt x="8655" y="20524"/>
                  </a:cubicBezTo>
                  <a:cubicBezTo>
                    <a:pt x="8403" y="21735"/>
                    <a:pt x="8152" y="23111"/>
                    <a:pt x="7953" y="24624"/>
                  </a:cubicBezTo>
                  <a:cubicBezTo>
                    <a:pt x="7855" y="25381"/>
                    <a:pt x="7763" y="26172"/>
                    <a:pt x="7722" y="27001"/>
                  </a:cubicBezTo>
                  <a:cubicBezTo>
                    <a:pt x="7700" y="27421"/>
                    <a:pt x="7707" y="27836"/>
                    <a:pt x="7700" y="28258"/>
                  </a:cubicBezTo>
                  <a:cubicBezTo>
                    <a:pt x="7696" y="28682"/>
                    <a:pt x="7691" y="29111"/>
                    <a:pt x="7688" y="29546"/>
                  </a:cubicBezTo>
                  <a:cubicBezTo>
                    <a:pt x="7674" y="31289"/>
                    <a:pt x="7660" y="33124"/>
                    <a:pt x="7643" y="35027"/>
                  </a:cubicBezTo>
                  <a:cubicBezTo>
                    <a:pt x="7633" y="36927"/>
                    <a:pt x="7624" y="38891"/>
                    <a:pt x="7614" y="40886"/>
                  </a:cubicBezTo>
                  <a:cubicBezTo>
                    <a:pt x="7610" y="42883"/>
                    <a:pt x="7606" y="44908"/>
                    <a:pt x="7602" y="46936"/>
                  </a:cubicBezTo>
                  <a:cubicBezTo>
                    <a:pt x="7606" y="48964"/>
                    <a:pt x="7609" y="50990"/>
                    <a:pt x="7613" y="52986"/>
                  </a:cubicBezTo>
                  <a:cubicBezTo>
                    <a:pt x="7622" y="54982"/>
                    <a:pt x="7631" y="56946"/>
                    <a:pt x="7640" y="58846"/>
                  </a:cubicBezTo>
                  <a:cubicBezTo>
                    <a:pt x="7644" y="59405"/>
                    <a:pt x="7648" y="59955"/>
                    <a:pt x="7653" y="60503"/>
                  </a:cubicBezTo>
                  <a:cubicBezTo>
                    <a:pt x="7522" y="60604"/>
                    <a:pt x="7393" y="60703"/>
                    <a:pt x="7264" y="60800"/>
                  </a:cubicBezTo>
                  <a:cubicBezTo>
                    <a:pt x="7261" y="47358"/>
                    <a:pt x="7261" y="29705"/>
                    <a:pt x="7261" y="27437"/>
                  </a:cubicBezTo>
                  <a:cubicBezTo>
                    <a:pt x="7261" y="25924"/>
                    <a:pt x="7788" y="23042"/>
                    <a:pt x="8456" y="20417"/>
                  </a:cubicBezTo>
                  <a:cubicBezTo>
                    <a:pt x="8456" y="20417"/>
                    <a:pt x="8537" y="20378"/>
                    <a:pt x="8697" y="20323"/>
                  </a:cubicBezTo>
                  <a:close/>
                  <a:moveTo>
                    <a:pt x="41545" y="14888"/>
                  </a:moveTo>
                  <a:cubicBezTo>
                    <a:pt x="41545" y="14888"/>
                    <a:pt x="41557" y="14899"/>
                    <a:pt x="41583" y="14919"/>
                  </a:cubicBezTo>
                  <a:cubicBezTo>
                    <a:pt x="41604" y="14940"/>
                    <a:pt x="41647" y="14965"/>
                    <a:pt x="41685" y="15014"/>
                  </a:cubicBezTo>
                  <a:cubicBezTo>
                    <a:pt x="41768" y="15107"/>
                    <a:pt x="41878" y="15256"/>
                    <a:pt x="41995" y="15466"/>
                  </a:cubicBezTo>
                  <a:cubicBezTo>
                    <a:pt x="42231" y="15886"/>
                    <a:pt x="42517" y="16533"/>
                    <a:pt x="42814" y="17379"/>
                  </a:cubicBezTo>
                  <a:cubicBezTo>
                    <a:pt x="43113" y="18225"/>
                    <a:pt x="43436" y="19269"/>
                    <a:pt x="43758" y="20474"/>
                  </a:cubicBezTo>
                  <a:cubicBezTo>
                    <a:pt x="44076" y="21683"/>
                    <a:pt x="44408" y="23057"/>
                    <a:pt x="44674" y="24574"/>
                  </a:cubicBezTo>
                  <a:cubicBezTo>
                    <a:pt x="44807" y="25334"/>
                    <a:pt x="44929" y="26127"/>
                    <a:pt x="44985" y="26967"/>
                  </a:cubicBezTo>
                  <a:cubicBezTo>
                    <a:pt x="45012" y="27388"/>
                    <a:pt x="45006" y="27811"/>
                    <a:pt x="45010" y="28236"/>
                  </a:cubicBezTo>
                  <a:cubicBezTo>
                    <a:pt x="45014" y="28665"/>
                    <a:pt x="45016" y="29098"/>
                    <a:pt x="45022" y="29538"/>
                  </a:cubicBezTo>
                  <a:cubicBezTo>
                    <a:pt x="45036" y="31297"/>
                    <a:pt x="45055" y="33151"/>
                    <a:pt x="45057" y="35072"/>
                  </a:cubicBezTo>
                  <a:cubicBezTo>
                    <a:pt x="45067" y="38911"/>
                    <a:pt x="45079" y="43005"/>
                    <a:pt x="45090" y="47101"/>
                  </a:cubicBezTo>
                  <a:cubicBezTo>
                    <a:pt x="45079" y="51196"/>
                    <a:pt x="45067" y="55291"/>
                    <a:pt x="45057" y="59129"/>
                  </a:cubicBezTo>
                  <a:cubicBezTo>
                    <a:pt x="45057" y="59756"/>
                    <a:pt x="45054" y="60374"/>
                    <a:pt x="45050" y="60987"/>
                  </a:cubicBezTo>
                  <a:cubicBezTo>
                    <a:pt x="44909" y="60879"/>
                    <a:pt x="44767" y="60770"/>
                    <a:pt x="44624" y="60660"/>
                  </a:cubicBezTo>
                  <a:cubicBezTo>
                    <a:pt x="44620" y="60155"/>
                    <a:pt x="44619" y="59645"/>
                    <a:pt x="44619" y="59129"/>
                  </a:cubicBezTo>
                  <a:cubicBezTo>
                    <a:pt x="44608" y="55291"/>
                    <a:pt x="44597" y="51197"/>
                    <a:pt x="44585" y="47101"/>
                  </a:cubicBezTo>
                  <a:cubicBezTo>
                    <a:pt x="44597" y="43007"/>
                    <a:pt x="44607" y="38911"/>
                    <a:pt x="44619" y="35072"/>
                  </a:cubicBezTo>
                  <a:cubicBezTo>
                    <a:pt x="44620" y="33154"/>
                    <a:pt x="44639" y="31297"/>
                    <a:pt x="44654" y="29538"/>
                  </a:cubicBezTo>
                  <a:cubicBezTo>
                    <a:pt x="44658" y="29098"/>
                    <a:pt x="44660" y="28665"/>
                    <a:pt x="44666" y="28236"/>
                  </a:cubicBezTo>
                  <a:cubicBezTo>
                    <a:pt x="44667" y="27809"/>
                    <a:pt x="44681" y="27389"/>
                    <a:pt x="44662" y="26981"/>
                  </a:cubicBezTo>
                  <a:cubicBezTo>
                    <a:pt x="44621" y="26168"/>
                    <a:pt x="44513" y="25375"/>
                    <a:pt x="44396" y="24621"/>
                  </a:cubicBezTo>
                  <a:cubicBezTo>
                    <a:pt x="44150" y="23111"/>
                    <a:pt x="43861" y="21734"/>
                    <a:pt x="43574" y="20521"/>
                  </a:cubicBezTo>
                  <a:cubicBezTo>
                    <a:pt x="43285" y="19310"/>
                    <a:pt x="42994" y="18263"/>
                    <a:pt x="42720" y="17411"/>
                  </a:cubicBezTo>
                  <a:cubicBezTo>
                    <a:pt x="42445" y="16560"/>
                    <a:pt x="42194" y="15905"/>
                    <a:pt x="41972" y="15479"/>
                  </a:cubicBezTo>
                  <a:cubicBezTo>
                    <a:pt x="41862" y="15267"/>
                    <a:pt x="41760" y="15114"/>
                    <a:pt x="41679" y="15020"/>
                  </a:cubicBezTo>
                  <a:cubicBezTo>
                    <a:pt x="41644" y="14967"/>
                    <a:pt x="41603" y="14944"/>
                    <a:pt x="41580" y="14920"/>
                  </a:cubicBezTo>
                  <a:cubicBezTo>
                    <a:pt x="41557" y="14899"/>
                    <a:pt x="41545" y="14888"/>
                    <a:pt x="41545" y="14888"/>
                  </a:cubicBezTo>
                  <a:close/>
                  <a:moveTo>
                    <a:pt x="30556" y="58093"/>
                  </a:moveTo>
                  <a:cubicBezTo>
                    <a:pt x="30611" y="58095"/>
                    <a:pt x="30666" y="58099"/>
                    <a:pt x="30724" y="58105"/>
                  </a:cubicBezTo>
                  <a:cubicBezTo>
                    <a:pt x="30693" y="59563"/>
                    <a:pt x="30666" y="60898"/>
                    <a:pt x="30645" y="62034"/>
                  </a:cubicBezTo>
                  <a:lnTo>
                    <a:pt x="30556" y="58093"/>
                  </a:lnTo>
                  <a:close/>
                  <a:moveTo>
                    <a:pt x="14767" y="55154"/>
                  </a:moveTo>
                  <a:cubicBezTo>
                    <a:pt x="14767" y="55154"/>
                    <a:pt x="14730" y="55211"/>
                    <a:pt x="14661" y="55316"/>
                  </a:cubicBezTo>
                  <a:cubicBezTo>
                    <a:pt x="14591" y="55420"/>
                    <a:pt x="14493" y="55577"/>
                    <a:pt x="14357" y="55769"/>
                  </a:cubicBezTo>
                  <a:cubicBezTo>
                    <a:pt x="14217" y="55957"/>
                    <a:pt x="14056" y="56198"/>
                    <a:pt x="13848" y="56453"/>
                  </a:cubicBezTo>
                  <a:cubicBezTo>
                    <a:pt x="13649" y="56712"/>
                    <a:pt x="13412" y="56998"/>
                    <a:pt x="13147" y="57306"/>
                  </a:cubicBezTo>
                  <a:cubicBezTo>
                    <a:pt x="13013" y="57456"/>
                    <a:pt x="12872" y="57612"/>
                    <a:pt x="12725" y="57776"/>
                  </a:cubicBezTo>
                  <a:cubicBezTo>
                    <a:pt x="12578" y="57934"/>
                    <a:pt x="12421" y="58095"/>
                    <a:pt x="12259" y="58263"/>
                  </a:cubicBezTo>
                  <a:cubicBezTo>
                    <a:pt x="12094" y="58428"/>
                    <a:pt x="11926" y="58596"/>
                    <a:pt x="11756" y="58769"/>
                  </a:cubicBezTo>
                  <a:cubicBezTo>
                    <a:pt x="11581" y="58939"/>
                    <a:pt x="11400" y="59108"/>
                    <a:pt x="11213" y="59281"/>
                  </a:cubicBezTo>
                  <a:cubicBezTo>
                    <a:pt x="10839" y="59619"/>
                    <a:pt x="10453" y="59974"/>
                    <a:pt x="10044" y="60311"/>
                  </a:cubicBezTo>
                  <a:cubicBezTo>
                    <a:pt x="9637" y="60653"/>
                    <a:pt x="9215" y="60989"/>
                    <a:pt x="8795" y="61324"/>
                  </a:cubicBezTo>
                  <a:cubicBezTo>
                    <a:pt x="8368" y="61651"/>
                    <a:pt x="7937" y="61975"/>
                    <a:pt x="7510" y="62289"/>
                  </a:cubicBezTo>
                  <a:cubicBezTo>
                    <a:pt x="7085" y="62606"/>
                    <a:pt x="6657" y="62900"/>
                    <a:pt x="6246" y="63192"/>
                  </a:cubicBezTo>
                  <a:cubicBezTo>
                    <a:pt x="5420" y="63765"/>
                    <a:pt x="4649" y="64299"/>
                    <a:pt x="3990" y="64757"/>
                  </a:cubicBezTo>
                  <a:cubicBezTo>
                    <a:pt x="3333" y="65219"/>
                    <a:pt x="2803" y="65622"/>
                    <a:pt x="2464" y="65942"/>
                  </a:cubicBezTo>
                  <a:cubicBezTo>
                    <a:pt x="2379" y="66021"/>
                    <a:pt x="2310" y="66098"/>
                    <a:pt x="2244" y="66162"/>
                  </a:cubicBezTo>
                  <a:cubicBezTo>
                    <a:pt x="2188" y="66232"/>
                    <a:pt x="2138" y="66291"/>
                    <a:pt x="2098" y="66339"/>
                  </a:cubicBezTo>
                  <a:cubicBezTo>
                    <a:pt x="2031" y="66445"/>
                    <a:pt x="1994" y="66502"/>
                    <a:pt x="1994" y="66502"/>
                  </a:cubicBezTo>
                  <a:cubicBezTo>
                    <a:pt x="1994" y="66502"/>
                    <a:pt x="2023" y="66439"/>
                    <a:pt x="2075" y="66324"/>
                  </a:cubicBezTo>
                  <a:cubicBezTo>
                    <a:pt x="2109" y="66271"/>
                    <a:pt x="2149" y="66204"/>
                    <a:pt x="2197" y="66124"/>
                  </a:cubicBezTo>
                  <a:cubicBezTo>
                    <a:pt x="2252" y="66051"/>
                    <a:pt x="2313" y="65963"/>
                    <a:pt x="2391" y="65873"/>
                  </a:cubicBezTo>
                  <a:cubicBezTo>
                    <a:pt x="2544" y="65692"/>
                    <a:pt x="2741" y="65480"/>
                    <a:pt x="2983" y="65257"/>
                  </a:cubicBezTo>
                  <a:cubicBezTo>
                    <a:pt x="3223" y="65030"/>
                    <a:pt x="3501" y="64786"/>
                    <a:pt x="3814" y="64528"/>
                  </a:cubicBezTo>
                  <a:cubicBezTo>
                    <a:pt x="4124" y="64270"/>
                    <a:pt x="4467" y="63996"/>
                    <a:pt x="4833" y="63714"/>
                  </a:cubicBezTo>
                  <a:cubicBezTo>
                    <a:pt x="5197" y="63431"/>
                    <a:pt x="5583" y="63134"/>
                    <a:pt x="5986" y="62833"/>
                  </a:cubicBezTo>
                  <a:cubicBezTo>
                    <a:pt x="6386" y="62529"/>
                    <a:pt x="6801" y="62217"/>
                    <a:pt x="7220" y="61898"/>
                  </a:cubicBezTo>
                  <a:cubicBezTo>
                    <a:pt x="7641" y="61583"/>
                    <a:pt x="8064" y="61255"/>
                    <a:pt x="8486" y="60926"/>
                  </a:cubicBezTo>
                  <a:cubicBezTo>
                    <a:pt x="8909" y="60598"/>
                    <a:pt x="9328" y="60269"/>
                    <a:pt x="9735" y="59935"/>
                  </a:cubicBezTo>
                  <a:cubicBezTo>
                    <a:pt x="10140" y="59603"/>
                    <a:pt x="10541" y="59276"/>
                    <a:pt x="10919" y="58949"/>
                  </a:cubicBezTo>
                  <a:cubicBezTo>
                    <a:pt x="11107" y="58786"/>
                    <a:pt x="11294" y="58624"/>
                    <a:pt x="11475" y="58467"/>
                  </a:cubicBezTo>
                  <a:cubicBezTo>
                    <a:pt x="11655" y="58306"/>
                    <a:pt x="11830" y="58149"/>
                    <a:pt x="12000" y="57995"/>
                  </a:cubicBezTo>
                  <a:cubicBezTo>
                    <a:pt x="12336" y="57683"/>
                    <a:pt x="12652" y="57386"/>
                    <a:pt x="12939" y="57107"/>
                  </a:cubicBezTo>
                  <a:cubicBezTo>
                    <a:pt x="13221" y="56824"/>
                    <a:pt x="13483" y="56564"/>
                    <a:pt x="13704" y="56327"/>
                  </a:cubicBezTo>
                  <a:cubicBezTo>
                    <a:pt x="13933" y="56093"/>
                    <a:pt x="14117" y="55880"/>
                    <a:pt x="14278" y="55709"/>
                  </a:cubicBezTo>
                  <a:cubicBezTo>
                    <a:pt x="14589" y="55356"/>
                    <a:pt x="14767" y="55154"/>
                    <a:pt x="14767" y="55154"/>
                  </a:cubicBezTo>
                  <a:close/>
                  <a:moveTo>
                    <a:pt x="41062" y="61751"/>
                  </a:moveTo>
                  <a:lnTo>
                    <a:pt x="41062" y="61751"/>
                  </a:lnTo>
                  <a:cubicBezTo>
                    <a:pt x="41925" y="62296"/>
                    <a:pt x="42884" y="62905"/>
                    <a:pt x="43884" y="63545"/>
                  </a:cubicBezTo>
                  <a:cubicBezTo>
                    <a:pt x="47846" y="66079"/>
                    <a:pt x="49876" y="67337"/>
                    <a:pt x="50585" y="67771"/>
                  </a:cubicBezTo>
                  <a:cubicBezTo>
                    <a:pt x="51224" y="69782"/>
                    <a:pt x="51226" y="71383"/>
                    <a:pt x="51226" y="71383"/>
                  </a:cubicBezTo>
                  <a:cubicBezTo>
                    <a:pt x="51226" y="71383"/>
                    <a:pt x="47921" y="71790"/>
                    <a:pt x="43630" y="72263"/>
                  </a:cubicBezTo>
                  <a:lnTo>
                    <a:pt x="50482" y="71073"/>
                  </a:lnTo>
                  <a:lnTo>
                    <a:pt x="40875" y="71578"/>
                  </a:lnTo>
                  <a:cubicBezTo>
                    <a:pt x="40861" y="68288"/>
                    <a:pt x="40780" y="65264"/>
                    <a:pt x="40519" y="62695"/>
                  </a:cubicBezTo>
                  <a:lnTo>
                    <a:pt x="40519" y="62695"/>
                  </a:lnTo>
                  <a:cubicBezTo>
                    <a:pt x="40573" y="62967"/>
                    <a:pt x="40622" y="63256"/>
                    <a:pt x="40673" y="63554"/>
                  </a:cubicBezTo>
                  <a:cubicBezTo>
                    <a:pt x="40727" y="63856"/>
                    <a:pt x="40774" y="64170"/>
                    <a:pt x="40824" y="64490"/>
                  </a:cubicBezTo>
                  <a:cubicBezTo>
                    <a:pt x="40875" y="64808"/>
                    <a:pt x="40918" y="65135"/>
                    <a:pt x="40963" y="65458"/>
                  </a:cubicBezTo>
                  <a:cubicBezTo>
                    <a:pt x="41052" y="66108"/>
                    <a:pt x="41129" y="66761"/>
                    <a:pt x="41194" y="67373"/>
                  </a:cubicBezTo>
                  <a:cubicBezTo>
                    <a:pt x="41259" y="67986"/>
                    <a:pt x="41314" y="68559"/>
                    <a:pt x="41354" y="69051"/>
                  </a:cubicBezTo>
                  <a:cubicBezTo>
                    <a:pt x="41436" y="70034"/>
                    <a:pt x="41468" y="70692"/>
                    <a:pt x="41468" y="70692"/>
                  </a:cubicBezTo>
                  <a:cubicBezTo>
                    <a:pt x="41468" y="70692"/>
                    <a:pt x="41490" y="70034"/>
                    <a:pt x="41485" y="69045"/>
                  </a:cubicBezTo>
                  <a:cubicBezTo>
                    <a:pt x="41485" y="68552"/>
                    <a:pt x="41476" y="67975"/>
                    <a:pt x="41462" y="67357"/>
                  </a:cubicBezTo>
                  <a:cubicBezTo>
                    <a:pt x="41444" y="66739"/>
                    <a:pt x="41420" y="66079"/>
                    <a:pt x="41384" y="65419"/>
                  </a:cubicBezTo>
                  <a:cubicBezTo>
                    <a:pt x="41364" y="65090"/>
                    <a:pt x="41349" y="64760"/>
                    <a:pt x="41322" y="64436"/>
                  </a:cubicBezTo>
                  <a:cubicBezTo>
                    <a:pt x="41299" y="64111"/>
                    <a:pt x="41276" y="63792"/>
                    <a:pt x="41247" y="63483"/>
                  </a:cubicBezTo>
                  <a:cubicBezTo>
                    <a:pt x="41219" y="63174"/>
                    <a:pt x="41193" y="62875"/>
                    <a:pt x="41160" y="62591"/>
                  </a:cubicBezTo>
                  <a:cubicBezTo>
                    <a:pt x="41127" y="62308"/>
                    <a:pt x="41102" y="62039"/>
                    <a:pt x="41067" y="61792"/>
                  </a:cubicBezTo>
                  <a:cubicBezTo>
                    <a:pt x="41066" y="61779"/>
                    <a:pt x="41064" y="61765"/>
                    <a:pt x="41062" y="61751"/>
                  </a:cubicBezTo>
                  <a:close/>
                  <a:moveTo>
                    <a:pt x="35444" y="45545"/>
                  </a:moveTo>
                  <a:cubicBezTo>
                    <a:pt x="35444" y="45545"/>
                    <a:pt x="35478" y="45963"/>
                    <a:pt x="35534" y="46694"/>
                  </a:cubicBezTo>
                  <a:cubicBezTo>
                    <a:pt x="35560" y="47061"/>
                    <a:pt x="35599" y="47505"/>
                    <a:pt x="35627" y="48016"/>
                  </a:cubicBezTo>
                  <a:cubicBezTo>
                    <a:pt x="35656" y="48526"/>
                    <a:pt x="35693" y="49102"/>
                    <a:pt x="35722" y="49732"/>
                  </a:cubicBezTo>
                  <a:cubicBezTo>
                    <a:pt x="35746" y="50360"/>
                    <a:pt x="35773" y="51042"/>
                    <a:pt x="35799" y="51762"/>
                  </a:cubicBezTo>
                  <a:cubicBezTo>
                    <a:pt x="35816" y="52482"/>
                    <a:pt x="35843" y="53245"/>
                    <a:pt x="35844" y="54030"/>
                  </a:cubicBezTo>
                  <a:cubicBezTo>
                    <a:pt x="35848" y="54817"/>
                    <a:pt x="35852" y="55630"/>
                    <a:pt x="35843" y="56456"/>
                  </a:cubicBezTo>
                  <a:cubicBezTo>
                    <a:pt x="35840" y="57281"/>
                    <a:pt x="35819" y="58121"/>
                    <a:pt x="35801" y="58960"/>
                  </a:cubicBezTo>
                  <a:cubicBezTo>
                    <a:pt x="35784" y="59380"/>
                    <a:pt x="35769" y="59799"/>
                    <a:pt x="35752" y="60217"/>
                  </a:cubicBezTo>
                  <a:cubicBezTo>
                    <a:pt x="35732" y="60636"/>
                    <a:pt x="35711" y="61052"/>
                    <a:pt x="35691" y="61465"/>
                  </a:cubicBezTo>
                  <a:cubicBezTo>
                    <a:pt x="35647" y="62290"/>
                    <a:pt x="35597" y="63102"/>
                    <a:pt x="35538" y="63887"/>
                  </a:cubicBezTo>
                  <a:cubicBezTo>
                    <a:pt x="35486" y="64671"/>
                    <a:pt x="35405" y="65433"/>
                    <a:pt x="35329" y="66145"/>
                  </a:cubicBezTo>
                  <a:cubicBezTo>
                    <a:pt x="35291" y="66506"/>
                    <a:pt x="35286" y="66843"/>
                    <a:pt x="35286" y="67180"/>
                  </a:cubicBezTo>
                  <a:cubicBezTo>
                    <a:pt x="35294" y="67516"/>
                    <a:pt x="35311" y="67841"/>
                    <a:pt x="35340" y="68152"/>
                  </a:cubicBezTo>
                  <a:cubicBezTo>
                    <a:pt x="35396" y="68775"/>
                    <a:pt x="35454" y="69354"/>
                    <a:pt x="35462" y="69868"/>
                  </a:cubicBezTo>
                  <a:cubicBezTo>
                    <a:pt x="35472" y="70381"/>
                    <a:pt x="35448" y="70830"/>
                    <a:pt x="35407" y="71195"/>
                  </a:cubicBezTo>
                  <a:cubicBezTo>
                    <a:pt x="35368" y="71562"/>
                    <a:pt x="35319" y="71846"/>
                    <a:pt x="35280" y="72040"/>
                  </a:cubicBezTo>
                  <a:cubicBezTo>
                    <a:pt x="35244" y="72233"/>
                    <a:pt x="35224" y="72335"/>
                    <a:pt x="35224" y="72335"/>
                  </a:cubicBezTo>
                  <a:cubicBezTo>
                    <a:pt x="35224" y="72335"/>
                    <a:pt x="35237" y="72232"/>
                    <a:pt x="35262" y="72037"/>
                  </a:cubicBezTo>
                  <a:cubicBezTo>
                    <a:pt x="35291" y="71842"/>
                    <a:pt x="35315" y="71555"/>
                    <a:pt x="35341" y="71191"/>
                  </a:cubicBezTo>
                  <a:cubicBezTo>
                    <a:pt x="35366" y="70826"/>
                    <a:pt x="35368" y="70381"/>
                    <a:pt x="35335" y="69875"/>
                  </a:cubicBezTo>
                  <a:cubicBezTo>
                    <a:pt x="35305" y="69367"/>
                    <a:pt x="35221" y="68801"/>
                    <a:pt x="35150" y="68172"/>
                  </a:cubicBezTo>
                  <a:cubicBezTo>
                    <a:pt x="35113" y="67858"/>
                    <a:pt x="35086" y="67529"/>
                    <a:pt x="35070" y="67187"/>
                  </a:cubicBezTo>
                  <a:cubicBezTo>
                    <a:pt x="35060" y="66848"/>
                    <a:pt x="35056" y="66484"/>
                    <a:pt x="35084" y="66126"/>
                  </a:cubicBezTo>
                  <a:cubicBezTo>
                    <a:pt x="35139" y="65403"/>
                    <a:pt x="35193" y="64651"/>
                    <a:pt x="35246" y="63867"/>
                  </a:cubicBezTo>
                  <a:cubicBezTo>
                    <a:pt x="35298" y="63083"/>
                    <a:pt x="35338" y="62274"/>
                    <a:pt x="35376" y="61450"/>
                  </a:cubicBezTo>
                  <a:cubicBezTo>
                    <a:pt x="35393" y="61039"/>
                    <a:pt x="35408" y="60623"/>
                    <a:pt x="35425" y="60206"/>
                  </a:cubicBezTo>
                  <a:cubicBezTo>
                    <a:pt x="35436" y="59790"/>
                    <a:pt x="35450" y="59370"/>
                    <a:pt x="35462" y="58952"/>
                  </a:cubicBezTo>
                  <a:cubicBezTo>
                    <a:pt x="35487" y="58114"/>
                    <a:pt x="35515" y="57279"/>
                    <a:pt x="35526" y="56453"/>
                  </a:cubicBezTo>
                  <a:cubicBezTo>
                    <a:pt x="35544" y="55628"/>
                    <a:pt x="35546" y="54816"/>
                    <a:pt x="35550" y="54032"/>
                  </a:cubicBezTo>
                  <a:cubicBezTo>
                    <a:pt x="35550" y="53246"/>
                    <a:pt x="35553" y="52487"/>
                    <a:pt x="35553" y="51768"/>
                  </a:cubicBezTo>
                  <a:cubicBezTo>
                    <a:pt x="35546" y="51048"/>
                    <a:pt x="35537" y="50366"/>
                    <a:pt x="35533" y="49739"/>
                  </a:cubicBezTo>
                  <a:cubicBezTo>
                    <a:pt x="35515" y="49110"/>
                    <a:pt x="35509" y="48534"/>
                    <a:pt x="35501" y="48022"/>
                  </a:cubicBezTo>
                  <a:cubicBezTo>
                    <a:pt x="35494" y="47512"/>
                    <a:pt x="35475" y="47066"/>
                    <a:pt x="35467" y="46700"/>
                  </a:cubicBezTo>
                  <a:cubicBezTo>
                    <a:pt x="35452" y="45965"/>
                    <a:pt x="35444" y="45545"/>
                    <a:pt x="35444" y="45545"/>
                  </a:cubicBezTo>
                  <a:close/>
                  <a:moveTo>
                    <a:pt x="29382" y="74059"/>
                  </a:moveTo>
                  <a:cubicBezTo>
                    <a:pt x="29938" y="74135"/>
                    <a:pt x="30578" y="74209"/>
                    <a:pt x="31224" y="74257"/>
                  </a:cubicBezTo>
                  <a:cubicBezTo>
                    <a:pt x="31449" y="74276"/>
                    <a:pt x="31673" y="74293"/>
                    <a:pt x="31895" y="74303"/>
                  </a:cubicBezTo>
                  <a:cubicBezTo>
                    <a:pt x="31910" y="74304"/>
                    <a:pt x="31926" y="74304"/>
                    <a:pt x="31941" y="74307"/>
                  </a:cubicBezTo>
                  <a:cubicBezTo>
                    <a:pt x="32011" y="74630"/>
                    <a:pt x="32058" y="74919"/>
                    <a:pt x="32070" y="75169"/>
                  </a:cubicBezTo>
                  <a:cubicBezTo>
                    <a:pt x="31994" y="75183"/>
                    <a:pt x="31918" y="75197"/>
                    <a:pt x="31837" y="75209"/>
                  </a:cubicBezTo>
                  <a:cubicBezTo>
                    <a:pt x="31715" y="75229"/>
                    <a:pt x="31586" y="75251"/>
                    <a:pt x="31455" y="75264"/>
                  </a:cubicBezTo>
                  <a:cubicBezTo>
                    <a:pt x="31324" y="75283"/>
                    <a:pt x="31190" y="75296"/>
                    <a:pt x="31057" y="75308"/>
                  </a:cubicBezTo>
                  <a:cubicBezTo>
                    <a:pt x="30681" y="75343"/>
                    <a:pt x="30301" y="75357"/>
                    <a:pt x="29966" y="75357"/>
                  </a:cubicBezTo>
                  <a:cubicBezTo>
                    <a:pt x="29823" y="75357"/>
                    <a:pt x="29689" y="75354"/>
                    <a:pt x="29566" y="75350"/>
                  </a:cubicBezTo>
                  <a:cubicBezTo>
                    <a:pt x="29157" y="75337"/>
                    <a:pt x="28886" y="75304"/>
                    <a:pt x="28886" y="75304"/>
                  </a:cubicBezTo>
                  <a:lnTo>
                    <a:pt x="28886" y="75304"/>
                  </a:lnTo>
                  <a:cubicBezTo>
                    <a:pt x="28886" y="75304"/>
                    <a:pt x="29148" y="75389"/>
                    <a:pt x="29550" y="75482"/>
                  </a:cubicBezTo>
                  <a:cubicBezTo>
                    <a:pt x="29953" y="75576"/>
                    <a:pt x="30498" y="75674"/>
                    <a:pt x="31054" y="75730"/>
                  </a:cubicBezTo>
                  <a:cubicBezTo>
                    <a:pt x="31193" y="75745"/>
                    <a:pt x="31332" y="75757"/>
                    <a:pt x="31471" y="75765"/>
                  </a:cubicBezTo>
                  <a:cubicBezTo>
                    <a:pt x="31608" y="75777"/>
                    <a:pt x="31745" y="75780"/>
                    <a:pt x="31876" y="75784"/>
                  </a:cubicBezTo>
                  <a:cubicBezTo>
                    <a:pt x="31906" y="75785"/>
                    <a:pt x="31935" y="75785"/>
                    <a:pt x="31963" y="75785"/>
                  </a:cubicBezTo>
                  <a:cubicBezTo>
                    <a:pt x="31992" y="75785"/>
                    <a:pt x="32020" y="75785"/>
                    <a:pt x="32049" y="75785"/>
                  </a:cubicBezTo>
                  <a:cubicBezTo>
                    <a:pt x="31961" y="76734"/>
                    <a:pt x="31622" y="77438"/>
                    <a:pt x="31366" y="77848"/>
                  </a:cubicBezTo>
                  <a:lnTo>
                    <a:pt x="31225" y="76593"/>
                  </a:lnTo>
                  <a:lnTo>
                    <a:pt x="30878" y="78224"/>
                  </a:lnTo>
                  <a:cubicBezTo>
                    <a:pt x="30787" y="78217"/>
                    <a:pt x="30665" y="78205"/>
                    <a:pt x="30520" y="78183"/>
                  </a:cubicBezTo>
                  <a:cubicBezTo>
                    <a:pt x="30476" y="77989"/>
                    <a:pt x="30423" y="77732"/>
                    <a:pt x="30375" y="77472"/>
                  </a:cubicBezTo>
                  <a:cubicBezTo>
                    <a:pt x="30271" y="76929"/>
                    <a:pt x="30187" y="76381"/>
                    <a:pt x="30187" y="76381"/>
                  </a:cubicBezTo>
                  <a:cubicBezTo>
                    <a:pt x="30187" y="76381"/>
                    <a:pt x="30102" y="76929"/>
                    <a:pt x="30036" y="77484"/>
                  </a:cubicBezTo>
                  <a:cubicBezTo>
                    <a:pt x="30014" y="77681"/>
                    <a:pt x="29992" y="77881"/>
                    <a:pt x="29976" y="78056"/>
                  </a:cubicBezTo>
                  <a:cubicBezTo>
                    <a:pt x="29886" y="78028"/>
                    <a:pt x="29792" y="77994"/>
                    <a:pt x="29699" y="77954"/>
                  </a:cubicBezTo>
                  <a:cubicBezTo>
                    <a:pt x="29694" y="77942"/>
                    <a:pt x="29691" y="77930"/>
                    <a:pt x="29686" y="77916"/>
                  </a:cubicBezTo>
                  <a:cubicBezTo>
                    <a:pt x="29613" y="77727"/>
                    <a:pt x="29525" y="77464"/>
                    <a:pt x="29443" y="77198"/>
                  </a:cubicBezTo>
                  <a:cubicBezTo>
                    <a:pt x="29275" y="76666"/>
                    <a:pt x="29129" y="76126"/>
                    <a:pt x="29129" y="76126"/>
                  </a:cubicBezTo>
                  <a:cubicBezTo>
                    <a:pt x="29129" y="76126"/>
                    <a:pt x="29109" y="76686"/>
                    <a:pt x="29110" y="77250"/>
                  </a:cubicBezTo>
                  <a:cubicBezTo>
                    <a:pt x="29110" y="77368"/>
                    <a:pt x="29113" y="77485"/>
                    <a:pt x="29114" y="77598"/>
                  </a:cubicBezTo>
                  <a:cubicBezTo>
                    <a:pt x="28831" y="77282"/>
                    <a:pt x="28622" y="76401"/>
                    <a:pt x="28469" y="75347"/>
                  </a:cubicBezTo>
                  <a:lnTo>
                    <a:pt x="29382" y="74059"/>
                  </a:lnTo>
                  <a:close/>
                  <a:moveTo>
                    <a:pt x="18413" y="54696"/>
                  </a:moveTo>
                  <a:cubicBezTo>
                    <a:pt x="18415" y="55044"/>
                    <a:pt x="18419" y="55388"/>
                    <a:pt x="18422" y="55726"/>
                  </a:cubicBezTo>
                  <a:cubicBezTo>
                    <a:pt x="18441" y="57504"/>
                    <a:pt x="18468" y="59163"/>
                    <a:pt x="18500" y="60585"/>
                  </a:cubicBezTo>
                  <a:cubicBezTo>
                    <a:pt x="18528" y="62007"/>
                    <a:pt x="18574" y="63192"/>
                    <a:pt x="18595" y="64021"/>
                  </a:cubicBezTo>
                  <a:cubicBezTo>
                    <a:pt x="18606" y="64436"/>
                    <a:pt x="18622" y="64761"/>
                    <a:pt x="18630" y="64983"/>
                  </a:cubicBezTo>
                  <a:cubicBezTo>
                    <a:pt x="18639" y="65205"/>
                    <a:pt x="18643" y="65324"/>
                    <a:pt x="18643" y="65324"/>
                  </a:cubicBezTo>
                  <a:cubicBezTo>
                    <a:pt x="18643" y="65324"/>
                    <a:pt x="18649" y="65205"/>
                    <a:pt x="18657" y="64983"/>
                  </a:cubicBezTo>
                  <a:cubicBezTo>
                    <a:pt x="18666" y="64761"/>
                    <a:pt x="18682" y="64435"/>
                    <a:pt x="18693" y="64021"/>
                  </a:cubicBezTo>
                  <a:cubicBezTo>
                    <a:pt x="18715" y="63192"/>
                    <a:pt x="18760" y="62007"/>
                    <a:pt x="18789" y="60585"/>
                  </a:cubicBezTo>
                  <a:cubicBezTo>
                    <a:pt x="18807" y="59802"/>
                    <a:pt x="18822" y="58948"/>
                    <a:pt x="18837" y="58043"/>
                  </a:cubicBezTo>
                  <a:cubicBezTo>
                    <a:pt x="18935" y="58035"/>
                    <a:pt x="19050" y="58027"/>
                    <a:pt x="19187" y="58016"/>
                  </a:cubicBezTo>
                  <a:cubicBezTo>
                    <a:pt x="19617" y="57985"/>
                    <a:pt x="20232" y="57948"/>
                    <a:pt x="20971" y="57919"/>
                  </a:cubicBezTo>
                  <a:cubicBezTo>
                    <a:pt x="21709" y="57891"/>
                    <a:pt x="22570" y="57871"/>
                    <a:pt x="23494" y="57866"/>
                  </a:cubicBezTo>
                  <a:cubicBezTo>
                    <a:pt x="23603" y="57865"/>
                    <a:pt x="23712" y="57865"/>
                    <a:pt x="23823" y="57865"/>
                  </a:cubicBezTo>
                  <a:cubicBezTo>
                    <a:pt x="24180" y="57865"/>
                    <a:pt x="24546" y="57867"/>
                    <a:pt x="24917" y="57871"/>
                  </a:cubicBezTo>
                  <a:cubicBezTo>
                    <a:pt x="25402" y="57878"/>
                    <a:pt x="25891" y="57884"/>
                    <a:pt x="26384" y="57899"/>
                  </a:cubicBezTo>
                  <a:cubicBezTo>
                    <a:pt x="27370" y="57926"/>
                    <a:pt x="28350" y="57966"/>
                    <a:pt x="29270" y="58019"/>
                  </a:cubicBezTo>
                  <a:cubicBezTo>
                    <a:pt x="29514" y="58032"/>
                    <a:pt x="29754" y="58047"/>
                    <a:pt x="29988" y="58062"/>
                  </a:cubicBezTo>
                  <a:cubicBezTo>
                    <a:pt x="29909" y="61583"/>
                    <a:pt x="29839" y="64734"/>
                    <a:pt x="29819" y="65662"/>
                  </a:cubicBezTo>
                  <a:lnTo>
                    <a:pt x="26251" y="65720"/>
                  </a:lnTo>
                  <a:lnTo>
                    <a:pt x="22424" y="65795"/>
                  </a:lnTo>
                  <a:lnTo>
                    <a:pt x="20510" y="65832"/>
                  </a:lnTo>
                  <a:cubicBezTo>
                    <a:pt x="20192" y="65841"/>
                    <a:pt x="19872" y="65849"/>
                    <a:pt x="19554" y="65869"/>
                  </a:cubicBezTo>
                  <a:cubicBezTo>
                    <a:pt x="19234" y="65888"/>
                    <a:pt x="18916" y="65908"/>
                    <a:pt x="18596" y="65943"/>
                  </a:cubicBezTo>
                  <a:cubicBezTo>
                    <a:pt x="18916" y="65978"/>
                    <a:pt x="19234" y="65998"/>
                    <a:pt x="19554" y="66017"/>
                  </a:cubicBezTo>
                  <a:cubicBezTo>
                    <a:pt x="19872" y="66037"/>
                    <a:pt x="20192" y="66045"/>
                    <a:pt x="20510" y="66055"/>
                  </a:cubicBezTo>
                  <a:lnTo>
                    <a:pt x="22122" y="66085"/>
                  </a:lnTo>
                  <a:cubicBezTo>
                    <a:pt x="22369" y="66077"/>
                    <a:pt x="22621" y="66069"/>
                    <a:pt x="22880" y="66065"/>
                  </a:cubicBezTo>
                  <a:cubicBezTo>
                    <a:pt x="23287" y="66059"/>
                    <a:pt x="23709" y="66045"/>
                    <a:pt x="24136" y="66044"/>
                  </a:cubicBezTo>
                  <a:cubicBezTo>
                    <a:pt x="24564" y="66040"/>
                    <a:pt x="24998" y="66038"/>
                    <a:pt x="25432" y="66036"/>
                  </a:cubicBezTo>
                  <a:cubicBezTo>
                    <a:pt x="25867" y="66038"/>
                    <a:pt x="26301" y="66040"/>
                    <a:pt x="26728" y="66044"/>
                  </a:cubicBezTo>
                  <a:cubicBezTo>
                    <a:pt x="27156" y="66044"/>
                    <a:pt x="27576" y="66059"/>
                    <a:pt x="27983" y="66065"/>
                  </a:cubicBezTo>
                  <a:cubicBezTo>
                    <a:pt x="28798" y="66084"/>
                    <a:pt x="29558" y="66111"/>
                    <a:pt x="30208" y="66143"/>
                  </a:cubicBezTo>
                  <a:cubicBezTo>
                    <a:pt x="31511" y="66204"/>
                    <a:pt x="32378" y="66287"/>
                    <a:pt x="32378" y="66287"/>
                  </a:cubicBezTo>
                  <a:cubicBezTo>
                    <a:pt x="32378" y="66287"/>
                    <a:pt x="31511" y="66373"/>
                    <a:pt x="30208" y="66432"/>
                  </a:cubicBezTo>
                  <a:cubicBezTo>
                    <a:pt x="30144" y="66435"/>
                    <a:pt x="30078" y="66439"/>
                    <a:pt x="30014" y="66441"/>
                  </a:cubicBezTo>
                  <a:cubicBezTo>
                    <a:pt x="30132" y="68543"/>
                    <a:pt x="30994" y="70986"/>
                    <a:pt x="31567" y="72898"/>
                  </a:cubicBezTo>
                  <a:cubicBezTo>
                    <a:pt x="31477" y="72692"/>
                    <a:pt x="31383" y="72463"/>
                    <a:pt x="31287" y="72214"/>
                  </a:cubicBezTo>
                  <a:cubicBezTo>
                    <a:pt x="31170" y="71914"/>
                    <a:pt x="31054" y="71589"/>
                    <a:pt x="30942" y="71261"/>
                  </a:cubicBezTo>
                  <a:cubicBezTo>
                    <a:pt x="30490" y="69953"/>
                    <a:pt x="30131" y="68610"/>
                    <a:pt x="30130" y="68610"/>
                  </a:cubicBezTo>
                  <a:lnTo>
                    <a:pt x="30130" y="68610"/>
                  </a:lnTo>
                  <a:cubicBezTo>
                    <a:pt x="30131" y="68610"/>
                    <a:pt x="30367" y="69979"/>
                    <a:pt x="30699" y="71332"/>
                  </a:cubicBezTo>
                  <a:cubicBezTo>
                    <a:pt x="30780" y="71670"/>
                    <a:pt x="30868" y="72008"/>
                    <a:pt x="30958" y="72323"/>
                  </a:cubicBezTo>
                  <a:cubicBezTo>
                    <a:pt x="31048" y="72639"/>
                    <a:pt x="31139" y="72933"/>
                    <a:pt x="31226" y="73183"/>
                  </a:cubicBezTo>
                  <a:cubicBezTo>
                    <a:pt x="31267" y="73309"/>
                    <a:pt x="31314" y="73423"/>
                    <a:pt x="31352" y="73524"/>
                  </a:cubicBezTo>
                  <a:cubicBezTo>
                    <a:pt x="31379" y="73595"/>
                    <a:pt x="31405" y="73655"/>
                    <a:pt x="31428" y="73712"/>
                  </a:cubicBezTo>
                  <a:cubicBezTo>
                    <a:pt x="31363" y="73717"/>
                    <a:pt x="31299" y="73724"/>
                    <a:pt x="31233" y="73729"/>
                  </a:cubicBezTo>
                  <a:cubicBezTo>
                    <a:pt x="30605" y="73776"/>
                    <a:pt x="29971" y="73799"/>
                    <a:pt x="29417" y="73807"/>
                  </a:cubicBezTo>
                  <a:lnTo>
                    <a:pt x="27806" y="66514"/>
                  </a:lnTo>
                  <a:cubicBezTo>
                    <a:pt x="27453" y="66521"/>
                    <a:pt x="27093" y="66533"/>
                    <a:pt x="26725" y="66533"/>
                  </a:cubicBezTo>
                  <a:cubicBezTo>
                    <a:pt x="26503" y="66534"/>
                    <a:pt x="26280" y="66535"/>
                    <a:pt x="26056" y="66538"/>
                  </a:cubicBezTo>
                  <a:lnTo>
                    <a:pt x="26056" y="70705"/>
                  </a:lnTo>
                  <a:lnTo>
                    <a:pt x="26056" y="77238"/>
                  </a:lnTo>
                  <a:lnTo>
                    <a:pt x="25613" y="77238"/>
                  </a:lnTo>
                  <a:cubicBezTo>
                    <a:pt x="25394" y="77227"/>
                    <a:pt x="25221" y="77055"/>
                    <a:pt x="25221" y="76842"/>
                  </a:cubicBezTo>
                  <a:lnTo>
                    <a:pt x="25221" y="75444"/>
                  </a:lnTo>
                  <a:lnTo>
                    <a:pt x="25234" y="75496"/>
                  </a:lnTo>
                  <a:lnTo>
                    <a:pt x="25234" y="71094"/>
                  </a:lnTo>
                  <a:lnTo>
                    <a:pt x="25234" y="70696"/>
                  </a:lnTo>
                  <a:lnTo>
                    <a:pt x="25234" y="70074"/>
                  </a:lnTo>
                  <a:lnTo>
                    <a:pt x="25234" y="66531"/>
                  </a:lnTo>
                  <a:cubicBezTo>
                    <a:pt x="24864" y="66529"/>
                    <a:pt x="24493" y="66526"/>
                    <a:pt x="24126" y="66525"/>
                  </a:cubicBezTo>
                  <a:cubicBezTo>
                    <a:pt x="23873" y="66525"/>
                    <a:pt x="23623" y="66519"/>
                    <a:pt x="23376" y="66512"/>
                  </a:cubicBezTo>
                  <a:lnTo>
                    <a:pt x="23376" y="66512"/>
                  </a:lnTo>
                  <a:cubicBezTo>
                    <a:pt x="23612" y="67373"/>
                    <a:pt x="24018" y="69006"/>
                    <a:pt x="24018" y="70074"/>
                  </a:cubicBezTo>
                  <a:cubicBezTo>
                    <a:pt x="24018" y="71285"/>
                    <a:pt x="23818" y="72065"/>
                    <a:pt x="23566" y="72659"/>
                  </a:cubicBezTo>
                  <a:cubicBezTo>
                    <a:pt x="23624" y="72467"/>
                    <a:pt x="23677" y="72259"/>
                    <a:pt x="23717" y="72040"/>
                  </a:cubicBezTo>
                  <a:cubicBezTo>
                    <a:pt x="23754" y="71844"/>
                    <a:pt x="23779" y="71641"/>
                    <a:pt x="23799" y="71434"/>
                  </a:cubicBezTo>
                  <a:cubicBezTo>
                    <a:pt x="23816" y="71227"/>
                    <a:pt x="23828" y="71018"/>
                    <a:pt x="23828" y="70808"/>
                  </a:cubicBezTo>
                  <a:cubicBezTo>
                    <a:pt x="23836" y="69969"/>
                    <a:pt x="23714" y="69143"/>
                    <a:pt x="23587" y="68535"/>
                  </a:cubicBezTo>
                  <a:cubicBezTo>
                    <a:pt x="23456" y="67928"/>
                    <a:pt x="23326" y="67535"/>
                    <a:pt x="23326" y="67534"/>
                  </a:cubicBezTo>
                  <a:lnTo>
                    <a:pt x="23326" y="67534"/>
                  </a:lnTo>
                  <a:cubicBezTo>
                    <a:pt x="23326" y="67535"/>
                    <a:pt x="23427" y="67936"/>
                    <a:pt x="23509" y="68548"/>
                  </a:cubicBezTo>
                  <a:cubicBezTo>
                    <a:pt x="23589" y="69159"/>
                    <a:pt x="23648" y="69984"/>
                    <a:pt x="23576" y="70796"/>
                  </a:cubicBezTo>
                  <a:cubicBezTo>
                    <a:pt x="23560" y="70999"/>
                    <a:pt x="23533" y="71200"/>
                    <a:pt x="23502" y="71397"/>
                  </a:cubicBezTo>
                  <a:cubicBezTo>
                    <a:pt x="23467" y="71594"/>
                    <a:pt x="23428" y="71785"/>
                    <a:pt x="23380" y="71966"/>
                  </a:cubicBezTo>
                  <a:cubicBezTo>
                    <a:pt x="23284" y="72330"/>
                    <a:pt x="23158" y="72655"/>
                    <a:pt x="23025" y="72918"/>
                  </a:cubicBezTo>
                  <a:cubicBezTo>
                    <a:pt x="22992" y="72984"/>
                    <a:pt x="22958" y="73046"/>
                    <a:pt x="22926" y="73105"/>
                  </a:cubicBezTo>
                  <a:cubicBezTo>
                    <a:pt x="22891" y="73161"/>
                    <a:pt x="22857" y="73215"/>
                    <a:pt x="22828" y="73266"/>
                  </a:cubicBezTo>
                  <a:cubicBezTo>
                    <a:pt x="22765" y="73367"/>
                    <a:pt x="22700" y="73447"/>
                    <a:pt x="22652" y="73517"/>
                  </a:cubicBezTo>
                  <a:cubicBezTo>
                    <a:pt x="22632" y="73541"/>
                    <a:pt x="22616" y="73561"/>
                    <a:pt x="22598" y="73581"/>
                  </a:cubicBezTo>
                  <a:cubicBezTo>
                    <a:pt x="22561" y="73585"/>
                    <a:pt x="22522" y="73591"/>
                    <a:pt x="22483" y="73595"/>
                  </a:cubicBezTo>
                  <a:cubicBezTo>
                    <a:pt x="22276" y="73623"/>
                    <a:pt x="22064" y="73632"/>
                    <a:pt x="21846" y="73653"/>
                  </a:cubicBezTo>
                  <a:cubicBezTo>
                    <a:pt x="21629" y="73675"/>
                    <a:pt x="21408" y="73679"/>
                    <a:pt x="21187" y="73690"/>
                  </a:cubicBezTo>
                  <a:cubicBezTo>
                    <a:pt x="20965" y="73704"/>
                    <a:pt x="20744" y="73698"/>
                    <a:pt x="20526" y="73702"/>
                  </a:cubicBezTo>
                  <a:cubicBezTo>
                    <a:pt x="20515" y="73702"/>
                    <a:pt x="20503" y="73702"/>
                    <a:pt x="20492" y="73702"/>
                  </a:cubicBezTo>
                  <a:cubicBezTo>
                    <a:pt x="20285" y="73702"/>
                    <a:pt x="20082" y="73691"/>
                    <a:pt x="19883" y="73686"/>
                  </a:cubicBezTo>
                  <a:cubicBezTo>
                    <a:pt x="19676" y="73670"/>
                    <a:pt x="19473" y="73665"/>
                    <a:pt x="19284" y="73642"/>
                  </a:cubicBezTo>
                  <a:cubicBezTo>
                    <a:pt x="19092" y="73623"/>
                    <a:pt x="18912" y="73602"/>
                    <a:pt x="18748" y="73576"/>
                  </a:cubicBezTo>
                  <a:cubicBezTo>
                    <a:pt x="18582" y="73552"/>
                    <a:pt x="18431" y="73522"/>
                    <a:pt x="18298" y="73497"/>
                  </a:cubicBezTo>
                  <a:cubicBezTo>
                    <a:pt x="18164" y="73469"/>
                    <a:pt x="18049" y="73442"/>
                    <a:pt x="17955" y="73416"/>
                  </a:cubicBezTo>
                  <a:cubicBezTo>
                    <a:pt x="17764" y="73367"/>
                    <a:pt x="17659" y="73328"/>
                    <a:pt x="17659" y="73328"/>
                  </a:cubicBezTo>
                  <a:lnTo>
                    <a:pt x="17659" y="73328"/>
                  </a:lnTo>
                  <a:cubicBezTo>
                    <a:pt x="17659" y="73328"/>
                    <a:pt x="17757" y="73383"/>
                    <a:pt x="17938" y="73461"/>
                  </a:cubicBezTo>
                  <a:cubicBezTo>
                    <a:pt x="18030" y="73501"/>
                    <a:pt x="18143" y="73544"/>
                    <a:pt x="18272" y="73592"/>
                  </a:cubicBezTo>
                  <a:cubicBezTo>
                    <a:pt x="18400" y="73639"/>
                    <a:pt x="18548" y="73692"/>
                    <a:pt x="18711" y="73740"/>
                  </a:cubicBezTo>
                  <a:cubicBezTo>
                    <a:pt x="18874" y="73791"/>
                    <a:pt x="19052" y="73841"/>
                    <a:pt x="19241" y="73888"/>
                  </a:cubicBezTo>
                  <a:cubicBezTo>
                    <a:pt x="19432" y="73940"/>
                    <a:pt x="19633" y="73978"/>
                    <a:pt x="19843" y="74026"/>
                  </a:cubicBezTo>
                  <a:cubicBezTo>
                    <a:pt x="20052" y="74062"/>
                    <a:pt x="20271" y="74108"/>
                    <a:pt x="20493" y="74140"/>
                  </a:cubicBezTo>
                  <a:cubicBezTo>
                    <a:pt x="20714" y="74170"/>
                    <a:pt x="20940" y="74209"/>
                    <a:pt x="21168" y="74229"/>
                  </a:cubicBezTo>
                  <a:cubicBezTo>
                    <a:pt x="21395" y="74253"/>
                    <a:pt x="21623" y="74281"/>
                    <a:pt x="21849" y="74292"/>
                  </a:cubicBezTo>
                  <a:cubicBezTo>
                    <a:pt x="22073" y="74305"/>
                    <a:pt x="22295" y="74328"/>
                    <a:pt x="22510" y="74331"/>
                  </a:cubicBezTo>
                  <a:cubicBezTo>
                    <a:pt x="22585" y="74332"/>
                    <a:pt x="22657" y="74336"/>
                    <a:pt x="22731" y="74337"/>
                  </a:cubicBezTo>
                  <a:cubicBezTo>
                    <a:pt x="22656" y="74551"/>
                    <a:pt x="22602" y="74782"/>
                    <a:pt x="22583" y="75051"/>
                  </a:cubicBezTo>
                  <a:cubicBezTo>
                    <a:pt x="22554" y="75060"/>
                    <a:pt x="22524" y="75067"/>
                    <a:pt x="22494" y="75075"/>
                  </a:cubicBezTo>
                  <a:cubicBezTo>
                    <a:pt x="22397" y="75100"/>
                    <a:pt x="22293" y="75122"/>
                    <a:pt x="22181" y="75145"/>
                  </a:cubicBezTo>
                  <a:cubicBezTo>
                    <a:pt x="22071" y="75169"/>
                    <a:pt x="21951" y="75192"/>
                    <a:pt x="21829" y="75210"/>
                  </a:cubicBezTo>
                  <a:cubicBezTo>
                    <a:pt x="21705" y="75230"/>
                    <a:pt x="21576" y="75252"/>
                    <a:pt x="21446" y="75265"/>
                  </a:cubicBezTo>
                  <a:cubicBezTo>
                    <a:pt x="21314" y="75284"/>
                    <a:pt x="21180" y="75298"/>
                    <a:pt x="21047" y="75310"/>
                  </a:cubicBezTo>
                  <a:cubicBezTo>
                    <a:pt x="20671" y="75345"/>
                    <a:pt x="20291" y="75358"/>
                    <a:pt x="19956" y="75358"/>
                  </a:cubicBezTo>
                  <a:cubicBezTo>
                    <a:pt x="19814" y="75358"/>
                    <a:pt x="19679" y="75356"/>
                    <a:pt x="19557" y="75351"/>
                  </a:cubicBezTo>
                  <a:cubicBezTo>
                    <a:pt x="19147" y="75338"/>
                    <a:pt x="18876" y="75306"/>
                    <a:pt x="18876" y="75306"/>
                  </a:cubicBezTo>
                  <a:lnTo>
                    <a:pt x="18876" y="75306"/>
                  </a:lnTo>
                  <a:cubicBezTo>
                    <a:pt x="18876" y="75306"/>
                    <a:pt x="19138" y="75390"/>
                    <a:pt x="19541" y="75483"/>
                  </a:cubicBezTo>
                  <a:cubicBezTo>
                    <a:pt x="19943" y="75577"/>
                    <a:pt x="20489" y="75675"/>
                    <a:pt x="21045" y="75731"/>
                  </a:cubicBezTo>
                  <a:cubicBezTo>
                    <a:pt x="21184" y="75746"/>
                    <a:pt x="21323" y="75758"/>
                    <a:pt x="21461" y="75766"/>
                  </a:cubicBezTo>
                  <a:cubicBezTo>
                    <a:pt x="21598" y="75778"/>
                    <a:pt x="21735" y="75781"/>
                    <a:pt x="21866" y="75785"/>
                  </a:cubicBezTo>
                  <a:cubicBezTo>
                    <a:pt x="21951" y="75788"/>
                    <a:pt x="22033" y="75789"/>
                    <a:pt x="22113" y="75789"/>
                  </a:cubicBezTo>
                  <a:cubicBezTo>
                    <a:pt x="22159" y="75789"/>
                    <a:pt x="22204" y="75788"/>
                    <a:pt x="22249" y="75788"/>
                  </a:cubicBezTo>
                  <a:cubicBezTo>
                    <a:pt x="22350" y="75788"/>
                    <a:pt x="22447" y="75786"/>
                    <a:pt x="22536" y="75781"/>
                  </a:cubicBezTo>
                  <a:lnTo>
                    <a:pt x="22536" y="75781"/>
                  </a:lnTo>
                  <a:cubicBezTo>
                    <a:pt x="22386" y="76794"/>
                    <a:pt x="21817" y="77531"/>
                    <a:pt x="21426" y="77928"/>
                  </a:cubicBezTo>
                  <a:lnTo>
                    <a:pt x="21266" y="76514"/>
                  </a:lnTo>
                  <a:lnTo>
                    <a:pt x="20902" y="78229"/>
                  </a:lnTo>
                  <a:cubicBezTo>
                    <a:pt x="20823" y="78224"/>
                    <a:pt x="20714" y="78216"/>
                    <a:pt x="20584" y="78197"/>
                  </a:cubicBezTo>
                  <a:cubicBezTo>
                    <a:pt x="20580" y="78177"/>
                    <a:pt x="20575" y="78155"/>
                    <a:pt x="20569" y="78131"/>
                  </a:cubicBezTo>
                  <a:cubicBezTo>
                    <a:pt x="20522" y="77934"/>
                    <a:pt x="20467" y="77665"/>
                    <a:pt x="20416" y="77392"/>
                  </a:cubicBezTo>
                  <a:cubicBezTo>
                    <a:pt x="20314" y="76850"/>
                    <a:pt x="20228" y="76302"/>
                    <a:pt x="20228" y="76302"/>
                  </a:cubicBezTo>
                  <a:cubicBezTo>
                    <a:pt x="20228" y="76302"/>
                    <a:pt x="20145" y="76850"/>
                    <a:pt x="20079" y="77405"/>
                  </a:cubicBezTo>
                  <a:cubicBezTo>
                    <a:pt x="20051" y="77641"/>
                    <a:pt x="20027" y="77876"/>
                    <a:pt x="20011" y="78072"/>
                  </a:cubicBezTo>
                  <a:cubicBezTo>
                    <a:pt x="19938" y="78051"/>
                    <a:pt x="19864" y="78028"/>
                    <a:pt x="19790" y="77998"/>
                  </a:cubicBezTo>
                  <a:cubicBezTo>
                    <a:pt x="19772" y="77954"/>
                    <a:pt x="19751" y="77901"/>
                    <a:pt x="19729" y="77840"/>
                  </a:cubicBezTo>
                  <a:cubicBezTo>
                    <a:pt x="19656" y="77649"/>
                    <a:pt x="19567" y="77386"/>
                    <a:pt x="19485" y="77121"/>
                  </a:cubicBezTo>
                  <a:cubicBezTo>
                    <a:pt x="19318" y="76588"/>
                    <a:pt x="19171" y="76048"/>
                    <a:pt x="19171" y="76048"/>
                  </a:cubicBezTo>
                  <a:cubicBezTo>
                    <a:pt x="19171" y="76048"/>
                    <a:pt x="19151" y="76608"/>
                    <a:pt x="19152" y="77174"/>
                  </a:cubicBezTo>
                  <a:cubicBezTo>
                    <a:pt x="19152" y="77339"/>
                    <a:pt x="19156" y="77504"/>
                    <a:pt x="19159" y="77656"/>
                  </a:cubicBezTo>
                  <a:cubicBezTo>
                    <a:pt x="18836" y="77391"/>
                    <a:pt x="18603" y="76405"/>
                    <a:pt x="18439" y="75228"/>
                  </a:cubicBezTo>
                  <a:lnTo>
                    <a:pt x="18418" y="75228"/>
                  </a:lnTo>
                  <a:cubicBezTo>
                    <a:pt x="17901" y="75228"/>
                    <a:pt x="17515" y="74308"/>
                    <a:pt x="17243" y="73243"/>
                  </a:cubicBezTo>
                  <a:cubicBezTo>
                    <a:pt x="17239" y="73060"/>
                    <a:pt x="17233" y="72839"/>
                    <a:pt x="17227" y="72586"/>
                  </a:cubicBezTo>
                  <a:cubicBezTo>
                    <a:pt x="17223" y="72229"/>
                    <a:pt x="17217" y="71811"/>
                    <a:pt x="17212" y="71364"/>
                  </a:cubicBezTo>
                  <a:cubicBezTo>
                    <a:pt x="17209" y="71141"/>
                    <a:pt x="17213" y="70910"/>
                    <a:pt x="17213" y="70675"/>
                  </a:cubicBezTo>
                  <a:cubicBezTo>
                    <a:pt x="17216" y="70440"/>
                    <a:pt x="17216" y="70201"/>
                    <a:pt x="17223" y="69964"/>
                  </a:cubicBezTo>
                  <a:cubicBezTo>
                    <a:pt x="17229" y="69725"/>
                    <a:pt x="17229" y="69487"/>
                    <a:pt x="17239" y="69253"/>
                  </a:cubicBezTo>
                  <a:cubicBezTo>
                    <a:pt x="17251" y="69020"/>
                    <a:pt x="17258" y="68789"/>
                    <a:pt x="17272" y="68567"/>
                  </a:cubicBezTo>
                  <a:cubicBezTo>
                    <a:pt x="17291" y="68346"/>
                    <a:pt x="17301" y="68128"/>
                    <a:pt x="17325" y="67927"/>
                  </a:cubicBezTo>
                  <a:cubicBezTo>
                    <a:pt x="17348" y="67725"/>
                    <a:pt x="17365" y="67533"/>
                    <a:pt x="17397" y="67358"/>
                  </a:cubicBezTo>
                  <a:cubicBezTo>
                    <a:pt x="17421" y="67181"/>
                    <a:pt x="17458" y="67024"/>
                    <a:pt x="17485" y="66883"/>
                  </a:cubicBezTo>
                  <a:cubicBezTo>
                    <a:pt x="17520" y="66745"/>
                    <a:pt x="17545" y="66623"/>
                    <a:pt x="17581" y="66527"/>
                  </a:cubicBezTo>
                  <a:cubicBezTo>
                    <a:pt x="17615" y="66432"/>
                    <a:pt x="17652" y="66361"/>
                    <a:pt x="17687" y="66319"/>
                  </a:cubicBezTo>
                  <a:cubicBezTo>
                    <a:pt x="17716" y="66288"/>
                    <a:pt x="17742" y="66278"/>
                    <a:pt x="17752" y="66277"/>
                  </a:cubicBezTo>
                  <a:lnTo>
                    <a:pt x="17752" y="66277"/>
                  </a:lnTo>
                  <a:cubicBezTo>
                    <a:pt x="17754" y="66277"/>
                    <a:pt x="17756" y="66277"/>
                    <a:pt x="17756" y="66277"/>
                  </a:cubicBezTo>
                  <a:cubicBezTo>
                    <a:pt x="17756" y="66277"/>
                    <a:pt x="17755" y="66276"/>
                    <a:pt x="17753" y="66276"/>
                  </a:cubicBezTo>
                  <a:cubicBezTo>
                    <a:pt x="17753" y="66276"/>
                    <a:pt x="17752" y="66276"/>
                    <a:pt x="17752" y="66277"/>
                  </a:cubicBezTo>
                  <a:lnTo>
                    <a:pt x="17752" y="66277"/>
                  </a:lnTo>
                  <a:cubicBezTo>
                    <a:pt x="17749" y="66276"/>
                    <a:pt x="17745" y="66276"/>
                    <a:pt x="17740" y="66276"/>
                  </a:cubicBezTo>
                  <a:cubicBezTo>
                    <a:pt x="17726" y="66276"/>
                    <a:pt x="17701" y="66279"/>
                    <a:pt x="17669" y="66298"/>
                  </a:cubicBezTo>
                  <a:cubicBezTo>
                    <a:pt x="17622" y="66331"/>
                    <a:pt x="17554" y="66392"/>
                    <a:pt x="17501" y="66487"/>
                  </a:cubicBezTo>
                  <a:cubicBezTo>
                    <a:pt x="17442" y="66580"/>
                    <a:pt x="17387" y="66699"/>
                    <a:pt x="17333" y="66837"/>
                  </a:cubicBezTo>
                  <a:cubicBezTo>
                    <a:pt x="17286" y="66978"/>
                    <a:pt x="17233" y="67138"/>
                    <a:pt x="17196" y="67316"/>
                  </a:cubicBezTo>
                  <a:cubicBezTo>
                    <a:pt x="17149" y="67493"/>
                    <a:pt x="17115" y="67685"/>
                    <a:pt x="17075" y="67890"/>
                  </a:cubicBezTo>
                  <a:cubicBezTo>
                    <a:pt x="17035" y="68096"/>
                    <a:pt x="17005" y="68311"/>
                    <a:pt x="16969" y="68535"/>
                  </a:cubicBezTo>
                  <a:cubicBezTo>
                    <a:pt x="16935" y="68758"/>
                    <a:pt x="16908" y="68990"/>
                    <a:pt x="16878" y="69226"/>
                  </a:cubicBezTo>
                  <a:cubicBezTo>
                    <a:pt x="16848" y="69461"/>
                    <a:pt x="16828" y="69702"/>
                    <a:pt x="16801" y="69942"/>
                  </a:cubicBezTo>
                  <a:cubicBezTo>
                    <a:pt x="16776" y="70181"/>
                    <a:pt x="16759" y="70422"/>
                    <a:pt x="16741" y="70657"/>
                  </a:cubicBezTo>
                  <a:cubicBezTo>
                    <a:pt x="16723" y="70893"/>
                    <a:pt x="16703" y="71125"/>
                    <a:pt x="16690" y="71350"/>
                  </a:cubicBezTo>
                  <a:cubicBezTo>
                    <a:pt x="16673" y="71637"/>
                    <a:pt x="16656" y="71911"/>
                    <a:pt x="16643" y="72166"/>
                  </a:cubicBezTo>
                  <a:lnTo>
                    <a:pt x="5628" y="71587"/>
                  </a:lnTo>
                  <a:lnTo>
                    <a:pt x="5628" y="71587"/>
                  </a:lnTo>
                  <a:lnTo>
                    <a:pt x="11416" y="72592"/>
                  </a:lnTo>
                  <a:cubicBezTo>
                    <a:pt x="5783" y="71997"/>
                    <a:pt x="856" y="71394"/>
                    <a:pt x="856" y="71394"/>
                  </a:cubicBezTo>
                  <a:cubicBezTo>
                    <a:pt x="856" y="71394"/>
                    <a:pt x="856" y="69804"/>
                    <a:pt x="1491" y="67803"/>
                  </a:cubicBezTo>
                  <a:cubicBezTo>
                    <a:pt x="2165" y="67391"/>
                    <a:pt x="4198" y="66135"/>
                    <a:pt x="8227" y="63554"/>
                  </a:cubicBezTo>
                  <a:cubicBezTo>
                    <a:pt x="11838" y="61243"/>
                    <a:pt x="14896" y="59341"/>
                    <a:pt x="14896" y="59341"/>
                  </a:cubicBezTo>
                  <a:cubicBezTo>
                    <a:pt x="15913" y="58599"/>
                    <a:pt x="16970" y="57793"/>
                    <a:pt x="17702" y="56527"/>
                  </a:cubicBezTo>
                  <a:lnTo>
                    <a:pt x="17971" y="64761"/>
                  </a:lnTo>
                  <a:lnTo>
                    <a:pt x="18285" y="55173"/>
                  </a:lnTo>
                  <a:cubicBezTo>
                    <a:pt x="18332" y="55020"/>
                    <a:pt x="18374" y="54860"/>
                    <a:pt x="18413" y="54696"/>
                  </a:cubicBezTo>
                  <a:close/>
                  <a:moveTo>
                    <a:pt x="15129" y="73810"/>
                  </a:moveTo>
                  <a:cubicBezTo>
                    <a:pt x="15191" y="73816"/>
                    <a:pt x="15255" y="73820"/>
                    <a:pt x="15317" y="73827"/>
                  </a:cubicBezTo>
                  <a:cubicBezTo>
                    <a:pt x="15371" y="75060"/>
                    <a:pt x="15528" y="76129"/>
                    <a:pt x="15705" y="76996"/>
                  </a:cubicBezTo>
                  <a:cubicBezTo>
                    <a:pt x="15885" y="77873"/>
                    <a:pt x="16076" y="78550"/>
                    <a:pt x="16230" y="79004"/>
                  </a:cubicBezTo>
                  <a:cubicBezTo>
                    <a:pt x="16381" y="79459"/>
                    <a:pt x="16487" y="79693"/>
                    <a:pt x="16487" y="79693"/>
                  </a:cubicBezTo>
                  <a:cubicBezTo>
                    <a:pt x="16487" y="79693"/>
                    <a:pt x="16373" y="79463"/>
                    <a:pt x="16205" y="79013"/>
                  </a:cubicBezTo>
                  <a:cubicBezTo>
                    <a:pt x="16037" y="78563"/>
                    <a:pt x="15810" y="77893"/>
                    <a:pt x="15609" y="77016"/>
                  </a:cubicBezTo>
                  <a:cubicBezTo>
                    <a:pt x="15406" y="76142"/>
                    <a:pt x="15216" y="75065"/>
                    <a:pt x="15129" y="73814"/>
                  </a:cubicBezTo>
                  <a:lnTo>
                    <a:pt x="15129" y="73810"/>
                  </a:lnTo>
                  <a:close/>
                  <a:moveTo>
                    <a:pt x="44952" y="72961"/>
                  </a:moveTo>
                  <a:cubicBezTo>
                    <a:pt x="44953" y="73087"/>
                    <a:pt x="44953" y="73209"/>
                    <a:pt x="44955" y="73330"/>
                  </a:cubicBezTo>
                  <a:cubicBezTo>
                    <a:pt x="44961" y="73490"/>
                    <a:pt x="44968" y="73649"/>
                    <a:pt x="44973" y="73804"/>
                  </a:cubicBezTo>
                  <a:cubicBezTo>
                    <a:pt x="45026" y="75046"/>
                    <a:pt x="45184" y="76122"/>
                    <a:pt x="45361" y="76996"/>
                  </a:cubicBezTo>
                  <a:cubicBezTo>
                    <a:pt x="45540" y="77873"/>
                    <a:pt x="45732" y="78550"/>
                    <a:pt x="45886" y="79004"/>
                  </a:cubicBezTo>
                  <a:cubicBezTo>
                    <a:pt x="46040" y="79459"/>
                    <a:pt x="46143" y="79693"/>
                    <a:pt x="46143" y="79693"/>
                  </a:cubicBezTo>
                  <a:cubicBezTo>
                    <a:pt x="46143" y="79693"/>
                    <a:pt x="46029" y="79463"/>
                    <a:pt x="45861" y="79013"/>
                  </a:cubicBezTo>
                  <a:cubicBezTo>
                    <a:pt x="45693" y="78563"/>
                    <a:pt x="45466" y="77893"/>
                    <a:pt x="45265" y="77016"/>
                  </a:cubicBezTo>
                  <a:cubicBezTo>
                    <a:pt x="45062" y="76142"/>
                    <a:pt x="44873" y="75065"/>
                    <a:pt x="44785" y="73814"/>
                  </a:cubicBezTo>
                  <a:cubicBezTo>
                    <a:pt x="44775" y="73658"/>
                    <a:pt x="44764" y="73498"/>
                    <a:pt x="44753" y="73337"/>
                  </a:cubicBezTo>
                  <a:cubicBezTo>
                    <a:pt x="44750" y="73222"/>
                    <a:pt x="44745" y="73105"/>
                    <a:pt x="44741" y="72985"/>
                  </a:cubicBezTo>
                  <a:cubicBezTo>
                    <a:pt x="44812" y="72977"/>
                    <a:pt x="44882" y="72970"/>
                    <a:pt x="44952" y="72961"/>
                  </a:cubicBezTo>
                  <a:close/>
                  <a:moveTo>
                    <a:pt x="7255" y="72978"/>
                  </a:moveTo>
                  <a:cubicBezTo>
                    <a:pt x="7429" y="72999"/>
                    <a:pt x="7605" y="73016"/>
                    <a:pt x="7785" y="73038"/>
                  </a:cubicBezTo>
                  <a:cubicBezTo>
                    <a:pt x="7785" y="73153"/>
                    <a:pt x="7785" y="73269"/>
                    <a:pt x="7784" y="73380"/>
                  </a:cubicBezTo>
                  <a:cubicBezTo>
                    <a:pt x="7755" y="74603"/>
                    <a:pt x="7624" y="75674"/>
                    <a:pt x="7456" y="76538"/>
                  </a:cubicBezTo>
                  <a:cubicBezTo>
                    <a:pt x="7280" y="77405"/>
                    <a:pt x="7079" y="78071"/>
                    <a:pt x="6916" y="78516"/>
                  </a:cubicBezTo>
                  <a:cubicBezTo>
                    <a:pt x="6750" y="78961"/>
                    <a:pt x="6630" y="79185"/>
                    <a:pt x="6630" y="79185"/>
                  </a:cubicBezTo>
                  <a:cubicBezTo>
                    <a:pt x="6630" y="79185"/>
                    <a:pt x="6763" y="78969"/>
                    <a:pt x="6952" y="78531"/>
                  </a:cubicBezTo>
                  <a:cubicBezTo>
                    <a:pt x="7139" y="78092"/>
                    <a:pt x="7382" y="77435"/>
                    <a:pt x="7590" y="76569"/>
                  </a:cubicBezTo>
                  <a:cubicBezTo>
                    <a:pt x="7796" y="75700"/>
                    <a:pt x="7970" y="74632"/>
                    <a:pt x="8048" y="73385"/>
                  </a:cubicBezTo>
                  <a:cubicBezTo>
                    <a:pt x="8055" y="73281"/>
                    <a:pt x="8059" y="73173"/>
                    <a:pt x="8064" y="73067"/>
                  </a:cubicBezTo>
                  <a:cubicBezTo>
                    <a:pt x="9602" y="73239"/>
                    <a:pt x="11275" y="73418"/>
                    <a:pt x="12973" y="73592"/>
                  </a:cubicBezTo>
                  <a:lnTo>
                    <a:pt x="8470" y="74104"/>
                  </a:lnTo>
                  <a:lnTo>
                    <a:pt x="13373" y="74661"/>
                  </a:lnTo>
                  <a:cubicBezTo>
                    <a:pt x="13531" y="76145"/>
                    <a:pt x="13765" y="77593"/>
                    <a:pt x="13942" y="78586"/>
                  </a:cubicBezTo>
                  <a:lnTo>
                    <a:pt x="7347" y="78929"/>
                  </a:lnTo>
                  <a:lnTo>
                    <a:pt x="14070" y="79278"/>
                  </a:lnTo>
                  <a:cubicBezTo>
                    <a:pt x="14103" y="79452"/>
                    <a:pt x="14130" y="79592"/>
                    <a:pt x="14150" y="79694"/>
                  </a:cubicBezTo>
                  <a:lnTo>
                    <a:pt x="11221" y="79694"/>
                  </a:lnTo>
                  <a:lnTo>
                    <a:pt x="11221" y="79693"/>
                  </a:lnTo>
                  <a:lnTo>
                    <a:pt x="5956" y="79693"/>
                  </a:lnTo>
                  <a:cubicBezTo>
                    <a:pt x="5956" y="79693"/>
                    <a:pt x="7165" y="77133"/>
                    <a:pt x="7255" y="72978"/>
                  </a:cubicBezTo>
                  <a:close/>
                  <a:moveTo>
                    <a:pt x="42900" y="73193"/>
                  </a:moveTo>
                  <a:cubicBezTo>
                    <a:pt x="42908" y="73316"/>
                    <a:pt x="42916" y="73438"/>
                    <a:pt x="42925" y="73563"/>
                  </a:cubicBezTo>
                  <a:lnTo>
                    <a:pt x="38122" y="74108"/>
                  </a:lnTo>
                  <a:lnTo>
                    <a:pt x="43026" y="74665"/>
                  </a:lnTo>
                  <a:cubicBezTo>
                    <a:pt x="43183" y="76149"/>
                    <a:pt x="43417" y="77595"/>
                    <a:pt x="43594" y="78589"/>
                  </a:cubicBezTo>
                  <a:lnTo>
                    <a:pt x="36999" y="78931"/>
                  </a:lnTo>
                  <a:lnTo>
                    <a:pt x="43722" y="79281"/>
                  </a:lnTo>
                  <a:cubicBezTo>
                    <a:pt x="43755" y="79455"/>
                    <a:pt x="43782" y="79595"/>
                    <a:pt x="43802" y="79697"/>
                  </a:cubicBezTo>
                  <a:lnTo>
                    <a:pt x="40878" y="79697"/>
                  </a:lnTo>
                  <a:lnTo>
                    <a:pt x="40878" y="79693"/>
                  </a:lnTo>
                  <a:lnTo>
                    <a:pt x="35612" y="79693"/>
                  </a:lnTo>
                  <a:cubicBezTo>
                    <a:pt x="35612" y="79693"/>
                    <a:pt x="36660" y="77476"/>
                    <a:pt x="36877" y="73818"/>
                  </a:cubicBezTo>
                  <a:cubicBezTo>
                    <a:pt x="37060" y="73799"/>
                    <a:pt x="37244" y="73783"/>
                    <a:pt x="37426" y="73764"/>
                  </a:cubicBezTo>
                  <a:lnTo>
                    <a:pt x="37426" y="73764"/>
                  </a:lnTo>
                  <a:cubicBezTo>
                    <a:pt x="37382" y="74828"/>
                    <a:pt x="37261" y="75768"/>
                    <a:pt x="37111" y="76541"/>
                  </a:cubicBezTo>
                  <a:cubicBezTo>
                    <a:pt x="36934" y="77409"/>
                    <a:pt x="36732" y="78075"/>
                    <a:pt x="36570" y="78519"/>
                  </a:cubicBezTo>
                  <a:cubicBezTo>
                    <a:pt x="36406" y="78964"/>
                    <a:pt x="36285" y="79189"/>
                    <a:pt x="36285" y="79189"/>
                  </a:cubicBezTo>
                  <a:cubicBezTo>
                    <a:pt x="36285" y="79189"/>
                    <a:pt x="36418" y="78972"/>
                    <a:pt x="36607" y="78534"/>
                  </a:cubicBezTo>
                  <a:cubicBezTo>
                    <a:pt x="36792" y="78096"/>
                    <a:pt x="37037" y="77438"/>
                    <a:pt x="37245" y="76572"/>
                  </a:cubicBezTo>
                  <a:cubicBezTo>
                    <a:pt x="37429" y="75786"/>
                    <a:pt x="37590" y="74836"/>
                    <a:pt x="37676" y="73740"/>
                  </a:cubicBezTo>
                  <a:cubicBezTo>
                    <a:pt x="39451" y="73563"/>
                    <a:pt x="41235" y="73375"/>
                    <a:pt x="42900" y="73193"/>
                  </a:cubicBezTo>
                  <a:close/>
                  <a:moveTo>
                    <a:pt x="25977" y="1"/>
                  </a:moveTo>
                  <a:cubicBezTo>
                    <a:pt x="25780" y="1"/>
                    <a:pt x="25061" y="28"/>
                    <a:pt x="24093" y="372"/>
                  </a:cubicBezTo>
                  <a:cubicBezTo>
                    <a:pt x="23246" y="672"/>
                    <a:pt x="22311" y="1661"/>
                    <a:pt x="21234" y="3394"/>
                  </a:cubicBezTo>
                  <a:cubicBezTo>
                    <a:pt x="20366" y="4795"/>
                    <a:pt x="19433" y="6637"/>
                    <a:pt x="18535" y="8724"/>
                  </a:cubicBezTo>
                  <a:cubicBezTo>
                    <a:pt x="17009" y="12271"/>
                    <a:pt x="15472" y="16867"/>
                    <a:pt x="15472" y="19140"/>
                  </a:cubicBezTo>
                  <a:lnTo>
                    <a:pt x="15472" y="23184"/>
                  </a:lnTo>
                  <a:cubicBezTo>
                    <a:pt x="15257" y="22094"/>
                    <a:pt x="15006" y="21006"/>
                    <a:pt x="14771" y="20092"/>
                  </a:cubicBezTo>
                  <a:cubicBezTo>
                    <a:pt x="13445" y="14939"/>
                    <a:pt x="12629" y="14379"/>
                    <a:pt x="12360" y="14195"/>
                  </a:cubicBezTo>
                  <a:cubicBezTo>
                    <a:pt x="11850" y="13846"/>
                    <a:pt x="11434" y="13794"/>
                    <a:pt x="11229" y="13794"/>
                  </a:cubicBezTo>
                  <a:lnTo>
                    <a:pt x="11207" y="13794"/>
                  </a:lnTo>
                  <a:cubicBezTo>
                    <a:pt x="11004" y="13794"/>
                    <a:pt x="10585" y="13846"/>
                    <a:pt x="10077" y="14195"/>
                  </a:cubicBezTo>
                  <a:cubicBezTo>
                    <a:pt x="9809" y="14379"/>
                    <a:pt x="8991" y="14939"/>
                    <a:pt x="7667" y="20092"/>
                  </a:cubicBezTo>
                  <a:cubicBezTo>
                    <a:pt x="7089" y="22338"/>
                    <a:pt x="6415" y="25610"/>
                    <a:pt x="6415" y="27439"/>
                  </a:cubicBezTo>
                  <a:lnTo>
                    <a:pt x="6415" y="61442"/>
                  </a:lnTo>
                  <a:lnTo>
                    <a:pt x="6331" y="61506"/>
                  </a:lnTo>
                  <a:cubicBezTo>
                    <a:pt x="3364" y="63761"/>
                    <a:pt x="1661" y="65089"/>
                    <a:pt x="1205" y="66126"/>
                  </a:cubicBezTo>
                  <a:cubicBezTo>
                    <a:pt x="14" y="68836"/>
                    <a:pt x="0" y="71282"/>
                    <a:pt x="0" y="71386"/>
                  </a:cubicBezTo>
                  <a:cubicBezTo>
                    <a:pt x="0" y="71811"/>
                    <a:pt x="317" y="72169"/>
                    <a:pt x="740" y="72221"/>
                  </a:cubicBezTo>
                  <a:cubicBezTo>
                    <a:pt x="786" y="72226"/>
                    <a:pt x="3131" y="72512"/>
                    <a:pt x="6413" y="72882"/>
                  </a:cubicBezTo>
                  <a:cubicBezTo>
                    <a:pt x="6339" y="76855"/>
                    <a:pt x="5203" y="79306"/>
                    <a:pt x="5191" y="79332"/>
                  </a:cubicBezTo>
                  <a:cubicBezTo>
                    <a:pt x="5068" y="79592"/>
                    <a:pt x="5086" y="79898"/>
                    <a:pt x="5240" y="80143"/>
                  </a:cubicBezTo>
                  <a:cubicBezTo>
                    <a:pt x="5395" y="80386"/>
                    <a:pt x="5663" y="80533"/>
                    <a:pt x="5952" y="80533"/>
                  </a:cubicBezTo>
                  <a:lnTo>
                    <a:pt x="16487" y="80533"/>
                  </a:lnTo>
                  <a:cubicBezTo>
                    <a:pt x="16776" y="80533"/>
                    <a:pt x="17044" y="80386"/>
                    <a:pt x="17199" y="80143"/>
                  </a:cubicBezTo>
                  <a:cubicBezTo>
                    <a:pt x="17353" y="79898"/>
                    <a:pt x="17372" y="79592"/>
                    <a:pt x="17250" y="79332"/>
                  </a:cubicBezTo>
                  <a:cubicBezTo>
                    <a:pt x="17239" y="79310"/>
                    <a:pt x="16296" y="77250"/>
                    <a:pt x="16073" y="73901"/>
                  </a:cubicBezTo>
                  <a:lnTo>
                    <a:pt x="16073" y="73901"/>
                  </a:lnTo>
                  <a:cubicBezTo>
                    <a:pt x="16234" y="73917"/>
                    <a:pt x="16397" y="73932"/>
                    <a:pt x="16558" y="73948"/>
                  </a:cubicBezTo>
                  <a:cubicBezTo>
                    <a:pt x="16793" y="74726"/>
                    <a:pt x="17130" y="75480"/>
                    <a:pt x="17674" y="75841"/>
                  </a:cubicBezTo>
                  <a:cubicBezTo>
                    <a:pt x="17964" y="77594"/>
                    <a:pt x="18320" y="78084"/>
                    <a:pt x="18665" y="78341"/>
                  </a:cubicBezTo>
                  <a:cubicBezTo>
                    <a:pt x="19601" y="79038"/>
                    <a:pt x="20795" y="79072"/>
                    <a:pt x="21024" y="79072"/>
                  </a:cubicBezTo>
                  <a:lnTo>
                    <a:pt x="21030" y="79072"/>
                  </a:lnTo>
                  <a:cubicBezTo>
                    <a:pt x="21259" y="79072"/>
                    <a:pt x="22453" y="79038"/>
                    <a:pt x="23389" y="78341"/>
                  </a:cubicBezTo>
                  <a:cubicBezTo>
                    <a:pt x="23734" y="78085"/>
                    <a:pt x="24090" y="77595"/>
                    <a:pt x="24379" y="75852"/>
                  </a:cubicBezTo>
                  <a:lnTo>
                    <a:pt x="24379" y="76842"/>
                  </a:lnTo>
                  <a:cubicBezTo>
                    <a:pt x="24379" y="77519"/>
                    <a:pt x="24930" y="78069"/>
                    <a:pt x="25605" y="78069"/>
                  </a:cubicBezTo>
                  <a:lnTo>
                    <a:pt x="26464" y="78069"/>
                  </a:lnTo>
                  <a:cubicBezTo>
                    <a:pt x="27141" y="78069"/>
                    <a:pt x="27692" y="77519"/>
                    <a:pt x="27692" y="76842"/>
                  </a:cubicBezTo>
                  <a:lnTo>
                    <a:pt x="27692" y="76436"/>
                  </a:lnTo>
                  <a:lnTo>
                    <a:pt x="27778" y="76317"/>
                  </a:lnTo>
                  <a:cubicBezTo>
                    <a:pt x="28049" y="77685"/>
                    <a:pt x="28370" y="78110"/>
                    <a:pt x="28683" y="78341"/>
                  </a:cubicBezTo>
                  <a:cubicBezTo>
                    <a:pt x="29619" y="79038"/>
                    <a:pt x="30813" y="79072"/>
                    <a:pt x="31042" y="79072"/>
                  </a:cubicBezTo>
                  <a:lnTo>
                    <a:pt x="31049" y="79072"/>
                  </a:lnTo>
                  <a:cubicBezTo>
                    <a:pt x="31279" y="79072"/>
                    <a:pt x="32471" y="79038"/>
                    <a:pt x="33408" y="78341"/>
                  </a:cubicBezTo>
                  <a:cubicBezTo>
                    <a:pt x="33755" y="78084"/>
                    <a:pt x="34111" y="77594"/>
                    <a:pt x="34399" y="75841"/>
                  </a:cubicBezTo>
                  <a:cubicBezTo>
                    <a:pt x="34943" y="75479"/>
                    <a:pt x="35280" y="74726"/>
                    <a:pt x="35515" y="73948"/>
                  </a:cubicBezTo>
                  <a:cubicBezTo>
                    <a:pt x="35687" y="73932"/>
                    <a:pt x="35858" y="73917"/>
                    <a:pt x="36030" y="73900"/>
                  </a:cubicBezTo>
                  <a:lnTo>
                    <a:pt x="36030" y="73900"/>
                  </a:lnTo>
                  <a:cubicBezTo>
                    <a:pt x="35808" y="77270"/>
                    <a:pt x="34863" y="79310"/>
                    <a:pt x="34851" y="79333"/>
                  </a:cubicBezTo>
                  <a:cubicBezTo>
                    <a:pt x="34728" y="79593"/>
                    <a:pt x="34747" y="79901"/>
                    <a:pt x="34902" y="80144"/>
                  </a:cubicBezTo>
                  <a:cubicBezTo>
                    <a:pt x="35056" y="80387"/>
                    <a:pt x="35325" y="80535"/>
                    <a:pt x="35613" y="80535"/>
                  </a:cubicBezTo>
                  <a:lnTo>
                    <a:pt x="46144" y="80535"/>
                  </a:lnTo>
                  <a:cubicBezTo>
                    <a:pt x="46433" y="80535"/>
                    <a:pt x="46702" y="80387"/>
                    <a:pt x="46856" y="80144"/>
                  </a:cubicBezTo>
                  <a:cubicBezTo>
                    <a:pt x="47010" y="79901"/>
                    <a:pt x="47029" y="79593"/>
                    <a:pt x="46907" y="79333"/>
                  </a:cubicBezTo>
                  <a:cubicBezTo>
                    <a:pt x="46895" y="79310"/>
                    <a:pt x="45759" y="76828"/>
                    <a:pt x="45685" y="72880"/>
                  </a:cubicBezTo>
                  <a:cubicBezTo>
                    <a:pt x="48950" y="72511"/>
                    <a:pt x="51282" y="72228"/>
                    <a:pt x="51328" y="72221"/>
                  </a:cubicBezTo>
                  <a:cubicBezTo>
                    <a:pt x="51751" y="72169"/>
                    <a:pt x="52068" y="71810"/>
                    <a:pt x="52068" y="71386"/>
                  </a:cubicBezTo>
                  <a:cubicBezTo>
                    <a:pt x="52068" y="71282"/>
                    <a:pt x="52054" y="68834"/>
                    <a:pt x="50863" y="66126"/>
                  </a:cubicBezTo>
                  <a:cubicBezTo>
                    <a:pt x="50405" y="65089"/>
                    <a:pt x="48705" y="63762"/>
                    <a:pt x="45737" y="61506"/>
                  </a:cubicBezTo>
                  <a:cubicBezTo>
                    <a:pt x="45719" y="61491"/>
                    <a:pt x="45698" y="61477"/>
                    <a:pt x="45678" y="61463"/>
                  </a:cubicBezTo>
                  <a:lnTo>
                    <a:pt x="45678" y="27437"/>
                  </a:lnTo>
                  <a:cubicBezTo>
                    <a:pt x="45678" y="25608"/>
                    <a:pt x="45006" y="22337"/>
                    <a:pt x="44428" y="20090"/>
                  </a:cubicBezTo>
                  <a:cubicBezTo>
                    <a:pt x="43103" y="14936"/>
                    <a:pt x="42286" y="14378"/>
                    <a:pt x="42018" y="14194"/>
                  </a:cubicBezTo>
                  <a:cubicBezTo>
                    <a:pt x="41507" y="13845"/>
                    <a:pt x="41091" y="13792"/>
                    <a:pt x="40887" y="13792"/>
                  </a:cubicBezTo>
                  <a:lnTo>
                    <a:pt x="40864" y="13792"/>
                  </a:lnTo>
                  <a:cubicBezTo>
                    <a:pt x="40661" y="13792"/>
                    <a:pt x="40242" y="13845"/>
                    <a:pt x="39735" y="14194"/>
                  </a:cubicBezTo>
                  <a:cubicBezTo>
                    <a:pt x="39466" y="14378"/>
                    <a:pt x="38648" y="14936"/>
                    <a:pt x="37324" y="20090"/>
                  </a:cubicBezTo>
                  <a:cubicBezTo>
                    <a:pt x="37056" y="21134"/>
                    <a:pt x="36768" y="22399"/>
                    <a:pt x="36535" y="23637"/>
                  </a:cubicBezTo>
                  <a:lnTo>
                    <a:pt x="36535" y="19140"/>
                  </a:lnTo>
                  <a:cubicBezTo>
                    <a:pt x="36535" y="16867"/>
                    <a:pt x="34996" y="12271"/>
                    <a:pt x="33472" y="8724"/>
                  </a:cubicBezTo>
                  <a:cubicBezTo>
                    <a:pt x="32573" y="6636"/>
                    <a:pt x="31640" y="4794"/>
                    <a:pt x="30772" y="3394"/>
                  </a:cubicBezTo>
                  <a:cubicBezTo>
                    <a:pt x="29697" y="1661"/>
                    <a:pt x="28761" y="672"/>
                    <a:pt x="27913" y="372"/>
                  </a:cubicBezTo>
                  <a:cubicBezTo>
                    <a:pt x="26945" y="28"/>
                    <a:pt x="26228" y="1"/>
                    <a:pt x="260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37"/>
            <p:cNvSpPr/>
            <p:nvPr/>
          </p:nvSpPr>
          <p:spPr>
            <a:xfrm>
              <a:off x="2266027" y="1844304"/>
              <a:ext cx="83820" cy="80546"/>
            </a:xfrm>
            <a:custGeom>
              <a:rect b="b" l="l" r="r" t="t"/>
              <a:pathLst>
                <a:path extrusionOk="0" h="1624" w="1690">
                  <a:moveTo>
                    <a:pt x="273" y="1"/>
                  </a:moveTo>
                  <a:cubicBezTo>
                    <a:pt x="196" y="228"/>
                    <a:pt x="96" y="531"/>
                    <a:pt x="2" y="835"/>
                  </a:cubicBezTo>
                  <a:cubicBezTo>
                    <a:pt x="2" y="838"/>
                    <a:pt x="0" y="839"/>
                    <a:pt x="0" y="840"/>
                  </a:cubicBezTo>
                  <a:cubicBezTo>
                    <a:pt x="1114" y="1198"/>
                    <a:pt x="1472" y="1624"/>
                    <a:pt x="1519" y="1624"/>
                  </a:cubicBezTo>
                  <a:cubicBezTo>
                    <a:pt x="1523" y="1624"/>
                    <a:pt x="1524" y="1621"/>
                    <a:pt x="1524" y="1616"/>
                  </a:cubicBezTo>
                  <a:lnTo>
                    <a:pt x="1524" y="1616"/>
                  </a:lnTo>
                  <a:cubicBezTo>
                    <a:pt x="1524" y="1616"/>
                    <a:pt x="1524" y="1616"/>
                    <a:pt x="1524" y="1616"/>
                  </a:cubicBezTo>
                  <a:cubicBezTo>
                    <a:pt x="1518" y="1616"/>
                    <a:pt x="1690" y="766"/>
                    <a:pt x="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37"/>
            <p:cNvSpPr/>
            <p:nvPr/>
          </p:nvSpPr>
          <p:spPr>
            <a:xfrm>
              <a:off x="1901569" y="1829722"/>
              <a:ext cx="40124" cy="46572"/>
            </a:xfrm>
            <a:custGeom>
              <a:rect b="b" l="l" r="r" t="t"/>
              <a:pathLst>
                <a:path extrusionOk="0" h="939" w="809">
                  <a:moveTo>
                    <a:pt x="183" y="1"/>
                  </a:moveTo>
                  <a:cubicBezTo>
                    <a:pt x="121" y="25"/>
                    <a:pt x="60" y="51"/>
                    <a:pt x="0" y="75"/>
                  </a:cubicBezTo>
                  <a:cubicBezTo>
                    <a:pt x="23" y="102"/>
                    <a:pt x="46" y="127"/>
                    <a:pt x="70" y="154"/>
                  </a:cubicBezTo>
                  <a:cubicBezTo>
                    <a:pt x="164" y="260"/>
                    <a:pt x="252" y="373"/>
                    <a:pt x="333" y="483"/>
                  </a:cubicBezTo>
                  <a:cubicBezTo>
                    <a:pt x="414" y="594"/>
                    <a:pt x="483" y="706"/>
                    <a:pt x="541" y="807"/>
                  </a:cubicBezTo>
                  <a:cubicBezTo>
                    <a:pt x="567" y="854"/>
                    <a:pt x="588" y="898"/>
                    <a:pt x="607" y="938"/>
                  </a:cubicBezTo>
                  <a:cubicBezTo>
                    <a:pt x="673" y="923"/>
                    <a:pt x="740" y="909"/>
                    <a:pt x="808" y="895"/>
                  </a:cubicBezTo>
                  <a:cubicBezTo>
                    <a:pt x="794" y="859"/>
                    <a:pt x="774" y="820"/>
                    <a:pt x="752" y="777"/>
                  </a:cubicBezTo>
                  <a:cubicBezTo>
                    <a:pt x="705" y="692"/>
                    <a:pt x="647" y="597"/>
                    <a:pt x="579" y="496"/>
                  </a:cubicBezTo>
                  <a:cubicBezTo>
                    <a:pt x="508" y="396"/>
                    <a:pt x="430" y="291"/>
                    <a:pt x="345" y="189"/>
                  </a:cubicBezTo>
                  <a:cubicBezTo>
                    <a:pt x="291" y="126"/>
                    <a:pt x="238" y="64"/>
                    <a:pt x="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37"/>
            <p:cNvSpPr/>
            <p:nvPr/>
          </p:nvSpPr>
          <p:spPr>
            <a:xfrm>
              <a:off x="1808173" y="1841279"/>
              <a:ext cx="87292" cy="83572"/>
            </a:xfrm>
            <a:custGeom>
              <a:rect b="b" l="l" r="r" t="t"/>
              <a:pathLst>
                <a:path extrusionOk="0" h="1685" w="1760">
                  <a:moveTo>
                    <a:pt x="1542" y="0"/>
                  </a:moveTo>
                  <a:cubicBezTo>
                    <a:pt x="1523" y="10"/>
                    <a:pt x="1503" y="19"/>
                    <a:pt x="1484" y="28"/>
                  </a:cubicBezTo>
                  <a:cubicBezTo>
                    <a:pt x="0" y="803"/>
                    <a:pt x="178" y="1677"/>
                    <a:pt x="172" y="1677"/>
                  </a:cubicBezTo>
                  <a:cubicBezTo>
                    <a:pt x="172" y="1677"/>
                    <a:pt x="172" y="1677"/>
                    <a:pt x="172" y="1677"/>
                  </a:cubicBezTo>
                  <a:lnTo>
                    <a:pt x="172" y="1677"/>
                  </a:lnTo>
                  <a:cubicBezTo>
                    <a:pt x="172" y="1682"/>
                    <a:pt x="174" y="1684"/>
                    <a:pt x="178" y="1684"/>
                  </a:cubicBezTo>
                  <a:cubicBezTo>
                    <a:pt x="230" y="1684"/>
                    <a:pt x="631" y="1256"/>
                    <a:pt x="1759" y="899"/>
                  </a:cubicBezTo>
                  <a:cubicBezTo>
                    <a:pt x="1758" y="869"/>
                    <a:pt x="1757" y="841"/>
                    <a:pt x="1753" y="809"/>
                  </a:cubicBezTo>
                  <a:cubicBezTo>
                    <a:pt x="1741" y="720"/>
                    <a:pt x="1725" y="614"/>
                    <a:pt x="1698" y="498"/>
                  </a:cubicBezTo>
                  <a:cubicBezTo>
                    <a:pt x="1670" y="383"/>
                    <a:pt x="1635" y="258"/>
                    <a:pt x="1590" y="134"/>
                  </a:cubicBezTo>
                  <a:cubicBezTo>
                    <a:pt x="1576" y="89"/>
                    <a:pt x="1558" y="46"/>
                    <a:pt x="15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37"/>
            <p:cNvSpPr/>
            <p:nvPr/>
          </p:nvSpPr>
          <p:spPr>
            <a:xfrm>
              <a:off x="1917590" y="1799169"/>
              <a:ext cx="356110" cy="80695"/>
            </a:xfrm>
            <a:custGeom>
              <a:rect b="b" l="l" r="r" t="t"/>
              <a:pathLst>
                <a:path extrusionOk="0" h="1627" w="7180">
                  <a:moveTo>
                    <a:pt x="3199" y="1"/>
                  </a:moveTo>
                  <a:cubicBezTo>
                    <a:pt x="2886" y="1"/>
                    <a:pt x="1363" y="71"/>
                    <a:pt x="1" y="563"/>
                  </a:cubicBezTo>
                  <a:cubicBezTo>
                    <a:pt x="49" y="603"/>
                    <a:pt x="96" y="646"/>
                    <a:pt x="143" y="688"/>
                  </a:cubicBezTo>
                  <a:cubicBezTo>
                    <a:pt x="245" y="778"/>
                    <a:pt x="343" y="875"/>
                    <a:pt x="433" y="966"/>
                  </a:cubicBezTo>
                  <a:cubicBezTo>
                    <a:pt x="523" y="1060"/>
                    <a:pt x="601" y="1154"/>
                    <a:pt x="667" y="1239"/>
                  </a:cubicBezTo>
                  <a:cubicBezTo>
                    <a:pt x="727" y="1325"/>
                    <a:pt x="780" y="1396"/>
                    <a:pt x="809" y="1452"/>
                  </a:cubicBezTo>
                  <a:cubicBezTo>
                    <a:pt x="1474" y="1341"/>
                    <a:pt x="2280" y="1267"/>
                    <a:pt x="3257" y="1267"/>
                  </a:cubicBezTo>
                  <a:cubicBezTo>
                    <a:pt x="4733" y="1267"/>
                    <a:pt x="5811" y="1423"/>
                    <a:pt x="6597" y="1627"/>
                  </a:cubicBezTo>
                  <a:cubicBezTo>
                    <a:pt x="6614" y="1603"/>
                    <a:pt x="6633" y="1580"/>
                    <a:pt x="6649" y="1554"/>
                  </a:cubicBezTo>
                  <a:cubicBezTo>
                    <a:pt x="6839" y="1294"/>
                    <a:pt x="7033" y="1039"/>
                    <a:pt x="7180" y="849"/>
                  </a:cubicBezTo>
                  <a:cubicBezTo>
                    <a:pt x="5694" y="95"/>
                    <a:pt x="3670" y="1"/>
                    <a:pt x="3312" y="1"/>
                  </a:cubicBezTo>
                  <a:cubicBezTo>
                    <a:pt x="3277" y="1"/>
                    <a:pt x="3258" y="2"/>
                    <a:pt x="3257" y="3"/>
                  </a:cubicBezTo>
                  <a:lnTo>
                    <a:pt x="3257" y="3"/>
                  </a:lnTo>
                  <a:cubicBezTo>
                    <a:pt x="3256" y="2"/>
                    <a:pt x="3236" y="1"/>
                    <a:pt x="3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37"/>
            <p:cNvSpPr/>
            <p:nvPr/>
          </p:nvSpPr>
          <p:spPr>
            <a:xfrm>
              <a:off x="2052898" y="3848803"/>
              <a:ext cx="16863" cy="477822"/>
            </a:xfrm>
            <a:custGeom>
              <a:rect b="b" l="l" r="r" t="t"/>
              <a:pathLst>
                <a:path extrusionOk="0" h="9634" w="340">
                  <a:moveTo>
                    <a:pt x="168" y="1"/>
                  </a:moveTo>
                  <a:cubicBezTo>
                    <a:pt x="168" y="1"/>
                    <a:pt x="112" y="604"/>
                    <a:pt x="73" y="1506"/>
                  </a:cubicBezTo>
                  <a:cubicBezTo>
                    <a:pt x="51" y="1959"/>
                    <a:pt x="32" y="2485"/>
                    <a:pt x="20" y="3049"/>
                  </a:cubicBezTo>
                  <a:cubicBezTo>
                    <a:pt x="15" y="3331"/>
                    <a:pt x="7" y="3624"/>
                    <a:pt x="5" y="3919"/>
                  </a:cubicBezTo>
                  <a:cubicBezTo>
                    <a:pt x="4" y="4216"/>
                    <a:pt x="1" y="4517"/>
                    <a:pt x="0" y="4817"/>
                  </a:cubicBezTo>
                  <a:cubicBezTo>
                    <a:pt x="1" y="5117"/>
                    <a:pt x="4" y="5419"/>
                    <a:pt x="5" y="5715"/>
                  </a:cubicBezTo>
                  <a:cubicBezTo>
                    <a:pt x="5" y="6010"/>
                    <a:pt x="15" y="6303"/>
                    <a:pt x="20" y="6585"/>
                  </a:cubicBezTo>
                  <a:cubicBezTo>
                    <a:pt x="32" y="7149"/>
                    <a:pt x="51" y="7676"/>
                    <a:pt x="73" y="8127"/>
                  </a:cubicBezTo>
                  <a:cubicBezTo>
                    <a:pt x="113" y="9030"/>
                    <a:pt x="169" y="9633"/>
                    <a:pt x="169" y="9633"/>
                  </a:cubicBezTo>
                  <a:cubicBezTo>
                    <a:pt x="169" y="9633"/>
                    <a:pt x="227" y="9030"/>
                    <a:pt x="267" y="8127"/>
                  </a:cubicBezTo>
                  <a:cubicBezTo>
                    <a:pt x="289" y="7676"/>
                    <a:pt x="308" y="7149"/>
                    <a:pt x="318" y="6585"/>
                  </a:cubicBezTo>
                  <a:cubicBezTo>
                    <a:pt x="324" y="6303"/>
                    <a:pt x="332" y="6010"/>
                    <a:pt x="334" y="5715"/>
                  </a:cubicBezTo>
                  <a:cubicBezTo>
                    <a:pt x="336" y="5418"/>
                    <a:pt x="337" y="5117"/>
                    <a:pt x="340" y="4817"/>
                  </a:cubicBezTo>
                  <a:cubicBezTo>
                    <a:pt x="334" y="4517"/>
                    <a:pt x="333" y="4216"/>
                    <a:pt x="330" y="3919"/>
                  </a:cubicBezTo>
                  <a:cubicBezTo>
                    <a:pt x="330" y="3621"/>
                    <a:pt x="321" y="3331"/>
                    <a:pt x="316" y="3049"/>
                  </a:cubicBezTo>
                  <a:cubicBezTo>
                    <a:pt x="304" y="2485"/>
                    <a:pt x="286" y="1959"/>
                    <a:pt x="263" y="1506"/>
                  </a:cubicBezTo>
                  <a:cubicBezTo>
                    <a:pt x="223" y="604"/>
                    <a:pt x="168" y="1"/>
                    <a:pt x="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37"/>
            <p:cNvSpPr/>
            <p:nvPr/>
          </p:nvSpPr>
          <p:spPr>
            <a:xfrm>
              <a:off x="1170323" y="3614646"/>
              <a:ext cx="314895" cy="397921"/>
            </a:xfrm>
            <a:custGeom>
              <a:rect b="b" l="l" r="r" t="t"/>
              <a:pathLst>
                <a:path extrusionOk="0" h="8023" w="6349">
                  <a:moveTo>
                    <a:pt x="6349" y="0"/>
                  </a:moveTo>
                  <a:cubicBezTo>
                    <a:pt x="6349" y="0"/>
                    <a:pt x="5884" y="452"/>
                    <a:pt x="5244" y="1165"/>
                  </a:cubicBezTo>
                  <a:cubicBezTo>
                    <a:pt x="5082" y="1343"/>
                    <a:pt x="4908" y="1537"/>
                    <a:pt x="4729" y="1745"/>
                  </a:cubicBezTo>
                  <a:cubicBezTo>
                    <a:pt x="4551" y="1953"/>
                    <a:pt x="4357" y="2169"/>
                    <a:pt x="4168" y="2400"/>
                  </a:cubicBezTo>
                  <a:cubicBezTo>
                    <a:pt x="3976" y="2632"/>
                    <a:pt x="3773" y="2866"/>
                    <a:pt x="3577" y="3112"/>
                  </a:cubicBezTo>
                  <a:cubicBezTo>
                    <a:pt x="3378" y="3358"/>
                    <a:pt x="3178" y="3606"/>
                    <a:pt x="2977" y="3854"/>
                  </a:cubicBezTo>
                  <a:cubicBezTo>
                    <a:pt x="2781" y="4106"/>
                    <a:pt x="2585" y="4359"/>
                    <a:pt x="2391" y="4608"/>
                  </a:cubicBezTo>
                  <a:cubicBezTo>
                    <a:pt x="2197" y="4855"/>
                    <a:pt x="2015" y="5106"/>
                    <a:pt x="1834" y="5346"/>
                  </a:cubicBezTo>
                  <a:cubicBezTo>
                    <a:pt x="1477" y="5827"/>
                    <a:pt x="1150" y="6284"/>
                    <a:pt x="879" y="6680"/>
                  </a:cubicBezTo>
                  <a:cubicBezTo>
                    <a:pt x="331" y="7468"/>
                    <a:pt x="1" y="8023"/>
                    <a:pt x="1" y="8023"/>
                  </a:cubicBezTo>
                  <a:cubicBezTo>
                    <a:pt x="1" y="8023"/>
                    <a:pt x="464" y="7574"/>
                    <a:pt x="1107" y="6858"/>
                  </a:cubicBezTo>
                  <a:cubicBezTo>
                    <a:pt x="1430" y="6503"/>
                    <a:pt x="1799" y="6082"/>
                    <a:pt x="2184" y="5622"/>
                  </a:cubicBezTo>
                  <a:cubicBezTo>
                    <a:pt x="2376" y="5391"/>
                    <a:pt x="2579" y="5157"/>
                    <a:pt x="2775" y="4910"/>
                  </a:cubicBezTo>
                  <a:cubicBezTo>
                    <a:pt x="2974" y="4666"/>
                    <a:pt x="3174" y="4417"/>
                    <a:pt x="3376" y="4169"/>
                  </a:cubicBezTo>
                  <a:cubicBezTo>
                    <a:pt x="3572" y="3916"/>
                    <a:pt x="3768" y="3662"/>
                    <a:pt x="3961" y="3414"/>
                  </a:cubicBezTo>
                  <a:cubicBezTo>
                    <a:pt x="4156" y="3168"/>
                    <a:pt x="4337" y="2916"/>
                    <a:pt x="4517" y="2675"/>
                  </a:cubicBezTo>
                  <a:cubicBezTo>
                    <a:pt x="4698" y="2438"/>
                    <a:pt x="4866" y="2201"/>
                    <a:pt x="5025" y="1977"/>
                  </a:cubicBezTo>
                  <a:cubicBezTo>
                    <a:pt x="5188" y="1756"/>
                    <a:pt x="5336" y="1541"/>
                    <a:pt x="5472" y="1343"/>
                  </a:cubicBezTo>
                  <a:cubicBezTo>
                    <a:pt x="6018" y="554"/>
                    <a:pt x="6349" y="0"/>
                    <a:pt x="63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37"/>
            <p:cNvSpPr/>
            <p:nvPr/>
          </p:nvSpPr>
          <p:spPr>
            <a:xfrm>
              <a:off x="1175928" y="3685225"/>
              <a:ext cx="203350" cy="256965"/>
            </a:xfrm>
            <a:custGeom>
              <a:rect b="b" l="l" r="r" t="t"/>
              <a:pathLst>
                <a:path extrusionOk="0" h="5181" w="4100">
                  <a:moveTo>
                    <a:pt x="4099" y="1"/>
                  </a:moveTo>
                  <a:cubicBezTo>
                    <a:pt x="4099" y="1"/>
                    <a:pt x="3800" y="290"/>
                    <a:pt x="3383" y="752"/>
                  </a:cubicBezTo>
                  <a:cubicBezTo>
                    <a:pt x="3173" y="981"/>
                    <a:pt x="2935" y="1252"/>
                    <a:pt x="2686" y="1548"/>
                  </a:cubicBezTo>
                  <a:cubicBezTo>
                    <a:pt x="2562" y="1698"/>
                    <a:pt x="2431" y="1849"/>
                    <a:pt x="2305" y="2007"/>
                  </a:cubicBezTo>
                  <a:cubicBezTo>
                    <a:pt x="2178" y="2164"/>
                    <a:pt x="2049" y="2325"/>
                    <a:pt x="1917" y="2487"/>
                  </a:cubicBezTo>
                  <a:cubicBezTo>
                    <a:pt x="1792" y="2649"/>
                    <a:pt x="1665" y="2813"/>
                    <a:pt x="1540" y="2974"/>
                  </a:cubicBezTo>
                  <a:cubicBezTo>
                    <a:pt x="1413" y="3132"/>
                    <a:pt x="1298" y="3296"/>
                    <a:pt x="1181" y="3451"/>
                  </a:cubicBezTo>
                  <a:cubicBezTo>
                    <a:pt x="949" y="3761"/>
                    <a:pt x="739" y="4056"/>
                    <a:pt x="565" y="4311"/>
                  </a:cubicBezTo>
                  <a:cubicBezTo>
                    <a:pt x="212" y="4822"/>
                    <a:pt x="1" y="5180"/>
                    <a:pt x="1" y="5180"/>
                  </a:cubicBezTo>
                  <a:cubicBezTo>
                    <a:pt x="1" y="5180"/>
                    <a:pt x="302" y="4890"/>
                    <a:pt x="718" y="4431"/>
                  </a:cubicBezTo>
                  <a:cubicBezTo>
                    <a:pt x="927" y="4200"/>
                    <a:pt x="1165" y="3929"/>
                    <a:pt x="1413" y="3633"/>
                  </a:cubicBezTo>
                  <a:cubicBezTo>
                    <a:pt x="1538" y="3484"/>
                    <a:pt x="1669" y="3333"/>
                    <a:pt x="1795" y="3175"/>
                  </a:cubicBezTo>
                  <a:cubicBezTo>
                    <a:pt x="1922" y="3017"/>
                    <a:pt x="2051" y="2856"/>
                    <a:pt x="2182" y="2695"/>
                  </a:cubicBezTo>
                  <a:cubicBezTo>
                    <a:pt x="2306" y="2532"/>
                    <a:pt x="2434" y="2370"/>
                    <a:pt x="2559" y="2209"/>
                  </a:cubicBezTo>
                  <a:cubicBezTo>
                    <a:pt x="2685" y="2049"/>
                    <a:pt x="2801" y="1886"/>
                    <a:pt x="2917" y="1732"/>
                  </a:cubicBezTo>
                  <a:cubicBezTo>
                    <a:pt x="3150" y="1420"/>
                    <a:pt x="3359" y="1125"/>
                    <a:pt x="3534" y="870"/>
                  </a:cubicBezTo>
                  <a:cubicBezTo>
                    <a:pt x="3887" y="359"/>
                    <a:pt x="4099" y="1"/>
                    <a:pt x="40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37"/>
            <p:cNvSpPr/>
            <p:nvPr/>
          </p:nvSpPr>
          <p:spPr>
            <a:xfrm>
              <a:off x="1724598" y="2108618"/>
              <a:ext cx="448709" cy="46919"/>
            </a:xfrm>
            <a:custGeom>
              <a:rect b="b" l="l" r="r" t="t"/>
              <a:pathLst>
                <a:path extrusionOk="0" h="946" w="9047">
                  <a:moveTo>
                    <a:pt x="5322" y="0"/>
                  </a:moveTo>
                  <a:cubicBezTo>
                    <a:pt x="5040" y="5"/>
                    <a:pt x="4752" y="9"/>
                    <a:pt x="4466" y="14"/>
                  </a:cubicBezTo>
                  <a:cubicBezTo>
                    <a:pt x="4180" y="17"/>
                    <a:pt x="3894" y="30"/>
                    <a:pt x="3611" y="45"/>
                  </a:cubicBezTo>
                  <a:cubicBezTo>
                    <a:pt x="3329" y="61"/>
                    <a:pt x="3050" y="74"/>
                    <a:pt x="2781" y="101"/>
                  </a:cubicBezTo>
                  <a:cubicBezTo>
                    <a:pt x="2513" y="125"/>
                    <a:pt x="2251" y="156"/>
                    <a:pt x="2001" y="199"/>
                  </a:cubicBezTo>
                  <a:cubicBezTo>
                    <a:pt x="1758" y="252"/>
                    <a:pt x="1530" y="305"/>
                    <a:pt x="1320" y="366"/>
                  </a:cubicBezTo>
                  <a:cubicBezTo>
                    <a:pt x="901" y="487"/>
                    <a:pt x="565" y="624"/>
                    <a:pt x="340" y="740"/>
                  </a:cubicBezTo>
                  <a:cubicBezTo>
                    <a:pt x="113" y="855"/>
                    <a:pt x="0" y="946"/>
                    <a:pt x="0" y="946"/>
                  </a:cubicBezTo>
                  <a:cubicBezTo>
                    <a:pt x="0" y="946"/>
                    <a:pt x="32" y="930"/>
                    <a:pt x="94" y="906"/>
                  </a:cubicBezTo>
                  <a:cubicBezTo>
                    <a:pt x="160" y="887"/>
                    <a:pt x="254" y="855"/>
                    <a:pt x="372" y="817"/>
                  </a:cubicBezTo>
                  <a:cubicBezTo>
                    <a:pt x="610" y="747"/>
                    <a:pt x="953" y="660"/>
                    <a:pt x="1372" y="586"/>
                  </a:cubicBezTo>
                  <a:cubicBezTo>
                    <a:pt x="1581" y="547"/>
                    <a:pt x="1806" y="512"/>
                    <a:pt x="2048" y="480"/>
                  </a:cubicBezTo>
                  <a:cubicBezTo>
                    <a:pt x="2284" y="450"/>
                    <a:pt x="2539" y="430"/>
                    <a:pt x="2805" y="414"/>
                  </a:cubicBezTo>
                  <a:cubicBezTo>
                    <a:pt x="3070" y="403"/>
                    <a:pt x="3345" y="386"/>
                    <a:pt x="3626" y="376"/>
                  </a:cubicBezTo>
                  <a:cubicBezTo>
                    <a:pt x="3906" y="366"/>
                    <a:pt x="4192" y="358"/>
                    <a:pt x="4476" y="347"/>
                  </a:cubicBezTo>
                  <a:cubicBezTo>
                    <a:pt x="5047" y="329"/>
                    <a:pt x="5617" y="311"/>
                    <a:pt x="6153" y="293"/>
                  </a:cubicBezTo>
                  <a:cubicBezTo>
                    <a:pt x="6688" y="273"/>
                    <a:pt x="7188" y="256"/>
                    <a:pt x="7617" y="233"/>
                  </a:cubicBezTo>
                  <a:cubicBezTo>
                    <a:pt x="8474" y="193"/>
                    <a:pt x="9047" y="146"/>
                    <a:pt x="9047" y="146"/>
                  </a:cubicBezTo>
                  <a:cubicBezTo>
                    <a:pt x="9047" y="146"/>
                    <a:pt x="8476" y="88"/>
                    <a:pt x="7617" y="49"/>
                  </a:cubicBezTo>
                  <a:cubicBezTo>
                    <a:pt x="7187" y="29"/>
                    <a:pt x="6686" y="14"/>
                    <a:pt x="6149" y="5"/>
                  </a:cubicBezTo>
                  <a:cubicBezTo>
                    <a:pt x="5880" y="3"/>
                    <a:pt x="5604" y="2"/>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 name="Google Shape;195;p37"/>
          <p:cNvSpPr/>
          <p:nvPr/>
        </p:nvSpPr>
        <p:spPr>
          <a:xfrm flipH="1" rot="10800000">
            <a:off x="7233532" y="3980900"/>
            <a:ext cx="413100" cy="623100"/>
          </a:xfrm>
          <a:prstGeom prst="chevron">
            <a:avLst>
              <a:gd fmla="val 35069"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37"/>
          <p:cNvSpPr/>
          <p:nvPr/>
        </p:nvSpPr>
        <p:spPr>
          <a:xfrm flipH="1" rot="10800000">
            <a:off x="7625603" y="3980900"/>
            <a:ext cx="413100" cy="623100"/>
          </a:xfrm>
          <a:prstGeom prst="chevron">
            <a:avLst>
              <a:gd fmla="val 35069"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37"/>
          <p:cNvSpPr/>
          <p:nvPr/>
        </p:nvSpPr>
        <p:spPr>
          <a:xfrm flipH="1" rot="10800000">
            <a:off x="8017675" y="3980900"/>
            <a:ext cx="413100" cy="623100"/>
          </a:xfrm>
          <a:prstGeom prst="chevron">
            <a:avLst>
              <a:gd fmla="val 35069"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37"/>
          <p:cNvSpPr/>
          <p:nvPr/>
        </p:nvSpPr>
        <p:spPr>
          <a:xfrm>
            <a:off x="7494040" y="429145"/>
            <a:ext cx="936730" cy="220717"/>
          </a:xfrm>
          <a:prstGeom prst="rect">
            <a:avLst/>
          </a:prstGeom>
        </p:spPr>
        <p:txBody>
          <a:bodyPr>
            <a:prstTxWarp prst="textPlain"/>
          </a:bodyPr>
          <a:lstStyle/>
          <a:p>
            <a:pPr lvl="0" algn="ctr"/>
            <a:r>
              <a:rPr b="0" i="0">
                <a:ln cap="flat" cmpd="sng" w="19050">
                  <a:solidFill>
                    <a:schemeClr val="dk2"/>
                  </a:solidFill>
                  <a:prstDash val="solid"/>
                  <a:round/>
                  <a:headEnd len="sm" w="sm" type="none"/>
                  <a:tailEnd len="sm" w="sm" type="none"/>
                </a:ln>
                <a:noFill/>
                <a:latin typeface="Audiowide"/>
              </a:rPr>
              <a:t>0001</a:t>
            </a:r>
          </a:p>
        </p:txBody>
      </p:sp>
      <p:sp>
        <p:nvSpPr>
          <p:cNvPr id="199" name="Google Shape;199;p37"/>
          <p:cNvSpPr/>
          <p:nvPr/>
        </p:nvSpPr>
        <p:spPr>
          <a:xfrm>
            <a:off x="3496544" y="3072639"/>
            <a:ext cx="3577377" cy="368968"/>
          </a:xfrm>
          <a:prstGeom prst="rect">
            <a:avLst/>
          </a:prstGeom>
        </p:spPr>
        <p:txBody>
          <a:bodyPr>
            <a:prstTxWarp prst="textPlain"/>
          </a:bodyPr>
          <a:lstStyle/>
          <a:p>
            <a:pPr lvl="0" algn="ctr"/>
            <a:r>
              <a:rPr b="0" i="0">
                <a:ln cap="flat" cmpd="sng" w="19050">
                  <a:solidFill>
                    <a:schemeClr val="dk2"/>
                  </a:solidFill>
                  <a:prstDash val="solid"/>
                  <a:round/>
                  <a:headEnd len="sm" w="sm" type="none"/>
                  <a:tailEnd len="sm" w="sm" type="none"/>
                </a:ln>
                <a:noFill/>
                <a:latin typeface="Audiowide"/>
              </a:rPr>
              <a:t>PITCH DECK</a:t>
            </a: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3" name="Shape 203"/>
        <p:cNvGrpSpPr/>
        <p:nvPr/>
      </p:nvGrpSpPr>
      <p:grpSpPr>
        <a:xfrm>
          <a:off x="0" y="0"/>
          <a:ext cx="0" cy="0"/>
          <a:chOff x="0" y="0"/>
          <a:chExt cx="0" cy="0"/>
        </a:xfrm>
      </p:grpSpPr>
      <p:sp>
        <p:nvSpPr>
          <p:cNvPr id="204" name="Google Shape;204;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graphicFrame>
        <p:nvGraphicFramePr>
          <p:cNvPr id="205" name="Google Shape;205;p38"/>
          <p:cNvGraphicFramePr/>
          <p:nvPr/>
        </p:nvGraphicFramePr>
        <p:xfrm>
          <a:off x="720000" y="1767225"/>
          <a:ext cx="3000000" cy="3000000"/>
        </p:xfrm>
        <a:graphic>
          <a:graphicData uri="http://schemas.openxmlformats.org/drawingml/2006/table">
            <a:tbl>
              <a:tblPr>
                <a:noFill/>
                <a:tableStyleId>{D886A143-5B8B-409E-85FC-669CE8CAFE8F}</a:tableStyleId>
              </a:tblPr>
              <a:tblGrid>
                <a:gridCol w="2311275"/>
                <a:gridCol w="5392725"/>
              </a:tblGrid>
              <a:tr h="350500">
                <a:tc>
                  <a:txBody>
                    <a:bodyPr/>
                    <a:lstStyle/>
                    <a:p>
                      <a:pPr indent="0" lvl="0" marL="0" rtl="0" algn="l">
                        <a:spcBef>
                          <a:spcPts val="0"/>
                        </a:spcBef>
                        <a:spcAft>
                          <a:spcPts val="0"/>
                        </a:spcAft>
                        <a:buNone/>
                      </a:pPr>
                      <a:r>
                        <a:rPr lang="en" sz="1100">
                          <a:solidFill>
                            <a:schemeClr val="dk2"/>
                          </a:solidFill>
                          <a:uFill>
                            <a:noFill/>
                          </a:uFill>
                          <a:latin typeface="Titillium Web"/>
                          <a:ea typeface="Titillium Web"/>
                          <a:cs typeface="Titillium Web"/>
                          <a:sym typeface="Titillium Web"/>
                          <a:hlinkClick action="ppaction://hlinksldjump" r:id="rId3">
                            <a:extLst>
                              <a:ext uri="{A12FA001-AC4F-418D-AE19-62706E023703}">
                                <ahyp:hlinkClr val="tx"/>
                              </a:ext>
                            </a:extLst>
                          </a:hlinkClick>
                        </a:rPr>
                        <a:t>Fonts</a:t>
                      </a:r>
                      <a:endParaRPr sz="1100">
                        <a:solidFill>
                          <a:schemeClr val="dk2"/>
                        </a:solidFill>
                        <a:latin typeface="Titillium Web"/>
                        <a:ea typeface="Titillium Web"/>
                        <a:cs typeface="Titillium Web"/>
                        <a:sym typeface="Titillium Web"/>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100">
                          <a:solidFill>
                            <a:schemeClr val="dk2"/>
                          </a:solidFill>
                          <a:latin typeface="Titillium Web"/>
                          <a:ea typeface="Titillium Web"/>
                          <a:cs typeface="Titillium Web"/>
                          <a:sym typeface="Titillium Web"/>
                        </a:rPr>
                        <a:t>To view this template correctly in PowerPoint, download and install the fonts we used</a:t>
                      </a:r>
                      <a:endParaRPr sz="1100">
                        <a:solidFill>
                          <a:schemeClr val="dk2"/>
                        </a:solidFill>
                        <a:latin typeface="Titillium Web"/>
                        <a:ea typeface="Titillium Web"/>
                        <a:cs typeface="Titillium Web"/>
                        <a:sym typeface="Titillium Web"/>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lang="en" sz="1100">
                          <a:solidFill>
                            <a:schemeClr val="dk2"/>
                          </a:solidFill>
                          <a:uFill>
                            <a:noFill/>
                          </a:uFill>
                          <a:latin typeface="Titillium Web"/>
                          <a:ea typeface="Titillium Web"/>
                          <a:cs typeface="Titillium Web"/>
                          <a:sym typeface="Titillium Web"/>
                          <a:hlinkClick action="ppaction://hlinksldjump" r:id="rId4">
                            <a:extLst>
                              <a:ext uri="{A12FA001-AC4F-418D-AE19-62706E023703}">
                                <ahyp:hlinkClr val="tx"/>
                              </a:ext>
                            </a:extLst>
                          </a:hlinkClick>
                        </a:rPr>
                        <a:t>Used</a:t>
                      </a:r>
                      <a:r>
                        <a:rPr lang="en" sz="1100">
                          <a:solidFill>
                            <a:schemeClr val="dk2"/>
                          </a:solidFill>
                          <a:latin typeface="Titillium Web"/>
                          <a:ea typeface="Titillium Web"/>
                          <a:cs typeface="Titillium Web"/>
                          <a:sym typeface="Titillium Web"/>
                        </a:rPr>
                        <a:t> and </a:t>
                      </a:r>
                      <a:r>
                        <a:rPr lang="en" sz="1100">
                          <a:solidFill>
                            <a:schemeClr val="dk2"/>
                          </a:solidFill>
                          <a:uFill>
                            <a:noFill/>
                          </a:uFill>
                          <a:latin typeface="Titillium Web"/>
                          <a:ea typeface="Titillium Web"/>
                          <a:cs typeface="Titillium Web"/>
                          <a:sym typeface="Titillium Web"/>
                          <a:hlinkClick action="ppaction://hlinksldjump" r:id="rId5">
                            <a:extLst>
                              <a:ext uri="{A12FA001-AC4F-418D-AE19-62706E023703}">
                                <ahyp:hlinkClr val="tx"/>
                              </a:ext>
                            </a:extLst>
                          </a:hlinkClick>
                        </a:rPr>
                        <a:t>alternative</a:t>
                      </a:r>
                      <a:r>
                        <a:rPr lang="en" sz="1100">
                          <a:solidFill>
                            <a:schemeClr val="dk2"/>
                          </a:solidFill>
                          <a:uFill>
                            <a:noFill/>
                          </a:uFill>
                          <a:latin typeface="Titillium Web"/>
                          <a:ea typeface="Titillium Web"/>
                          <a:cs typeface="Titillium Web"/>
                          <a:sym typeface="Titillium Web"/>
                          <a:hlinkClick action="ppaction://hlinksldjump" r:id="rId6">
                            <a:extLst>
                              <a:ext uri="{A12FA001-AC4F-418D-AE19-62706E023703}">
                                <ahyp:hlinkClr val="tx"/>
                              </a:ext>
                            </a:extLst>
                          </a:hlinkClick>
                        </a:rPr>
                        <a:t> resources</a:t>
                      </a:r>
                      <a:endParaRPr sz="1100">
                        <a:solidFill>
                          <a:schemeClr val="dk2"/>
                        </a:solidFill>
                        <a:latin typeface="Titillium Web"/>
                        <a:ea typeface="Titillium Web"/>
                        <a:cs typeface="Titillium Web"/>
                        <a:sym typeface="Titillium Web"/>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100">
                          <a:solidFill>
                            <a:schemeClr val="dk2"/>
                          </a:solidFill>
                          <a:latin typeface="Titillium Web"/>
                          <a:ea typeface="Titillium Web"/>
                          <a:cs typeface="Titillium Web"/>
                          <a:sym typeface="Titillium Web"/>
                        </a:rPr>
                        <a:t>An assortment of graphic resources that are suitable for use in this presentation</a:t>
                      </a:r>
                      <a:endParaRPr sz="1100">
                        <a:solidFill>
                          <a:schemeClr val="dk2"/>
                        </a:solidFill>
                        <a:latin typeface="Titillium Web"/>
                        <a:ea typeface="Titillium Web"/>
                        <a:cs typeface="Titillium Web"/>
                        <a:sym typeface="Titillium Web"/>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lang="en" sz="1100">
                          <a:solidFill>
                            <a:schemeClr val="dk2"/>
                          </a:solidFill>
                          <a:uFill>
                            <a:noFill/>
                          </a:uFill>
                          <a:latin typeface="Titillium Web"/>
                          <a:ea typeface="Titillium Web"/>
                          <a:cs typeface="Titillium Web"/>
                          <a:sym typeface="Titillium Web"/>
                          <a:hlinkClick action="ppaction://hlinksldjump" r:id="rId7">
                            <a:extLst>
                              <a:ext uri="{A12FA001-AC4F-418D-AE19-62706E023703}">
                                <ahyp:hlinkClr val="tx"/>
                              </a:ext>
                            </a:extLst>
                          </a:hlinkClick>
                        </a:rPr>
                        <a:t>Thanks slide</a:t>
                      </a:r>
                      <a:endParaRPr sz="1100">
                        <a:solidFill>
                          <a:schemeClr val="dk2"/>
                        </a:solidFill>
                        <a:latin typeface="Titillium Web"/>
                        <a:ea typeface="Titillium Web"/>
                        <a:cs typeface="Titillium Web"/>
                        <a:sym typeface="Titillium Web"/>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100">
                          <a:solidFill>
                            <a:schemeClr val="dk2"/>
                          </a:solidFill>
                          <a:latin typeface="Titillium Web"/>
                          <a:ea typeface="Titillium Web"/>
                          <a:cs typeface="Titillium Web"/>
                          <a:sym typeface="Titillium Web"/>
                        </a:rPr>
                        <a:t>You must keep it so that proper credits for our design are given</a:t>
                      </a:r>
                      <a:endParaRPr sz="1100">
                        <a:solidFill>
                          <a:schemeClr val="dk2"/>
                        </a:solidFill>
                        <a:latin typeface="Titillium Web"/>
                        <a:ea typeface="Titillium Web"/>
                        <a:cs typeface="Titillium Web"/>
                        <a:sym typeface="Titillium Web"/>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lang="en" sz="1100">
                          <a:solidFill>
                            <a:schemeClr val="dk2"/>
                          </a:solidFill>
                          <a:uFill>
                            <a:noFill/>
                          </a:uFill>
                          <a:latin typeface="Titillium Web"/>
                          <a:ea typeface="Titillium Web"/>
                          <a:cs typeface="Titillium Web"/>
                          <a:sym typeface="Titillium Web"/>
                          <a:hlinkClick action="ppaction://hlinksldjump" r:id="rId8">
                            <a:extLst>
                              <a:ext uri="{A12FA001-AC4F-418D-AE19-62706E023703}">
                                <ahyp:hlinkClr val="tx"/>
                              </a:ext>
                            </a:extLst>
                          </a:hlinkClick>
                        </a:rPr>
                        <a:t>Colors</a:t>
                      </a:r>
                      <a:endParaRPr sz="1100">
                        <a:solidFill>
                          <a:schemeClr val="dk2"/>
                        </a:solidFill>
                        <a:latin typeface="Titillium Web"/>
                        <a:ea typeface="Titillium Web"/>
                        <a:cs typeface="Titillium Web"/>
                        <a:sym typeface="Titillium Web"/>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100">
                          <a:solidFill>
                            <a:schemeClr val="dk2"/>
                          </a:solidFill>
                          <a:latin typeface="Titillium Web"/>
                          <a:ea typeface="Titillium Web"/>
                          <a:cs typeface="Titillium Web"/>
                          <a:sym typeface="Titillium Web"/>
                        </a:rPr>
                        <a:t>All the colors used in this presentation</a:t>
                      </a:r>
                      <a:endParaRPr sz="1100">
                        <a:solidFill>
                          <a:schemeClr val="dk2"/>
                        </a:solidFill>
                        <a:latin typeface="Titillium Web"/>
                        <a:ea typeface="Titillium Web"/>
                        <a:cs typeface="Titillium Web"/>
                        <a:sym typeface="Titillium Web"/>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lang="en" sz="1100">
                          <a:solidFill>
                            <a:schemeClr val="dk2"/>
                          </a:solidFill>
                          <a:uFill>
                            <a:noFill/>
                          </a:uFill>
                          <a:latin typeface="Titillium Web"/>
                          <a:ea typeface="Titillium Web"/>
                          <a:cs typeface="Titillium Web"/>
                          <a:sym typeface="Titillium Web"/>
                          <a:hlinkClick action="ppaction://hlinksldjump" r:id="rId9">
                            <a:extLst>
                              <a:ext uri="{A12FA001-AC4F-418D-AE19-62706E023703}">
                                <ahyp:hlinkClr val="tx"/>
                              </a:ext>
                            </a:extLst>
                          </a:hlinkClick>
                        </a:rPr>
                        <a:t>Icons</a:t>
                      </a:r>
                      <a:r>
                        <a:rPr lang="en" sz="1100">
                          <a:solidFill>
                            <a:schemeClr val="dk2"/>
                          </a:solidFill>
                          <a:latin typeface="Titillium Web"/>
                          <a:ea typeface="Titillium Web"/>
                          <a:cs typeface="Titillium Web"/>
                          <a:sym typeface="Titillium Web"/>
                        </a:rPr>
                        <a:t> and </a:t>
                      </a:r>
                      <a:r>
                        <a:rPr lang="en" sz="1100">
                          <a:solidFill>
                            <a:schemeClr val="dk2"/>
                          </a:solidFill>
                          <a:uFill>
                            <a:noFill/>
                          </a:uFill>
                          <a:latin typeface="Titillium Web"/>
                          <a:ea typeface="Titillium Web"/>
                          <a:cs typeface="Titillium Web"/>
                          <a:sym typeface="Titillium Web"/>
                          <a:hlinkClick action="ppaction://hlinksldjump" r:id="rId10">
                            <a:extLst>
                              <a:ext uri="{A12FA001-AC4F-418D-AE19-62706E023703}">
                                <ahyp:hlinkClr val="tx"/>
                              </a:ext>
                            </a:extLst>
                          </a:hlinkClick>
                        </a:rPr>
                        <a:t>infographic resources</a:t>
                      </a:r>
                      <a:endParaRPr sz="1100">
                        <a:solidFill>
                          <a:schemeClr val="dk2"/>
                        </a:solidFill>
                        <a:latin typeface="Titillium Web"/>
                        <a:ea typeface="Titillium Web"/>
                        <a:cs typeface="Titillium Web"/>
                        <a:sym typeface="Titillium Web"/>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100">
                          <a:solidFill>
                            <a:schemeClr val="dk2"/>
                          </a:solidFill>
                          <a:latin typeface="Titillium Web"/>
                          <a:ea typeface="Titillium Web"/>
                          <a:cs typeface="Titillium Web"/>
                          <a:sym typeface="Titillium Web"/>
                        </a:rPr>
                        <a:t>These can be used in the template, and their size and color can be edited</a:t>
                      </a:r>
                      <a:endParaRPr sz="1100">
                        <a:solidFill>
                          <a:schemeClr val="dk2"/>
                        </a:solidFill>
                        <a:latin typeface="Titillium Web"/>
                        <a:ea typeface="Titillium Web"/>
                        <a:cs typeface="Titillium Web"/>
                        <a:sym typeface="Titillium Web"/>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lang="en" sz="1100">
                          <a:solidFill>
                            <a:schemeClr val="dk2"/>
                          </a:solidFill>
                          <a:latin typeface="Titillium Web"/>
                          <a:ea typeface="Titillium Web"/>
                          <a:cs typeface="Titillium Web"/>
                          <a:sym typeface="Titillium Web"/>
                        </a:rPr>
                        <a:t>Editable presentation theme </a:t>
                      </a:r>
                      <a:endParaRPr sz="1100">
                        <a:solidFill>
                          <a:schemeClr val="dk2"/>
                        </a:solidFill>
                        <a:latin typeface="Titillium Web"/>
                        <a:ea typeface="Titillium Web"/>
                        <a:cs typeface="Titillium Web"/>
                        <a:sym typeface="Titillium Web"/>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100">
                          <a:solidFill>
                            <a:schemeClr val="dk2"/>
                          </a:solidFill>
                          <a:latin typeface="Titillium Web"/>
                          <a:ea typeface="Titillium Web"/>
                          <a:cs typeface="Titillium Web"/>
                          <a:sym typeface="Titillium Web"/>
                        </a:rPr>
                        <a:t>You can edit the master slides easily. For more info, click </a:t>
                      </a:r>
                      <a:r>
                        <a:rPr b="1" lang="en" sz="1200">
                          <a:solidFill>
                            <a:schemeClr val="dk2"/>
                          </a:solidFill>
                          <a:uFill>
                            <a:noFill/>
                          </a:uFill>
                          <a:latin typeface="Titillium Web"/>
                          <a:ea typeface="Titillium Web"/>
                          <a:cs typeface="Titillium Web"/>
                          <a:sym typeface="Titillium Web"/>
                          <a:hlinkClick r:id="rId11">
                            <a:extLst>
                              <a:ext uri="{A12FA001-AC4F-418D-AE19-62706E023703}">
                                <ahyp:hlinkClr val="tx"/>
                              </a:ext>
                            </a:extLst>
                          </a:hlinkClick>
                        </a:rPr>
                        <a:t>here</a:t>
                      </a:r>
                      <a:endParaRPr b="1" sz="1100">
                        <a:solidFill>
                          <a:schemeClr val="dk2"/>
                        </a:solidFill>
                        <a:latin typeface="Titillium Web"/>
                        <a:ea typeface="Titillium Web"/>
                        <a:cs typeface="Titillium Web"/>
                        <a:sym typeface="Titillium Web"/>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bl>
          </a:graphicData>
        </a:graphic>
      </p:graphicFrame>
      <p:sp>
        <p:nvSpPr>
          <p:cNvPr id="206" name="Google Shape;206;p38"/>
          <p:cNvSpPr txBox="1"/>
          <p:nvPr/>
        </p:nvSpPr>
        <p:spPr>
          <a:xfrm>
            <a:off x="719988" y="4147800"/>
            <a:ext cx="3804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2"/>
                </a:solidFill>
                <a:latin typeface="Titillium Web"/>
                <a:ea typeface="Titillium Web"/>
                <a:cs typeface="Titillium Web"/>
                <a:sym typeface="Titillium Web"/>
              </a:rPr>
              <a:t>For more info:</a:t>
            </a:r>
            <a:br>
              <a:rPr lang="en" sz="800">
                <a:solidFill>
                  <a:schemeClr val="dk2"/>
                </a:solidFill>
                <a:latin typeface="Titillium Web"/>
                <a:ea typeface="Titillium Web"/>
                <a:cs typeface="Titillium Web"/>
                <a:sym typeface="Titillium Web"/>
              </a:rPr>
            </a:br>
            <a:r>
              <a:rPr lang="en" sz="1000">
                <a:solidFill>
                  <a:schemeClr val="dk2"/>
                </a:solidFill>
                <a:uFill>
                  <a:noFill/>
                </a:uFill>
                <a:latin typeface="Audiowide"/>
                <a:ea typeface="Audiowide"/>
                <a:cs typeface="Audiowide"/>
                <a:sym typeface="Audiowide"/>
                <a:hlinkClick r:id="rId12">
                  <a:extLst>
                    <a:ext uri="{A12FA001-AC4F-418D-AE19-62706E023703}">
                      <ahyp:hlinkClr val="tx"/>
                    </a:ext>
                  </a:extLst>
                </a:hlinkClick>
              </a:rPr>
              <a:t>SLIDESGO </a:t>
            </a:r>
            <a:r>
              <a:rPr lang="en" sz="1000">
                <a:solidFill>
                  <a:schemeClr val="dk2"/>
                </a:solidFill>
                <a:latin typeface="Audiowide"/>
                <a:ea typeface="Audiowide"/>
                <a:cs typeface="Audiowide"/>
                <a:sym typeface="Audiowide"/>
              </a:rPr>
              <a:t>| </a:t>
            </a:r>
            <a:r>
              <a:rPr lang="en" sz="1000">
                <a:solidFill>
                  <a:schemeClr val="dk2"/>
                </a:solidFill>
                <a:uFill>
                  <a:noFill/>
                </a:uFill>
                <a:latin typeface="Audiowide"/>
                <a:ea typeface="Audiowide"/>
                <a:cs typeface="Audiowide"/>
                <a:sym typeface="Audiowide"/>
                <a:hlinkClick r:id="rId13">
                  <a:extLst>
                    <a:ext uri="{A12FA001-AC4F-418D-AE19-62706E023703}">
                      <ahyp:hlinkClr val="tx"/>
                    </a:ext>
                  </a:extLst>
                </a:hlinkClick>
              </a:rPr>
              <a:t>SLIDESGO SCHOOL</a:t>
            </a:r>
            <a:r>
              <a:rPr lang="en" sz="1000">
                <a:solidFill>
                  <a:schemeClr val="dk2"/>
                </a:solidFill>
                <a:latin typeface="Audiowide"/>
                <a:ea typeface="Audiowide"/>
                <a:cs typeface="Audiowide"/>
                <a:sym typeface="Audiowide"/>
              </a:rPr>
              <a:t> | </a:t>
            </a:r>
            <a:r>
              <a:rPr lang="en" sz="1000">
                <a:solidFill>
                  <a:schemeClr val="dk2"/>
                </a:solidFill>
                <a:uFill>
                  <a:noFill/>
                </a:uFill>
                <a:latin typeface="Audiowide"/>
                <a:ea typeface="Audiowide"/>
                <a:cs typeface="Audiowide"/>
                <a:sym typeface="Audiowide"/>
                <a:hlinkClick r:id="rId14">
                  <a:extLst>
                    <a:ext uri="{A12FA001-AC4F-418D-AE19-62706E023703}">
                      <ahyp:hlinkClr val="tx"/>
                    </a:ext>
                  </a:extLst>
                </a:hlinkClick>
              </a:rPr>
              <a:t>FAQ</a:t>
            </a:r>
            <a:r>
              <a:rPr lang="en" sz="1000">
                <a:solidFill>
                  <a:schemeClr val="dk2"/>
                </a:solidFill>
                <a:latin typeface="Audiowide"/>
                <a:ea typeface="Audiowide"/>
                <a:cs typeface="Audiowide"/>
                <a:sym typeface="Audiowide"/>
              </a:rPr>
              <a:t>s</a:t>
            </a:r>
            <a:endParaRPr sz="1000">
              <a:solidFill>
                <a:schemeClr val="dk2"/>
              </a:solidFill>
              <a:latin typeface="Audiowide"/>
              <a:ea typeface="Audiowide"/>
              <a:cs typeface="Audiowide"/>
              <a:sym typeface="Audiowide"/>
            </a:endParaRPr>
          </a:p>
        </p:txBody>
      </p:sp>
      <p:sp>
        <p:nvSpPr>
          <p:cNvPr id="207" name="Google Shape;207;p38"/>
          <p:cNvSpPr txBox="1"/>
          <p:nvPr/>
        </p:nvSpPr>
        <p:spPr>
          <a:xfrm>
            <a:off x="4616622" y="4147800"/>
            <a:ext cx="38061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2"/>
                </a:solidFill>
                <a:latin typeface="Titillium Web"/>
                <a:ea typeface="Titillium Web"/>
                <a:cs typeface="Titillium Web"/>
                <a:sym typeface="Titillium Web"/>
              </a:rPr>
              <a:t>You can visit our sister </a:t>
            </a:r>
            <a:r>
              <a:rPr lang="en" sz="1000">
                <a:solidFill>
                  <a:schemeClr val="dk2"/>
                </a:solidFill>
                <a:latin typeface="Titillium Web"/>
                <a:ea typeface="Titillium Web"/>
                <a:cs typeface="Titillium Web"/>
                <a:sym typeface="Titillium Web"/>
              </a:rPr>
              <a:t>projects</a:t>
            </a:r>
            <a:r>
              <a:rPr lang="en" sz="1000">
                <a:solidFill>
                  <a:schemeClr val="dk2"/>
                </a:solidFill>
                <a:latin typeface="Titillium Web"/>
                <a:ea typeface="Titillium Web"/>
                <a:cs typeface="Titillium Web"/>
                <a:sym typeface="Titillium Web"/>
              </a:rPr>
              <a:t>:</a:t>
            </a:r>
            <a:br>
              <a:rPr lang="en" sz="800">
                <a:solidFill>
                  <a:schemeClr val="dk2"/>
                </a:solidFill>
                <a:latin typeface="Titillium Web"/>
                <a:ea typeface="Titillium Web"/>
                <a:cs typeface="Titillium Web"/>
                <a:sym typeface="Titillium Web"/>
              </a:rPr>
            </a:br>
            <a:r>
              <a:rPr lang="en" sz="1000">
                <a:solidFill>
                  <a:schemeClr val="dk2"/>
                </a:solidFill>
                <a:uFill>
                  <a:noFill/>
                </a:uFill>
                <a:latin typeface="Audiowide"/>
                <a:ea typeface="Audiowide"/>
                <a:cs typeface="Audiowide"/>
                <a:sym typeface="Audiowide"/>
                <a:hlinkClick r:id="rId15">
                  <a:extLst>
                    <a:ext uri="{A12FA001-AC4F-418D-AE19-62706E023703}">
                      <ahyp:hlinkClr val="tx"/>
                    </a:ext>
                  </a:extLst>
                </a:hlinkClick>
              </a:rPr>
              <a:t>FREEPIK</a:t>
            </a:r>
            <a:r>
              <a:rPr lang="en" sz="1000">
                <a:solidFill>
                  <a:schemeClr val="dk2"/>
                </a:solidFill>
                <a:latin typeface="Audiowide"/>
                <a:ea typeface="Audiowide"/>
                <a:cs typeface="Audiowide"/>
                <a:sym typeface="Audiowide"/>
              </a:rPr>
              <a:t> | </a:t>
            </a:r>
            <a:r>
              <a:rPr lang="en" sz="1000">
                <a:solidFill>
                  <a:schemeClr val="dk2"/>
                </a:solidFill>
                <a:uFill>
                  <a:noFill/>
                </a:uFill>
                <a:latin typeface="Audiowide"/>
                <a:ea typeface="Audiowide"/>
                <a:cs typeface="Audiowide"/>
                <a:sym typeface="Audiowide"/>
                <a:hlinkClick r:id="rId16">
                  <a:extLst>
                    <a:ext uri="{A12FA001-AC4F-418D-AE19-62706E023703}">
                      <ahyp:hlinkClr val="tx"/>
                    </a:ext>
                  </a:extLst>
                </a:hlinkClick>
              </a:rPr>
              <a:t>FLATICON</a:t>
            </a:r>
            <a:r>
              <a:rPr lang="en" sz="1000">
                <a:solidFill>
                  <a:schemeClr val="dk2"/>
                </a:solidFill>
                <a:latin typeface="Audiowide"/>
                <a:ea typeface="Audiowide"/>
                <a:cs typeface="Audiowide"/>
                <a:sym typeface="Audiowide"/>
              </a:rPr>
              <a:t> | </a:t>
            </a:r>
            <a:r>
              <a:rPr lang="en" sz="1000">
                <a:solidFill>
                  <a:schemeClr val="dk2"/>
                </a:solidFill>
                <a:uFill>
                  <a:noFill/>
                </a:uFill>
                <a:latin typeface="Audiowide"/>
                <a:ea typeface="Audiowide"/>
                <a:cs typeface="Audiowide"/>
                <a:sym typeface="Audiowide"/>
                <a:hlinkClick r:id="rId17">
                  <a:extLst>
                    <a:ext uri="{A12FA001-AC4F-418D-AE19-62706E023703}">
                      <ahyp:hlinkClr val="tx"/>
                    </a:ext>
                  </a:extLst>
                </a:hlinkClick>
              </a:rPr>
              <a:t>STORYSET</a:t>
            </a:r>
            <a:r>
              <a:rPr lang="en" sz="1000">
                <a:solidFill>
                  <a:schemeClr val="dk2"/>
                </a:solidFill>
                <a:latin typeface="Audiowide"/>
                <a:ea typeface="Audiowide"/>
                <a:cs typeface="Audiowide"/>
                <a:sym typeface="Audiowide"/>
              </a:rPr>
              <a:t> | </a:t>
            </a:r>
            <a:r>
              <a:rPr lang="en" sz="1000">
                <a:solidFill>
                  <a:schemeClr val="dk2"/>
                </a:solidFill>
                <a:uFill>
                  <a:noFill/>
                </a:uFill>
                <a:latin typeface="Audiowide"/>
                <a:ea typeface="Audiowide"/>
                <a:cs typeface="Audiowide"/>
                <a:sym typeface="Audiowide"/>
                <a:hlinkClick r:id="rId18">
                  <a:extLst>
                    <a:ext uri="{A12FA001-AC4F-418D-AE19-62706E023703}">
                      <ahyp:hlinkClr val="tx"/>
                    </a:ext>
                  </a:extLst>
                </a:hlinkClick>
              </a:rPr>
              <a:t>WEPIK </a:t>
            </a:r>
            <a:r>
              <a:rPr lang="en" sz="1000">
                <a:solidFill>
                  <a:schemeClr val="dk2"/>
                </a:solidFill>
                <a:latin typeface="Audiowide"/>
                <a:ea typeface="Audiowide"/>
                <a:cs typeface="Audiowide"/>
                <a:sym typeface="Audiowide"/>
              </a:rPr>
              <a:t>| </a:t>
            </a:r>
            <a:r>
              <a:rPr lang="en" sz="1000">
                <a:solidFill>
                  <a:schemeClr val="dk2"/>
                </a:solidFill>
                <a:uFill>
                  <a:noFill/>
                </a:uFill>
                <a:latin typeface="Audiowide"/>
                <a:ea typeface="Audiowide"/>
                <a:cs typeface="Audiowide"/>
                <a:sym typeface="Audiowide"/>
                <a:hlinkClick r:id="rId19">
                  <a:extLst>
                    <a:ext uri="{A12FA001-AC4F-418D-AE19-62706E023703}">
                      <ahyp:hlinkClr val="tx"/>
                    </a:ext>
                  </a:extLst>
                </a:hlinkClick>
              </a:rPr>
              <a:t>VIDFY</a:t>
            </a:r>
            <a:endParaRPr sz="600">
              <a:solidFill>
                <a:schemeClr val="dk2"/>
              </a:solidFill>
              <a:latin typeface="Audiowide"/>
              <a:ea typeface="Audiowide"/>
              <a:cs typeface="Audiowide"/>
              <a:sym typeface="Audiowide"/>
            </a:endParaRPr>
          </a:p>
        </p:txBody>
      </p:sp>
      <p:sp>
        <p:nvSpPr>
          <p:cNvPr id="208" name="Google Shape;208;p38"/>
          <p:cNvSpPr txBox="1"/>
          <p:nvPr>
            <p:ph idx="1" type="body"/>
          </p:nvPr>
        </p:nvSpPr>
        <p:spPr>
          <a:xfrm>
            <a:off x="720000" y="1116776"/>
            <a:ext cx="7704000" cy="55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lt1"/>
              </a:buClr>
              <a:buSzPts val="1100"/>
              <a:buFont typeface="Arial"/>
              <a:buNone/>
            </a:pPr>
            <a:r>
              <a:rPr b="1" lang="en">
                <a:solidFill>
                  <a:schemeClr val="dk2"/>
                </a:solidFill>
              </a:rPr>
              <a:t>This is a slide structure based on a pitch deck</a:t>
            </a:r>
            <a:endParaRPr b="1">
              <a:solidFill>
                <a:schemeClr val="dk2"/>
              </a:solidFill>
            </a:endParaRPr>
          </a:p>
          <a:p>
            <a:pPr indent="0" lvl="0" marL="0" rtl="0" algn="l">
              <a:spcBef>
                <a:spcPts val="0"/>
              </a:spcBef>
              <a:spcAft>
                <a:spcPts val="0"/>
              </a:spcAft>
              <a:buClr>
                <a:schemeClr val="lt1"/>
              </a:buClr>
              <a:buSzPts val="1100"/>
              <a:buFont typeface="Arial"/>
              <a:buNone/>
            </a:pPr>
            <a:r>
              <a:rPr lang="en">
                <a:solidFill>
                  <a:schemeClr val="dk2"/>
                </a:solidFill>
              </a:rPr>
              <a:t>You can delete this slide when you’re done editing the presentation</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2" name="Shape 212"/>
        <p:cNvGrpSpPr/>
        <p:nvPr/>
      </p:nvGrpSpPr>
      <p:grpSpPr>
        <a:xfrm>
          <a:off x="0" y="0"/>
          <a:ext cx="0" cy="0"/>
          <a:chOff x="0" y="0"/>
          <a:chExt cx="0" cy="0"/>
        </a:xfrm>
      </p:grpSpPr>
      <p:sp>
        <p:nvSpPr>
          <p:cNvPr id="213" name="Google Shape;213;p39"/>
          <p:cNvSpPr txBox="1"/>
          <p:nvPr>
            <p:ph idx="1" type="subTitle"/>
          </p:nvPr>
        </p:nvSpPr>
        <p:spPr>
          <a:xfrm>
            <a:off x="720000" y="2649200"/>
            <a:ext cx="7704000" cy="195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word above is WordArt text. If you want to modify it:</a:t>
            </a:r>
            <a:endParaRPr/>
          </a:p>
          <a:p>
            <a:pPr indent="-292100" lvl="0" marL="457200" rtl="0" algn="l">
              <a:spcBef>
                <a:spcPts val="1600"/>
              </a:spcBef>
              <a:spcAft>
                <a:spcPts val="0"/>
              </a:spcAft>
              <a:buSzPts val="1000"/>
              <a:buChar char="►"/>
            </a:pPr>
            <a:r>
              <a:rPr lang="en"/>
              <a:t>Double click on it</a:t>
            </a:r>
            <a:endParaRPr/>
          </a:p>
          <a:p>
            <a:pPr indent="-292100" lvl="0" marL="457200" rtl="0" algn="l">
              <a:spcBef>
                <a:spcPts val="0"/>
              </a:spcBef>
              <a:spcAft>
                <a:spcPts val="0"/>
              </a:spcAft>
              <a:buSzPts val="1000"/>
              <a:buChar char="►"/>
            </a:pPr>
            <a:r>
              <a:rPr lang="en"/>
              <a:t>Type your new text in the dialog box</a:t>
            </a:r>
            <a:endParaRPr/>
          </a:p>
          <a:p>
            <a:pPr indent="-292100" lvl="0" marL="457200" rtl="0" algn="l">
              <a:spcBef>
                <a:spcPts val="0"/>
              </a:spcBef>
              <a:spcAft>
                <a:spcPts val="0"/>
              </a:spcAft>
              <a:buSzPts val="1000"/>
              <a:buChar char="►"/>
            </a:pPr>
            <a:r>
              <a:rPr lang="en"/>
              <a:t>You can change the fill color in the top menu</a:t>
            </a:r>
            <a:endParaRPr/>
          </a:p>
          <a:p>
            <a:pPr indent="-292100" lvl="0" marL="457200" rtl="0" algn="l">
              <a:spcBef>
                <a:spcPts val="0"/>
              </a:spcBef>
              <a:spcAft>
                <a:spcPts val="0"/>
              </a:spcAft>
              <a:buSzPts val="1000"/>
              <a:buChar char="►"/>
            </a:pPr>
            <a:r>
              <a:rPr lang="en"/>
              <a:t>You can also modify the stroke, its color, thickness or type</a:t>
            </a:r>
            <a:endParaRPr/>
          </a:p>
          <a:p>
            <a:pPr indent="-292100" lvl="0" marL="457200" rtl="0" algn="l">
              <a:spcBef>
                <a:spcPts val="0"/>
              </a:spcBef>
              <a:spcAft>
                <a:spcPts val="0"/>
              </a:spcAft>
              <a:buSzPts val="1000"/>
              <a:buChar char="►"/>
            </a:pPr>
            <a:r>
              <a:rPr lang="en"/>
              <a:t>Press Enter</a:t>
            </a:r>
            <a:endParaRPr/>
          </a:p>
        </p:txBody>
      </p:sp>
      <p:sp>
        <p:nvSpPr>
          <p:cNvPr id="214" name="Google Shape;214;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TEMPLATE WITH WORDART</a:t>
            </a:r>
            <a:endParaRPr/>
          </a:p>
        </p:txBody>
      </p:sp>
      <p:sp>
        <p:nvSpPr>
          <p:cNvPr id="215" name="Google Shape;215;p39"/>
          <p:cNvSpPr/>
          <p:nvPr/>
        </p:nvSpPr>
        <p:spPr>
          <a:xfrm>
            <a:off x="1850651" y="1496744"/>
            <a:ext cx="5442697" cy="673425"/>
          </a:xfrm>
          <a:prstGeom prst="rect">
            <a:avLst/>
          </a:prstGeom>
        </p:spPr>
        <p:txBody>
          <a:bodyPr>
            <a:prstTxWarp prst="textPlain"/>
          </a:bodyPr>
          <a:lstStyle/>
          <a:p>
            <a:pPr lvl="0" algn="ctr"/>
            <a:r>
              <a:rPr b="0" i="0">
                <a:ln cap="flat" cmpd="sng" w="19050">
                  <a:solidFill>
                    <a:schemeClr val="dk2"/>
                  </a:solidFill>
                  <a:prstDash val="solid"/>
                  <a:round/>
                  <a:headEnd len="sm" w="sm" type="none"/>
                  <a:tailEnd len="sm" w="sm" type="none"/>
                </a:ln>
                <a:noFill/>
                <a:latin typeface="Audiowide"/>
              </a:rPr>
              <a:t>WORDART</a:t>
            </a: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19" name="Shape 219"/>
        <p:cNvGrpSpPr/>
        <p:nvPr/>
      </p:nvGrpSpPr>
      <p:grpSpPr>
        <a:xfrm>
          <a:off x="0" y="0"/>
          <a:ext cx="0" cy="0"/>
          <a:chOff x="0" y="0"/>
          <a:chExt cx="0" cy="0"/>
        </a:xfrm>
      </p:grpSpPr>
      <p:sp>
        <p:nvSpPr>
          <p:cNvPr id="220" name="Google Shape;220;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rPr>
              <a:t>TABLE OF CONTENTS</a:t>
            </a:r>
            <a:endParaRPr>
              <a:solidFill>
                <a:schemeClr val="dk2"/>
              </a:solidFill>
            </a:endParaRPr>
          </a:p>
        </p:txBody>
      </p:sp>
      <p:sp>
        <p:nvSpPr>
          <p:cNvPr id="221" name="Google Shape;221;p40"/>
          <p:cNvSpPr txBox="1"/>
          <p:nvPr>
            <p:ph idx="6" type="subTitle"/>
          </p:nvPr>
        </p:nvSpPr>
        <p:spPr>
          <a:xfrm>
            <a:off x="1630122" y="3967019"/>
            <a:ext cx="2560200" cy="47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rPr>
              <a:t>You can describe the topic of the section here</a:t>
            </a:r>
            <a:endParaRPr sz="1600">
              <a:solidFill>
                <a:schemeClr val="dk2"/>
              </a:solidFill>
            </a:endParaRPr>
          </a:p>
        </p:txBody>
      </p:sp>
      <p:sp>
        <p:nvSpPr>
          <p:cNvPr id="222" name="Google Shape;222;p40"/>
          <p:cNvSpPr txBox="1"/>
          <p:nvPr>
            <p:ph idx="2" type="title"/>
          </p:nvPr>
        </p:nvSpPr>
        <p:spPr>
          <a:xfrm>
            <a:off x="1634400" y="1611750"/>
            <a:ext cx="2560200" cy="69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dk1"/>
                </a:solidFill>
              </a:rPr>
              <a:t>PROBLEM VS SOLUTION</a:t>
            </a:r>
            <a:endParaRPr>
              <a:solidFill>
                <a:schemeClr val="dk1"/>
              </a:solidFill>
            </a:endParaRPr>
          </a:p>
        </p:txBody>
      </p:sp>
      <p:sp>
        <p:nvSpPr>
          <p:cNvPr id="223" name="Google Shape;223;p40"/>
          <p:cNvSpPr txBox="1"/>
          <p:nvPr>
            <p:ph idx="1" type="subTitle"/>
          </p:nvPr>
        </p:nvSpPr>
        <p:spPr>
          <a:xfrm>
            <a:off x="1634400" y="2178782"/>
            <a:ext cx="2560200" cy="47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rPr>
              <a:t>You can describe the topic of the section here</a:t>
            </a:r>
            <a:endParaRPr>
              <a:solidFill>
                <a:schemeClr val="dk2"/>
              </a:solidFill>
            </a:endParaRPr>
          </a:p>
        </p:txBody>
      </p:sp>
      <p:sp>
        <p:nvSpPr>
          <p:cNvPr id="224" name="Google Shape;224;p40"/>
          <p:cNvSpPr txBox="1"/>
          <p:nvPr>
            <p:ph idx="3" type="title"/>
          </p:nvPr>
        </p:nvSpPr>
        <p:spPr>
          <a:xfrm>
            <a:off x="5378659" y="1611757"/>
            <a:ext cx="2560200" cy="69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dk1"/>
                </a:solidFill>
              </a:rPr>
              <a:t>PRODUCT OVERVIEW</a:t>
            </a:r>
            <a:endParaRPr>
              <a:solidFill>
                <a:schemeClr val="dk1"/>
              </a:solidFill>
            </a:endParaRPr>
          </a:p>
        </p:txBody>
      </p:sp>
      <p:sp>
        <p:nvSpPr>
          <p:cNvPr id="225" name="Google Shape;225;p40"/>
          <p:cNvSpPr txBox="1"/>
          <p:nvPr>
            <p:ph idx="4" type="subTitle"/>
          </p:nvPr>
        </p:nvSpPr>
        <p:spPr>
          <a:xfrm>
            <a:off x="5378657" y="2178782"/>
            <a:ext cx="2560200" cy="47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rPr>
              <a:t>You can describe the topic of the section here</a:t>
            </a:r>
            <a:endParaRPr>
              <a:solidFill>
                <a:schemeClr val="dk2"/>
              </a:solidFill>
            </a:endParaRPr>
          </a:p>
        </p:txBody>
      </p:sp>
      <p:sp>
        <p:nvSpPr>
          <p:cNvPr id="226" name="Google Shape;226;p40"/>
          <p:cNvSpPr txBox="1"/>
          <p:nvPr>
            <p:ph idx="5" type="title"/>
          </p:nvPr>
        </p:nvSpPr>
        <p:spPr>
          <a:xfrm>
            <a:off x="1630122" y="3405875"/>
            <a:ext cx="2560200" cy="69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dk1"/>
                </a:solidFill>
              </a:rPr>
              <a:t>MARKET &amp; COMPETITION</a:t>
            </a:r>
            <a:endParaRPr>
              <a:solidFill>
                <a:schemeClr val="dk1"/>
              </a:solidFill>
            </a:endParaRPr>
          </a:p>
        </p:txBody>
      </p:sp>
      <p:sp>
        <p:nvSpPr>
          <p:cNvPr id="227" name="Google Shape;227;p40"/>
          <p:cNvSpPr txBox="1"/>
          <p:nvPr>
            <p:ph idx="7" type="title"/>
          </p:nvPr>
        </p:nvSpPr>
        <p:spPr>
          <a:xfrm>
            <a:off x="5376539" y="3408299"/>
            <a:ext cx="2560200" cy="69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dk1"/>
                </a:solidFill>
              </a:rPr>
              <a:t>BUSINESS MODEL</a:t>
            </a:r>
            <a:endParaRPr>
              <a:solidFill>
                <a:schemeClr val="dk1"/>
              </a:solidFill>
            </a:endParaRPr>
          </a:p>
        </p:txBody>
      </p:sp>
      <p:sp>
        <p:nvSpPr>
          <p:cNvPr id="228" name="Google Shape;228;p40"/>
          <p:cNvSpPr txBox="1"/>
          <p:nvPr>
            <p:ph idx="8" type="subTitle"/>
          </p:nvPr>
        </p:nvSpPr>
        <p:spPr>
          <a:xfrm>
            <a:off x="5376539" y="3970643"/>
            <a:ext cx="2560200" cy="47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rPr>
              <a:t>You can describe the topic of the section here</a:t>
            </a:r>
            <a:endParaRPr>
              <a:solidFill>
                <a:schemeClr val="dk2"/>
              </a:solidFill>
            </a:endParaRPr>
          </a:p>
        </p:txBody>
      </p:sp>
      <p:sp>
        <p:nvSpPr>
          <p:cNvPr id="229" name="Google Shape;229;p40"/>
          <p:cNvSpPr/>
          <p:nvPr/>
        </p:nvSpPr>
        <p:spPr>
          <a:xfrm>
            <a:off x="841925" y="1611757"/>
            <a:ext cx="572465" cy="353148"/>
          </a:xfrm>
          <a:prstGeom prst="rect">
            <a:avLst/>
          </a:prstGeom>
        </p:spPr>
        <p:txBody>
          <a:bodyPr>
            <a:prstTxWarp prst="textPlain"/>
          </a:bodyPr>
          <a:lstStyle/>
          <a:p>
            <a:pPr lvl="0" algn="ctr"/>
            <a:r>
              <a:rPr b="0" i="0">
                <a:ln cap="flat" cmpd="sng" w="19050">
                  <a:solidFill>
                    <a:schemeClr val="dk2"/>
                  </a:solidFill>
                  <a:prstDash val="solid"/>
                  <a:round/>
                  <a:headEnd len="sm" w="sm" type="none"/>
                  <a:tailEnd len="sm" w="sm" type="none"/>
                </a:ln>
                <a:noFill/>
                <a:latin typeface="Audiowide"/>
              </a:rPr>
              <a:t>01</a:t>
            </a:r>
          </a:p>
        </p:txBody>
      </p:sp>
      <p:grpSp>
        <p:nvGrpSpPr>
          <p:cNvPr id="230" name="Google Shape;230;p40"/>
          <p:cNvGrpSpPr/>
          <p:nvPr/>
        </p:nvGrpSpPr>
        <p:grpSpPr>
          <a:xfrm>
            <a:off x="8119228" y="539503"/>
            <a:ext cx="623100" cy="1197243"/>
            <a:chOff x="8119228" y="539503"/>
            <a:chExt cx="623100" cy="1197243"/>
          </a:xfrm>
        </p:grpSpPr>
        <p:sp>
          <p:nvSpPr>
            <p:cNvPr id="231" name="Google Shape;231;p40"/>
            <p:cNvSpPr/>
            <p:nvPr/>
          </p:nvSpPr>
          <p:spPr>
            <a:xfrm flipH="1" rot="5400000">
              <a:off x="8224228" y="1218646"/>
              <a:ext cx="413100" cy="623100"/>
            </a:xfrm>
            <a:prstGeom prst="chevron">
              <a:avLst>
                <a:gd fmla="val 35069"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40"/>
            <p:cNvSpPr/>
            <p:nvPr/>
          </p:nvSpPr>
          <p:spPr>
            <a:xfrm flipH="1" rot="5400000">
              <a:off x="8224228" y="826574"/>
              <a:ext cx="413100" cy="623100"/>
            </a:xfrm>
            <a:prstGeom prst="chevron">
              <a:avLst>
                <a:gd fmla="val 35069"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40"/>
            <p:cNvSpPr/>
            <p:nvPr/>
          </p:nvSpPr>
          <p:spPr>
            <a:xfrm flipH="1" rot="5400000">
              <a:off x="8224228" y="434503"/>
              <a:ext cx="413100" cy="623100"/>
            </a:xfrm>
            <a:prstGeom prst="chevron">
              <a:avLst>
                <a:gd fmla="val 35069"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 name="Google Shape;234;p40"/>
          <p:cNvSpPr/>
          <p:nvPr/>
        </p:nvSpPr>
        <p:spPr>
          <a:xfrm>
            <a:off x="720004" y="3408295"/>
            <a:ext cx="766706" cy="353148"/>
          </a:xfrm>
          <a:prstGeom prst="rect">
            <a:avLst/>
          </a:prstGeom>
        </p:spPr>
        <p:txBody>
          <a:bodyPr>
            <a:prstTxWarp prst="textPlain"/>
          </a:bodyPr>
          <a:lstStyle/>
          <a:p>
            <a:pPr lvl="0" algn="ctr"/>
            <a:r>
              <a:rPr b="0" i="0">
                <a:ln cap="flat" cmpd="sng" w="19050">
                  <a:solidFill>
                    <a:schemeClr val="dk2"/>
                  </a:solidFill>
                  <a:prstDash val="solid"/>
                  <a:round/>
                  <a:headEnd len="sm" w="sm" type="none"/>
                  <a:tailEnd len="sm" w="sm" type="none"/>
                </a:ln>
                <a:noFill/>
                <a:latin typeface="Audiowide"/>
              </a:rPr>
              <a:t>03</a:t>
            </a:r>
          </a:p>
        </p:txBody>
      </p:sp>
      <p:sp>
        <p:nvSpPr>
          <p:cNvPr id="235" name="Google Shape;235;p40"/>
          <p:cNvSpPr/>
          <p:nvPr/>
        </p:nvSpPr>
        <p:spPr>
          <a:xfrm>
            <a:off x="4413064" y="3408295"/>
            <a:ext cx="784617" cy="353148"/>
          </a:xfrm>
          <a:prstGeom prst="rect">
            <a:avLst/>
          </a:prstGeom>
        </p:spPr>
        <p:txBody>
          <a:bodyPr>
            <a:prstTxWarp prst="textPlain"/>
          </a:bodyPr>
          <a:lstStyle/>
          <a:p>
            <a:pPr lvl="0" algn="ctr"/>
            <a:r>
              <a:rPr b="0" i="0">
                <a:ln cap="flat" cmpd="sng" w="19050">
                  <a:solidFill>
                    <a:schemeClr val="dk2"/>
                  </a:solidFill>
                  <a:prstDash val="solid"/>
                  <a:round/>
                  <a:headEnd len="sm" w="sm" type="none"/>
                  <a:tailEnd len="sm" w="sm" type="none"/>
                </a:ln>
                <a:noFill/>
                <a:latin typeface="Audiowide"/>
              </a:rPr>
              <a:t>04</a:t>
            </a:r>
          </a:p>
        </p:txBody>
      </p:sp>
      <p:sp>
        <p:nvSpPr>
          <p:cNvPr id="236" name="Google Shape;236;p40"/>
          <p:cNvSpPr/>
          <p:nvPr/>
        </p:nvSpPr>
        <p:spPr>
          <a:xfrm>
            <a:off x="4438665" y="1611757"/>
            <a:ext cx="788381" cy="353148"/>
          </a:xfrm>
          <a:prstGeom prst="rect">
            <a:avLst/>
          </a:prstGeom>
        </p:spPr>
        <p:txBody>
          <a:bodyPr>
            <a:prstTxWarp prst="textPlain"/>
          </a:bodyPr>
          <a:lstStyle/>
          <a:p>
            <a:pPr lvl="0" algn="ctr"/>
            <a:r>
              <a:rPr b="0" i="0">
                <a:ln cap="flat" cmpd="sng" w="19050">
                  <a:solidFill>
                    <a:schemeClr val="dk2"/>
                  </a:solidFill>
                  <a:prstDash val="solid"/>
                  <a:round/>
                  <a:headEnd len="sm" w="sm" type="none"/>
                  <a:tailEnd len="sm" w="sm" type="none"/>
                </a:ln>
                <a:noFill/>
                <a:latin typeface="Audiowide"/>
              </a:rPr>
              <a:t>02</a:t>
            </a:r>
          </a:p>
        </p:txBody>
      </p:sp>
      <p:sp>
        <p:nvSpPr>
          <p:cNvPr id="237" name="Google Shape;237;p40"/>
          <p:cNvSpPr/>
          <p:nvPr/>
        </p:nvSpPr>
        <p:spPr>
          <a:xfrm rot="5400000">
            <a:off x="8013902" y="3958529"/>
            <a:ext cx="1070235" cy="220717"/>
          </a:xfrm>
          <a:prstGeom prst="rect">
            <a:avLst/>
          </a:prstGeom>
        </p:spPr>
        <p:txBody>
          <a:bodyPr>
            <a:prstTxWarp prst="textPlain"/>
          </a:bodyPr>
          <a:lstStyle/>
          <a:p>
            <a:pPr lvl="0" algn="ctr"/>
            <a:r>
              <a:rPr b="0" i="0">
                <a:ln cap="flat" cmpd="sng" w="19050">
                  <a:solidFill>
                    <a:schemeClr val="dk1"/>
                  </a:solidFill>
                  <a:prstDash val="solid"/>
                  <a:round/>
                  <a:headEnd len="sm" w="sm" type="none"/>
                  <a:tailEnd len="sm" w="sm" type="none"/>
                </a:ln>
                <a:noFill/>
                <a:latin typeface="Audiowide"/>
              </a:rPr>
              <a:t>0002</a:t>
            </a: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241" name="Shape 241"/>
        <p:cNvGrpSpPr/>
        <p:nvPr/>
      </p:nvGrpSpPr>
      <p:grpSpPr>
        <a:xfrm>
          <a:off x="0" y="0"/>
          <a:ext cx="0" cy="0"/>
          <a:chOff x="0" y="0"/>
          <a:chExt cx="0" cy="0"/>
        </a:xfrm>
      </p:grpSpPr>
      <p:sp>
        <p:nvSpPr>
          <p:cNvPr id="242" name="Google Shape;242;p41"/>
          <p:cNvSpPr txBox="1"/>
          <p:nvPr>
            <p:ph type="title"/>
          </p:nvPr>
        </p:nvSpPr>
        <p:spPr>
          <a:xfrm>
            <a:off x="713225" y="1648200"/>
            <a:ext cx="4800600" cy="680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INTRODUCTION</a:t>
            </a:r>
            <a:endParaRPr>
              <a:solidFill>
                <a:schemeClr val="lt1"/>
              </a:solidFill>
            </a:endParaRPr>
          </a:p>
        </p:txBody>
      </p:sp>
      <p:sp>
        <p:nvSpPr>
          <p:cNvPr id="243" name="Google Shape;243;p41"/>
          <p:cNvSpPr txBox="1"/>
          <p:nvPr>
            <p:ph idx="1" type="subTitle"/>
          </p:nvPr>
        </p:nvSpPr>
        <p:spPr>
          <a:xfrm>
            <a:off x="713225" y="2328900"/>
            <a:ext cx="4800600" cy="1166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1"/>
                </a:solidFill>
              </a:rPr>
              <a:t>You can give a brief description of the topic you want to talk about here. For example, if you want to talk about Mercury, you can say that it’s the smallest planet in the entire Solar System</a:t>
            </a:r>
            <a:endParaRPr>
              <a:solidFill>
                <a:schemeClr val="lt1"/>
              </a:solidFill>
            </a:endParaRPr>
          </a:p>
        </p:txBody>
      </p:sp>
      <p:grpSp>
        <p:nvGrpSpPr>
          <p:cNvPr id="244" name="Google Shape;244;p41"/>
          <p:cNvGrpSpPr/>
          <p:nvPr/>
        </p:nvGrpSpPr>
        <p:grpSpPr>
          <a:xfrm>
            <a:off x="5907635" y="679734"/>
            <a:ext cx="2523140" cy="3784032"/>
            <a:chOff x="5907635" y="679734"/>
            <a:chExt cx="2523140" cy="3784032"/>
          </a:xfrm>
        </p:grpSpPr>
        <p:sp>
          <p:nvSpPr>
            <p:cNvPr id="245" name="Google Shape;245;p41"/>
            <p:cNvSpPr/>
            <p:nvPr/>
          </p:nvSpPr>
          <p:spPr>
            <a:xfrm rot="-1501160">
              <a:off x="6023131" y="2141263"/>
              <a:ext cx="850507" cy="734679"/>
            </a:xfrm>
            <a:prstGeom prst="pie">
              <a:avLst>
                <a:gd fmla="val 0" name="adj1"/>
                <a:gd fmla="val 10783306" name="adj2"/>
              </a:avLst>
            </a:prstGeom>
            <a:no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41"/>
            <p:cNvSpPr/>
            <p:nvPr/>
          </p:nvSpPr>
          <p:spPr>
            <a:xfrm>
              <a:off x="7334660" y="2211279"/>
              <a:ext cx="1037880" cy="856132"/>
            </a:xfrm>
            <a:custGeom>
              <a:rect b="b" l="l" r="r" t="t"/>
              <a:pathLst>
                <a:path extrusionOk="0" h="17740" w="21506">
                  <a:moveTo>
                    <a:pt x="539" y="1"/>
                  </a:moveTo>
                  <a:cubicBezTo>
                    <a:pt x="0" y="6610"/>
                    <a:pt x="3525" y="13176"/>
                    <a:pt x="9865" y="16170"/>
                  </a:cubicBezTo>
                  <a:cubicBezTo>
                    <a:pt x="12119" y="17235"/>
                    <a:pt x="14495" y="17739"/>
                    <a:pt x="16836" y="17739"/>
                  </a:cubicBezTo>
                  <a:cubicBezTo>
                    <a:pt x="18425" y="17739"/>
                    <a:pt x="19997" y="17507"/>
                    <a:pt x="21504" y="17061"/>
                  </a:cubicBezTo>
                  <a:lnTo>
                    <a:pt x="21504" y="12907"/>
                  </a:lnTo>
                  <a:cubicBezTo>
                    <a:pt x="21382" y="12969"/>
                    <a:pt x="21269" y="12986"/>
                    <a:pt x="21194" y="12989"/>
                  </a:cubicBezTo>
                  <a:cubicBezTo>
                    <a:pt x="21181" y="12990"/>
                    <a:pt x="21169" y="12991"/>
                    <a:pt x="21158" y="12991"/>
                  </a:cubicBezTo>
                  <a:cubicBezTo>
                    <a:pt x="21134" y="12991"/>
                    <a:pt x="21114" y="12989"/>
                    <a:pt x="21100" y="12988"/>
                  </a:cubicBezTo>
                  <a:cubicBezTo>
                    <a:pt x="21078" y="12986"/>
                    <a:pt x="21066" y="12986"/>
                    <a:pt x="21066" y="12986"/>
                  </a:cubicBezTo>
                  <a:cubicBezTo>
                    <a:pt x="21066" y="12986"/>
                    <a:pt x="21112" y="12976"/>
                    <a:pt x="21186" y="12949"/>
                  </a:cubicBezTo>
                  <a:cubicBezTo>
                    <a:pt x="21260" y="12922"/>
                    <a:pt x="21362" y="12878"/>
                    <a:pt x="21458" y="12797"/>
                  </a:cubicBezTo>
                  <a:cubicBezTo>
                    <a:pt x="21476" y="12781"/>
                    <a:pt x="21489" y="12761"/>
                    <a:pt x="21505" y="12743"/>
                  </a:cubicBezTo>
                  <a:lnTo>
                    <a:pt x="21505" y="12197"/>
                  </a:lnTo>
                  <a:cubicBezTo>
                    <a:pt x="21478" y="12175"/>
                    <a:pt x="21449" y="12154"/>
                    <a:pt x="21415" y="12136"/>
                  </a:cubicBezTo>
                  <a:cubicBezTo>
                    <a:pt x="21348" y="12099"/>
                    <a:pt x="21273" y="12073"/>
                    <a:pt x="21195" y="12059"/>
                  </a:cubicBezTo>
                  <a:cubicBezTo>
                    <a:pt x="21155" y="12052"/>
                    <a:pt x="21119" y="12046"/>
                    <a:pt x="21081" y="12045"/>
                  </a:cubicBezTo>
                  <a:lnTo>
                    <a:pt x="21018" y="12042"/>
                  </a:lnTo>
                  <a:cubicBezTo>
                    <a:pt x="21016" y="12042"/>
                    <a:pt x="21013" y="12042"/>
                    <a:pt x="21011" y="12042"/>
                  </a:cubicBezTo>
                  <a:cubicBezTo>
                    <a:pt x="20997" y="12042"/>
                    <a:pt x="20978" y="12045"/>
                    <a:pt x="20963" y="12045"/>
                  </a:cubicBezTo>
                  <a:cubicBezTo>
                    <a:pt x="20810" y="12054"/>
                    <a:pt x="20667" y="12100"/>
                    <a:pt x="20563" y="12169"/>
                  </a:cubicBezTo>
                  <a:cubicBezTo>
                    <a:pt x="20457" y="12236"/>
                    <a:pt x="20392" y="12323"/>
                    <a:pt x="20363" y="12394"/>
                  </a:cubicBezTo>
                  <a:cubicBezTo>
                    <a:pt x="20338" y="12452"/>
                    <a:pt x="20331" y="12496"/>
                    <a:pt x="20329" y="12508"/>
                  </a:cubicBezTo>
                  <a:lnTo>
                    <a:pt x="20329" y="12508"/>
                  </a:lnTo>
                  <a:cubicBezTo>
                    <a:pt x="20328" y="12496"/>
                    <a:pt x="20315" y="12454"/>
                    <a:pt x="20321" y="12382"/>
                  </a:cubicBezTo>
                  <a:cubicBezTo>
                    <a:pt x="20328" y="12298"/>
                    <a:pt x="20376" y="12175"/>
                    <a:pt x="20486" y="12073"/>
                  </a:cubicBezTo>
                  <a:cubicBezTo>
                    <a:pt x="20591" y="11967"/>
                    <a:pt x="20755" y="11887"/>
                    <a:pt x="20939" y="11858"/>
                  </a:cubicBezTo>
                  <a:cubicBezTo>
                    <a:pt x="20963" y="11854"/>
                    <a:pt x="20983" y="11852"/>
                    <a:pt x="21011" y="11850"/>
                  </a:cubicBezTo>
                  <a:lnTo>
                    <a:pt x="21077" y="11846"/>
                  </a:lnTo>
                  <a:cubicBezTo>
                    <a:pt x="21085" y="11846"/>
                    <a:pt x="21094" y="11846"/>
                    <a:pt x="21102" y="11846"/>
                  </a:cubicBezTo>
                  <a:cubicBezTo>
                    <a:pt x="21144" y="11846"/>
                    <a:pt x="21186" y="11849"/>
                    <a:pt x="21226" y="11854"/>
                  </a:cubicBezTo>
                  <a:cubicBezTo>
                    <a:pt x="21320" y="11868"/>
                    <a:pt x="21414" y="11899"/>
                    <a:pt x="21503" y="11944"/>
                  </a:cubicBezTo>
                  <a:lnTo>
                    <a:pt x="21503" y="9823"/>
                  </a:lnTo>
                  <a:lnTo>
                    <a:pt x="21078" y="9624"/>
                  </a:lnTo>
                  <a:cubicBezTo>
                    <a:pt x="20662" y="10651"/>
                    <a:pt x="20059" y="11845"/>
                    <a:pt x="19198" y="13268"/>
                  </a:cubicBezTo>
                  <a:cubicBezTo>
                    <a:pt x="19145" y="13358"/>
                    <a:pt x="19092" y="13446"/>
                    <a:pt x="19044" y="13532"/>
                  </a:cubicBezTo>
                  <a:cubicBezTo>
                    <a:pt x="18995" y="13513"/>
                    <a:pt x="18944" y="13499"/>
                    <a:pt x="18895" y="13498"/>
                  </a:cubicBezTo>
                  <a:cubicBezTo>
                    <a:pt x="18893" y="13498"/>
                    <a:pt x="18892" y="13498"/>
                    <a:pt x="18890" y="13498"/>
                  </a:cubicBezTo>
                  <a:cubicBezTo>
                    <a:pt x="18679" y="13498"/>
                    <a:pt x="18525" y="13689"/>
                    <a:pt x="18402" y="13865"/>
                  </a:cubicBezTo>
                  <a:cubicBezTo>
                    <a:pt x="18335" y="13961"/>
                    <a:pt x="18246" y="14059"/>
                    <a:pt x="18194" y="14164"/>
                  </a:cubicBezTo>
                  <a:cubicBezTo>
                    <a:pt x="18137" y="14281"/>
                    <a:pt x="18159" y="14372"/>
                    <a:pt x="18133" y="14493"/>
                  </a:cubicBezTo>
                  <a:cubicBezTo>
                    <a:pt x="18097" y="14672"/>
                    <a:pt x="18003" y="14795"/>
                    <a:pt x="18144" y="14962"/>
                  </a:cubicBezTo>
                  <a:cubicBezTo>
                    <a:pt x="18210" y="15040"/>
                    <a:pt x="18284" y="15080"/>
                    <a:pt x="18360" y="15096"/>
                  </a:cubicBezTo>
                  <a:cubicBezTo>
                    <a:pt x="18217" y="15657"/>
                    <a:pt x="18260" y="16067"/>
                    <a:pt x="18456" y="16337"/>
                  </a:cubicBezTo>
                  <a:cubicBezTo>
                    <a:pt x="17925" y="16394"/>
                    <a:pt x="17391" y="16422"/>
                    <a:pt x="16854" y="16422"/>
                  </a:cubicBezTo>
                  <a:cubicBezTo>
                    <a:pt x="14698" y="16422"/>
                    <a:pt x="12509" y="15958"/>
                    <a:pt x="10429" y="14975"/>
                  </a:cubicBezTo>
                  <a:cubicBezTo>
                    <a:pt x="10429" y="14975"/>
                    <a:pt x="10179" y="14856"/>
                    <a:pt x="9709" y="14631"/>
                  </a:cubicBezTo>
                  <a:cubicBezTo>
                    <a:pt x="9250" y="14384"/>
                    <a:pt x="8571" y="14030"/>
                    <a:pt x="7780" y="13456"/>
                  </a:cubicBezTo>
                  <a:cubicBezTo>
                    <a:pt x="6990" y="12887"/>
                    <a:pt x="6086" y="12107"/>
                    <a:pt x="5195" y="11074"/>
                  </a:cubicBezTo>
                  <a:cubicBezTo>
                    <a:pt x="4302" y="10046"/>
                    <a:pt x="3442" y="8746"/>
                    <a:pt x="2778" y="7195"/>
                  </a:cubicBezTo>
                  <a:cubicBezTo>
                    <a:pt x="2122" y="5646"/>
                    <a:pt x="1662" y="3848"/>
                    <a:pt x="1572" y="1910"/>
                  </a:cubicBezTo>
                  <a:cubicBezTo>
                    <a:pt x="1549" y="1444"/>
                    <a:pt x="1555" y="968"/>
                    <a:pt x="1580" y="490"/>
                  </a:cubicBezTo>
                  <a:lnTo>
                    <a:pt x="5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41"/>
            <p:cNvSpPr/>
            <p:nvPr/>
          </p:nvSpPr>
          <p:spPr>
            <a:xfrm>
              <a:off x="8343391" y="2671679"/>
              <a:ext cx="241" cy="97"/>
            </a:xfrm>
            <a:custGeom>
              <a:rect b="b" l="l" r="r" t="t"/>
              <a:pathLst>
                <a:path extrusionOk="0" h="2" w="5">
                  <a:moveTo>
                    <a:pt x="0" y="1"/>
                  </a:moveTo>
                  <a:lnTo>
                    <a:pt x="2" y="1"/>
                  </a:lnTo>
                  <a:cubicBezTo>
                    <a:pt x="2" y="1"/>
                    <a:pt x="1" y="1"/>
                    <a:pt x="0" y="1"/>
                  </a:cubicBezTo>
                  <a:close/>
                  <a:moveTo>
                    <a:pt x="2" y="1"/>
                  </a:moveTo>
                  <a:cubicBezTo>
                    <a:pt x="3" y="2"/>
                    <a:pt x="4" y="2"/>
                    <a:pt x="4" y="2"/>
                  </a:cubicBezTo>
                  <a:lnTo>
                    <a:pt x="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41"/>
            <p:cNvSpPr/>
            <p:nvPr/>
          </p:nvSpPr>
          <p:spPr>
            <a:xfrm>
              <a:off x="7496669" y="2456005"/>
              <a:ext cx="101973" cy="123980"/>
            </a:xfrm>
            <a:custGeom>
              <a:rect b="b" l="l" r="r" t="t"/>
              <a:pathLst>
                <a:path extrusionOk="0" h="2569" w="2113">
                  <a:moveTo>
                    <a:pt x="745" y="1"/>
                  </a:moveTo>
                  <a:cubicBezTo>
                    <a:pt x="673" y="1"/>
                    <a:pt x="602" y="14"/>
                    <a:pt x="535" y="42"/>
                  </a:cubicBezTo>
                  <a:cubicBezTo>
                    <a:pt x="111" y="221"/>
                    <a:pt x="1" y="920"/>
                    <a:pt x="289" y="1607"/>
                  </a:cubicBezTo>
                  <a:cubicBezTo>
                    <a:pt x="530" y="2184"/>
                    <a:pt x="978" y="2568"/>
                    <a:pt x="1368" y="2568"/>
                  </a:cubicBezTo>
                  <a:cubicBezTo>
                    <a:pt x="1441" y="2568"/>
                    <a:pt x="1511" y="2555"/>
                    <a:pt x="1579" y="2526"/>
                  </a:cubicBezTo>
                  <a:cubicBezTo>
                    <a:pt x="2003" y="2349"/>
                    <a:pt x="2113" y="1650"/>
                    <a:pt x="1824" y="962"/>
                  </a:cubicBezTo>
                  <a:cubicBezTo>
                    <a:pt x="1583" y="384"/>
                    <a:pt x="1135" y="1"/>
                    <a:pt x="7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41"/>
            <p:cNvSpPr/>
            <p:nvPr/>
          </p:nvSpPr>
          <p:spPr>
            <a:xfrm>
              <a:off x="7575236" y="2311853"/>
              <a:ext cx="48984" cy="29004"/>
            </a:xfrm>
            <a:custGeom>
              <a:rect b="b" l="l" r="r" t="t"/>
              <a:pathLst>
                <a:path extrusionOk="0" h="601" w="1015">
                  <a:moveTo>
                    <a:pt x="0" y="1"/>
                  </a:moveTo>
                  <a:lnTo>
                    <a:pt x="0" y="1"/>
                  </a:lnTo>
                  <a:cubicBezTo>
                    <a:pt x="18" y="52"/>
                    <a:pt x="34" y="102"/>
                    <a:pt x="55" y="151"/>
                  </a:cubicBezTo>
                  <a:cubicBezTo>
                    <a:pt x="120" y="274"/>
                    <a:pt x="207" y="393"/>
                    <a:pt x="328" y="483"/>
                  </a:cubicBezTo>
                  <a:cubicBezTo>
                    <a:pt x="390" y="530"/>
                    <a:pt x="455" y="564"/>
                    <a:pt x="539" y="584"/>
                  </a:cubicBezTo>
                  <a:lnTo>
                    <a:pt x="603" y="597"/>
                  </a:lnTo>
                  <a:lnTo>
                    <a:pt x="645" y="599"/>
                  </a:lnTo>
                  <a:cubicBezTo>
                    <a:pt x="656" y="600"/>
                    <a:pt x="666" y="600"/>
                    <a:pt x="676" y="600"/>
                  </a:cubicBezTo>
                  <a:cubicBezTo>
                    <a:pt x="707" y="600"/>
                    <a:pt x="734" y="595"/>
                    <a:pt x="764" y="592"/>
                  </a:cubicBezTo>
                  <a:cubicBezTo>
                    <a:pt x="864" y="573"/>
                    <a:pt x="946" y="530"/>
                    <a:pt x="1014" y="476"/>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41"/>
            <p:cNvSpPr/>
            <p:nvPr/>
          </p:nvSpPr>
          <p:spPr>
            <a:xfrm>
              <a:off x="7825754" y="2690935"/>
              <a:ext cx="150909" cy="96858"/>
            </a:xfrm>
            <a:custGeom>
              <a:rect b="b" l="l" r="r" t="t"/>
              <a:pathLst>
                <a:path extrusionOk="0" h="2007" w="3127">
                  <a:moveTo>
                    <a:pt x="1816" y="0"/>
                  </a:moveTo>
                  <a:cubicBezTo>
                    <a:pt x="1816" y="0"/>
                    <a:pt x="1892" y="53"/>
                    <a:pt x="2011" y="150"/>
                  </a:cubicBezTo>
                  <a:cubicBezTo>
                    <a:pt x="2071" y="197"/>
                    <a:pt x="2141" y="260"/>
                    <a:pt x="2217" y="329"/>
                  </a:cubicBezTo>
                  <a:cubicBezTo>
                    <a:pt x="2294" y="401"/>
                    <a:pt x="2371" y="489"/>
                    <a:pt x="2449" y="585"/>
                  </a:cubicBezTo>
                  <a:cubicBezTo>
                    <a:pt x="2525" y="683"/>
                    <a:pt x="2593" y="794"/>
                    <a:pt x="2642" y="912"/>
                  </a:cubicBezTo>
                  <a:cubicBezTo>
                    <a:pt x="2692" y="1029"/>
                    <a:pt x="2699" y="1154"/>
                    <a:pt x="2676" y="1247"/>
                  </a:cubicBezTo>
                  <a:cubicBezTo>
                    <a:pt x="2665" y="1267"/>
                    <a:pt x="2657" y="1298"/>
                    <a:pt x="2648" y="1304"/>
                  </a:cubicBezTo>
                  <a:cubicBezTo>
                    <a:pt x="2638" y="1322"/>
                    <a:pt x="2625" y="1343"/>
                    <a:pt x="2617" y="1355"/>
                  </a:cubicBezTo>
                  <a:cubicBezTo>
                    <a:pt x="2610" y="1361"/>
                    <a:pt x="2603" y="1363"/>
                    <a:pt x="2598" y="1369"/>
                  </a:cubicBezTo>
                  <a:cubicBezTo>
                    <a:pt x="2566" y="1396"/>
                    <a:pt x="2519" y="1432"/>
                    <a:pt x="2460" y="1456"/>
                  </a:cubicBezTo>
                  <a:cubicBezTo>
                    <a:pt x="2352" y="1508"/>
                    <a:pt x="2207" y="1529"/>
                    <a:pt x="2061" y="1529"/>
                  </a:cubicBezTo>
                  <a:cubicBezTo>
                    <a:pt x="2057" y="1529"/>
                    <a:pt x="2052" y="1529"/>
                    <a:pt x="2047" y="1529"/>
                  </a:cubicBezTo>
                  <a:cubicBezTo>
                    <a:pt x="2038" y="1529"/>
                    <a:pt x="2029" y="1529"/>
                    <a:pt x="2020" y="1529"/>
                  </a:cubicBezTo>
                  <a:cubicBezTo>
                    <a:pt x="1876" y="1529"/>
                    <a:pt x="1728" y="1509"/>
                    <a:pt x="1584" y="1476"/>
                  </a:cubicBezTo>
                  <a:cubicBezTo>
                    <a:pt x="1431" y="1437"/>
                    <a:pt x="1281" y="1397"/>
                    <a:pt x="1137" y="1335"/>
                  </a:cubicBezTo>
                  <a:cubicBezTo>
                    <a:pt x="995" y="1271"/>
                    <a:pt x="867" y="1214"/>
                    <a:pt x="745" y="1139"/>
                  </a:cubicBezTo>
                  <a:cubicBezTo>
                    <a:pt x="627" y="1063"/>
                    <a:pt x="519" y="985"/>
                    <a:pt x="428" y="904"/>
                  </a:cubicBezTo>
                  <a:cubicBezTo>
                    <a:pt x="248" y="739"/>
                    <a:pt x="135" y="563"/>
                    <a:pt x="106" y="421"/>
                  </a:cubicBezTo>
                  <a:cubicBezTo>
                    <a:pt x="89" y="350"/>
                    <a:pt x="85" y="289"/>
                    <a:pt x="89" y="249"/>
                  </a:cubicBezTo>
                  <a:cubicBezTo>
                    <a:pt x="95" y="207"/>
                    <a:pt x="96" y="186"/>
                    <a:pt x="96" y="186"/>
                  </a:cubicBezTo>
                  <a:lnTo>
                    <a:pt x="96" y="186"/>
                  </a:lnTo>
                  <a:cubicBezTo>
                    <a:pt x="96" y="186"/>
                    <a:pt x="85" y="206"/>
                    <a:pt x="65" y="242"/>
                  </a:cubicBezTo>
                  <a:cubicBezTo>
                    <a:pt x="45" y="280"/>
                    <a:pt x="18" y="342"/>
                    <a:pt x="9" y="425"/>
                  </a:cubicBezTo>
                  <a:cubicBezTo>
                    <a:pt x="1" y="509"/>
                    <a:pt x="5" y="617"/>
                    <a:pt x="42" y="730"/>
                  </a:cubicBezTo>
                  <a:cubicBezTo>
                    <a:pt x="77" y="837"/>
                    <a:pt x="132" y="961"/>
                    <a:pt x="218" y="1079"/>
                  </a:cubicBezTo>
                  <a:cubicBezTo>
                    <a:pt x="300" y="1197"/>
                    <a:pt x="404" y="1315"/>
                    <a:pt x="530" y="1423"/>
                  </a:cubicBezTo>
                  <a:cubicBezTo>
                    <a:pt x="651" y="1527"/>
                    <a:pt x="802" y="1633"/>
                    <a:pt x="957" y="1714"/>
                  </a:cubicBezTo>
                  <a:cubicBezTo>
                    <a:pt x="1111" y="1797"/>
                    <a:pt x="1283" y="1878"/>
                    <a:pt x="1469" y="1922"/>
                  </a:cubicBezTo>
                  <a:cubicBezTo>
                    <a:pt x="1653" y="1972"/>
                    <a:pt x="1846" y="2005"/>
                    <a:pt x="2047" y="2007"/>
                  </a:cubicBezTo>
                  <a:cubicBezTo>
                    <a:pt x="2249" y="2001"/>
                    <a:pt x="2457" y="1973"/>
                    <a:pt x="2660" y="1872"/>
                  </a:cubicBezTo>
                  <a:cubicBezTo>
                    <a:pt x="2763" y="1825"/>
                    <a:pt x="2854" y="1753"/>
                    <a:pt x="2938" y="1656"/>
                  </a:cubicBezTo>
                  <a:cubicBezTo>
                    <a:pt x="2959" y="1627"/>
                    <a:pt x="2979" y="1598"/>
                    <a:pt x="2998" y="1570"/>
                  </a:cubicBezTo>
                  <a:cubicBezTo>
                    <a:pt x="3012" y="1546"/>
                    <a:pt x="3018" y="1531"/>
                    <a:pt x="3028" y="1511"/>
                  </a:cubicBezTo>
                  <a:cubicBezTo>
                    <a:pt x="3063" y="1448"/>
                    <a:pt x="3072" y="1396"/>
                    <a:pt x="3087" y="1337"/>
                  </a:cubicBezTo>
                  <a:cubicBezTo>
                    <a:pt x="3127" y="1102"/>
                    <a:pt x="3049" y="897"/>
                    <a:pt x="2959" y="750"/>
                  </a:cubicBezTo>
                  <a:cubicBezTo>
                    <a:pt x="2868" y="597"/>
                    <a:pt x="2754" y="483"/>
                    <a:pt x="2644" y="391"/>
                  </a:cubicBezTo>
                  <a:cubicBezTo>
                    <a:pt x="2532" y="301"/>
                    <a:pt x="2423" y="233"/>
                    <a:pt x="2323" y="180"/>
                  </a:cubicBezTo>
                  <a:cubicBezTo>
                    <a:pt x="2223" y="127"/>
                    <a:pt x="2133" y="92"/>
                    <a:pt x="2055" y="66"/>
                  </a:cubicBezTo>
                  <a:cubicBezTo>
                    <a:pt x="1980" y="38"/>
                    <a:pt x="1920" y="26"/>
                    <a:pt x="1879" y="15"/>
                  </a:cubicBezTo>
                  <a:cubicBezTo>
                    <a:pt x="1839" y="6"/>
                    <a:pt x="1816" y="0"/>
                    <a:pt x="18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41"/>
            <p:cNvSpPr/>
            <p:nvPr/>
          </p:nvSpPr>
          <p:spPr>
            <a:xfrm>
              <a:off x="8055085" y="2894399"/>
              <a:ext cx="61338" cy="35230"/>
            </a:xfrm>
            <a:custGeom>
              <a:rect b="b" l="l" r="r" t="t"/>
              <a:pathLst>
                <a:path extrusionOk="0" h="730" w="1271">
                  <a:moveTo>
                    <a:pt x="21" y="184"/>
                  </a:moveTo>
                  <a:cubicBezTo>
                    <a:pt x="21" y="184"/>
                    <a:pt x="21" y="184"/>
                    <a:pt x="21" y="185"/>
                  </a:cubicBezTo>
                  <a:lnTo>
                    <a:pt x="21" y="185"/>
                  </a:lnTo>
                  <a:cubicBezTo>
                    <a:pt x="22" y="184"/>
                    <a:pt x="22" y="184"/>
                    <a:pt x="21" y="184"/>
                  </a:cubicBezTo>
                  <a:close/>
                  <a:moveTo>
                    <a:pt x="686" y="0"/>
                  </a:moveTo>
                  <a:cubicBezTo>
                    <a:pt x="665" y="0"/>
                    <a:pt x="654" y="1"/>
                    <a:pt x="654" y="1"/>
                  </a:cubicBezTo>
                  <a:cubicBezTo>
                    <a:pt x="654" y="1"/>
                    <a:pt x="685" y="16"/>
                    <a:pt x="738" y="45"/>
                  </a:cubicBezTo>
                  <a:cubicBezTo>
                    <a:pt x="788" y="74"/>
                    <a:pt x="861" y="115"/>
                    <a:pt x="933" y="174"/>
                  </a:cubicBezTo>
                  <a:cubicBezTo>
                    <a:pt x="968" y="204"/>
                    <a:pt x="1003" y="240"/>
                    <a:pt x="1030" y="276"/>
                  </a:cubicBezTo>
                  <a:cubicBezTo>
                    <a:pt x="1058" y="314"/>
                    <a:pt x="1071" y="357"/>
                    <a:pt x="1069" y="384"/>
                  </a:cubicBezTo>
                  <a:cubicBezTo>
                    <a:pt x="1067" y="389"/>
                    <a:pt x="1067" y="399"/>
                    <a:pt x="1063" y="399"/>
                  </a:cubicBezTo>
                  <a:cubicBezTo>
                    <a:pt x="1057" y="419"/>
                    <a:pt x="1051" y="419"/>
                    <a:pt x="1051" y="419"/>
                  </a:cubicBezTo>
                  <a:cubicBezTo>
                    <a:pt x="1042" y="428"/>
                    <a:pt x="1030" y="442"/>
                    <a:pt x="1011" y="452"/>
                  </a:cubicBezTo>
                  <a:cubicBezTo>
                    <a:pt x="975" y="476"/>
                    <a:pt x="921" y="493"/>
                    <a:pt x="866" y="502"/>
                  </a:cubicBezTo>
                  <a:cubicBezTo>
                    <a:pt x="819" y="511"/>
                    <a:pt x="770" y="515"/>
                    <a:pt x="720" y="515"/>
                  </a:cubicBezTo>
                  <a:cubicBezTo>
                    <a:pt x="652" y="515"/>
                    <a:pt x="583" y="508"/>
                    <a:pt x="517" y="497"/>
                  </a:cubicBezTo>
                  <a:cubicBezTo>
                    <a:pt x="458" y="485"/>
                    <a:pt x="407" y="476"/>
                    <a:pt x="356" y="459"/>
                  </a:cubicBezTo>
                  <a:cubicBezTo>
                    <a:pt x="305" y="443"/>
                    <a:pt x="258" y="425"/>
                    <a:pt x="217" y="405"/>
                  </a:cubicBezTo>
                  <a:cubicBezTo>
                    <a:pt x="136" y="364"/>
                    <a:pt x="76" y="315"/>
                    <a:pt x="48" y="268"/>
                  </a:cubicBezTo>
                  <a:cubicBezTo>
                    <a:pt x="23" y="226"/>
                    <a:pt x="21" y="191"/>
                    <a:pt x="21" y="185"/>
                  </a:cubicBezTo>
                  <a:lnTo>
                    <a:pt x="21" y="185"/>
                  </a:lnTo>
                  <a:cubicBezTo>
                    <a:pt x="19" y="191"/>
                    <a:pt x="1" y="222"/>
                    <a:pt x="7" y="282"/>
                  </a:cubicBezTo>
                  <a:cubicBezTo>
                    <a:pt x="13" y="348"/>
                    <a:pt x="62" y="436"/>
                    <a:pt x="144" y="510"/>
                  </a:cubicBezTo>
                  <a:cubicBezTo>
                    <a:pt x="287" y="631"/>
                    <a:pt x="512" y="729"/>
                    <a:pt x="763" y="729"/>
                  </a:cubicBezTo>
                  <a:cubicBezTo>
                    <a:pt x="810" y="729"/>
                    <a:pt x="858" y="726"/>
                    <a:pt x="906" y="718"/>
                  </a:cubicBezTo>
                  <a:cubicBezTo>
                    <a:pt x="982" y="702"/>
                    <a:pt x="1059" y="679"/>
                    <a:pt x="1133" y="630"/>
                  </a:cubicBezTo>
                  <a:cubicBezTo>
                    <a:pt x="1208" y="579"/>
                    <a:pt x="1270" y="489"/>
                    <a:pt x="1264" y="381"/>
                  </a:cubicBezTo>
                  <a:cubicBezTo>
                    <a:pt x="1257" y="280"/>
                    <a:pt x="1202" y="213"/>
                    <a:pt x="1152" y="168"/>
                  </a:cubicBezTo>
                  <a:cubicBezTo>
                    <a:pt x="1102" y="121"/>
                    <a:pt x="1049" y="90"/>
                    <a:pt x="998" y="67"/>
                  </a:cubicBezTo>
                  <a:cubicBezTo>
                    <a:pt x="897" y="21"/>
                    <a:pt x="810" y="9"/>
                    <a:pt x="749" y="2"/>
                  </a:cubicBezTo>
                  <a:cubicBezTo>
                    <a:pt x="723" y="1"/>
                    <a:pt x="702" y="0"/>
                    <a:pt x="6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41"/>
            <p:cNvSpPr/>
            <p:nvPr/>
          </p:nvSpPr>
          <p:spPr>
            <a:xfrm>
              <a:off x="7704235" y="2807242"/>
              <a:ext cx="151536" cy="91646"/>
            </a:xfrm>
            <a:custGeom>
              <a:rect b="b" l="l" r="r" t="t"/>
              <a:pathLst>
                <a:path extrusionOk="0" h="1899" w="3140">
                  <a:moveTo>
                    <a:pt x="339" y="0"/>
                  </a:moveTo>
                  <a:cubicBezTo>
                    <a:pt x="233" y="0"/>
                    <a:pt x="160" y="26"/>
                    <a:pt x="127" y="80"/>
                  </a:cubicBezTo>
                  <a:cubicBezTo>
                    <a:pt x="1" y="290"/>
                    <a:pt x="545" y="848"/>
                    <a:pt x="1341" y="1329"/>
                  </a:cubicBezTo>
                  <a:cubicBezTo>
                    <a:pt x="1934" y="1685"/>
                    <a:pt x="2499" y="1898"/>
                    <a:pt x="2802" y="1898"/>
                  </a:cubicBezTo>
                  <a:cubicBezTo>
                    <a:pt x="2907" y="1898"/>
                    <a:pt x="2981" y="1873"/>
                    <a:pt x="3013" y="1819"/>
                  </a:cubicBezTo>
                  <a:cubicBezTo>
                    <a:pt x="3139" y="1610"/>
                    <a:pt x="2595" y="1050"/>
                    <a:pt x="1799" y="570"/>
                  </a:cubicBezTo>
                  <a:cubicBezTo>
                    <a:pt x="1207" y="213"/>
                    <a:pt x="642" y="0"/>
                    <a:pt x="3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41"/>
            <p:cNvSpPr/>
            <p:nvPr/>
          </p:nvSpPr>
          <p:spPr>
            <a:xfrm>
              <a:off x="7961220" y="2920846"/>
              <a:ext cx="70508" cy="33106"/>
            </a:xfrm>
            <a:custGeom>
              <a:rect b="b" l="l" r="r" t="t"/>
              <a:pathLst>
                <a:path extrusionOk="0" h="686" w="1461">
                  <a:moveTo>
                    <a:pt x="349" y="1"/>
                  </a:moveTo>
                  <a:cubicBezTo>
                    <a:pt x="188" y="1"/>
                    <a:pt x="73" y="41"/>
                    <a:pt x="47" y="119"/>
                  </a:cubicBezTo>
                  <a:cubicBezTo>
                    <a:pt x="0" y="263"/>
                    <a:pt x="268" y="479"/>
                    <a:pt x="645" y="603"/>
                  </a:cubicBezTo>
                  <a:cubicBezTo>
                    <a:pt x="816" y="658"/>
                    <a:pt x="980" y="685"/>
                    <a:pt x="1112" y="685"/>
                  </a:cubicBezTo>
                  <a:cubicBezTo>
                    <a:pt x="1273" y="685"/>
                    <a:pt x="1387" y="645"/>
                    <a:pt x="1413" y="566"/>
                  </a:cubicBezTo>
                  <a:cubicBezTo>
                    <a:pt x="1460" y="423"/>
                    <a:pt x="1193" y="206"/>
                    <a:pt x="816" y="83"/>
                  </a:cubicBezTo>
                  <a:cubicBezTo>
                    <a:pt x="645" y="28"/>
                    <a:pt x="482" y="1"/>
                    <a:pt x="3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41"/>
            <p:cNvSpPr/>
            <p:nvPr/>
          </p:nvSpPr>
          <p:spPr>
            <a:xfrm>
              <a:off x="7672480" y="2552236"/>
              <a:ext cx="92563" cy="156845"/>
            </a:xfrm>
            <a:custGeom>
              <a:rect b="b" l="l" r="r" t="t"/>
              <a:pathLst>
                <a:path extrusionOk="0" h="3250" w="1918">
                  <a:moveTo>
                    <a:pt x="1456" y="0"/>
                  </a:moveTo>
                  <a:cubicBezTo>
                    <a:pt x="1400" y="0"/>
                    <a:pt x="1356" y="69"/>
                    <a:pt x="1340" y="236"/>
                  </a:cubicBezTo>
                  <a:cubicBezTo>
                    <a:pt x="1274" y="915"/>
                    <a:pt x="81" y="571"/>
                    <a:pt x="41" y="994"/>
                  </a:cubicBezTo>
                  <a:cubicBezTo>
                    <a:pt x="1" y="1419"/>
                    <a:pt x="394" y="1706"/>
                    <a:pt x="333" y="2351"/>
                  </a:cubicBezTo>
                  <a:cubicBezTo>
                    <a:pt x="291" y="2772"/>
                    <a:pt x="519" y="3250"/>
                    <a:pt x="710" y="3250"/>
                  </a:cubicBezTo>
                  <a:cubicBezTo>
                    <a:pt x="810" y="3250"/>
                    <a:pt x="901" y="3115"/>
                    <a:pt x="934" y="2766"/>
                  </a:cubicBezTo>
                  <a:cubicBezTo>
                    <a:pt x="1032" y="1748"/>
                    <a:pt x="1806" y="1806"/>
                    <a:pt x="1870" y="1153"/>
                  </a:cubicBezTo>
                  <a:cubicBezTo>
                    <a:pt x="1918" y="658"/>
                    <a:pt x="1629" y="0"/>
                    <a:pt x="14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41"/>
            <p:cNvSpPr/>
            <p:nvPr/>
          </p:nvSpPr>
          <p:spPr>
            <a:xfrm>
              <a:off x="8002482" y="2585583"/>
              <a:ext cx="253896" cy="215529"/>
            </a:xfrm>
            <a:custGeom>
              <a:rect b="b" l="l" r="r" t="t"/>
              <a:pathLst>
                <a:path extrusionOk="0" h="4466" w="5261">
                  <a:moveTo>
                    <a:pt x="3211" y="1"/>
                  </a:moveTo>
                  <a:cubicBezTo>
                    <a:pt x="2938" y="1"/>
                    <a:pt x="2672" y="47"/>
                    <a:pt x="2466" y="158"/>
                  </a:cubicBezTo>
                  <a:cubicBezTo>
                    <a:pt x="1575" y="645"/>
                    <a:pt x="2499" y="2402"/>
                    <a:pt x="1110" y="3156"/>
                  </a:cubicBezTo>
                  <a:cubicBezTo>
                    <a:pt x="1" y="3758"/>
                    <a:pt x="931" y="4465"/>
                    <a:pt x="1794" y="4465"/>
                  </a:cubicBezTo>
                  <a:cubicBezTo>
                    <a:pt x="2001" y="4465"/>
                    <a:pt x="2204" y="4424"/>
                    <a:pt x="2374" y="4332"/>
                  </a:cubicBezTo>
                  <a:cubicBezTo>
                    <a:pt x="2596" y="4211"/>
                    <a:pt x="2817" y="4169"/>
                    <a:pt x="3032" y="4169"/>
                  </a:cubicBezTo>
                  <a:cubicBezTo>
                    <a:pt x="3512" y="4169"/>
                    <a:pt x="3963" y="4377"/>
                    <a:pt x="4341" y="4377"/>
                  </a:cubicBezTo>
                  <a:cubicBezTo>
                    <a:pt x="4463" y="4377"/>
                    <a:pt x="4577" y="4356"/>
                    <a:pt x="4682" y="4298"/>
                  </a:cubicBezTo>
                  <a:cubicBezTo>
                    <a:pt x="5261" y="3984"/>
                    <a:pt x="3459" y="1411"/>
                    <a:pt x="4388" y="908"/>
                  </a:cubicBezTo>
                  <a:cubicBezTo>
                    <a:pt x="4544" y="823"/>
                    <a:pt x="4614" y="732"/>
                    <a:pt x="4624" y="643"/>
                  </a:cubicBezTo>
                  <a:lnTo>
                    <a:pt x="3257" y="1"/>
                  </a:lnTo>
                  <a:cubicBezTo>
                    <a:pt x="3242" y="1"/>
                    <a:pt x="3226" y="1"/>
                    <a:pt x="32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41"/>
            <p:cNvSpPr/>
            <p:nvPr/>
          </p:nvSpPr>
          <p:spPr>
            <a:xfrm>
              <a:off x="7979365" y="2502721"/>
              <a:ext cx="44351" cy="49177"/>
            </a:xfrm>
            <a:custGeom>
              <a:rect b="b" l="l" r="r" t="t"/>
              <a:pathLst>
                <a:path extrusionOk="0" h="1019" w="919">
                  <a:moveTo>
                    <a:pt x="73" y="1"/>
                  </a:moveTo>
                  <a:lnTo>
                    <a:pt x="73" y="1"/>
                  </a:lnTo>
                  <a:cubicBezTo>
                    <a:pt x="0" y="303"/>
                    <a:pt x="70" y="684"/>
                    <a:pt x="247" y="886"/>
                  </a:cubicBezTo>
                  <a:cubicBezTo>
                    <a:pt x="309" y="955"/>
                    <a:pt x="391" y="1018"/>
                    <a:pt x="481" y="1018"/>
                  </a:cubicBezTo>
                  <a:cubicBezTo>
                    <a:pt x="488" y="1018"/>
                    <a:pt x="494" y="1018"/>
                    <a:pt x="500" y="1017"/>
                  </a:cubicBezTo>
                  <a:cubicBezTo>
                    <a:pt x="603" y="1007"/>
                    <a:pt x="679" y="914"/>
                    <a:pt x="735" y="824"/>
                  </a:cubicBezTo>
                  <a:cubicBezTo>
                    <a:pt x="816" y="691"/>
                    <a:pt x="877" y="547"/>
                    <a:pt x="919" y="397"/>
                  </a:cubicBezTo>
                  <a:lnTo>
                    <a:pt x="7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41"/>
            <p:cNvSpPr/>
            <p:nvPr/>
          </p:nvSpPr>
          <p:spPr>
            <a:xfrm>
              <a:off x="7901088" y="2485540"/>
              <a:ext cx="31272" cy="21138"/>
            </a:xfrm>
            <a:custGeom>
              <a:rect b="b" l="l" r="r" t="t"/>
              <a:pathLst>
                <a:path extrusionOk="0" h="438" w="648">
                  <a:moveTo>
                    <a:pt x="428" y="1"/>
                  </a:moveTo>
                  <a:cubicBezTo>
                    <a:pt x="399" y="1"/>
                    <a:pt x="370" y="5"/>
                    <a:pt x="343" y="13"/>
                  </a:cubicBezTo>
                  <a:cubicBezTo>
                    <a:pt x="191" y="57"/>
                    <a:pt x="0" y="260"/>
                    <a:pt x="175" y="396"/>
                  </a:cubicBezTo>
                  <a:cubicBezTo>
                    <a:pt x="213" y="425"/>
                    <a:pt x="251" y="437"/>
                    <a:pt x="288" y="437"/>
                  </a:cubicBezTo>
                  <a:cubicBezTo>
                    <a:pt x="436" y="437"/>
                    <a:pt x="571" y="245"/>
                    <a:pt x="638" y="138"/>
                  </a:cubicBezTo>
                  <a:cubicBezTo>
                    <a:pt x="642" y="128"/>
                    <a:pt x="647" y="120"/>
                    <a:pt x="647" y="111"/>
                  </a:cubicBezTo>
                  <a:cubicBezTo>
                    <a:pt x="647" y="100"/>
                    <a:pt x="641" y="92"/>
                    <a:pt x="633" y="84"/>
                  </a:cubicBezTo>
                  <a:cubicBezTo>
                    <a:pt x="580" y="29"/>
                    <a:pt x="504" y="1"/>
                    <a:pt x="4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41"/>
            <p:cNvSpPr/>
            <p:nvPr/>
          </p:nvSpPr>
          <p:spPr>
            <a:xfrm>
              <a:off x="7707565" y="2397418"/>
              <a:ext cx="68481" cy="71473"/>
            </a:xfrm>
            <a:custGeom>
              <a:rect b="b" l="l" r="r" t="t"/>
              <a:pathLst>
                <a:path extrusionOk="0" h="1481" w="1419">
                  <a:moveTo>
                    <a:pt x="494" y="1"/>
                  </a:moveTo>
                  <a:cubicBezTo>
                    <a:pt x="450" y="1"/>
                    <a:pt x="406" y="6"/>
                    <a:pt x="363" y="18"/>
                  </a:cubicBezTo>
                  <a:cubicBezTo>
                    <a:pt x="0" y="120"/>
                    <a:pt x="80" y="590"/>
                    <a:pt x="221" y="838"/>
                  </a:cubicBezTo>
                  <a:cubicBezTo>
                    <a:pt x="327" y="1021"/>
                    <a:pt x="480" y="1172"/>
                    <a:pt x="637" y="1314"/>
                  </a:cubicBezTo>
                  <a:cubicBezTo>
                    <a:pt x="729" y="1396"/>
                    <a:pt x="837" y="1481"/>
                    <a:pt x="955" y="1481"/>
                  </a:cubicBezTo>
                  <a:cubicBezTo>
                    <a:pt x="970" y="1481"/>
                    <a:pt x="984" y="1479"/>
                    <a:pt x="999" y="1476"/>
                  </a:cubicBezTo>
                  <a:cubicBezTo>
                    <a:pt x="1064" y="1464"/>
                    <a:pt x="1119" y="1427"/>
                    <a:pt x="1166" y="1381"/>
                  </a:cubicBezTo>
                  <a:cubicBezTo>
                    <a:pt x="1304" y="1249"/>
                    <a:pt x="1379" y="1064"/>
                    <a:pt x="1401" y="876"/>
                  </a:cubicBezTo>
                  <a:cubicBezTo>
                    <a:pt x="1418" y="730"/>
                    <a:pt x="1402" y="575"/>
                    <a:pt x="1334" y="444"/>
                  </a:cubicBezTo>
                  <a:cubicBezTo>
                    <a:pt x="1213" y="210"/>
                    <a:pt x="951" y="82"/>
                    <a:pt x="695" y="26"/>
                  </a:cubicBezTo>
                  <a:cubicBezTo>
                    <a:pt x="629" y="12"/>
                    <a:pt x="561" y="1"/>
                    <a:pt x="4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41"/>
            <p:cNvSpPr/>
            <p:nvPr/>
          </p:nvSpPr>
          <p:spPr>
            <a:xfrm>
              <a:off x="7689275" y="2426760"/>
              <a:ext cx="17615" cy="27798"/>
            </a:xfrm>
            <a:custGeom>
              <a:rect b="b" l="l" r="r" t="t"/>
              <a:pathLst>
                <a:path extrusionOk="0" h="576" w="365">
                  <a:moveTo>
                    <a:pt x="119" y="1"/>
                  </a:moveTo>
                  <a:cubicBezTo>
                    <a:pt x="45" y="1"/>
                    <a:pt x="8" y="99"/>
                    <a:pt x="6" y="189"/>
                  </a:cubicBezTo>
                  <a:cubicBezTo>
                    <a:pt x="1" y="377"/>
                    <a:pt x="95" y="511"/>
                    <a:pt x="268" y="572"/>
                  </a:cubicBezTo>
                  <a:cubicBezTo>
                    <a:pt x="274" y="573"/>
                    <a:pt x="282" y="576"/>
                    <a:pt x="290" y="576"/>
                  </a:cubicBezTo>
                  <a:cubicBezTo>
                    <a:pt x="293" y="576"/>
                    <a:pt x="297" y="575"/>
                    <a:pt x="300" y="574"/>
                  </a:cubicBezTo>
                  <a:cubicBezTo>
                    <a:pt x="311" y="572"/>
                    <a:pt x="318" y="559"/>
                    <a:pt x="323" y="547"/>
                  </a:cubicBezTo>
                  <a:cubicBezTo>
                    <a:pt x="353" y="486"/>
                    <a:pt x="365" y="417"/>
                    <a:pt x="362" y="349"/>
                  </a:cubicBezTo>
                  <a:cubicBezTo>
                    <a:pt x="355" y="228"/>
                    <a:pt x="297" y="110"/>
                    <a:pt x="202" y="36"/>
                  </a:cubicBezTo>
                  <a:cubicBezTo>
                    <a:pt x="170" y="11"/>
                    <a:pt x="143" y="1"/>
                    <a:pt x="1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41"/>
            <p:cNvSpPr/>
            <p:nvPr/>
          </p:nvSpPr>
          <p:spPr>
            <a:xfrm>
              <a:off x="7622386" y="2449201"/>
              <a:ext cx="34168" cy="64813"/>
            </a:xfrm>
            <a:custGeom>
              <a:rect b="b" l="l" r="r" t="t"/>
              <a:pathLst>
                <a:path extrusionOk="0" h="1343" w="708">
                  <a:moveTo>
                    <a:pt x="429" y="1"/>
                  </a:moveTo>
                  <a:cubicBezTo>
                    <a:pt x="410" y="1"/>
                    <a:pt x="390" y="4"/>
                    <a:pt x="370" y="13"/>
                  </a:cubicBezTo>
                  <a:cubicBezTo>
                    <a:pt x="272" y="53"/>
                    <a:pt x="202" y="233"/>
                    <a:pt x="177" y="327"/>
                  </a:cubicBezTo>
                  <a:cubicBezTo>
                    <a:pt x="104" y="610"/>
                    <a:pt x="1" y="924"/>
                    <a:pt x="110" y="1210"/>
                  </a:cubicBezTo>
                  <a:cubicBezTo>
                    <a:pt x="132" y="1270"/>
                    <a:pt x="173" y="1335"/>
                    <a:pt x="237" y="1342"/>
                  </a:cubicBezTo>
                  <a:cubicBezTo>
                    <a:pt x="241" y="1342"/>
                    <a:pt x="244" y="1343"/>
                    <a:pt x="248" y="1343"/>
                  </a:cubicBezTo>
                  <a:cubicBezTo>
                    <a:pt x="305" y="1343"/>
                    <a:pt x="355" y="1294"/>
                    <a:pt x="392" y="1248"/>
                  </a:cubicBezTo>
                  <a:cubicBezTo>
                    <a:pt x="605" y="971"/>
                    <a:pt x="707" y="610"/>
                    <a:pt x="668" y="262"/>
                  </a:cubicBezTo>
                  <a:cubicBezTo>
                    <a:pt x="657" y="152"/>
                    <a:pt x="553" y="1"/>
                    <a:pt x="4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41"/>
            <p:cNvSpPr/>
            <p:nvPr/>
          </p:nvSpPr>
          <p:spPr>
            <a:xfrm>
              <a:off x="7552168" y="2389744"/>
              <a:ext cx="30549" cy="38125"/>
            </a:xfrm>
            <a:custGeom>
              <a:rect b="b" l="l" r="r" t="t"/>
              <a:pathLst>
                <a:path extrusionOk="0" h="790" w="633">
                  <a:moveTo>
                    <a:pt x="350" y="1"/>
                  </a:moveTo>
                  <a:cubicBezTo>
                    <a:pt x="249" y="1"/>
                    <a:pt x="146" y="61"/>
                    <a:pt x="87" y="168"/>
                  </a:cubicBezTo>
                  <a:cubicBezTo>
                    <a:pt x="0" y="326"/>
                    <a:pt x="142" y="596"/>
                    <a:pt x="249" y="717"/>
                  </a:cubicBezTo>
                  <a:cubicBezTo>
                    <a:pt x="283" y="756"/>
                    <a:pt x="335" y="788"/>
                    <a:pt x="388" y="789"/>
                  </a:cubicBezTo>
                  <a:cubicBezTo>
                    <a:pt x="389" y="789"/>
                    <a:pt x="390" y="789"/>
                    <a:pt x="391" y="789"/>
                  </a:cubicBezTo>
                  <a:cubicBezTo>
                    <a:pt x="455" y="789"/>
                    <a:pt x="514" y="748"/>
                    <a:pt x="549" y="695"/>
                  </a:cubicBezTo>
                  <a:cubicBezTo>
                    <a:pt x="584" y="642"/>
                    <a:pt x="599" y="576"/>
                    <a:pt x="610" y="513"/>
                  </a:cubicBezTo>
                  <a:cubicBezTo>
                    <a:pt x="630" y="388"/>
                    <a:pt x="633" y="254"/>
                    <a:pt x="572" y="141"/>
                  </a:cubicBezTo>
                  <a:cubicBezTo>
                    <a:pt x="519" y="44"/>
                    <a:pt x="436" y="1"/>
                    <a:pt x="3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41"/>
            <p:cNvSpPr/>
            <p:nvPr/>
          </p:nvSpPr>
          <p:spPr>
            <a:xfrm>
              <a:off x="8020193" y="2615263"/>
              <a:ext cx="39766" cy="28570"/>
            </a:xfrm>
            <a:custGeom>
              <a:rect b="b" l="l" r="r" t="t"/>
              <a:pathLst>
                <a:path extrusionOk="0" h="592" w="824">
                  <a:moveTo>
                    <a:pt x="409" y="1"/>
                  </a:moveTo>
                  <a:cubicBezTo>
                    <a:pt x="343" y="1"/>
                    <a:pt x="277" y="19"/>
                    <a:pt x="225" y="59"/>
                  </a:cubicBezTo>
                  <a:cubicBezTo>
                    <a:pt x="200" y="78"/>
                    <a:pt x="179" y="99"/>
                    <a:pt x="162" y="126"/>
                  </a:cubicBezTo>
                  <a:cubicBezTo>
                    <a:pt x="0" y="392"/>
                    <a:pt x="383" y="559"/>
                    <a:pt x="575" y="587"/>
                  </a:cubicBezTo>
                  <a:cubicBezTo>
                    <a:pt x="594" y="590"/>
                    <a:pt x="615" y="592"/>
                    <a:pt x="635" y="592"/>
                  </a:cubicBezTo>
                  <a:cubicBezTo>
                    <a:pt x="693" y="592"/>
                    <a:pt x="751" y="576"/>
                    <a:pt x="786" y="529"/>
                  </a:cubicBezTo>
                  <a:cubicBezTo>
                    <a:pt x="824" y="481"/>
                    <a:pt x="818" y="414"/>
                    <a:pt x="805" y="354"/>
                  </a:cubicBezTo>
                  <a:cubicBezTo>
                    <a:pt x="775" y="230"/>
                    <a:pt x="701" y="111"/>
                    <a:pt x="589" y="48"/>
                  </a:cubicBezTo>
                  <a:cubicBezTo>
                    <a:pt x="534" y="17"/>
                    <a:pt x="471" y="1"/>
                    <a:pt x="4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41"/>
            <p:cNvSpPr/>
            <p:nvPr/>
          </p:nvSpPr>
          <p:spPr>
            <a:xfrm>
              <a:off x="8027095" y="2681814"/>
              <a:ext cx="33879" cy="32141"/>
            </a:xfrm>
            <a:custGeom>
              <a:rect b="b" l="l" r="r" t="t"/>
              <a:pathLst>
                <a:path extrusionOk="0" h="666" w="702">
                  <a:moveTo>
                    <a:pt x="434" y="0"/>
                  </a:moveTo>
                  <a:cubicBezTo>
                    <a:pt x="235" y="0"/>
                    <a:pt x="1" y="336"/>
                    <a:pt x="137" y="563"/>
                  </a:cubicBezTo>
                  <a:cubicBezTo>
                    <a:pt x="181" y="636"/>
                    <a:pt x="236" y="666"/>
                    <a:pt x="294" y="666"/>
                  </a:cubicBezTo>
                  <a:cubicBezTo>
                    <a:pt x="485" y="666"/>
                    <a:pt x="701" y="340"/>
                    <a:pt x="609" y="136"/>
                  </a:cubicBezTo>
                  <a:cubicBezTo>
                    <a:pt x="566" y="40"/>
                    <a:pt x="502" y="0"/>
                    <a:pt x="4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41"/>
            <p:cNvSpPr/>
            <p:nvPr/>
          </p:nvSpPr>
          <p:spPr>
            <a:xfrm>
              <a:off x="7934242" y="2819982"/>
              <a:ext cx="50239" cy="38029"/>
            </a:xfrm>
            <a:custGeom>
              <a:rect b="b" l="l" r="r" t="t"/>
              <a:pathLst>
                <a:path extrusionOk="0" h="788" w="1041">
                  <a:moveTo>
                    <a:pt x="403" y="1"/>
                  </a:moveTo>
                  <a:cubicBezTo>
                    <a:pt x="335" y="1"/>
                    <a:pt x="267" y="9"/>
                    <a:pt x="201" y="27"/>
                  </a:cubicBezTo>
                  <a:cubicBezTo>
                    <a:pt x="181" y="32"/>
                    <a:pt x="159" y="40"/>
                    <a:pt x="143" y="57"/>
                  </a:cubicBezTo>
                  <a:cubicBezTo>
                    <a:pt x="130" y="70"/>
                    <a:pt x="123" y="87"/>
                    <a:pt x="116" y="106"/>
                  </a:cubicBezTo>
                  <a:cubicBezTo>
                    <a:pt x="1" y="412"/>
                    <a:pt x="347" y="631"/>
                    <a:pt x="586" y="745"/>
                  </a:cubicBezTo>
                  <a:cubicBezTo>
                    <a:pt x="634" y="768"/>
                    <a:pt x="688" y="788"/>
                    <a:pt x="740" y="788"/>
                  </a:cubicBezTo>
                  <a:cubicBezTo>
                    <a:pt x="768" y="788"/>
                    <a:pt x="796" y="782"/>
                    <a:pt x="821" y="767"/>
                  </a:cubicBezTo>
                  <a:cubicBezTo>
                    <a:pt x="858" y="747"/>
                    <a:pt x="882" y="712"/>
                    <a:pt x="905" y="678"/>
                  </a:cubicBezTo>
                  <a:cubicBezTo>
                    <a:pt x="981" y="556"/>
                    <a:pt x="1040" y="400"/>
                    <a:pt x="974" y="271"/>
                  </a:cubicBezTo>
                  <a:cubicBezTo>
                    <a:pt x="945" y="211"/>
                    <a:pt x="891" y="163"/>
                    <a:pt x="833" y="126"/>
                  </a:cubicBezTo>
                  <a:cubicBezTo>
                    <a:pt x="705" y="43"/>
                    <a:pt x="553" y="1"/>
                    <a:pt x="4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41"/>
            <p:cNvSpPr/>
            <p:nvPr/>
          </p:nvSpPr>
          <p:spPr>
            <a:xfrm>
              <a:off x="7789414" y="2773411"/>
              <a:ext cx="27508" cy="19980"/>
            </a:xfrm>
            <a:custGeom>
              <a:rect b="b" l="l" r="r" t="t"/>
              <a:pathLst>
                <a:path extrusionOk="0" h="414" w="570">
                  <a:moveTo>
                    <a:pt x="160" y="1"/>
                  </a:moveTo>
                  <a:cubicBezTo>
                    <a:pt x="75" y="1"/>
                    <a:pt x="0" y="51"/>
                    <a:pt x="19" y="167"/>
                  </a:cubicBezTo>
                  <a:cubicBezTo>
                    <a:pt x="35" y="275"/>
                    <a:pt x="339" y="414"/>
                    <a:pt x="488" y="414"/>
                  </a:cubicBezTo>
                  <a:cubicBezTo>
                    <a:pt x="536" y="414"/>
                    <a:pt x="568" y="399"/>
                    <a:pt x="570" y="365"/>
                  </a:cubicBezTo>
                  <a:cubicBezTo>
                    <a:pt x="570" y="349"/>
                    <a:pt x="564" y="335"/>
                    <a:pt x="559" y="322"/>
                  </a:cubicBezTo>
                  <a:cubicBezTo>
                    <a:pt x="501" y="192"/>
                    <a:pt x="394" y="84"/>
                    <a:pt x="264" y="24"/>
                  </a:cubicBezTo>
                  <a:cubicBezTo>
                    <a:pt x="231" y="9"/>
                    <a:pt x="195" y="1"/>
                    <a:pt x="1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41"/>
            <p:cNvSpPr/>
            <p:nvPr/>
          </p:nvSpPr>
          <p:spPr>
            <a:xfrm>
              <a:off x="7706793" y="2749088"/>
              <a:ext cx="31803" cy="29246"/>
            </a:xfrm>
            <a:custGeom>
              <a:rect b="b" l="l" r="r" t="t"/>
              <a:pathLst>
                <a:path extrusionOk="0" h="606" w="659">
                  <a:moveTo>
                    <a:pt x="172" y="0"/>
                  </a:moveTo>
                  <a:cubicBezTo>
                    <a:pt x="118" y="0"/>
                    <a:pt x="39" y="34"/>
                    <a:pt x="0" y="66"/>
                  </a:cubicBezTo>
                  <a:cubicBezTo>
                    <a:pt x="100" y="250"/>
                    <a:pt x="294" y="428"/>
                    <a:pt x="451" y="567"/>
                  </a:cubicBezTo>
                  <a:cubicBezTo>
                    <a:pt x="475" y="586"/>
                    <a:pt x="503" y="606"/>
                    <a:pt x="531" y="606"/>
                  </a:cubicBezTo>
                  <a:cubicBezTo>
                    <a:pt x="538" y="606"/>
                    <a:pt x="545" y="605"/>
                    <a:pt x="552" y="602"/>
                  </a:cubicBezTo>
                  <a:cubicBezTo>
                    <a:pt x="572" y="594"/>
                    <a:pt x="584" y="575"/>
                    <a:pt x="595" y="556"/>
                  </a:cubicBezTo>
                  <a:cubicBezTo>
                    <a:pt x="645" y="462"/>
                    <a:pt x="658" y="342"/>
                    <a:pt x="605" y="252"/>
                  </a:cubicBezTo>
                  <a:cubicBezTo>
                    <a:pt x="576" y="205"/>
                    <a:pt x="532" y="171"/>
                    <a:pt x="485" y="140"/>
                  </a:cubicBezTo>
                  <a:cubicBezTo>
                    <a:pt x="414" y="93"/>
                    <a:pt x="333" y="59"/>
                    <a:pt x="254" y="24"/>
                  </a:cubicBezTo>
                  <a:cubicBezTo>
                    <a:pt x="227" y="12"/>
                    <a:pt x="200" y="0"/>
                    <a:pt x="1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41"/>
            <p:cNvSpPr/>
            <p:nvPr/>
          </p:nvSpPr>
          <p:spPr>
            <a:xfrm>
              <a:off x="7592127" y="2658601"/>
              <a:ext cx="20655" cy="30356"/>
            </a:xfrm>
            <a:custGeom>
              <a:rect b="b" l="l" r="r" t="t"/>
              <a:pathLst>
                <a:path extrusionOk="0" h="629" w="428">
                  <a:moveTo>
                    <a:pt x="97" y="0"/>
                  </a:moveTo>
                  <a:cubicBezTo>
                    <a:pt x="74" y="0"/>
                    <a:pt x="54" y="18"/>
                    <a:pt x="38" y="61"/>
                  </a:cubicBezTo>
                  <a:cubicBezTo>
                    <a:pt x="0" y="172"/>
                    <a:pt x="277" y="629"/>
                    <a:pt x="363" y="629"/>
                  </a:cubicBezTo>
                  <a:cubicBezTo>
                    <a:pt x="368" y="629"/>
                    <a:pt x="372" y="627"/>
                    <a:pt x="375" y="625"/>
                  </a:cubicBezTo>
                  <a:cubicBezTo>
                    <a:pt x="428" y="585"/>
                    <a:pt x="413" y="504"/>
                    <a:pt x="393" y="442"/>
                  </a:cubicBezTo>
                  <a:cubicBezTo>
                    <a:pt x="372" y="379"/>
                    <a:pt x="204" y="0"/>
                    <a:pt x="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41"/>
            <p:cNvSpPr/>
            <p:nvPr/>
          </p:nvSpPr>
          <p:spPr>
            <a:xfrm>
              <a:off x="7513270" y="2585825"/>
              <a:ext cx="41262" cy="51686"/>
            </a:xfrm>
            <a:custGeom>
              <a:rect b="b" l="l" r="r" t="t"/>
              <a:pathLst>
                <a:path extrusionOk="0" h="1071" w="855">
                  <a:moveTo>
                    <a:pt x="36" y="1"/>
                  </a:moveTo>
                  <a:cubicBezTo>
                    <a:pt x="16" y="1"/>
                    <a:pt x="3" y="23"/>
                    <a:pt x="2" y="55"/>
                  </a:cubicBezTo>
                  <a:cubicBezTo>
                    <a:pt x="0" y="97"/>
                    <a:pt x="54" y="137"/>
                    <a:pt x="76" y="168"/>
                  </a:cubicBezTo>
                  <a:cubicBezTo>
                    <a:pt x="137" y="250"/>
                    <a:pt x="167" y="332"/>
                    <a:pt x="209" y="427"/>
                  </a:cubicBezTo>
                  <a:cubicBezTo>
                    <a:pt x="305" y="653"/>
                    <a:pt x="444" y="860"/>
                    <a:pt x="613" y="1036"/>
                  </a:cubicBezTo>
                  <a:cubicBezTo>
                    <a:pt x="630" y="1053"/>
                    <a:pt x="651" y="1071"/>
                    <a:pt x="673" y="1071"/>
                  </a:cubicBezTo>
                  <a:cubicBezTo>
                    <a:pt x="677" y="1071"/>
                    <a:pt x="681" y="1070"/>
                    <a:pt x="685" y="1069"/>
                  </a:cubicBezTo>
                  <a:cubicBezTo>
                    <a:pt x="700" y="1064"/>
                    <a:pt x="712" y="1052"/>
                    <a:pt x="720" y="1038"/>
                  </a:cubicBezTo>
                  <a:cubicBezTo>
                    <a:pt x="854" y="856"/>
                    <a:pt x="840" y="578"/>
                    <a:pt x="685" y="411"/>
                  </a:cubicBezTo>
                  <a:cubicBezTo>
                    <a:pt x="519" y="235"/>
                    <a:pt x="245" y="196"/>
                    <a:pt x="76" y="23"/>
                  </a:cubicBezTo>
                  <a:cubicBezTo>
                    <a:pt x="61" y="8"/>
                    <a:pt x="47" y="1"/>
                    <a:pt x="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41"/>
            <p:cNvSpPr/>
            <p:nvPr/>
          </p:nvSpPr>
          <p:spPr>
            <a:xfrm>
              <a:off x="8289388" y="2679932"/>
              <a:ext cx="34168" cy="38125"/>
            </a:xfrm>
            <a:custGeom>
              <a:rect b="b" l="l" r="r" t="t"/>
              <a:pathLst>
                <a:path extrusionOk="0" h="790" w="708">
                  <a:moveTo>
                    <a:pt x="436" y="0"/>
                  </a:moveTo>
                  <a:cubicBezTo>
                    <a:pt x="334" y="0"/>
                    <a:pt x="257" y="93"/>
                    <a:pt x="197" y="180"/>
                  </a:cubicBezTo>
                  <a:cubicBezTo>
                    <a:pt x="163" y="227"/>
                    <a:pt x="122" y="275"/>
                    <a:pt x="95" y="328"/>
                  </a:cubicBezTo>
                  <a:cubicBezTo>
                    <a:pt x="67" y="384"/>
                    <a:pt x="79" y="430"/>
                    <a:pt x="65" y="489"/>
                  </a:cubicBezTo>
                  <a:cubicBezTo>
                    <a:pt x="46" y="576"/>
                    <a:pt x="1" y="637"/>
                    <a:pt x="69" y="719"/>
                  </a:cubicBezTo>
                  <a:cubicBezTo>
                    <a:pt x="113" y="769"/>
                    <a:pt x="164" y="789"/>
                    <a:pt x="216" y="789"/>
                  </a:cubicBezTo>
                  <a:cubicBezTo>
                    <a:pt x="348" y="789"/>
                    <a:pt x="490" y="662"/>
                    <a:pt x="546" y="557"/>
                  </a:cubicBezTo>
                  <a:cubicBezTo>
                    <a:pt x="582" y="490"/>
                    <a:pt x="616" y="422"/>
                    <a:pt x="645" y="353"/>
                  </a:cubicBezTo>
                  <a:cubicBezTo>
                    <a:pt x="679" y="277"/>
                    <a:pt x="707" y="187"/>
                    <a:pt x="664" y="116"/>
                  </a:cubicBezTo>
                  <a:cubicBezTo>
                    <a:pt x="639" y="74"/>
                    <a:pt x="593" y="51"/>
                    <a:pt x="549" y="31"/>
                  </a:cubicBezTo>
                  <a:cubicBezTo>
                    <a:pt x="512" y="15"/>
                    <a:pt x="477" y="1"/>
                    <a:pt x="439" y="0"/>
                  </a:cubicBezTo>
                  <a:cubicBezTo>
                    <a:pt x="438" y="0"/>
                    <a:pt x="437" y="0"/>
                    <a:pt x="4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41"/>
            <p:cNvSpPr/>
            <p:nvPr/>
          </p:nvSpPr>
          <p:spPr>
            <a:xfrm>
              <a:off x="7438419" y="2247908"/>
              <a:ext cx="32817" cy="51590"/>
            </a:xfrm>
            <a:custGeom>
              <a:rect b="b" l="l" r="r" t="t"/>
              <a:pathLst>
                <a:path extrusionOk="0" h="1069" w="680">
                  <a:moveTo>
                    <a:pt x="7" y="1"/>
                  </a:moveTo>
                  <a:cubicBezTo>
                    <a:pt x="0" y="42"/>
                    <a:pt x="0" y="89"/>
                    <a:pt x="19" y="148"/>
                  </a:cubicBezTo>
                  <a:cubicBezTo>
                    <a:pt x="74" y="338"/>
                    <a:pt x="249" y="513"/>
                    <a:pt x="321" y="711"/>
                  </a:cubicBezTo>
                  <a:cubicBezTo>
                    <a:pt x="367" y="849"/>
                    <a:pt x="418" y="1016"/>
                    <a:pt x="558" y="1063"/>
                  </a:cubicBezTo>
                  <a:cubicBezTo>
                    <a:pt x="568" y="1066"/>
                    <a:pt x="579" y="1069"/>
                    <a:pt x="590" y="1069"/>
                  </a:cubicBezTo>
                  <a:cubicBezTo>
                    <a:pt x="595" y="1069"/>
                    <a:pt x="601" y="1068"/>
                    <a:pt x="606" y="1067"/>
                  </a:cubicBezTo>
                  <a:cubicBezTo>
                    <a:pt x="623" y="1061"/>
                    <a:pt x="636" y="1044"/>
                    <a:pt x="645" y="1029"/>
                  </a:cubicBezTo>
                  <a:cubicBezTo>
                    <a:pt x="680" y="966"/>
                    <a:pt x="672" y="888"/>
                    <a:pt x="660" y="816"/>
                  </a:cubicBezTo>
                  <a:cubicBezTo>
                    <a:pt x="630" y="621"/>
                    <a:pt x="581" y="429"/>
                    <a:pt x="519" y="241"/>
                  </a:cubicBezTo>
                  <a:lnTo>
                    <a:pt x="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41"/>
            <p:cNvSpPr/>
            <p:nvPr/>
          </p:nvSpPr>
          <p:spPr>
            <a:xfrm>
              <a:off x="6401610" y="2795704"/>
              <a:ext cx="85517" cy="51686"/>
            </a:xfrm>
            <a:custGeom>
              <a:rect b="b" l="l" r="r" t="t"/>
              <a:pathLst>
                <a:path extrusionOk="0" h="1071" w="1772">
                  <a:moveTo>
                    <a:pt x="1010" y="0"/>
                  </a:moveTo>
                  <a:cubicBezTo>
                    <a:pt x="944" y="0"/>
                    <a:pt x="876" y="5"/>
                    <a:pt x="808" y="15"/>
                  </a:cubicBezTo>
                  <a:cubicBezTo>
                    <a:pt x="343" y="87"/>
                    <a:pt x="1" y="375"/>
                    <a:pt x="44" y="661"/>
                  </a:cubicBezTo>
                  <a:cubicBezTo>
                    <a:pt x="81" y="907"/>
                    <a:pt x="387" y="1071"/>
                    <a:pt x="764" y="1071"/>
                  </a:cubicBezTo>
                  <a:cubicBezTo>
                    <a:pt x="829" y="1071"/>
                    <a:pt x="896" y="1066"/>
                    <a:pt x="963" y="1056"/>
                  </a:cubicBezTo>
                  <a:cubicBezTo>
                    <a:pt x="1429" y="986"/>
                    <a:pt x="1772" y="696"/>
                    <a:pt x="1728" y="410"/>
                  </a:cubicBezTo>
                  <a:cubicBezTo>
                    <a:pt x="1692" y="164"/>
                    <a:pt x="1387" y="0"/>
                    <a:pt x="10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41"/>
            <p:cNvSpPr/>
            <p:nvPr/>
          </p:nvSpPr>
          <p:spPr>
            <a:xfrm>
              <a:off x="6283992" y="2695809"/>
              <a:ext cx="63896" cy="43241"/>
            </a:xfrm>
            <a:custGeom>
              <a:rect b="b" l="l" r="r" t="t"/>
              <a:pathLst>
                <a:path extrusionOk="0" h="896" w="1324">
                  <a:moveTo>
                    <a:pt x="731" y="0"/>
                  </a:moveTo>
                  <a:lnTo>
                    <a:pt x="731" y="0"/>
                  </a:lnTo>
                  <a:cubicBezTo>
                    <a:pt x="731" y="0"/>
                    <a:pt x="766" y="18"/>
                    <a:pt x="821" y="53"/>
                  </a:cubicBezTo>
                  <a:cubicBezTo>
                    <a:pt x="876" y="87"/>
                    <a:pt x="954" y="140"/>
                    <a:pt x="1023" y="216"/>
                  </a:cubicBezTo>
                  <a:cubicBezTo>
                    <a:pt x="1059" y="255"/>
                    <a:pt x="1090" y="301"/>
                    <a:pt x="1113" y="349"/>
                  </a:cubicBezTo>
                  <a:cubicBezTo>
                    <a:pt x="1134" y="398"/>
                    <a:pt x="1142" y="450"/>
                    <a:pt x="1135" y="494"/>
                  </a:cubicBezTo>
                  <a:cubicBezTo>
                    <a:pt x="1133" y="504"/>
                    <a:pt x="1130" y="519"/>
                    <a:pt x="1126" y="524"/>
                  </a:cubicBezTo>
                  <a:lnTo>
                    <a:pt x="1115" y="549"/>
                  </a:lnTo>
                  <a:lnTo>
                    <a:pt x="1107" y="559"/>
                  </a:lnTo>
                  <a:cubicBezTo>
                    <a:pt x="1096" y="575"/>
                    <a:pt x="1076" y="595"/>
                    <a:pt x="1056" y="610"/>
                  </a:cubicBezTo>
                  <a:cubicBezTo>
                    <a:pt x="1015" y="642"/>
                    <a:pt x="958" y="665"/>
                    <a:pt x="895" y="677"/>
                  </a:cubicBezTo>
                  <a:cubicBezTo>
                    <a:pt x="848" y="687"/>
                    <a:pt x="799" y="692"/>
                    <a:pt x="750" y="692"/>
                  </a:cubicBezTo>
                  <a:cubicBezTo>
                    <a:pt x="669" y="692"/>
                    <a:pt x="586" y="680"/>
                    <a:pt x="510" y="660"/>
                  </a:cubicBezTo>
                  <a:cubicBezTo>
                    <a:pt x="448" y="642"/>
                    <a:pt x="391" y="623"/>
                    <a:pt x="336" y="598"/>
                  </a:cubicBezTo>
                  <a:cubicBezTo>
                    <a:pt x="284" y="571"/>
                    <a:pt x="236" y="543"/>
                    <a:pt x="195" y="510"/>
                  </a:cubicBezTo>
                  <a:cubicBezTo>
                    <a:pt x="115" y="447"/>
                    <a:pt x="65" y="375"/>
                    <a:pt x="46" y="314"/>
                  </a:cubicBezTo>
                  <a:cubicBezTo>
                    <a:pt x="36" y="284"/>
                    <a:pt x="33" y="259"/>
                    <a:pt x="33" y="242"/>
                  </a:cubicBezTo>
                  <a:lnTo>
                    <a:pt x="33" y="215"/>
                  </a:lnTo>
                  <a:lnTo>
                    <a:pt x="22" y="241"/>
                  </a:lnTo>
                  <a:cubicBezTo>
                    <a:pt x="15" y="257"/>
                    <a:pt x="6" y="284"/>
                    <a:pt x="6" y="320"/>
                  </a:cubicBezTo>
                  <a:cubicBezTo>
                    <a:pt x="1" y="390"/>
                    <a:pt x="32" y="498"/>
                    <a:pt x="111" y="595"/>
                  </a:cubicBezTo>
                  <a:cubicBezTo>
                    <a:pt x="146" y="642"/>
                    <a:pt x="194" y="689"/>
                    <a:pt x="253" y="729"/>
                  </a:cubicBezTo>
                  <a:cubicBezTo>
                    <a:pt x="310" y="770"/>
                    <a:pt x="379" y="806"/>
                    <a:pt x="451" y="833"/>
                  </a:cubicBezTo>
                  <a:cubicBezTo>
                    <a:pt x="522" y="858"/>
                    <a:pt x="601" y="884"/>
                    <a:pt x="683" y="890"/>
                  </a:cubicBezTo>
                  <a:cubicBezTo>
                    <a:pt x="714" y="894"/>
                    <a:pt x="745" y="895"/>
                    <a:pt x="777" y="895"/>
                  </a:cubicBezTo>
                  <a:cubicBezTo>
                    <a:pt x="830" y="895"/>
                    <a:pt x="883" y="891"/>
                    <a:pt x="937" y="880"/>
                  </a:cubicBezTo>
                  <a:cubicBezTo>
                    <a:pt x="1021" y="861"/>
                    <a:pt x="1107" y="826"/>
                    <a:pt x="1181" y="766"/>
                  </a:cubicBezTo>
                  <a:cubicBezTo>
                    <a:pt x="1220" y="736"/>
                    <a:pt x="1250" y="700"/>
                    <a:pt x="1275" y="651"/>
                  </a:cubicBezTo>
                  <a:lnTo>
                    <a:pt x="1294" y="615"/>
                  </a:lnTo>
                  <a:lnTo>
                    <a:pt x="1302" y="590"/>
                  </a:lnTo>
                  <a:cubicBezTo>
                    <a:pt x="1313" y="561"/>
                    <a:pt x="1313" y="541"/>
                    <a:pt x="1317" y="516"/>
                  </a:cubicBezTo>
                  <a:cubicBezTo>
                    <a:pt x="1323" y="418"/>
                    <a:pt x="1289" y="335"/>
                    <a:pt x="1247" y="273"/>
                  </a:cubicBezTo>
                  <a:cubicBezTo>
                    <a:pt x="1205" y="208"/>
                    <a:pt x="1152" y="163"/>
                    <a:pt x="1100" y="128"/>
                  </a:cubicBezTo>
                  <a:cubicBezTo>
                    <a:pt x="1000" y="55"/>
                    <a:pt x="903" y="28"/>
                    <a:pt x="836" y="15"/>
                  </a:cubicBezTo>
                  <a:cubicBezTo>
                    <a:pt x="802" y="7"/>
                    <a:pt x="776" y="6"/>
                    <a:pt x="758" y="4"/>
                  </a:cubicBezTo>
                  <a:cubicBezTo>
                    <a:pt x="739" y="2"/>
                    <a:pt x="731" y="0"/>
                    <a:pt x="7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41"/>
            <p:cNvSpPr/>
            <p:nvPr/>
          </p:nvSpPr>
          <p:spPr>
            <a:xfrm>
              <a:off x="6601156" y="2560923"/>
              <a:ext cx="70701" cy="87495"/>
            </a:xfrm>
            <a:custGeom>
              <a:rect b="b" l="l" r="r" t="t"/>
              <a:pathLst>
                <a:path extrusionOk="0" h="1813" w="1465">
                  <a:moveTo>
                    <a:pt x="971" y="0"/>
                  </a:moveTo>
                  <a:cubicBezTo>
                    <a:pt x="906" y="0"/>
                    <a:pt x="844" y="12"/>
                    <a:pt x="792" y="29"/>
                  </a:cubicBezTo>
                  <a:cubicBezTo>
                    <a:pt x="684" y="61"/>
                    <a:pt x="597" y="113"/>
                    <a:pt x="524" y="167"/>
                  </a:cubicBezTo>
                  <a:cubicBezTo>
                    <a:pt x="452" y="221"/>
                    <a:pt x="392" y="277"/>
                    <a:pt x="345" y="331"/>
                  </a:cubicBezTo>
                  <a:cubicBezTo>
                    <a:pt x="296" y="383"/>
                    <a:pt x="261" y="433"/>
                    <a:pt x="233" y="477"/>
                  </a:cubicBezTo>
                  <a:cubicBezTo>
                    <a:pt x="204" y="519"/>
                    <a:pt x="187" y="554"/>
                    <a:pt x="174" y="578"/>
                  </a:cubicBezTo>
                  <a:lnTo>
                    <a:pt x="155" y="614"/>
                  </a:lnTo>
                  <a:cubicBezTo>
                    <a:pt x="155" y="614"/>
                    <a:pt x="199" y="577"/>
                    <a:pt x="277" y="519"/>
                  </a:cubicBezTo>
                  <a:cubicBezTo>
                    <a:pt x="315" y="489"/>
                    <a:pt x="365" y="457"/>
                    <a:pt x="421" y="422"/>
                  </a:cubicBezTo>
                  <a:cubicBezTo>
                    <a:pt x="476" y="386"/>
                    <a:pt x="542" y="352"/>
                    <a:pt x="612" y="319"/>
                  </a:cubicBezTo>
                  <a:cubicBezTo>
                    <a:pt x="683" y="288"/>
                    <a:pt x="762" y="264"/>
                    <a:pt x="841" y="252"/>
                  </a:cubicBezTo>
                  <a:cubicBezTo>
                    <a:pt x="861" y="248"/>
                    <a:pt x="880" y="247"/>
                    <a:pt x="899" y="247"/>
                  </a:cubicBezTo>
                  <a:cubicBezTo>
                    <a:pt x="958" y="247"/>
                    <a:pt x="1013" y="262"/>
                    <a:pt x="1052" y="284"/>
                  </a:cubicBezTo>
                  <a:cubicBezTo>
                    <a:pt x="1062" y="292"/>
                    <a:pt x="1080" y="303"/>
                    <a:pt x="1083" y="309"/>
                  </a:cubicBezTo>
                  <a:lnTo>
                    <a:pt x="1110" y="336"/>
                  </a:lnTo>
                  <a:cubicBezTo>
                    <a:pt x="1113" y="342"/>
                    <a:pt x="1114" y="346"/>
                    <a:pt x="1115" y="350"/>
                  </a:cubicBezTo>
                  <a:cubicBezTo>
                    <a:pt x="1127" y="373"/>
                    <a:pt x="1142" y="409"/>
                    <a:pt x="1148" y="446"/>
                  </a:cubicBezTo>
                  <a:cubicBezTo>
                    <a:pt x="1162" y="524"/>
                    <a:pt x="1152" y="618"/>
                    <a:pt x="1127" y="711"/>
                  </a:cubicBezTo>
                  <a:cubicBezTo>
                    <a:pt x="1105" y="805"/>
                    <a:pt x="1068" y="899"/>
                    <a:pt x="1023" y="986"/>
                  </a:cubicBezTo>
                  <a:cubicBezTo>
                    <a:pt x="976" y="1074"/>
                    <a:pt x="927" y="1158"/>
                    <a:pt x="867" y="1237"/>
                  </a:cubicBezTo>
                  <a:cubicBezTo>
                    <a:pt x="806" y="1315"/>
                    <a:pt x="751" y="1384"/>
                    <a:pt x="686" y="1447"/>
                  </a:cubicBezTo>
                  <a:cubicBezTo>
                    <a:pt x="622" y="1507"/>
                    <a:pt x="557" y="1561"/>
                    <a:pt x="492" y="1605"/>
                  </a:cubicBezTo>
                  <a:cubicBezTo>
                    <a:pt x="369" y="1685"/>
                    <a:pt x="249" y="1728"/>
                    <a:pt x="159" y="1728"/>
                  </a:cubicBezTo>
                  <a:cubicBezTo>
                    <a:pt x="155" y="1728"/>
                    <a:pt x="151" y="1728"/>
                    <a:pt x="147" y="1728"/>
                  </a:cubicBezTo>
                  <a:cubicBezTo>
                    <a:pt x="101" y="1726"/>
                    <a:pt x="64" y="1720"/>
                    <a:pt x="40" y="1711"/>
                  </a:cubicBezTo>
                  <a:cubicBezTo>
                    <a:pt x="14" y="1701"/>
                    <a:pt x="1" y="1695"/>
                    <a:pt x="1" y="1695"/>
                  </a:cubicBezTo>
                  <a:lnTo>
                    <a:pt x="1" y="1695"/>
                  </a:lnTo>
                  <a:cubicBezTo>
                    <a:pt x="1" y="1695"/>
                    <a:pt x="13" y="1705"/>
                    <a:pt x="33" y="1722"/>
                  </a:cubicBezTo>
                  <a:cubicBezTo>
                    <a:pt x="53" y="1741"/>
                    <a:pt x="87" y="1767"/>
                    <a:pt x="136" y="1785"/>
                  </a:cubicBezTo>
                  <a:cubicBezTo>
                    <a:pt x="181" y="1801"/>
                    <a:pt x="237" y="1813"/>
                    <a:pt x="302" y="1813"/>
                  </a:cubicBezTo>
                  <a:cubicBezTo>
                    <a:pt x="310" y="1813"/>
                    <a:pt x="319" y="1813"/>
                    <a:pt x="328" y="1812"/>
                  </a:cubicBezTo>
                  <a:cubicBezTo>
                    <a:pt x="402" y="1808"/>
                    <a:pt x="488" y="1793"/>
                    <a:pt x="571" y="1760"/>
                  </a:cubicBezTo>
                  <a:cubicBezTo>
                    <a:pt x="657" y="1728"/>
                    <a:pt x="746" y="1682"/>
                    <a:pt x="831" y="1621"/>
                  </a:cubicBezTo>
                  <a:cubicBezTo>
                    <a:pt x="914" y="1565"/>
                    <a:pt x="1001" y="1487"/>
                    <a:pt x="1075" y="1405"/>
                  </a:cubicBezTo>
                  <a:cubicBezTo>
                    <a:pt x="1149" y="1323"/>
                    <a:pt x="1224" y="1231"/>
                    <a:pt x="1282" y="1125"/>
                  </a:cubicBezTo>
                  <a:cubicBezTo>
                    <a:pt x="1341" y="1020"/>
                    <a:pt x="1391" y="907"/>
                    <a:pt x="1423" y="782"/>
                  </a:cubicBezTo>
                  <a:cubicBezTo>
                    <a:pt x="1451" y="659"/>
                    <a:pt x="1464" y="526"/>
                    <a:pt x="1435" y="386"/>
                  </a:cubicBezTo>
                  <a:cubicBezTo>
                    <a:pt x="1421" y="316"/>
                    <a:pt x="1392" y="249"/>
                    <a:pt x="1345" y="183"/>
                  </a:cubicBezTo>
                  <a:cubicBezTo>
                    <a:pt x="1332" y="167"/>
                    <a:pt x="1317" y="148"/>
                    <a:pt x="1302" y="134"/>
                  </a:cubicBezTo>
                  <a:cubicBezTo>
                    <a:pt x="1290" y="121"/>
                    <a:pt x="1280" y="115"/>
                    <a:pt x="1270" y="107"/>
                  </a:cubicBezTo>
                  <a:cubicBezTo>
                    <a:pt x="1236" y="74"/>
                    <a:pt x="1204" y="62"/>
                    <a:pt x="1170" y="42"/>
                  </a:cubicBezTo>
                  <a:cubicBezTo>
                    <a:pt x="1103" y="12"/>
                    <a:pt x="1035" y="0"/>
                    <a:pt x="9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41"/>
            <p:cNvSpPr/>
            <p:nvPr/>
          </p:nvSpPr>
          <p:spPr>
            <a:xfrm>
              <a:off x="6802775" y="2499699"/>
              <a:ext cx="23213" cy="36581"/>
            </a:xfrm>
            <a:custGeom>
              <a:rect b="b" l="l" r="r" t="t"/>
              <a:pathLst>
                <a:path extrusionOk="0" h="758" w="481">
                  <a:moveTo>
                    <a:pt x="14" y="733"/>
                  </a:moveTo>
                  <a:cubicBezTo>
                    <a:pt x="14" y="733"/>
                    <a:pt x="14" y="733"/>
                    <a:pt x="14" y="733"/>
                  </a:cubicBezTo>
                  <a:cubicBezTo>
                    <a:pt x="14" y="733"/>
                    <a:pt x="15" y="733"/>
                    <a:pt x="15" y="734"/>
                  </a:cubicBezTo>
                  <a:lnTo>
                    <a:pt x="15" y="734"/>
                  </a:lnTo>
                  <a:cubicBezTo>
                    <a:pt x="15" y="733"/>
                    <a:pt x="15" y="733"/>
                    <a:pt x="14" y="733"/>
                  </a:cubicBezTo>
                  <a:close/>
                  <a:moveTo>
                    <a:pt x="292" y="1"/>
                  </a:moveTo>
                  <a:cubicBezTo>
                    <a:pt x="245" y="1"/>
                    <a:pt x="207" y="20"/>
                    <a:pt x="178" y="39"/>
                  </a:cubicBezTo>
                  <a:cubicBezTo>
                    <a:pt x="142" y="63"/>
                    <a:pt x="115" y="91"/>
                    <a:pt x="92" y="118"/>
                  </a:cubicBezTo>
                  <a:cubicBezTo>
                    <a:pt x="49" y="172"/>
                    <a:pt x="29" y="224"/>
                    <a:pt x="16" y="261"/>
                  </a:cubicBezTo>
                  <a:cubicBezTo>
                    <a:pt x="3" y="298"/>
                    <a:pt x="1" y="320"/>
                    <a:pt x="1" y="320"/>
                  </a:cubicBezTo>
                  <a:cubicBezTo>
                    <a:pt x="1" y="320"/>
                    <a:pt x="16" y="302"/>
                    <a:pt x="41" y="275"/>
                  </a:cubicBezTo>
                  <a:cubicBezTo>
                    <a:pt x="69" y="246"/>
                    <a:pt x="106" y="210"/>
                    <a:pt x="153" y="173"/>
                  </a:cubicBezTo>
                  <a:cubicBezTo>
                    <a:pt x="177" y="157"/>
                    <a:pt x="204" y="140"/>
                    <a:pt x="230" y="130"/>
                  </a:cubicBezTo>
                  <a:cubicBezTo>
                    <a:pt x="247" y="123"/>
                    <a:pt x="264" y="120"/>
                    <a:pt x="278" y="120"/>
                  </a:cubicBezTo>
                  <a:cubicBezTo>
                    <a:pt x="288" y="120"/>
                    <a:pt x="296" y="121"/>
                    <a:pt x="303" y="124"/>
                  </a:cubicBezTo>
                  <a:cubicBezTo>
                    <a:pt x="306" y="125"/>
                    <a:pt x="311" y="126"/>
                    <a:pt x="311" y="129"/>
                  </a:cubicBezTo>
                  <a:cubicBezTo>
                    <a:pt x="323" y="134"/>
                    <a:pt x="320" y="138"/>
                    <a:pt x="320" y="138"/>
                  </a:cubicBezTo>
                  <a:cubicBezTo>
                    <a:pt x="324" y="145"/>
                    <a:pt x="331" y="156"/>
                    <a:pt x="334" y="168"/>
                  </a:cubicBezTo>
                  <a:cubicBezTo>
                    <a:pt x="343" y="193"/>
                    <a:pt x="345" y="231"/>
                    <a:pt x="341" y="266"/>
                  </a:cubicBezTo>
                  <a:cubicBezTo>
                    <a:pt x="337" y="338"/>
                    <a:pt x="312" y="412"/>
                    <a:pt x="284" y="479"/>
                  </a:cubicBezTo>
                  <a:cubicBezTo>
                    <a:pt x="267" y="513"/>
                    <a:pt x="253" y="543"/>
                    <a:pt x="236" y="571"/>
                  </a:cubicBezTo>
                  <a:cubicBezTo>
                    <a:pt x="217" y="600"/>
                    <a:pt x="200" y="626"/>
                    <a:pt x="179" y="647"/>
                  </a:cubicBezTo>
                  <a:cubicBezTo>
                    <a:pt x="142" y="690"/>
                    <a:pt x="103" y="719"/>
                    <a:pt x="69" y="729"/>
                  </a:cubicBezTo>
                  <a:cubicBezTo>
                    <a:pt x="54" y="734"/>
                    <a:pt x="41" y="735"/>
                    <a:pt x="31" y="735"/>
                  </a:cubicBezTo>
                  <a:cubicBezTo>
                    <a:pt x="23" y="735"/>
                    <a:pt x="18" y="734"/>
                    <a:pt x="15" y="734"/>
                  </a:cubicBezTo>
                  <a:lnTo>
                    <a:pt x="15" y="734"/>
                  </a:lnTo>
                  <a:cubicBezTo>
                    <a:pt x="19" y="736"/>
                    <a:pt x="35" y="752"/>
                    <a:pt x="71" y="756"/>
                  </a:cubicBezTo>
                  <a:cubicBezTo>
                    <a:pt x="76" y="757"/>
                    <a:pt x="81" y="757"/>
                    <a:pt x="87" y="757"/>
                  </a:cubicBezTo>
                  <a:cubicBezTo>
                    <a:pt x="127" y="757"/>
                    <a:pt x="180" y="741"/>
                    <a:pt x="232" y="708"/>
                  </a:cubicBezTo>
                  <a:cubicBezTo>
                    <a:pt x="347" y="629"/>
                    <a:pt x="459" y="469"/>
                    <a:pt x="479" y="275"/>
                  </a:cubicBezTo>
                  <a:cubicBezTo>
                    <a:pt x="480" y="227"/>
                    <a:pt x="479" y="177"/>
                    <a:pt x="459" y="124"/>
                  </a:cubicBezTo>
                  <a:cubicBezTo>
                    <a:pt x="440" y="70"/>
                    <a:pt x="393" y="18"/>
                    <a:pt x="326" y="4"/>
                  </a:cubicBezTo>
                  <a:cubicBezTo>
                    <a:pt x="314" y="2"/>
                    <a:pt x="303" y="1"/>
                    <a:pt x="2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41"/>
            <p:cNvSpPr/>
            <p:nvPr/>
          </p:nvSpPr>
          <p:spPr>
            <a:xfrm>
              <a:off x="6680554" y="2665418"/>
              <a:ext cx="83586" cy="74900"/>
            </a:xfrm>
            <a:custGeom>
              <a:rect b="b" l="l" r="r" t="t"/>
              <a:pathLst>
                <a:path extrusionOk="0" h="1552" w="1732">
                  <a:moveTo>
                    <a:pt x="1547" y="1"/>
                  </a:moveTo>
                  <a:cubicBezTo>
                    <a:pt x="1377" y="1"/>
                    <a:pt x="1020" y="229"/>
                    <a:pt x="670" y="577"/>
                  </a:cubicBezTo>
                  <a:cubicBezTo>
                    <a:pt x="253" y="991"/>
                    <a:pt x="1" y="1415"/>
                    <a:pt x="111" y="1525"/>
                  </a:cubicBezTo>
                  <a:cubicBezTo>
                    <a:pt x="129" y="1543"/>
                    <a:pt x="154" y="1551"/>
                    <a:pt x="187" y="1551"/>
                  </a:cubicBezTo>
                  <a:cubicBezTo>
                    <a:pt x="356" y="1551"/>
                    <a:pt x="713" y="1323"/>
                    <a:pt x="1065" y="975"/>
                  </a:cubicBezTo>
                  <a:cubicBezTo>
                    <a:pt x="1482" y="563"/>
                    <a:pt x="1732" y="138"/>
                    <a:pt x="1623" y="27"/>
                  </a:cubicBezTo>
                  <a:cubicBezTo>
                    <a:pt x="1606" y="9"/>
                    <a:pt x="1580" y="1"/>
                    <a:pt x="15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41"/>
            <p:cNvSpPr/>
            <p:nvPr/>
          </p:nvSpPr>
          <p:spPr>
            <a:xfrm>
              <a:off x="6160349" y="2722352"/>
              <a:ext cx="42614" cy="29969"/>
            </a:xfrm>
            <a:custGeom>
              <a:rect b="b" l="l" r="r" t="t"/>
              <a:pathLst>
                <a:path extrusionOk="0" h="621" w="883">
                  <a:moveTo>
                    <a:pt x="288" y="0"/>
                  </a:moveTo>
                  <a:cubicBezTo>
                    <a:pt x="190" y="0"/>
                    <a:pt x="109" y="34"/>
                    <a:pt x="70" y="101"/>
                  </a:cubicBezTo>
                  <a:cubicBezTo>
                    <a:pt x="0" y="229"/>
                    <a:pt x="108" y="424"/>
                    <a:pt x="312" y="539"/>
                  </a:cubicBezTo>
                  <a:cubicBezTo>
                    <a:pt x="408" y="594"/>
                    <a:pt x="508" y="621"/>
                    <a:pt x="595" y="621"/>
                  </a:cubicBezTo>
                  <a:cubicBezTo>
                    <a:pt x="693" y="621"/>
                    <a:pt x="774" y="586"/>
                    <a:pt x="813" y="519"/>
                  </a:cubicBezTo>
                  <a:cubicBezTo>
                    <a:pt x="883" y="394"/>
                    <a:pt x="775" y="197"/>
                    <a:pt x="571" y="81"/>
                  </a:cubicBezTo>
                  <a:cubicBezTo>
                    <a:pt x="475" y="27"/>
                    <a:pt x="374" y="0"/>
                    <a:pt x="2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41"/>
            <p:cNvSpPr/>
            <p:nvPr/>
          </p:nvSpPr>
          <p:spPr>
            <a:xfrm>
              <a:off x="6312079" y="2583605"/>
              <a:ext cx="43193" cy="33782"/>
            </a:xfrm>
            <a:custGeom>
              <a:rect b="b" l="l" r="r" t="t"/>
              <a:pathLst>
                <a:path extrusionOk="0" h="700" w="895">
                  <a:moveTo>
                    <a:pt x="425" y="1"/>
                  </a:moveTo>
                  <a:cubicBezTo>
                    <a:pt x="387" y="1"/>
                    <a:pt x="350" y="6"/>
                    <a:pt x="314" y="14"/>
                  </a:cubicBezTo>
                  <a:lnTo>
                    <a:pt x="155" y="89"/>
                  </a:lnTo>
                  <a:cubicBezTo>
                    <a:pt x="110" y="124"/>
                    <a:pt x="74" y="170"/>
                    <a:pt x="55" y="228"/>
                  </a:cubicBezTo>
                  <a:cubicBezTo>
                    <a:pt x="0" y="409"/>
                    <a:pt x="129" y="610"/>
                    <a:pt x="345" y="677"/>
                  </a:cubicBezTo>
                  <a:cubicBezTo>
                    <a:pt x="393" y="692"/>
                    <a:pt x="441" y="699"/>
                    <a:pt x="487" y="699"/>
                  </a:cubicBezTo>
                  <a:cubicBezTo>
                    <a:pt x="652" y="699"/>
                    <a:pt x="796" y="611"/>
                    <a:pt x="839" y="469"/>
                  </a:cubicBezTo>
                  <a:cubicBezTo>
                    <a:pt x="895" y="288"/>
                    <a:pt x="766" y="87"/>
                    <a:pt x="549" y="19"/>
                  </a:cubicBezTo>
                  <a:cubicBezTo>
                    <a:pt x="506" y="6"/>
                    <a:pt x="465" y="1"/>
                    <a:pt x="4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41"/>
            <p:cNvSpPr/>
            <p:nvPr/>
          </p:nvSpPr>
          <p:spPr>
            <a:xfrm>
              <a:off x="6757036" y="2558751"/>
              <a:ext cx="31128" cy="38077"/>
            </a:xfrm>
            <a:custGeom>
              <a:rect b="b" l="l" r="r" t="t"/>
              <a:pathLst>
                <a:path extrusionOk="0" h="789" w="645">
                  <a:moveTo>
                    <a:pt x="523" y="1"/>
                  </a:moveTo>
                  <a:cubicBezTo>
                    <a:pt x="433" y="1"/>
                    <a:pt x="290" y="122"/>
                    <a:pt x="176" y="302"/>
                  </a:cubicBezTo>
                  <a:cubicBezTo>
                    <a:pt x="42" y="514"/>
                    <a:pt x="0" y="726"/>
                    <a:pt x="81" y="777"/>
                  </a:cubicBezTo>
                  <a:cubicBezTo>
                    <a:pt x="93" y="785"/>
                    <a:pt x="106" y="788"/>
                    <a:pt x="121" y="788"/>
                  </a:cubicBezTo>
                  <a:cubicBezTo>
                    <a:pt x="211" y="788"/>
                    <a:pt x="355" y="668"/>
                    <a:pt x="469" y="487"/>
                  </a:cubicBezTo>
                  <a:cubicBezTo>
                    <a:pt x="603" y="275"/>
                    <a:pt x="645" y="62"/>
                    <a:pt x="564" y="12"/>
                  </a:cubicBezTo>
                  <a:cubicBezTo>
                    <a:pt x="553" y="5"/>
                    <a:pt x="539" y="1"/>
                    <a:pt x="5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41"/>
            <p:cNvSpPr/>
            <p:nvPr/>
          </p:nvSpPr>
          <p:spPr>
            <a:xfrm>
              <a:off x="6431329" y="2520818"/>
              <a:ext cx="34120" cy="27219"/>
            </a:xfrm>
            <a:custGeom>
              <a:rect b="b" l="l" r="r" t="t"/>
              <a:pathLst>
                <a:path extrusionOk="0" h="564" w="707">
                  <a:moveTo>
                    <a:pt x="647" y="0"/>
                  </a:moveTo>
                  <a:lnTo>
                    <a:pt x="0" y="304"/>
                  </a:lnTo>
                  <a:cubicBezTo>
                    <a:pt x="200" y="487"/>
                    <a:pt x="352" y="564"/>
                    <a:pt x="460" y="564"/>
                  </a:cubicBezTo>
                  <a:cubicBezTo>
                    <a:pt x="653" y="564"/>
                    <a:pt x="707" y="321"/>
                    <a:pt x="6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41"/>
            <p:cNvSpPr/>
            <p:nvPr/>
          </p:nvSpPr>
          <p:spPr>
            <a:xfrm>
              <a:off x="6488855" y="2667384"/>
              <a:ext cx="109357" cy="58925"/>
            </a:xfrm>
            <a:custGeom>
              <a:rect b="b" l="l" r="r" t="t"/>
              <a:pathLst>
                <a:path extrusionOk="0" h="1221" w="2266">
                  <a:moveTo>
                    <a:pt x="618" y="1"/>
                  </a:moveTo>
                  <a:cubicBezTo>
                    <a:pt x="290" y="1"/>
                    <a:pt x="1" y="127"/>
                    <a:pt x="304" y="235"/>
                  </a:cubicBezTo>
                  <a:cubicBezTo>
                    <a:pt x="710" y="381"/>
                    <a:pt x="313" y="1056"/>
                    <a:pt x="567" y="1146"/>
                  </a:cubicBezTo>
                  <a:cubicBezTo>
                    <a:pt x="619" y="1165"/>
                    <a:pt x="669" y="1172"/>
                    <a:pt x="721" y="1172"/>
                  </a:cubicBezTo>
                  <a:cubicBezTo>
                    <a:pt x="852" y="1172"/>
                    <a:pt x="989" y="1128"/>
                    <a:pt x="1153" y="1128"/>
                  </a:cubicBezTo>
                  <a:cubicBezTo>
                    <a:pt x="1240" y="1128"/>
                    <a:pt x="1336" y="1140"/>
                    <a:pt x="1443" y="1179"/>
                  </a:cubicBezTo>
                  <a:cubicBezTo>
                    <a:pt x="1525" y="1208"/>
                    <a:pt x="1615" y="1220"/>
                    <a:pt x="1700" y="1220"/>
                  </a:cubicBezTo>
                  <a:cubicBezTo>
                    <a:pt x="2016" y="1220"/>
                    <a:pt x="2266" y="1044"/>
                    <a:pt x="1791" y="873"/>
                  </a:cubicBezTo>
                  <a:cubicBezTo>
                    <a:pt x="1184" y="655"/>
                    <a:pt x="1338" y="192"/>
                    <a:pt x="946" y="51"/>
                  </a:cubicBezTo>
                  <a:cubicBezTo>
                    <a:pt x="847" y="15"/>
                    <a:pt x="730" y="1"/>
                    <a:pt x="6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41"/>
            <p:cNvSpPr/>
            <p:nvPr/>
          </p:nvSpPr>
          <p:spPr>
            <a:xfrm>
              <a:off x="6680541" y="2366896"/>
              <a:ext cx="134694" cy="123256"/>
            </a:xfrm>
            <a:custGeom>
              <a:rect b="b" l="l" r="r" t="t"/>
              <a:pathLst>
                <a:path extrusionOk="0" h="2554" w="2791">
                  <a:moveTo>
                    <a:pt x="2385" y="0"/>
                  </a:moveTo>
                  <a:lnTo>
                    <a:pt x="0" y="1116"/>
                  </a:lnTo>
                  <a:cubicBezTo>
                    <a:pt x="398" y="1402"/>
                    <a:pt x="1234" y="1359"/>
                    <a:pt x="1434" y="2142"/>
                  </a:cubicBezTo>
                  <a:cubicBezTo>
                    <a:pt x="1510" y="2438"/>
                    <a:pt x="1641" y="2553"/>
                    <a:pt x="1781" y="2553"/>
                  </a:cubicBezTo>
                  <a:cubicBezTo>
                    <a:pt x="2096" y="2553"/>
                    <a:pt x="2458" y="1974"/>
                    <a:pt x="2350" y="1550"/>
                  </a:cubicBezTo>
                  <a:cubicBezTo>
                    <a:pt x="2194" y="936"/>
                    <a:pt x="2791" y="533"/>
                    <a:pt x="2687" y="131"/>
                  </a:cubicBezTo>
                  <a:cubicBezTo>
                    <a:pt x="2664" y="41"/>
                    <a:pt x="2549" y="7"/>
                    <a:pt x="23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41"/>
            <p:cNvSpPr/>
            <p:nvPr/>
          </p:nvSpPr>
          <p:spPr>
            <a:xfrm>
              <a:off x="6494309" y="2494613"/>
              <a:ext cx="43724" cy="27991"/>
            </a:xfrm>
            <a:custGeom>
              <a:rect b="b" l="l" r="r" t="t"/>
              <a:pathLst>
                <a:path extrusionOk="0" h="580" w="906">
                  <a:moveTo>
                    <a:pt x="497" y="1"/>
                  </a:moveTo>
                  <a:lnTo>
                    <a:pt x="0" y="235"/>
                  </a:lnTo>
                  <a:cubicBezTo>
                    <a:pt x="18" y="451"/>
                    <a:pt x="298" y="579"/>
                    <a:pt x="543" y="579"/>
                  </a:cubicBezTo>
                  <a:cubicBezTo>
                    <a:pt x="629" y="579"/>
                    <a:pt x="711" y="564"/>
                    <a:pt x="777" y="530"/>
                  </a:cubicBezTo>
                  <a:cubicBezTo>
                    <a:pt x="832" y="502"/>
                    <a:pt x="887" y="457"/>
                    <a:pt x="896" y="396"/>
                  </a:cubicBezTo>
                  <a:cubicBezTo>
                    <a:pt x="905" y="330"/>
                    <a:pt x="860" y="269"/>
                    <a:pt x="813" y="221"/>
                  </a:cubicBezTo>
                  <a:cubicBezTo>
                    <a:pt x="723" y="128"/>
                    <a:pt x="615" y="55"/>
                    <a:pt x="4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41"/>
            <p:cNvSpPr/>
            <p:nvPr/>
          </p:nvSpPr>
          <p:spPr>
            <a:xfrm>
              <a:off x="6483933" y="2547748"/>
              <a:ext cx="15878" cy="17470"/>
            </a:xfrm>
            <a:custGeom>
              <a:rect b="b" l="l" r="r" t="t"/>
              <a:pathLst>
                <a:path extrusionOk="0" h="362" w="329">
                  <a:moveTo>
                    <a:pt x="108" y="1"/>
                  </a:moveTo>
                  <a:cubicBezTo>
                    <a:pt x="102" y="1"/>
                    <a:pt x="96" y="4"/>
                    <a:pt x="92" y="6"/>
                  </a:cubicBezTo>
                  <a:cubicBezTo>
                    <a:pt x="33" y="39"/>
                    <a:pt x="0" y="107"/>
                    <a:pt x="3" y="174"/>
                  </a:cubicBezTo>
                  <a:cubicBezTo>
                    <a:pt x="5" y="253"/>
                    <a:pt x="65" y="362"/>
                    <a:pt x="144" y="362"/>
                  </a:cubicBezTo>
                  <a:cubicBezTo>
                    <a:pt x="165" y="362"/>
                    <a:pt x="188" y="354"/>
                    <a:pt x="211" y="335"/>
                  </a:cubicBezTo>
                  <a:cubicBezTo>
                    <a:pt x="328" y="243"/>
                    <a:pt x="194" y="86"/>
                    <a:pt x="125" y="12"/>
                  </a:cubicBezTo>
                  <a:cubicBezTo>
                    <a:pt x="120" y="6"/>
                    <a:pt x="117" y="4"/>
                    <a:pt x="111" y="1"/>
                  </a:cubicBezTo>
                  <a:cubicBezTo>
                    <a:pt x="110" y="1"/>
                    <a:pt x="109" y="1"/>
                    <a:pt x="1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41"/>
            <p:cNvSpPr/>
            <p:nvPr/>
          </p:nvSpPr>
          <p:spPr>
            <a:xfrm>
              <a:off x="6380029" y="2574387"/>
              <a:ext cx="30935" cy="20559"/>
            </a:xfrm>
            <a:custGeom>
              <a:rect b="b" l="l" r="r" t="t"/>
              <a:pathLst>
                <a:path extrusionOk="0" h="426" w="641">
                  <a:moveTo>
                    <a:pt x="245" y="1"/>
                  </a:moveTo>
                  <a:cubicBezTo>
                    <a:pt x="219" y="1"/>
                    <a:pt x="192" y="5"/>
                    <a:pt x="169" y="17"/>
                  </a:cubicBezTo>
                  <a:cubicBezTo>
                    <a:pt x="143" y="30"/>
                    <a:pt x="123" y="52"/>
                    <a:pt x="104" y="72"/>
                  </a:cubicBezTo>
                  <a:cubicBezTo>
                    <a:pt x="1" y="190"/>
                    <a:pt x="28" y="291"/>
                    <a:pt x="150" y="381"/>
                  </a:cubicBezTo>
                  <a:cubicBezTo>
                    <a:pt x="193" y="413"/>
                    <a:pt x="244" y="425"/>
                    <a:pt x="296" y="425"/>
                  </a:cubicBezTo>
                  <a:cubicBezTo>
                    <a:pt x="363" y="425"/>
                    <a:pt x="433" y="406"/>
                    <a:pt x="495" y="386"/>
                  </a:cubicBezTo>
                  <a:cubicBezTo>
                    <a:pt x="546" y="369"/>
                    <a:pt x="600" y="342"/>
                    <a:pt x="619" y="292"/>
                  </a:cubicBezTo>
                  <a:cubicBezTo>
                    <a:pt x="640" y="228"/>
                    <a:pt x="593" y="161"/>
                    <a:pt x="541" y="119"/>
                  </a:cubicBezTo>
                  <a:cubicBezTo>
                    <a:pt x="472" y="63"/>
                    <a:pt x="388" y="24"/>
                    <a:pt x="300" y="6"/>
                  </a:cubicBezTo>
                  <a:cubicBezTo>
                    <a:pt x="283" y="3"/>
                    <a:pt x="264" y="1"/>
                    <a:pt x="2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41"/>
            <p:cNvSpPr/>
            <p:nvPr/>
          </p:nvSpPr>
          <p:spPr>
            <a:xfrm>
              <a:off x="6400250" y="2634471"/>
              <a:ext cx="48067" cy="37305"/>
            </a:xfrm>
            <a:custGeom>
              <a:rect b="b" l="l" r="r" t="t"/>
              <a:pathLst>
                <a:path extrusionOk="0" h="773" w="996">
                  <a:moveTo>
                    <a:pt x="503" y="1"/>
                  </a:moveTo>
                  <a:cubicBezTo>
                    <a:pt x="474" y="1"/>
                    <a:pt x="444" y="4"/>
                    <a:pt x="414" y="10"/>
                  </a:cubicBezTo>
                  <a:cubicBezTo>
                    <a:pt x="253" y="48"/>
                    <a:pt x="134" y="189"/>
                    <a:pt x="59" y="337"/>
                  </a:cubicBezTo>
                  <a:cubicBezTo>
                    <a:pt x="28" y="398"/>
                    <a:pt x="1" y="467"/>
                    <a:pt x="2" y="538"/>
                  </a:cubicBezTo>
                  <a:cubicBezTo>
                    <a:pt x="7" y="713"/>
                    <a:pt x="172" y="773"/>
                    <a:pt x="328" y="773"/>
                  </a:cubicBezTo>
                  <a:cubicBezTo>
                    <a:pt x="383" y="773"/>
                    <a:pt x="438" y="765"/>
                    <a:pt x="483" y="753"/>
                  </a:cubicBezTo>
                  <a:cubicBezTo>
                    <a:pt x="612" y="717"/>
                    <a:pt x="727" y="647"/>
                    <a:pt x="839" y="572"/>
                  </a:cubicBezTo>
                  <a:cubicBezTo>
                    <a:pt x="911" y="523"/>
                    <a:pt x="989" y="460"/>
                    <a:pt x="995" y="375"/>
                  </a:cubicBezTo>
                  <a:cubicBezTo>
                    <a:pt x="996" y="335"/>
                    <a:pt x="982" y="295"/>
                    <a:pt x="962" y="259"/>
                  </a:cubicBezTo>
                  <a:cubicBezTo>
                    <a:pt x="905" y="155"/>
                    <a:pt x="801" y="79"/>
                    <a:pt x="690" y="37"/>
                  </a:cubicBezTo>
                  <a:cubicBezTo>
                    <a:pt x="630" y="14"/>
                    <a:pt x="567" y="1"/>
                    <a:pt x="5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41"/>
            <p:cNvSpPr/>
            <p:nvPr/>
          </p:nvSpPr>
          <p:spPr>
            <a:xfrm rot="-2217501">
              <a:off x="6098558" y="2729528"/>
              <a:ext cx="30886" cy="55546"/>
            </a:xfrm>
            <a:custGeom>
              <a:rect b="b" l="l" r="r" t="t"/>
              <a:pathLst>
                <a:path extrusionOk="0" h="1151" w="640">
                  <a:moveTo>
                    <a:pt x="0" y="1"/>
                  </a:moveTo>
                  <a:lnTo>
                    <a:pt x="0" y="1001"/>
                  </a:lnTo>
                  <a:cubicBezTo>
                    <a:pt x="22" y="1017"/>
                    <a:pt x="43" y="1035"/>
                    <a:pt x="67" y="1051"/>
                  </a:cubicBezTo>
                  <a:cubicBezTo>
                    <a:pt x="141" y="1101"/>
                    <a:pt x="227" y="1150"/>
                    <a:pt x="314" y="1150"/>
                  </a:cubicBezTo>
                  <a:cubicBezTo>
                    <a:pt x="336" y="1150"/>
                    <a:pt x="358" y="1147"/>
                    <a:pt x="380" y="1139"/>
                  </a:cubicBezTo>
                  <a:cubicBezTo>
                    <a:pt x="430" y="1122"/>
                    <a:pt x="470" y="1084"/>
                    <a:pt x="504" y="1041"/>
                  </a:cubicBezTo>
                  <a:cubicBezTo>
                    <a:pt x="599" y="919"/>
                    <a:pt x="639" y="759"/>
                    <a:pt x="634" y="603"/>
                  </a:cubicBezTo>
                  <a:cubicBezTo>
                    <a:pt x="631" y="483"/>
                    <a:pt x="599" y="358"/>
                    <a:pt x="531" y="261"/>
                  </a:cubicBezTo>
                  <a:cubicBezTo>
                    <a:pt x="413" y="95"/>
                    <a:pt x="204" y="22"/>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41"/>
            <p:cNvSpPr/>
            <p:nvPr/>
          </p:nvSpPr>
          <p:spPr>
            <a:xfrm>
              <a:off x="6411012" y="2678436"/>
              <a:ext cx="20607" cy="10183"/>
            </a:xfrm>
            <a:custGeom>
              <a:rect b="b" l="l" r="r" t="t"/>
              <a:pathLst>
                <a:path extrusionOk="0" h="211" w="427">
                  <a:moveTo>
                    <a:pt x="244" y="1"/>
                  </a:moveTo>
                  <a:cubicBezTo>
                    <a:pt x="186" y="1"/>
                    <a:pt x="127" y="19"/>
                    <a:pt x="81" y="55"/>
                  </a:cubicBezTo>
                  <a:cubicBezTo>
                    <a:pt x="1" y="118"/>
                    <a:pt x="72" y="179"/>
                    <a:pt x="146" y="199"/>
                  </a:cubicBezTo>
                  <a:cubicBezTo>
                    <a:pt x="172" y="207"/>
                    <a:pt x="197" y="210"/>
                    <a:pt x="221" y="210"/>
                  </a:cubicBezTo>
                  <a:cubicBezTo>
                    <a:pt x="300" y="210"/>
                    <a:pt x="369" y="171"/>
                    <a:pt x="420" y="98"/>
                  </a:cubicBezTo>
                  <a:cubicBezTo>
                    <a:pt x="422" y="93"/>
                    <a:pt x="426" y="86"/>
                    <a:pt x="426" y="79"/>
                  </a:cubicBezTo>
                  <a:cubicBezTo>
                    <a:pt x="426" y="71"/>
                    <a:pt x="420" y="66"/>
                    <a:pt x="413" y="62"/>
                  </a:cubicBezTo>
                  <a:cubicBezTo>
                    <a:pt x="379" y="32"/>
                    <a:pt x="339" y="15"/>
                    <a:pt x="296" y="6"/>
                  </a:cubicBezTo>
                  <a:cubicBezTo>
                    <a:pt x="279" y="2"/>
                    <a:pt x="262" y="1"/>
                    <a:pt x="2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41"/>
            <p:cNvSpPr/>
            <p:nvPr/>
          </p:nvSpPr>
          <p:spPr>
            <a:xfrm>
              <a:off x="6416329" y="2747154"/>
              <a:ext cx="39718" cy="23840"/>
            </a:xfrm>
            <a:custGeom>
              <a:rect b="b" l="l" r="r" t="t"/>
              <a:pathLst>
                <a:path extrusionOk="0" h="494" w="823">
                  <a:moveTo>
                    <a:pt x="192" y="1"/>
                  </a:moveTo>
                  <a:cubicBezTo>
                    <a:pt x="112" y="1"/>
                    <a:pt x="0" y="55"/>
                    <a:pt x="13" y="147"/>
                  </a:cubicBezTo>
                  <a:cubicBezTo>
                    <a:pt x="23" y="213"/>
                    <a:pt x="120" y="284"/>
                    <a:pt x="175" y="314"/>
                  </a:cubicBezTo>
                  <a:cubicBezTo>
                    <a:pt x="325" y="395"/>
                    <a:pt x="483" y="494"/>
                    <a:pt x="656" y="494"/>
                  </a:cubicBezTo>
                  <a:cubicBezTo>
                    <a:pt x="673" y="494"/>
                    <a:pt x="689" y="493"/>
                    <a:pt x="705" y="491"/>
                  </a:cubicBezTo>
                  <a:cubicBezTo>
                    <a:pt x="746" y="486"/>
                    <a:pt x="793" y="472"/>
                    <a:pt x="806" y="433"/>
                  </a:cubicBezTo>
                  <a:cubicBezTo>
                    <a:pt x="822" y="397"/>
                    <a:pt x="797" y="357"/>
                    <a:pt x="773" y="324"/>
                  </a:cubicBezTo>
                  <a:cubicBezTo>
                    <a:pt x="637" y="150"/>
                    <a:pt x="430" y="33"/>
                    <a:pt x="213" y="2"/>
                  </a:cubicBezTo>
                  <a:cubicBezTo>
                    <a:pt x="206" y="1"/>
                    <a:pt x="199" y="1"/>
                    <a:pt x="1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41"/>
            <p:cNvSpPr/>
            <p:nvPr/>
          </p:nvSpPr>
          <p:spPr>
            <a:xfrm>
              <a:off x="6367201" y="2782722"/>
              <a:ext cx="26157" cy="16891"/>
            </a:xfrm>
            <a:custGeom>
              <a:rect b="b" l="l" r="r" t="t"/>
              <a:pathLst>
                <a:path extrusionOk="0" h="350" w="542">
                  <a:moveTo>
                    <a:pt x="224" y="0"/>
                  </a:moveTo>
                  <a:cubicBezTo>
                    <a:pt x="203" y="0"/>
                    <a:pt x="183" y="2"/>
                    <a:pt x="163" y="8"/>
                  </a:cubicBezTo>
                  <a:cubicBezTo>
                    <a:pt x="15" y="45"/>
                    <a:pt x="1" y="212"/>
                    <a:pt x="104" y="310"/>
                  </a:cubicBezTo>
                  <a:cubicBezTo>
                    <a:pt x="136" y="339"/>
                    <a:pt x="183" y="350"/>
                    <a:pt x="234" y="350"/>
                  </a:cubicBezTo>
                  <a:cubicBezTo>
                    <a:pt x="316" y="350"/>
                    <a:pt x="408" y="322"/>
                    <a:pt x="464" y="294"/>
                  </a:cubicBezTo>
                  <a:cubicBezTo>
                    <a:pt x="493" y="279"/>
                    <a:pt x="520" y="253"/>
                    <a:pt x="531" y="220"/>
                  </a:cubicBezTo>
                  <a:cubicBezTo>
                    <a:pt x="542" y="180"/>
                    <a:pt x="526" y="138"/>
                    <a:pt x="497" y="108"/>
                  </a:cubicBezTo>
                  <a:cubicBezTo>
                    <a:pt x="468" y="78"/>
                    <a:pt x="432" y="59"/>
                    <a:pt x="394" y="43"/>
                  </a:cubicBezTo>
                  <a:cubicBezTo>
                    <a:pt x="339" y="19"/>
                    <a:pt x="281" y="0"/>
                    <a:pt x="2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41"/>
            <p:cNvSpPr/>
            <p:nvPr/>
          </p:nvSpPr>
          <p:spPr>
            <a:xfrm>
              <a:off x="6650710" y="2508849"/>
              <a:ext cx="21138" cy="19497"/>
            </a:xfrm>
            <a:custGeom>
              <a:rect b="b" l="l" r="r" t="t"/>
              <a:pathLst>
                <a:path extrusionOk="0" h="404" w="438">
                  <a:moveTo>
                    <a:pt x="303" y="0"/>
                  </a:moveTo>
                  <a:cubicBezTo>
                    <a:pt x="222" y="0"/>
                    <a:pt x="138" y="27"/>
                    <a:pt x="80" y="86"/>
                  </a:cubicBezTo>
                  <a:cubicBezTo>
                    <a:pt x="24" y="144"/>
                    <a:pt x="1" y="237"/>
                    <a:pt x="32" y="310"/>
                  </a:cubicBezTo>
                  <a:cubicBezTo>
                    <a:pt x="38" y="328"/>
                    <a:pt x="49" y="344"/>
                    <a:pt x="63" y="357"/>
                  </a:cubicBezTo>
                  <a:cubicBezTo>
                    <a:pt x="95" y="390"/>
                    <a:pt x="129" y="404"/>
                    <a:pt x="162" y="404"/>
                  </a:cubicBezTo>
                  <a:cubicBezTo>
                    <a:pt x="269" y="404"/>
                    <a:pt x="372" y="262"/>
                    <a:pt x="408" y="176"/>
                  </a:cubicBezTo>
                  <a:cubicBezTo>
                    <a:pt x="426" y="130"/>
                    <a:pt x="437" y="75"/>
                    <a:pt x="406" y="39"/>
                  </a:cubicBezTo>
                  <a:cubicBezTo>
                    <a:pt x="383" y="8"/>
                    <a:pt x="340" y="2"/>
                    <a:pt x="3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41"/>
            <p:cNvSpPr/>
            <p:nvPr/>
          </p:nvSpPr>
          <p:spPr>
            <a:xfrm>
              <a:off x="6692063" y="2509137"/>
              <a:ext cx="30790" cy="17711"/>
            </a:xfrm>
            <a:custGeom>
              <a:rect b="b" l="l" r="r" t="t"/>
              <a:pathLst>
                <a:path extrusionOk="0" h="367" w="638">
                  <a:moveTo>
                    <a:pt x="263" y="1"/>
                  </a:moveTo>
                  <a:cubicBezTo>
                    <a:pt x="255" y="1"/>
                    <a:pt x="247" y="2"/>
                    <a:pt x="238" y="3"/>
                  </a:cubicBezTo>
                  <a:cubicBezTo>
                    <a:pt x="1" y="45"/>
                    <a:pt x="178" y="366"/>
                    <a:pt x="375" y="366"/>
                  </a:cubicBezTo>
                  <a:cubicBezTo>
                    <a:pt x="392" y="366"/>
                    <a:pt x="409" y="364"/>
                    <a:pt x="426" y="359"/>
                  </a:cubicBezTo>
                  <a:cubicBezTo>
                    <a:pt x="638" y="295"/>
                    <a:pt x="440" y="1"/>
                    <a:pt x="2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41"/>
            <p:cNvSpPr/>
            <p:nvPr/>
          </p:nvSpPr>
          <p:spPr>
            <a:xfrm>
              <a:off x="6693236" y="2570864"/>
              <a:ext cx="27412" cy="26157"/>
            </a:xfrm>
            <a:custGeom>
              <a:rect b="b" l="l" r="r" t="t"/>
              <a:pathLst>
                <a:path extrusionOk="0" h="542" w="568">
                  <a:moveTo>
                    <a:pt x="306" y="1"/>
                  </a:moveTo>
                  <a:cubicBezTo>
                    <a:pt x="295" y="1"/>
                    <a:pt x="284" y="2"/>
                    <a:pt x="272" y="4"/>
                  </a:cubicBezTo>
                  <a:cubicBezTo>
                    <a:pt x="229" y="12"/>
                    <a:pt x="193" y="39"/>
                    <a:pt x="161" y="69"/>
                  </a:cubicBezTo>
                  <a:cubicBezTo>
                    <a:pt x="60" y="163"/>
                    <a:pt x="1" y="301"/>
                    <a:pt x="5" y="439"/>
                  </a:cubicBezTo>
                  <a:cubicBezTo>
                    <a:pt x="5" y="453"/>
                    <a:pt x="6" y="467"/>
                    <a:pt x="13" y="479"/>
                  </a:cubicBezTo>
                  <a:cubicBezTo>
                    <a:pt x="18" y="488"/>
                    <a:pt x="28" y="494"/>
                    <a:pt x="39" y="502"/>
                  </a:cubicBezTo>
                  <a:cubicBezTo>
                    <a:pt x="78" y="530"/>
                    <a:pt x="118" y="541"/>
                    <a:pt x="158" y="541"/>
                  </a:cubicBezTo>
                  <a:cubicBezTo>
                    <a:pt x="291" y="541"/>
                    <a:pt x="421" y="414"/>
                    <a:pt x="503" y="314"/>
                  </a:cubicBezTo>
                  <a:cubicBezTo>
                    <a:pt x="537" y="274"/>
                    <a:pt x="568" y="224"/>
                    <a:pt x="552" y="176"/>
                  </a:cubicBezTo>
                  <a:cubicBezTo>
                    <a:pt x="545" y="150"/>
                    <a:pt x="529" y="130"/>
                    <a:pt x="510" y="112"/>
                  </a:cubicBezTo>
                  <a:cubicBezTo>
                    <a:pt x="456" y="53"/>
                    <a:pt x="383" y="1"/>
                    <a:pt x="3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41"/>
            <p:cNvSpPr/>
            <p:nvPr/>
          </p:nvSpPr>
          <p:spPr>
            <a:xfrm>
              <a:off x="6640102" y="2664923"/>
              <a:ext cx="19111" cy="14961"/>
            </a:xfrm>
            <a:custGeom>
              <a:rect b="b" l="l" r="r" t="t"/>
              <a:pathLst>
                <a:path extrusionOk="0" h="310" w="396">
                  <a:moveTo>
                    <a:pt x="301" y="1"/>
                  </a:moveTo>
                  <a:cubicBezTo>
                    <a:pt x="295" y="1"/>
                    <a:pt x="290" y="2"/>
                    <a:pt x="285" y="2"/>
                  </a:cubicBezTo>
                  <a:cubicBezTo>
                    <a:pt x="196" y="17"/>
                    <a:pt x="114" y="68"/>
                    <a:pt x="56" y="137"/>
                  </a:cubicBezTo>
                  <a:cubicBezTo>
                    <a:pt x="6" y="198"/>
                    <a:pt x="1" y="299"/>
                    <a:pt x="107" y="310"/>
                  </a:cubicBezTo>
                  <a:cubicBezTo>
                    <a:pt x="108" y="310"/>
                    <a:pt x="109" y="310"/>
                    <a:pt x="111" y="310"/>
                  </a:cubicBezTo>
                  <a:cubicBezTo>
                    <a:pt x="201" y="310"/>
                    <a:pt x="396" y="27"/>
                    <a:pt x="312" y="2"/>
                  </a:cubicBezTo>
                  <a:cubicBezTo>
                    <a:pt x="308" y="1"/>
                    <a:pt x="304" y="1"/>
                    <a:pt x="3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41"/>
            <p:cNvSpPr/>
            <p:nvPr/>
          </p:nvSpPr>
          <p:spPr>
            <a:xfrm>
              <a:off x="6613221" y="2709708"/>
              <a:ext cx="21186" cy="16843"/>
            </a:xfrm>
            <a:custGeom>
              <a:rect b="b" l="l" r="r" t="t"/>
              <a:pathLst>
                <a:path extrusionOk="0" h="349" w="439">
                  <a:moveTo>
                    <a:pt x="276" y="1"/>
                  </a:moveTo>
                  <a:cubicBezTo>
                    <a:pt x="261" y="1"/>
                    <a:pt x="246" y="3"/>
                    <a:pt x="231" y="8"/>
                  </a:cubicBezTo>
                  <a:cubicBezTo>
                    <a:pt x="198" y="18"/>
                    <a:pt x="168" y="40"/>
                    <a:pt x="143" y="63"/>
                  </a:cubicBezTo>
                  <a:cubicBezTo>
                    <a:pt x="104" y="100"/>
                    <a:pt x="70" y="143"/>
                    <a:pt x="37" y="188"/>
                  </a:cubicBezTo>
                  <a:cubicBezTo>
                    <a:pt x="25" y="202"/>
                    <a:pt x="14" y="217"/>
                    <a:pt x="9" y="235"/>
                  </a:cubicBezTo>
                  <a:cubicBezTo>
                    <a:pt x="1" y="268"/>
                    <a:pt x="9" y="320"/>
                    <a:pt x="22" y="349"/>
                  </a:cubicBezTo>
                  <a:cubicBezTo>
                    <a:pt x="150" y="315"/>
                    <a:pt x="291" y="224"/>
                    <a:pt x="398" y="149"/>
                  </a:cubicBezTo>
                  <a:cubicBezTo>
                    <a:pt x="418" y="135"/>
                    <a:pt x="438" y="115"/>
                    <a:pt x="436" y="92"/>
                  </a:cubicBezTo>
                  <a:cubicBezTo>
                    <a:pt x="434" y="79"/>
                    <a:pt x="424" y="68"/>
                    <a:pt x="414" y="59"/>
                  </a:cubicBezTo>
                  <a:cubicBezTo>
                    <a:pt x="378" y="25"/>
                    <a:pt x="327" y="1"/>
                    <a:pt x="2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41"/>
            <p:cNvSpPr/>
            <p:nvPr/>
          </p:nvSpPr>
          <p:spPr>
            <a:xfrm>
              <a:off x="6534799" y="2773846"/>
              <a:ext cx="26640" cy="8204"/>
            </a:xfrm>
            <a:custGeom>
              <a:rect b="b" l="l" r="r" t="t"/>
              <a:pathLst>
                <a:path extrusionOk="0" h="170" w="552">
                  <a:moveTo>
                    <a:pt x="445" y="1"/>
                  </a:moveTo>
                  <a:cubicBezTo>
                    <a:pt x="438" y="1"/>
                    <a:pt x="430" y="1"/>
                    <a:pt x="424" y="1"/>
                  </a:cubicBezTo>
                  <a:cubicBezTo>
                    <a:pt x="373" y="5"/>
                    <a:pt x="1" y="68"/>
                    <a:pt x="135" y="160"/>
                  </a:cubicBezTo>
                  <a:cubicBezTo>
                    <a:pt x="145" y="167"/>
                    <a:pt x="163" y="170"/>
                    <a:pt x="185" y="170"/>
                  </a:cubicBezTo>
                  <a:cubicBezTo>
                    <a:pt x="303" y="170"/>
                    <a:pt x="552" y="84"/>
                    <a:pt x="534" y="40"/>
                  </a:cubicBezTo>
                  <a:cubicBezTo>
                    <a:pt x="519" y="8"/>
                    <a:pt x="481" y="1"/>
                    <a:pt x="4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41"/>
            <p:cNvSpPr/>
            <p:nvPr/>
          </p:nvSpPr>
          <p:spPr>
            <a:xfrm>
              <a:off x="6480274" y="2834215"/>
              <a:ext cx="37112" cy="19352"/>
            </a:xfrm>
            <a:custGeom>
              <a:rect b="b" l="l" r="r" t="t"/>
              <a:pathLst>
                <a:path extrusionOk="0" h="401" w="769">
                  <a:moveTo>
                    <a:pt x="510" y="1"/>
                  </a:moveTo>
                  <a:cubicBezTo>
                    <a:pt x="459" y="1"/>
                    <a:pt x="409" y="12"/>
                    <a:pt x="365" y="36"/>
                  </a:cubicBezTo>
                  <a:cubicBezTo>
                    <a:pt x="230" y="110"/>
                    <a:pt x="165" y="271"/>
                    <a:pt x="34" y="348"/>
                  </a:cubicBezTo>
                  <a:cubicBezTo>
                    <a:pt x="1" y="367"/>
                    <a:pt x="12" y="391"/>
                    <a:pt x="42" y="399"/>
                  </a:cubicBezTo>
                  <a:cubicBezTo>
                    <a:pt x="46" y="400"/>
                    <a:pt x="49" y="401"/>
                    <a:pt x="53" y="401"/>
                  </a:cubicBezTo>
                  <a:cubicBezTo>
                    <a:pt x="76" y="401"/>
                    <a:pt x="104" y="379"/>
                    <a:pt x="123" y="371"/>
                  </a:cubicBezTo>
                  <a:cubicBezTo>
                    <a:pt x="183" y="345"/>
                    <a:pt x="239" y="340"/>
                    <a:pt x="303" y="331"/>
                  </a:cubicBezTo>
                  <a:cubicBezTo>
                    <a:pt x="455" y="305"/>
                    <a:pt x="602" y="253"/>
                    <a:pt x="737" y="176"/>
                  </a:cubicBezTo>
                  <a:cubicBezTo>
                    <a:pt x="752" y="167"/>
                    <a:pt x="769" y="153"/>
                    <a:pt x="769" y="137"/>
                  </a:cubicBezTo>
                  <a:cubicBezTo>
                    <a:pt x="769" y="126"/>
                    <a:pt x="762" y="118"/>
                    <a:pt x="756" y="110"/>
                  </a:cubicBezTo>
                  <a:cubicBezTo>
                    <a:pt x="695" y="40"/>
                    <a:pt x="602" y="1"/>
                    <a:pt x="5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41"/>
            <p:cNvSpPr/>
            <p:nvPr/>
          </p:nvSpPr>
          <p:spPr>
            <a:xfrm>
              <a:off x="6256396" y="2832719"/>
              <a:ext cx="41697" cy="14430"/>
            </a:xfrm>
            <a:custGeom>
              <a:rect b="b" l="l" r="r" t="t"/>
              <a:pathLst>
                <a:path extrusionOk="0" h="299" w="864">
                  <a:moveTo>
                    <a:pt x="506" y="0"/>
                  </a:moveTo>
                  <a:cubicBezTo>
                    <a:pt x="446" y="0"/>
                    <a:pt x="387" y="3"/>
                    <a:pt x="327" y="8"/>
                  </a:cubicBezTo>
                  <a:cubicBezTo>
                    <a:pt x="276" y="14"/>
                    <a:pt x="223" y="19"/>
                    <a:pt x="175" y="39"/>
                  </a:cubicBezTo>
                  <a:cubicBezTo>
                    <a:pt x="0" y="113"/>
                    <a:pt x="0" y="299"/>
                    <a:pt x="196" y="299"/>
                  </a:cubicBezTo>
                  <a:cubicBezTo>
                    <a:pt x="201" y="299"/>
                    <a:pt x="206" y="299"/>
                    <a:pt x="211" y="298"/>
                  </a:cubicBezTo>
                  <a:cubicBezTo>
                    <a:pt x="336" y="294"/>
                    <a:pt x="472" y="215"/>
                    <a:pt x="602" y="202"/>
                  </a:cubicBezTo>
                  <a:cubicBezTo>
                    <a:pt x="694" y="195"/>
                    <a:pt x="803" y="190"/>
                    <a:pt x="854" y="110"/>
                  </a:cubicBezTo>
                  <a:cubicBezTo>
                    <a:pt x="858" y="102"/>
                    <a:pt x="864" y="93"/>
                    <a:pt x="864" y="82"/>
                  </a:cubicBezTo>
                  <a:cubicBezTo>
                    <a:pt x="864" y="70"/>
                    <a:pt x="856" y="61"/>
                    <a:pt x="848" y="53"/>
                  </a:cubicBezTo>
                  <a:cubicBezTo>
                    <a:pt x="814" y="20"/>
                    <a:pt x="766" y="14"/>
                    <a:pt x="720" y="10"/>
                  </a:cubicBezTo>
                  <a:cubicBezTo>
                    <a:pt x="648" y="4"/>
                    <a:pt x="577" y="0"/>
                    <a:pt x="5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41"/>
            <p:cNvSpPr/>
            <p:nvPr/>
          </p:nvSpPr>
          <p:spPr>
            <a:xfrm>
              <a:off x="7515490" y="3643877"/>
              <a:ext cx="177452" cy="261521"/>
            </a:xfrm>
            <a:custGeom>
              <a:rect b="b" l="l" r="r" t="t"/>
              <a:pathLst>
                <a:path extrusionOk="0" h="5419" w="3677">
                  <a:moveTo>
                    <a:pt x="659" y="0"/>
                  </a:moveTo>
                  <a:lnTo>
                    <a:pt x="0" y="5419"/>
                  </a:lnTo>
                  <a:lnTo>
                    <a:pt x="3677" y="497"/>
                  </a:lnTo>
                  <a:lnTo>
                    <a:pt x="65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41"/>
            <p:cNvSpPr/>
            <p:nvPr/>
          </p:nvSpPr>
          <p:spPr>
            <a:xfrm>
              <a:off x="7505549" y="3432595"/>
              <a:ext cx="168186" cy="186766"/>
            </a:xfrm>
            <a:custGeom>
              <a:rect b="b" l="l" r="r" t="t"/>
              <a:pathLst>
                <a:path extrusionOk="0" h="3870" w="3485">
                  <a:moveTo>
                    <a:pt x="1" y="0"/>
                  </a:moveTo>
                  <a:lnTo>
                    <a:pt x="865" y="3372"/>
                  </a:lnTo>
                  <a:lnTo>
                    <a:pt x="3484" y="3869"/>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41"/>
            <p:cNvSpPr/>
            <p:nvPr/>
          </p:nvSpPr>
          <p:spPr>
            <a:xfrm>
              <a:off x="7750179" y="4084539"/>
              <a:ext cx="265382" cy="269291"/>
            </a:xfrm>
            <a:custGeom>
              <a:rect b="b" l="l" r="r" t="t"/>
              <a:pathLst>
                <a:path extrusionOk="0" h="5580" w="5499">
                  <a:moveTo>
                    <a:pt x="2812" y="1"/>
                  </a:moveTo>
                  <a:lnTo>
                    <a:pt x="1" y="5579"/>
                  </a:lnTo>
                  <a:lnTo>
                    <a:pt x="5499" y="5579"/>
                  </a:lnTo>
                  <a:lnTo>
                    <a:pt x="28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41"/>
            <p:cNvSpPr/>
            <p:nvPr/>
          </p:nvSpPr>
          <p:spPr>
            <a:xfrm>
              <a:off x="7559359" y="3987971"/>
              <a:ext cx="283817" cy="329857"/>
            </a:xfrm>
            <a:custGeom>
              <a:rect b="b" l="l" r="r" t="t"/>
              <a:pathLst>
                <a:path extrusionOk="0" h="6835" w="5881">
                  <a:moveTo>
                    <a:pt x="0" y="1"/>
                  </a:moveTo>
                  <a:lnTo>
                    <a:pt x="3027" y="6835"/>
                  </a:lnTo>
                  <a:lnTo>
                    <a:pt x="5881" y="1320"/>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41"/>
            <p:cNvSpPr/>
            <p:nvPr/>
          </p:nvSpPr>
          <p:spPr>
            <a:xfrm>
              <a:off x="7559359" y="3704154"/>
              <a:ext cx="285844" cy="289415"/>
            </a:xfrm>
            <a:custGeom>
              <a:rect b="b" l="l" r="r" t="t"/>
              <a:pathLst>
                <a:path extrusionOk="0" h="5997" w="5923">
                  <a:moveTo>
                    <a:pt x="3502" y="0"/>
                  </a:moveTo>
                  <a:lnTo>
                    <a:pt x="0" y="4763"/>
                  </a:lnTo>
                  <a:lnTo>
                    <a:pt x="5922" y="5996"/>
                  </a:lnTo>
                  <a:lnTo>
                    <a:pt x="350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41"/>
            <p:cNvSpPr/>
            <p:nvPr/>
          </p:nvSpPr>
          <p:spPr>
            <a:xfrm>
              <a:off x="6986512" y="3435973"/>
              <a:ext cx="175859" cy="117320"/>
            </a:xfrm>
            <a:custGeom>
              <a:rect b="b" l="l" r="r" t="t"/>
              <a:pathLst>
                <a:path extrusionOk="0" h="2431" w="3644">
                  <a:moveTo>
                    <a:pt x="0" y="0"/>
                  </a:moveTo>
                  <a:cubicBezTo>
                    <a:pt x="1" y="0"/>
                    <a:pt x="54" y="46"/>
                    <a:pt x="148" y="120"/>
                  </a:cubicBezTo>
                  <a:cubicBezTo>
                    <a:pt x="245" y="194"/>
                    <a:pt x="376" y="302"/>
                    <a:pt x="542" y="426"/>
                  </a:cubicBezTo>
                  <a:cubicBezTo>
                    <a:pt x="871" y="674"/>
                    <a:pt x="1315" y="990"/>
                    <a:pt x="1770" y="1295"/>
                  </a:cubicBezTo>
                  <a:cubicBezTo>
                    <a:pt x="2226" y="1598"/>
                    <a:pt x="2690" y="1890"/>
                    <a:pt x="3045" y="2098"/>
                  </a:cubicBezTo>
                  <a:cubicBezTo>
                    <a:pt x="3221" y="2203"/>
                    <a:pt x="3374" y="2283"/>
                    <a:pt x="3477" y="2342"/>
                  </a:cubicBezTo>
                  <a:cubicBezTo>
                    <a:pt x="3583" y="2401"/>
                    <a:pt x="3644" y="2431"/>
                    <a:pt x="3644" y="2431"/>
                  </a:cubicBezTo>
                  <a:cubicBezTo>
                    <a:pt x="3644" y="2431"/>
                    <a:pt x="3591" y="2387"/>
                    <a:pt x="3497" y="2313"/>
                  </a:cubicBezTo>
                  <a:cubicBezTo>
                    <a:pt x="3402" y="2239"/>
                    <a:pt x="3269" y="2129"/>
                    <a:pt x="3105" y="2006"/>
                  </a:cubicBezTo>
                  <a:cubicBezTo>
                    <a:pt x="2778" y="1758"/>
                    <a:pt x="2329" y="1442"/>
                    <a:pt x="1874" y="1138"/>
                  </a:cubicBezTo>
                  <a:cubicBezTo>
                    <a:pt x="1420" y="833"/>
                    <a:pt x="954" y="543"/>
                    <a:pt x="601" y="335"/>
                  </a:cubicBezTo>
                  <a:cubicBezTo>
                    <a:pt x="423" y="229"/>
                    <a:pt x="272" y="148"/>
                    <a:pt x="167" y="90"/>
                  </a:cubicBezTo>
                  <a:cubicBezTo>
                    <a:pt x="61" y="31"/>
                    <a:pt x="1"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41"/>
            <p:cNvSpPr/>
            <p:nvPr/>
          </p:nvSpPr>
          <p:spPr>
            <a:xfrm>
              <a:off x="6964072" y="3609178"/>
              <a:ext cx="206746" cy="288112"/>
            </a:xfrm>
            <a:custGeom>
              <a:rect b="b" l="l" r="r" t="t"/>
              <a:pathLst>
                <a:path extrusionOk="0" h="5970" w="4284">
                  <a:moveTo>
                    <a:pt x="4283" y="1"/>
                  </a:moveTo>
                  <a:lnTo>
                    <a:pt x="4283" y="1"/>
                  </a:lnTo>
                  <a:cubicBezTo>
                    <a:pt x="4283" y="1"/>
                    <a:pt x="4211" y="89"/>
                    <a:pt x="4085" y="245"/>
                  </a:cubicBezTo>
                  <a:cubicBezTo>
                    <a:pt x="3962" y="405"/>
                    <a:pt x="3780" y="627"/>
                    <a:pt x="3572" y="902"/>
                  </a:cubicBezTo>
                  <a:cubicBezTo>
                    <a:pt x="3363" y="1177"/>
                    <a:pt x="3116" y="1494"/>
                    <a:pt x="2861" y="1840"/>
                  </a:cubicBezTo>
                  <a:cubicBezTo>
                    <a:pt x="2605" y="2186"/>
                    <a:pt x="2336" y="2556"/>
                    <a:pt x="2066" y="2930"/>
                  </a:cubicBezTo>
                  <a:cubicBezTo>
                    <a:pt x="1799" y="3304"/>
                    <a:pt x="1533" y="3678"/>
                    <a:pt x="1289" y="4032"/>
                  </a:cubicBezTo>
                  <a:cubicBezTo>
                    <a:pt x="1042" y="4385"/>
                    <a:pt x="820" y="4721"/>
                    <a:pt x="627" y="5006"/>
                  </a:cubicBezTo>
                  <a:cubicBezTo>
                    <a:pt x="432" y="5292"/>
                    <a:pt x="282" y="5535"/>
                    <a:pt x="170" y="5703"/>
                  </a:cubicBezTo>
                  <a:cubicBezTo>
                    <a:pt x="63" y="5872"/>
                    <a:pt x="1" y="5970"/>
                    <a:pt x="1" y="5970"/>
                  </a:cubicBezTo>
                  <a:cubicBezTo>
                    <a:pt x="1" y="5970"/>
                    <a:pt x="73" y="5880"/>
                    <a:pt x="200" y="5724"/>
                  </a:cubicBezTo>
                  <a:cubicBezTo>
                    <a:pt x="323" y="5563"/>
                    <a:pt x="506" y="5341"/>
                    <a:pt x="713" y="5066"/>
                  </a:cubicBezTo>
                  <a:cubicBezTo>
                    <a:pt x="921" y="4791"/>
                    <a:pt x="1168" y="4474"/>
                    <a:pt x="1423" y="4129"/>
                  </a:cubicBezTo>
                  <a:cubicBezTo>
                    <a:pt x="1679" y="3782"/>
                    <a:pt x="1949" y="3412"/>
                    <a:pt x="2218" y="3038"/>
                  </a:cubicBezTo>
                  <a:cubicBezTo>
                    <a:pt x="2485" y="2664"/>
                    <a:pt x="2751" y="2292"/>
                    <a:pt x="2995" y="1937"/>
                  </a:cubicBezTo>
                  <a:cubicBezTo>
                    <a:pt x="3243" y="1585"/>
                    <a:pt x="3464" y="1250"/>
                    <a:pt x="3656" y="964"/>
                  </a:cubicBezTo>
                  <a:cubicBezTo>
                    <a:pt x="3851" y="679"/>
                    <a:pt x="4003" y="436"/>
                    <a:pt x="4114" y="268"/>
                  </a:cubicBezTo>
                  <a:cubicBezTo>
                    <a:pt x="4220" y="98"/>
                    <a:pt x="4283" y="1"/>
                    <a:pt x="42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41"/>
            <p:cNvSpPr/>
            <p:nvPr/>
          </p:nvSpPr>
          <p:spPr>
            <a:xfrm>
              <a:off x="7239443" y="3622498"/>
              <a:ext cx="217122" cy="300467"/>
            </a:xfrm>
            <a:custGeom>
              <a:rect b="b" l="l" r="r" t="t"/>
              <a:pathLst>
                <a:path extrusionOk="0" h="6226" w="4499">
                  <a:moveTo>
                    <a:pt x="1" y="0"/>
                  </a:moveTo>
                  <a:lnTo>
                    <a:pt x="1" y="0"/>
                  </a:lnTo>
                  <a:cubicBezTo>
                    <a:pt x="1" y="0"/>
                    <a:pt x="65" y="101"/>
                    <a:pt x="178" y="278"/>
                  </a:cubicBezTo>
                  <a:cubicBezTo>
                    <a:pt x="296" y="453"/>
                    <a:pt x="456" y="706"/>
                    <a:pt x="660" y="1003"/>
                  </a:cubicBezTo>
                  <a:cubicBezTo>
                    <a:pt x="866" y="1300"/>
                    <a:pt x="1098" y="1649"/>
                    <a:pt x="1357" y="2017"/>
                  </a:cubicBezTo>
                  <a:cubicBezTo>
                    <a:pt x="1614" y="2386"/>
                    <a:pt x="1894" y="2776"/>
                    <a:pt x="2172" y="3167"/>
                  </a:cubicBezTo>
                  <a:cubicBezTo>
                    <a:pt x="2454" y="3555"/>
                    <a:pt x="2739" y="3944"/>
                    <a:pt x="3007" y="4304"/>
                  </a:cubicBezTo>
                  <a:cubicBezTo>
                    <a:pt x="3276" y="4664"/>
                    <a:pt x="3534" y="4997"/>
                    <a:pt x="3753" y="5284"/>
                  </a:cubicBezTo>
                  <a:cubicBezTo>
                    <a:pt x="3970" y="5570"/>
                    <a:pt x="4160" y="5803"/>
                    <a:pt x="4290" y="5969"/>
                  </a:cubicBezTo>
                  <a:cubicBezTo>
                    <a:pt x="4422" y="6132"/>
                    <a:pt x="4498" y="6226"/>
                    <a:pt x="4498" y="6226"/>
                  </a:cubicBezTo>
                  <a:cubicBezTo>
                    <a:pt x="4498" y="6226"/>
                    <a:pt x="4432" y="6125"/>
                    <a:pt x="4319" y="5946"/>
                  </a:cubicBezTo>
                  <a:cubicBezTo>
                    <a:pt x="4204" y="5773"/>
                    <a:pt x="4043" y="5519"/>
                    <a:pt x="3840" y="5222"/>
                  </a:cubicBezTo>
                  <a:cubicBezTo>
                    <a:pt x="3635" y="4924"/>
                    <a:pt x="3404" y="4575"/>
                    <a:pt x="3143" y="4207"/>
                  </a:cubicBezTo>
                  <a:cubicBezTo>
                    <a:pt x="2887" y="3838"/>
                    <a:pt x="2606" y="3450"/>
                    <a:pt x="2325" y="3058"/>
                  </a:cubicBezTo>
                  <a:cubicBezTo>
                    <a:pt x="2043" y="2671"/>
                    <a:pt x="1760" y="2283"/>
                    <a:pt x="1491" y="1922"/>
                  </a:cubicBezTo>
                  <a:cubicBezTo>
                    <a:pt x="1223" y="1560"/>
                    <a:pt x="964" y="1229"/>
                    <a:pt x="746" y="941"/>
                  </a:cubicBezTo>
                  <a:cubicBezTo>
                    <a:pt x="527" y="654"/>
                    <a:pt x="338" y="423"/>
                    <a:pt x="209" y="257"/>
                  </a:cubicBezTo>
                  <a:cubicBezTo>
                    <a:pt x="76" y="94"/>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41"/>
            <p:cNvSpPr/>
            <p:nvPr/>
          </p:nvSpPr>
          <p:spPr>
            <a:xfrm>
              <a:off x="7251170" y="3415414"/>
              <a:ext cx="169103" cy="106606"/>
            </a:xfrm>
            <a:custGeom>
              <a:rect b="b" l="l" r="r" t="t"/>
              <a:pathLst>
                <a:path extrusionOk="0" h="2209" w="3504">
                  <a:moveTo>
                    <a:pt x="3503" y="1"/>
                  </a:moveTo>
                  <a:cubicBezTo>
                    <a:pt x="3503" y="1"/>
                    <a:pt x="3445" y="27"/>
                    <a:pt x="3343" y="80"/>
                  </a:cubicBezTo>
                  <a:cubicBezTo>
                    <a:pt x="3243" y="133"/>
                    <a:pt x="3097" y="205"/>
                    <a:pt x="2927" y="299"/>
                  </a:cubicBezTo>
                  <a:cubicBezTo>
                    <a:pt x="2586" y="485"/>
                    <a:pt x="2140" y="749"/>
                    <a:pt x="1701" y="1024"/>
                  </a:cubicBezTo>
                  <a:cubicBezTo>
                    <a:pt x="1264" y="1302"/>
                    <a:pt x="835" y="1590"/>
                    <a:pt x="519" y="1816"/>
                  </a:cubicBezTo>
                  <a:cubicBezTo>
                    <a:pt x="362" y="1929"/>
                    <a:pt x="234" y="2030"/>
                    <a:pt x="142" y="2097"/>
                  </a:cubicBezTo>
                  <a:cubicBezTo>
                    <a:pt x="52" y="2165"/>
                    <a:pt x="1" y="2208"/>
                    <a:pt x="1" y="2208"/>
                  </a:cubicBezTo>
                  <a:cubicBezTo>
                    <a:pt x="1" y="2208"/>
                    <a:pt x="60" y="2181"/>
                    <a:pt x="161" y="2129"/>
                  </a:cubicBezTo>
                  <a:cubicBezTo>
                    <a:pt x="261" y="2075"/>
                    <a:pt x="405" y="2003"/>
                    <a:pt x="577" y="1909"/>
                  </a:cubicBezTo>
                  <a:cubicBezTo>
                    <a:pt x="918" y="1722"/>
                    <a:pt x="1364" y="1459"/>
                    <a:pt x="1802" y="1184"/>
                  </a:cubicBezTo>
                  <a:cubicBezTo>
                    <a:pt x="2238" y="907"/>
                    <a:pt x="2668" y="618"/>
                    <a:pt x="2983" y="391"/>
                  </a:cubicBezTo>
                  <a:cubicBezTo>
                    <a:pt x="3142" y="278"/>
                    <a:pt x="3269" y="178"/>
                    <a:pt x="3362" y="111"/>
                  </a:cubicBezTo>
                  <a:cubicBezTo>
                    <a:pt x="3452" y="42"/>
                    <a:pt x="3503" y="1"/>
                    <a:pt x="35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41"/>
            <p:cNvSpPr/>
            <p:nvPr/>
          </p:nvSpPr>
          <p:spPr>
            <a:xfrm>
              <a:off x="6580694" y="3730118"/>
              <a:ext cx="99850" cy="245547"/>
            </a:xfrm>
            <a:custGeom>
              <a:rect b="b" l="l" r="r" t="t"/>
              <a:pathLst>
                <a:path extrusionOk="0" h="5088" w="2069">
                  <a:moveTo>
                    <a:pt x="2068" y="1"/>
                  </a:moveTo>
                  <a:lnTo>
                    <a:pt x="1962" y="213"/>
                  </a:lnTo>
                  <a:cubicBezTo>
                    <a:pt x="1899" y="348"/>
                    <a:pt x="1801" y="539"/>
                    <a:pt x="1695" y="774"/>
                  </a:cubicBezTo>
                  <a:cubicBezTo>
                    <a:pt x="1592" y="1009"/>
                    <a:pt x="1464" y="1282"/>
                    <a:pt x="1337" y="1578"/>
                  </a:cubicBezTo>
                  <a:cubicBezTo>
                    <a:pt x="1208" y="1874"/>
                    <a:pt x="1077" y="2191"/>
                    <a:pt x="947" y="2509"/>
                  </a:cubicBezTo>
                  <a:cubicBezTo>
                    <a:pt x="820" y="2827"/>
                    <a:pt x="692" y="3147"/>
                    <a:pt x="578" y="3446"/>
                  </a:cubicBezTo>
                  <a:cubicBezTo>
                    <a:pt x="462" y="3747"/>
                    <a:pt x="363" y="4031"/>
                    <a:pt x="274" y="4272"/>
                  </a:cubicBezTo>
                  <a:cubicBezTo>
                    <a:pt x="184" y="4514"/>
                    <a:pt x="121" y="4719"/>
                    <a:pt x="73" y="4862"/>
                  </a:cubicBezTo>
                  <a:cubicBezTo>
                    <a:pt x="27" y="5004"/>
                    <a:pt x="0" y="5087"/>
                    <a:pt x="0" y="5087"/>
                  </a:cubicBezTo>
                  <a:lnTo>
                    <a:pt x="106" y="4875"/>
                  </a:lnTo>
                  <a:cubicBezTo>
                    <a:pt x="170" y="4741"/>
                    <a:pt x="268" y="4548"/>
                    <a:pt x="372" y="4313"/>
                  </a:cubicBezTo>
                  <a:cubicBezTo>
                    <a:pt x="477" y="4078"/>
                    <a:pt x="605" y="3806"/>
                    <a:pt x="732" y="3510"/>
                  </a:cubicBezTo>
                  <a:cubicBezTo>
                    <a:pt x="861" y="3214"/>
                    <a:pt x="990" y="2896"/>
                    <a:pt x="1122" y="2579"/>
                  </a:cubicBezTo>
                  <a:cubicBezTo>
                    <a:pt x="1249" y="2261"/>
                    <a:pt x="1377" y="1942"/>
                    <a:pt x="1491" y="1640"/>
                  </a:cubicBezTo>
                  <a:cubicBezTo>
                    <a:pt x="1606" y="1339"/>
                    <a:pt x="1706" y="1056"/>
                    <a:pt x="1794" y="814"/>
                  </a:cubicBezTo>
                  <a:cubicBezTo>
                    <a:pt x="1883" y="573"/>
                    <a:pt x="1948" y="369"/>
                    <a:pt x="1996" y="226"/>
                  </a:cubicBezTo>
                  <a:cubicBezTo>
                    <a:pt x="2042" y="83"/>
                    <a:pt x="2068" y="1"/>
                    <a:pt x="20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41"/>
            <p:cNvSpPr/>
            <p:nvPr/>
          </p:nvSpPr>
          <p:spPr>
            <a:xfrm>
              <a:off x="6750231" y="3705215"/>
              <a:ext cx="157714" cy="223830"/>
            </a:xfrm>
            <a:custGeom>
              <a:rect b="b" l="l" r="r" t="t"/>
              <a:pathLst>
                <a:path extrusionOk="0" h="4638" w="3268">
                  <a:moveTo>
                    <a:pt x="0" y="1"/>
                  </a:moveTo>
                  <a:cubicBezTo>
                    <a:pt x="0" y="1"/>
                    <a:pt x="46" y="76"/>
                    <a:pt x="125" y="210"/>
                  </a:cubicBezTo>
                  <a:cubicBezTo>
                    <a:pt x="207" y="342"/>
                    <a:pt x="321" y="533"/>
                    <a:pt x="468" y="757"/>
                  </a:cubicBezTo>
                  <a:cubicBezTo>
                    <a:pt x="613" y="979"/>
                    <a:pt x="779" y="1242"/>
                    <a:pt x="966" y="1517"/>
                  </a:cubicBezTo>
                  <a:cubicBezTo>
                    <a:pt x="1150" y="1794"/>
                    <a:pt x="1354" y="2085"/>
                    <a:pt x="1557" y="2375"/>
                  </a:cubicBezTo>
                  <a:cubicBezTo>
                    <a:pt x="1764" y="2664"/>
                    <a:pt x="1968" y="2953"/>
                    <a:pt x="2166" y="3220"/>
                  </a:cubicBezTo>
                  <a:cubicBezTo>
                    <a:pt x="2362" y="3488"/>
                    <a:pt x="2553" y="3733"/>
                    <a:pt x="2713" y="3945"/>
                  </a:cubicBezTo>
                  <a:cubicBezTo>
                    <a:pt x="2873" y="4157"/>
                    <a:pt x="3015" y="4328"/>
                    <a:pt x="3110" y="4450"/>
                  </a:cubicBezTo>
                  <a:cubicBezTo>
                    <a:pt x="3210" y="4571"/>
                    <a:pt x="3268" y="4638"/>
                    <a:pt x="3268" y="4638"/>
                  </a:cubicBezTo>
                  <a:lnTo>
                    <a:pt x="3141" y="4427"/>
                  </a:lnTo>
                  <a:cubicBezTo>
                    <a:pt x="3057" y="4297"/>
                    <a:pt x="2947" y="4105"/>
                    <a:pt x="2799" y="3882"/>
                  </a:cubicBezTo>
                  <a:cubicBezTo>
                    <a:pt x="2653" y="3660"/>
                    <a:pt x="2486" y="3397"/>
                    <a:pt x="2301" y="3122"/>
                  </a:cubicBezTo>
                  <a:cubicBezTo>
                    <a:pt x="2115" y="2845"/>
                    <a:pt x="1913" y="2554"/>
                    <a:pt x="1710" y="2264"/>
                  </a:cubicBezTo>
                  <a:cubicBezTo>
                    <a:pt x="1503" y="1975"/>
                    <a:pt x="1298" y="1686"/>
                    <a:pt x="1100" y="1419"/>
                  </a:cubicBezTo>
                  <a:cubicBezTo>
                    <a:pt x="904" y="1150"/>
                    <a:pt x="712" y="906"/>
                    <a:pt x="552" y="694"/>
                  </a:cubicBezTo>
                  <a:cubicBezTo>
                    <a:pt x="394" y="482"/>
                    <a:pt x="250" y="311"/>
                    <a:pt x="155" y="189"/>
                  </a:cubicBezTo>
                  <a:cubicBezTo>
                    <a:pt x="55" y="68"/>
                    <a:pt x="0"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41"/>
            <p:cNvSpPr/>
            <p:nvPr/>
          </p:nvSpPr>
          <p:spPr>
            <a:xfrm>
              <a:off x="6750231" y="3419613"/>
              <a:ext cx="164711" cy="185174"/>
            </a:xfrm>
            <a:custGeom>
              <a:rect b="b" l="l" r="r" t="t"/>
              <a:pathLst>
                <a:path extrusionOk="0" h="3837" w="3413">
                  <a:moveTo>
                    <a:pt x="3413" y="1"/>
                  </a:moveTo>
                  <a:lnTo>
                    <a:pt x="3413" y="1"/>
                  </a:lnTo>
                  <a:cubicBezTo>
                    <a:pt x="3413" y="1"/>
                    <a:pt x="3353" y="56"/>
                    <a:pt x="3251" y="153"/>
                  </a:cubicBezTo>
                  <a:cubicBezTo>
                    <a:pt x="3152" y="253"/>
                    <a:pt x="3004" y="390"/>
                    <a:pt x="2839" y="565"/>
                  </a:cubicBezTo>
                  <a:cubicBezTo>
                    <a:pt x="2673" y="739"/>
                    <a:pt x="2474" y="938"/>
                    <a:pt x="2270" y="1158"/>
                  </a:cubicBezTo>
                  <a:cubicBezTo>
                    <a:pt x="2063" y="1379"/>
                    <a:pt x="1849" y="1618"/>
                    <a:pt x="1635" y="1855"/>
                  </a:cubicBezTo>
                  <a:cubicBezTo>
                    <a:pt x="1424" y="2097"/>
                    <a:pt x="1210" y="2337"/>
                    <a:pt x="1018" y="2567"/>
                  </a:cubicBezTo>
                  <a:cubicBezTo>
                    <a:pt x="821" y="2795"/>
                    <a:pt x="646" y="3017"/>
                    <a:pt x="493" y="3202"/>
                  </a:cubicBezTo>
                  <a:cubicBezTo>
                    <a:pt x="339" y="3388"/>
                    <a:pt x="221" y="3549"/>
                    <a:pt x="133" y="3660"/>
                  </a:cubicBezTo>
                  <a:cubicBezTo>
                    <a:pt x="49" y="3773"/>
                    <a:pt x="0" y="3836"/>
                    <a:pt x="0" y="3836"/>
                  </a:cubicBezTo>
                  <a:cubicBezTo>
                    <a:pt x="0" y="3836"/>
                    <a:pt x="59" y="3781"/>
                    <a:pt x="160" y="3683"/>
                  </a:cubicBezTo>
                  <a:cubicBezTo>
                    <a:pt x="260" y="3585"/>
                    <a:pt x="407" y="3447"/>
                    <a:pt x="572" y="3272"/>
                  </a:cubicBezTo>
                  <a:cubicBezTo>
                    <a:pt x="739" y="3097"/>
                    <a:pt x="938" y="2897"/>
                    <a:pt x="1142" y="2679"/>
                  </a:cubicBezTo>
                  <a:cubicBezTo>
                    <a:pt x="1349" y="2458"/>
                    <a:pt x="1563" y="2219"/>
                    <a:pt x="1778" y="1982"/>
                  </a:cubicBezTo>
                  <a:cubicBezTo>
                    <a:pt x="1989" y="1740"/>
                    <a:pt x="2203" y="1499"/>
                    <a:pt x="2396" y="1270"/>
                  </a:cubicBezTo>
                  <a:cubicBezTo>
                    <a:pt x="2592" y="1042"/>
                    <a:pt x="2767" y="820"/>
                    <a:pt x="2920" y="635"/>
                  </a:cubicBezTo>
                  <a:cubicBezTo>
                    <a:pt x="3074" y="451"/>
                    <a:pt x="3192" y="287"/>
                    <a:pt x="3280" y="177"/>
                  </a:cubicBezTo>
                  <a:cubicBezTo>
                    <a:pt x="3364" y="64"/>
                    <a:pt x="3413" y="1"/>
                    <a:pt x="3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41"/>
            <p:cNvSpPr/>
            <p:nvPr/>
          </p:nvSpPr>
          <p:spPr>
            <a:xfrm>
              <a:off x="6456135" y="3640306"/>
              <a:ext cx="240817" cy="92128"/>
            </a:xfrm>
            <a:custGeom>
              <a:rect b="b" l="l" r="r" t="t"/>
              <a:pathLst>
                <a:path extrusionOk="0" h="1909" w="4990">
                  <a:moveTo>
                    <a:pt x="4989" y="0"/>
                  </a:moveTo>
                  <a:lnTo>
                    <a:pt x="4989" y="0"/>
                  </a:lnTo>
                  <a:cubicBezTo>
                    <a:pt x="4989" y="0"/>
                    <a:pt x="4906" y="26"/>
                    <a:pt x="4760" y="67"/>
                  </a:cubicBezTo>
                  <a:cubicBezTo>
                    <a:pt x="4616" y="114"/>
                    <a:pt x="4405" y="174"/>
                    <a:pt x="4161" y="257"/>
                  </a:cubicBezTo>
                  <a:cubicBezTo>
                    <a:pt x="3914" y="341"/>
                    <a:pt x="3625" y="433"/>
                    <a:pt x="3320" y="544"/>
                  </a:cubicBezTo>
                  <a:cubicBezTo>
                    <a:pt x="3012" y="652"/>
                    <a:pt x="2689" y="774"/>
                    <a:pt x="2364" y="895"/>
                  </a:cubicBezTo>
                  <a:cubicBezTo>
                    <a:pt x="2040" y="1020"/>
                    <a:pt x="1718" y="1143"/>
                    <a:pt x="1416" y="1265"/>
                  </a:cubicBezTo>
                  <a:cubicBezTo>
                    <a:pt x="1114" y="1386"/>
                    <a:pt x="837" y="1510"/>
                    <a:pt x="597" y="1608"/>
                  </a:cubicBezTo>
                  <a:cubicBezTo>
                    <a:pt x="370" y="1702"/>
                    <a:pt x="186" y="1789"/>
                    <a:pt x="50" y="1852"/>
                  </a:cubicBezTo>
                  <a:cubicBezTo>
                    <a:pt x="33" y="1870"/>
                    <a:pt x="16" y="1888"/>
                    <a:pt x="0" y="1909"/>
                  </a:cubicBezTo>
                  <a:cubicBezTo>
                    <a:pt x="12" y="1906"/>
                    <a:pt x="23" y="1902"/>
                    <a:pt x="37" y="1899"/>
                  </a:cubicBezTo>
                  <a:cubicBezTo>
                    <a:pt x="179" y="1852"/>
                    <a:pt x="387" y="1790"/>
                    <a:pt x="634" y="1707"/>
                  </a:cubicBezTo>
                  <a:cubicBezTo>
                    <a:pt x="881" y="1623"/>
                    <a:pt x="1170" y="1530"/>
                    <a:pt x="1475" y="1420"/>
                  </a:cubicBezTo>
                  <a:cubicBezTo>
                    <a:pt x="1782" y="1312"/>
                    <a:pt x="2106" y="1190"/>
                    <a:pt x="2430" y="1069"/>
                  </a:cubicBezTo>
                  <a:cubicBezTo>
                    <a:pt x="2755" y="944"/>
                    <a:pt x="3077" y="821"/>
                    <a:pt x="3379" y="699"/>
                  </a:cubicBezTo>
                  <a:cubicBezTo>
                    <a:pt x="3681" y="578"/>
                    <a:pt x="3958" y="456"/>
                    <a:pt x="4198" y="356"/>
                  </a:cubicBezTo>
                  <a:cubicBezTo>
                    <a:pt x="4437" y="255"/>
                    <a:pt x="4635" y="161"/>
                    <a:pt x="4773" y="101"/>
                  </a:cubicBezTo>
                  <a:cubicBezTo>
                    <a:pt x="4911" y="37"/>
                    <a:pt x="4989" y="0"/>
                    <a:pt x="49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41"/>
            <p:cNvSpPr/>
            <p:nvPr/>
          </p:nvSpPr>
          <p:spPr>
            <a:xfrm>
              <a:off x="6416127" y="3735233"/>
              <a:ext cx="164663" cy="117803"/>
            </a:xfrm>
            <a:custGeom>
              <a:rect b="b" l="l" r="r" t="t"/>
              <a:pathLst>
                <a:path extrusionOk="0" h="2441" w="3412">
                  <a:moveTo>
                    <a:pt x="3412" y="1"/>
                  </a:moveTo>
                  <a:cubicBezTo>
                    <a:pt x="3412" y="1"/>
                    <a:pt x="3353" y="33"/>
                    <a:pt x="3255" y="91"/>
                  </a:cubicBezTo>
                  <a:cubicBezTo>
                    <a:pt x="3157" y="151"/>
                    <a:pt x="3013" y="232"/>
                    <a:pt x="2846" y="338"/>
                  </a:cubicBezTo>
                  <a:cubicBezTo>
                    <a:pt x="2512" y="547"/>
                    <a:pt x="2077" y="840"/>
                    <a:pt x="1651" y="1145"/>
                  </a:cubicBezTo>
                  <a:cubicBezTo>
                    <a:pt x="1224" y="1451"/>
                    <a:pt x="808" y="1768"/>
                    <a:pt x="503" y="2016"/>
                  </a:cubicBezTo>
                  <a:cubicBezTo>
                    <a:pt x="349" y="2139"/>
                    <a:pt x="226" y="2249"/>
                    <a:pt x="136" y="2322"/>
                  </a:cubicBezTo>
                  <a:cubicBezTo>
                    <a:pt x="49" y="2398"/>
                    <a:pt x="1" y="2441"/>
                    <a:pt x="1" y="2441"/>
                  </a:cubicBezTo>
                  <a:cubicBezTo>
                    <a:pt x="1" y="2441"/>
                    <a:pt x="60" y="2408"/>
                    <a:pt x="159" y="2351"/>
                  </a:cubicBezTo>
                  <a:cubicBezTo>
                    <a:pt x="255" y="2289"/>
                    <a:pt x="398" y="2207"/>
                    <a:pt x="565" y="2102"/>
                  </a:cubicBezTo>
                  <a:cubicBezTo>
                    <a:pt x="899" y="1893"/>
                    <a:pt x="1334" y="1600"/>
                    <a:pt x="1760" y="1297"/>
                  </a:cubicBezTo>
                  <a:cubicBezTo>
                    <a:pt x="2187" y="990"/>
                    <a:pt x="2603" y="673"/>
                    <a:pt x="2909" y="425"/>
                  </a:cubicBezTo>
                  <a:cubicBezTo>
                    <a:pt x="3064" y="303"/>
                    <a:pt x="3187" y="193"/>
                    <a:pt x="3276" y="120"/>
                  </a:cubicBezTo>
                  <a:cubicBezTo>
                    <a:pt x="3363" y="44"/>
                    <a:pt x="3412" y="1"/>
                    <a:pt x="34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41"/>
            <p:cNvSpPr/>
            <p:nvPr/>
          </p:nvSpPr>
          <p:spPr>
            <a:xfrm>
              <a:off x="6111462" y="3317060"/>
              <a:ext cx="2261126" cy="1146706"/>
            </a:xfrm>
            <a:custGeom>
              <a:rect b="b" l="l" r="r" t="t"/>
              <a:pathLst>
                <a:path extrusionOk="0" h="23761" w="46853">
                  <a:moveTo>
                    <a:pt x="27913" y="1849"/>
                  </a:moveTo>
                  <a:lnTo>
                    <a:pt x="23718" y="4620"/>
                  </a:lnTo>
                  <a:cubicBezTo>
                    <a:pt x="23618" y="4562"/>
                    <a:pt x="23504" y="4524"/>
                    <a:pt x="23380" y="4524"/>
                  </a:cubicBezTo>
                  <a:cubicBezTo>
                    <a:pt x="23254" y="4524"/>
                    <a:pt x="23139" y="4562"/>
                    <a:pt x="23039" y="4622"/>
                  </a:cubicBezTo>
                  <a:lnTo>
                    <a:pt x="18842" y="1849"/>
                  </a:lnTo>
                  <a:close/>
                  <a:moveTo>
                    <a:pt x="29286" y="1771"/>
                  </a:moveTo>
                  <a:lnTo>
                    <a:pt x="29286" y="1771"/>
                  </a:lnTo>
                  <a:cubicBezTo>
                    <a:pt x="29802" y="1951"/>
                    <a:pt x="30308" y="2147"/>
                    <a:pt x="30809" y="2354"/>
                  </a:cubicBezTo>
                  <a:cubicBezTo>
                    <a:pt x="31312" y="2558"/>
                    <a:pt x="31808" y="2772"/>
                    <a:pt x="32304" y="2992"/>
                  </a:cubicBezTo>
                  <a:cubicBezTo>
                    <a:pt x="32552" y="3099"/>
                    <a:pt x="32797" y="3214"/>
                    <a:pt x="33044" y="3326"/>
                  </a:cubicBezTo>
                  <a:cubicBezTo>
                    <a:pt x="33290" y="3440"/>
                    <a:pt x="33538" y="3549"/>
                    <a:pt x="33781" y="3669"/>
                  </a:cubicBezTo>
                  <a:lnTo>
                    <a:pt x="34513" y="4018"/>
                  </a:lnTo>
                  <a:lnTo>
                    <a:pt x="35239" y="4378"/>
                  </a:lnTo>
                  <a:lnTo>
                    <a:pt x="35422" y="4469"/>
                  </a:lnTo>
                  <a:lnTo>
                    <a:pt x="35300" y="4622"/>
                  </a:lnTo>
                  <a:cubicBezTo>
                    <a:pt x="35187" y="4763"/>
                    <a:pt x="35069" y="4902"/>
                    <a:pt x="34952" y="5041"/>
                  </a:cubicBezTo>
                  <a:cubicBezTo>
                    <a:pt x="34838" y="5182"/>
                    <a:pt x="34717" y="5318"/>
                    <a:pt x="34599" y="5456"/>
                  </a:cubicBezTo>
                  <a:cubicBezTo>
                    <a:pt x="34360" y="5730"/>
                    <a:pt x="34118" y="6001"/>
                    <a:pt x="33862" y="6263"/>
                  </a:cubicBezTo>
                  <a:cubicBezTo>
                    <a:pt x="34042" y="5945"/>
                    <a:pt x="34236" y="5637"/>
                    <a:pt x="34432" y="5331"/>
                  </a:cubicBezTo>
                  <a:cubicBezTo>
                    <a:pt x="34532" y="5181"/>
                    <a:pt x="34630" y="5026"/>
                    <a:pt x="34733" y="4877"/>
                  </a:cubicBezTo>
                  <a:cubicBezTo>
                    <a:pt x="34798" y="4783"/>
                    <a:pt x="34862" y="4689"/>
                    <a:pt x="34925" y="4593"/>
                  </a:cubicBezTo>
                  <a:lnTo>
                    <a:pt x="34357" y="4343"/>
                  </a:lnTo>
                  <a:lnTo>
                    <a:pt x="33619" y="4003"/>
                  </a:lnTo>
                  <a:cubicBezTo>
                    <a:pt x="33371" y="3893"/>
                    <a:pt x="33128" y="3774"/>
                    <a:pt x="32884" y="3658"/>
                  </a:cubicBezTo>
                  <a:cubicBezTo>
                    <a:pt x="32640" y="3543"/>
                    <a:pt x="32395" y="3427"/>
                    <a:pt x="32155" y="3304"/>
                  </a:cubicBezTo>
                  <a:cubicBezTo>
                    <a:pt x="31669" y="3066"/>
                    <a:pt x="31185" y="2819"/>
                    <a:pt x="30707" y="2565"/>
                  </a:cubicBezTo>
                  <a:cubicBezTo>
                    <a:pt x="30229" y="2312"/>
                    <a:pt x="29754" y="2051"/>
                    <a:pt x="29286" y="1771"/>
                  </a:cubicBezTo>
                  <a:close/>
                  <a:moveTo>
                    <a:pt x="18244" y="2131"/>
                  </a:moveTo>
                  <a:lnTo>
                    <a:pt x="22628" y="5026"/>
                  </a:lnTo>
                  <a:lnTo>
                    <a:pt x="13858" y="6512"/>
                  </a:lnTo>
                  <a:lnTo>
                    <a:pt x="13858" y="6512"/>
                  </a:lnTo>
                  <a:lnTo>
                    <a:pt x="17716" y="2198"/>
                  </a:lnTo>
                  <a:cubicBezTo>
                    <a:pt x="17775" y="2214"/>
                    <a:pt x="17837" y="2228"/>
                    <a:pt x="17903" y="2228"/>
                  </a:cubicBezTo>
                  <a:cubicBezTo>
                    <a:pt x="18029" y="2228"/>
                    <a:pt x="18145" y="2192"/>
                    <a:pt x="18244" y="2131"/>
                  </a:cubicBezTo>
                  <a:close/>
                  <a:moveTo>
                    <a:pt x="28513" y="2127"/>
                  </a:moveTo>
                  <a:cubicBezTo>
                    <a:pt x="28612" y="2189"/>
                    <a:pt x="28730" y="2228"/>
                    <a:pt x="28858" y="2228"/>
                  </a:cubicBezTo>
                  <a:cubicBezTo>
                    <a:pt x="28921" y="2228"/>
                    <a:pt x="28980" y="2216"/>
                    <a:pt x="29038" y="2200"/>
                  </a:cubicBezTo>
                  <a:lnTo>
                    <a:pt x="32896" y="6512"/>
                  </a:lnTo>
                  <a:lnTo>
                    <a:pt x="32896" y="6512"/>
                  </a:lnTo>
                  <a:lnTo>
                    <a:pt x="24126" y="5026"/>
                  </a:lnTo>
                  <a:lnTo>
                    <a:pt x="28513" y="2127"/>
                  </a:lnTo>
                  <a:close/>
                  <a:moveTo>
                    <a:pt x="35758" y="4720"/>
                  </a:moveTo>
                  <a:cubicBezTo>
                    <a:pt x="35758" y="4720"/>
                    <a:pt x="36084" y="4962"/>
                    <a:pt x="36546" y="5355"/>
                  </a:cubicBezTo>
                  <a:cubicBezTo>
                    <a:pt x="36777" y="5550"/>
                    <a:pt x="37044" y="5781"/>
                    <a:pt x="37325" y="6034"/>
                  </a:cubicBezTo>
                  <a:cubicBezTo>
                    <a:pt x="37606" y="6285"/>
                    <a:pt x="37901" y="6560"/>
                    <a:pt x="38195" y="6835"/>
                  </a:cubicBezTo>
                  <a:cubicBezTo>
                    <a:pt x="38485" y="7115"/>
                    <a:pt x="38778" y="7393"/>
                    <a:pt x="39042" y="7661"/>
                  </a:cubicBezTo>
                  <a:cubicBezTo>
                    <a:pt x="39310" y="7928"/>
                    <a:pt x="39557" y="8182"/>
                    <a:pt x="39764" y="8404"/>
                  </a:cubicBezTo>
                  <a:cubicBezTo>
                    <a:pt x="40180" y="8843"/>
                    <a:pt x="40439" y="9156"/>
                    <a:pt x="40439" y="9156"/>
                  </a:cubicBezTo>
                  <a:cubicBezTo>
                    <a:pt x="40439" y="9156"/>
                    <a:pt x="40114" y="8913"/>
                    <a:pt x="39652" y="8521"/>
                  </a:cubicBezTo>
                  <a:cubicBezTo>
                    <a:pt x="39421" y="8326"/>
                    <a:pt x="39154" y="8095"/>
                    <a:pt x="38873" y="7842"/>
                  </a:cubicBezTo>
                  <a:cubicBezTo>
                    <a:pt x="38591" y="7591"/>
                    <a:pt x="38299" y="7316"/>
                    <a:pt x="38002" y="7041"/>
                  </a:cubicBezTo>
                  <a:cubicBezTo>
                    <a:pt x="37712" y="6761"/>
                    <a:pt x="37420" y="6483"/>
                    <a:pt x="37154" y="6215"/>
                  </a:cubicBezTo>
                  <a:cubicBezTo>
                    <a:pt x="36888" y="5948"/>
                    <a:pt x="36641" y="5694"/>
                    <a:pt x="36435" y="5472"/>
                  </a:cubicBezTo>
                  <a:cubicBezTo>
                    <a:pt x="36018" y="5033"/>
                    <a:pt x="35758" y="4720"/>
                    <a:pt x="35758" y="4720"/>
                  </a:cubicBezTo>
                  <a:close/>
                  <a:moveTo>
                    <a:pt x="40901" y="9927"/>
                  </a:moveTo>
                  <a:cubicBezTo>
                    <a:pt x="40901" y="9927"/>
                    <a:pt x="40914" y="10022"/>
                    <a:pt x="40908" y="10162"/>
                  </a:cubicBezTo>
                  <a:cubicBezTo>
                    <a:pt x="40905" y="10300"/>
                    <a:pt x="40884" y="10484"/>
                    <a:pt x="40847" y="10663"/>
                  </a:cubicBezTo>
                  <a:cubicBezTo>
                    <a:pt x="40811" y="10842"/>
                    <a:pt x="40759" y="11018"/>
                    <a:pt x="40709" y="11150"/>
                  </a:cubicBezTo>
                  <a:cubicBezTo>
                    <a:pt x="40659" y="11280"/>
                    <a:pt x="40611" y="11363"/>
                    <a:pt x="40611" y="11363"/>
                  </a:cubicBezTo>
                  <a:cubicBezTo>
                    <a:pt x="40611" y="11363"/>
                    <a:pt x="40599" y="11264"/>
                    <a:pt x="40604" y="11126"/>
                  </a:cubicBezTo>
                  <a:cubicBezTo>
                    <a:pt x="40608" y="10987"/>
                    <a:pt x="40630" y="10804"/>
                    <a:pt x="40665" y="10625"/>
                  </a:cubicBezTo>
                  <a:cubicBezTo>
                    <a:pt x="40702" y="10445"/>
                    <a:pt x="40753" y="10269"/>
                    <a:pt x="40804" y="10139"/>
                  </a:cubicBezTo>
                  <a:cubicBezTo>
                    <a:pt x="40853" y="10009"/>
                    <a:pt x="40901" y="9927"/>
                    <a:pt x="40901" y="9927"/>
                  </a:cubicBezTo>
                  <a:close/>
                  <a:moveTo>
                    <a:pt x="22751" y="5577"/>
                  </a:moveTo>
                  <a:lnTo>
                    <a:pt x="17787" y="12475"/>
                  </a:lnTo>
                  <a:cubicBezTo>
                    <a:pt x="17748" y="12469"/>
                    <a:pt x="17708" y="12465"/>
                    <a:pt x="17668" y="12465"/>
                  </a:cubicBezTo>
                  <a:cubicBezTo>
                    <a:pt x="17624" y="12465"/>
                    <a:pt x="17582" y="12469"/>
                    <a:pt x="17542" y="12478"/>
                  </a:cubicBezTo>
                  <a:lnTo>
                    <a:pt x="13690" y="7235"/>
                  </a:lnTo>
                  <a:cubicBezTo>
                    <a:pt x="13712" y="7194"/>
                    <a:pt x="13729" y="7150"/>
                    <a:pt x="13744" y="7103"/>
                  </a:cubicBezTo>
                  <a:lnTo>
                    <a:pt x="22751" y="5577"/>
                  </a:lnTo>
                  <a:close/>
                  <a:moveTo>
                    <a:pt x="24002" y="5578"/>
                  </a:moveTo>
                  <a:lnTo>
                    <a:pt x="33017" y="7104"/>
                  </a:lnTo>
                  <a:cubicBezTo>
                    <a:pt x="33029" y="7148"/>
                    <a:pt x="33047" y="7190"/>
                    <a:pt x="33067" y="7230"/>
                  </a:cubicBezTo>
                  <a:lnTo>
                    <a:pt x="29211" y="12478"/>
                  </a:lnTo>
                  <a:cubicBezTo>
                    <a:pt x="29174" y="12471"/>
                    <a:pt x="29133" y="12466"/>
                    <a:pt x="29093" y="12466"/>
                  </a:cubicBezTo>
                  <a:cubicBezTo>
                    <a:pt x="29049" y="12466"/>
                    <a:pt x="29007" y="12471"/>
                    <a:pt x="28967" y="12479"/>
                  </a:cubicBezTo>
                  <a:lnTo>
                    <a:pt x="24002" y="5578"/>
                  </a:lnTo>
                  <a:close/>
                  <a:moveTo>
                    <a:pt x="23493" y="5834"/>
                  </a:moveTo>
                  <a:lnTo>
                    <a:pt x="28513" y="12814"/>
                  </a:lnTo>
                  <a:cubicBezTo>
                    <a:pt x="28509" y="12823"/>
                    <a:pt x="28502" y="12834"/>
                    <a:pt x="28497" y="12843"/>
                  </a:cubicBezTo>
                  <a:lnTo>
                    <a:pt x="18263" y="12843"/>
                  </a:lnTo>
                  <a:cubicBezTo>
                    <a:pt x="18257" y="12831"/>
                    <a:pt x="18251" y="12819"/>
                    <a:pt x="18244" y="12808"/>
                  </a:cubicBezTo>
                  <a:lnTo>
                    <a:pt x="23261" y="5834"/>
                  </a:lnTo>
                  <a:cubicBezTo>
                    <a:pt x="23300" y="5840"/>
                    <a:pt x="23340" y="5846"/>
                    <a:pt x="23380" y="5846"/>
                  </a:cubicBezTo>
                  <a:cubicBezTo>
                    <a:pt x="23419" y="5846"/>
                    <a:pt x="23456" y="5840"/>
                    <a:pt x="23493" y="5834"/>
                  </a:cubicBezTo>
                  <a:close/>
                  <a:moveTo>
                    <a:pt x="41452" y="10530"/>
                  </a:moveTo>
                  <a:cubicBezTo>
                    <a:pt x="41452" y="10530"/>
                    <a:pt x="41484" y="10569"/>
                    <a:pt x="41536" y="10637"/>
                  </a:cubicBezTo>
                  <a:cubicBezTo>
                    <a:pt x="41586" y="10708"/>
                    <a:pt x="41662" y="10805"/>
                    <a:pt x="41746" y="10928"/>
                  </a:cubicBezTo>
                  <a:cubicBezTo>
                    <a:pt x="41914" y="11171"/>
                    <a:pt x="42126" y="11504"/>
                    <a:pt x="42323" y="11843"/>
                  </a:cubicBezTo>
                  <a:cubicBezTo>
                    <a:pt x="42519" y="12184"/>
                    <a:pt x="42704" y="12532"/>
                    <a:pt x="42832" y="12798"/>
                  </a:cubicBezTo>
                  <a:cubicBezTo>
                    <a:pt x="42898" y="12931"/>
                    <a:pt x="42945" y="13046"/>
                    <a:pt x="42980" y="13124"/>
                  </a:cubicBezTo>
                  <a:cubicBezTo>
                    <a:pt x="43015" y="13203"/>
                    <a:pt x="43032" y="13250"/>
                    <a:pt x="43032" y="13250"/>
                  </a:cubicBezTo>
                  <a:cubicBezTo>
                    <a:pt x="43032" y="13250"/>
                    <a:pt x="43000" y="13211"/>
                    <a:pt x="42948" y="13143"/>
                  </a:cubicBezTo>
                  <a:cubicBezTo>
                    <a:pt x="42898" y="13072"/>
                    <a:pt x="42821" y="12975"/>
                    <a:pt x="42738" y="12851"/>
                  </a:cubicBezTo>
                  <a:cubicBezTo>
                    <a:pt x="42568" y="12608"/>
                    <a:pt x="42358" y="12275"/>
                    <a:pt x="42161" y="11937"/>
                  </a:cubicBezTo>
                  <a:cubicBezTo>
                    <a:pt x="41963" y="11596"/>
                    <a:pt x="41779" y="11249"/>
                    <a:pt x="41652" y="10982"/>
                  </a:cubicBezTo>
                  <a:cubicBezTo>
                    <a:pt x="41586" y="10849"/>
                    <a:pt x="41539" y="10734"/>
                    <a:pt x="41504" y="10656"/>
                  </a:cubicBezTo>
                  <a:cubicBezTo>
                    <a:pt x="41469" y="10578"/>
                    <a:pt x="41452" y="10530"/>
                    <a:pt x="41452" y="10530"/>
                  </a:cubicBezTo>
                  <a:close/>
                  <a:moveTo>
                    <a:pt x="34405" y="7466"/>
                  </a:moveTo>
                  <a:cubicBezTo>
                    <a:pt x="34649" y="7638"/>
                    <a:pt x="34889" y="7814"/>
                    <a:pt x="35129" y="7990"/>
                  </a:cubicBezTo>
                  <a:cubicBezTo>
                    <a:pt x="35368" y="8167"/>
                    <a:pt x="35610" y="8342"/>
                    <a:pt x="35848" y="8522"/>
                  </a:cubicBezTo>
                  <a:cubicBezTo>
                    <a:pt x="36324" y="8881"/>
                    <a:pt x="36796" y="9243"/>
                    <a:pt x="37266" y="9608"/>
                  </a:cubicBezTo>
                  <a:cubicBezTo>
                    <a:pt x="37736" y="9972"/>
                    <a:pt x="38202" y="10344"/>
                    <a:pt x="38668" y="10715"/>
                  </a:cubicBezTo>
                  <a:cubicBezTo>
                    <a:pt x="39132" y="11086"/>
                    <a:pt x="39594" y="11463"/>
                    <a:pt x="40055" y="11839"/>
                  </a:cubicBezTo>
                  <a:lnTo>
                    <a:pt x="40188" y="11946"/>
                  </a:lnTo>
                  <a:lnTo>
                    <a:pt x="40054" y="12047"/>
                  </a:lnTo>
                  <a:cubicBezTo>
                    <a:pt x="39577" y="12406"/>
                    <a:pt x="39098" y="12761"/>
                    <a:pt x="38614" y="13111"/>
                  </a:cubicBezTo>
                  <a:cubicBezTo>
                    <a:pt x="38370" y="13284"/>
                    <a:pt x="38128" y="13457"/>
                    <a:pt x="37882" y="13628"/>
                  </a:cubicBezTo>
                  <a:cubicBezTo>
                    <a:pt x="37636" y="13797"/>
                    <a:pt x="37392" y="13969"/>
                    <a:pt x="37141" y="14133"/>
                  </a:cubicBezTo>
                  <a:cubicBezTo>
                    <a:pt x="37363" y="13931"/>
                    <a:pt x="37591" y="13738"/>
                    <a:pt x="37816" y="13543"/>
                  </a:cubicBezTo>
                  <a:cubicBezTo>
                    <a:pt x="38041" y="13347"/>
                    <a:pt x="38272" y="13158"/>
                    <a:pt x="38500" y="12966"/>
                  </a:cubicBezTo>
                  <a:cubicBezTo>
                    <a:pt x="38916" y="12620"/>
                    <a:pt x="39337" y="12283"/>
                    <a:pt x="39758" y="11945"/>
                  </a:cubicBezTo>
                  <a:cubicBezTo>
                    <a:pt x="39335" y="11609"/>
                    <a:pt x="38911" y="11274"/>
                    <a:pt x="38493" y="10934"/>
                  </a:cubicBezTo>
                  <a:cubicBezTo>
                    <a:pt x="38030" y="10559"/>
                    <a:pt x="37569" y="10183"/>
                    <a:pt x="37111" y="9802"/>
                  </a:cubicBezTo>
                  <a:cubicBezTo>
                    <a:pt x="36653" y="9420"/>
                    <a:pt x="36198" y="9038"/>
                    <a:pt x="35747" y="8648"/>
                  </a:cubicBezTo>
                  <a:cubicBezTo>
                    <a:pt x="35520" y="8456"/>
                    <a:pt x="35297" y="8257"/>
                    <a:pt x="35073" y="8061"/>
                  </a:cubicBezTo>
                  <a:cubicBezTo>
                    <a:pt x="34850" y="7865"/>
                    <a:pt x="34626" y="7668"/>
                    <a:pt x="34405" y="7466"/>
                  </a:cubicBezTo>
                  <a:close/>
                  <a:moveTo>
                    <a:pt x="12496" y="7708"/>
                  </a:moveTo>
                  <a:lnTo>
                    <a:pt x="9944" y="14138"/>
                  </a:lnTo>
                  <a:cubicBezTo>
                    <a:pt x="9839" y="14145"/>
                    <a:pt x="9742" y="14174"/>
                    <a:pt x="9658" y="14225"/>
                  </a:cubicBezTo>
                  <a:lnTo>
                    <a:pt x="6620" y="12128"/>
                  </a:lnTo>
                  <a:cubicBezTo>
                    <a:pt x="6624" y="12093"/>
                    <a:pt x="6629" y="12059"/>
                    <a:pt x="6629" y="12023"/>
                  </a:cubicBezTo>
                  <a:cubicBezTo>
                    <a:pt x="6629" y="11983"/>
                    <a:pt x="6624" y="11944"/>
                    <a:pt x="6617" y="11905"/>
                  </a:cubicBezTo>
                  <a:lnTo>
                    <a:pt x="12496" y="7708"/>
                  </a:lnTo>
                  <a:close/>
                  <a:moveTo>
                    <a:pt x="13236" y="7571"/>
                  </a:moveTo>
                  <a:lnTo>
                    <a:pt x="17089" y="12814"/>
                  </a:lnTo>
                  <a:cubicBezTo>
                    <a:pt x="17062" y="12863"/>
                    <a:pt x="17038" y="12917"/>
                    <a:pt x="17025" y="12976"/>
                  </a:cubicBezTo>
                  <a:lnTo>
                    <a:pt x="10505" y="14392"/>
                  </a:lnTo>
                  <a:cubicBezTo>
                    <a:pt x="10494" y="14374"/>
                    <a:pt x="10481" y="14359"/>
                    <a:pt x="10467" y="14345"/>
                  </a:cubicBezTo>
                  <a:lnTo>
                    <a:pt x="13153" y="7579"/>
                  </a:lnTo>
                  <a:cubicBezTo>
                    <a:pt x="13181" y="7578"/>
                    <a:pt x="13208" y="7577"/>
                    <a:pt x="13236" y="7571"/>
                  </a:cubicBezTo>
                  <a:close/>
                  <a:moveTo>
                    <a:pt x="33518" y="7571"/>
                  </a:moveTo>
                  <a:cubicBezTo>
                    <a:pt x="33545" y="7577"/>
                    <a:pt x="33573" y="7578"/>
                    <a:pt x="33600" y="7579"/>
                  </a:cubicBezTo>
                  <a:lnTo>
                    <a:pt x="36288" y="14349"/>
                  </a:lnTo>
                  <a:cubicBezTo>
                    <a:pt x="36275" y="14362"/>
                    <a:pt x="36265" y="14378"/>
                    <a:pt x="36253" y="14393"/>
                  </a:cubicBezTo>
                  <a:lnTo>
                    <a:pt x="29735" y="12978"/>
                  </a:lnTo>
                  <a:cubicBezTo>
                    <a:pt x="29722" y="12917"/>
                    <a:pt x="29699" y="12862"/>
                    <a:pt x="29668" y="12808"/>
                  </a:cubicBezTo>
                  <a:lnTo>
                    <a:pt x="33518" y="7571"/>
                  </a:lnTo>
                  <a:close/>
                  <a:moveTo>
                    <a:pt x="17150" y="13530"/>
                  </a:moveTo>
                  <a:lnTo>
                    <a:pt x="17175" y="13560"/>
                  </a:lnTo>
                  <a:lnTo>
                    <a:pt x="14554" y="19575"/>
                  </a:lnTo>
                  <a:cubicBezTo>
                    <a:pt x="14484" y="19519"/>
                    <a:pt x="14415" y="19461"/>
                    <a:pt x="14348" y="19401"/>
                  </a:cubicBezTo>
                  <a:cubicBezTo>
                    <a:pt x="14460" y="19154"/>
                    <a:pt x="14586" y="18881"/>
                    <a:pt x="14714" y="18592"/>
                  </a:cubicBezTo>
                  <a:cubicBezTo>
                    <a:pt x="14881" y="18216"/>
                    <a:pt x="15053" y="17812"/>
                    <a:pt x="15225" y="17409"/>
                  </a:cubicBezTo>
                  <a:cubicBezTo>
                    <a:pt x="15396" y="17005"/>
                    <a:pt x="15565" y="16598"/>
                    <a:pt x="15715" y="16215"/>
                  </a:cubicBezTo>
                  <a:cubicBezTo>
                    <a:pt x="15870" y="15835"/>
                    <a:pt x="16004" y="15474"/>
                    <a:pt x="16125" y="15168"/>
                  </a:cubicBezTo>
                  <a:cubicBezTo>
                    <a:pt x="16246" y="14862"/>
                    <a:pt x="16336" y="14601"/>
                    <a:pt x="16403" y="14421"/>
                  </a:cubicBezTo>
                  <a:cubicBezTo>
                    <a:pt x="16466" y="14240"/>
                    <a:pt x="16504" y="14137"/>
                    <a:pt x="16504" y="14137"/>
                  </a:cubicBezTo>
                  <a:lnTo>
                    <a:pt x="16504" y="14137"/>
                  </a:lnTo>
                  <a:cubicBezTo>
                    <a:pt x="16504" y="14137"/>
                    <a:pt x="16452" y="14232"/>
                    <a:pt x="16367" y="14405"/>
                  </a:cubicBezTo>
                  <a:cubicBezTo>
                    <a:pt x="16285" y="14580"/>
                    <a:pt x="16162" y="14824"/>
                    <a:pt x="16027" y="15125"/>
                  </a:cubicBezTo>
                  <a:cubicBezTo>
                    <a:pt x="15890" y="15426"/>
                    <a:pt x="15726" y="15772"/>
                    <a:pt x="15561" y="16151"/>
                  </a:cubicBezTo>
                  <a:cubicBezTo>
                    <a:pt x="15393" y="16527"/>
                    <a:pt x="15222" y="16931"/>
                    <a:pt x="15049" y="17334"/>
                  </a:cubicBezTo>
                  <a:cubicBezTo>
                    <a:pt x="14880" y="17738"/>
                    <a:pt x="14712" y="18145"/>
                    <a:pt x="14559" y="18528"/>
                  </a:cubicBezTo>
                  <a:cubicBezTo>
                    <a:pt x="14446" y="18804"/>
                    <a:pt x="14346" y="19068"/>
                    <a:pt x="14252" y="19311"/>
                  </a:cubicBezTo>
                  <a:cubicBezTo>
                    <a:pt x="13980" y="19049"/>
                    <a:pt x="13757" y="18768"/>
                    <a:pt x="13659" y="18569"/>
                  </a:cubicBezTo>
                  <a:cubicBezTo>
                    <a:pt x="13587" y="18422"/>
                    <a:pt x="13369" y="18369"/>
                    <a:pt x="13092" y="18369"/>
                  </a:cubicBezTo>
                  <a:cubicBezTo>
                    <a:pt x="12829" y="18369"/>
                    <a:pt x="12514" y="18416"/>
                    <a:pt x="12217" y="18474"/>
                  </a:cubicBezTo>
                  <a:lnTo>
                    <a:pt x="10512" y="15193"/>
                  </a:lnTo>
                  <a:cubicBezTo>
                    <a:pt x="10568" y="15121"/>
                    <a:pt x="10608" y="15038"/>
                    <a:pt x="10630" y="14945"/>
                  </a:cubicBezTo>
                  <a:lnTo>
                    <a:pt x="17150" y="13530"/>
                  </a:lnTo>
                  <a:close/>
                  <a:moveTo>
                    <a:pt x="6300" y="12590"/>
                  </a:moveTo>
                  <a:lnTo>
                    <a:pt x="9335" y="14687"/>
                  </a:lnTo>
                  <a:cubicBezTo>
                    <a:pt x="9330" y="14722"/>
                    <a:pt x="9326" y="14756"/>
                    <a:pt x="9326" y="14792"/>
                  </a:cubicBezTo>
                  <a:cubicBezTo>
                    <a:pt x="9326" y="14945"/>
                    <a:pt x="9380" y="15085"/>
                    <a:pt x="9466" y="15195"/>
                  </a:cubicBezTo>
                  <a:lnTo>
                    <a:pt x="7638" y="18816"/>
                  </a:lnTo>
                  <a:cubicBezTo>
                    <a:pt x="7576" y="18731"/>
                    <a:pt x="7522" y="18637"/>
                    <a:pt x="7470" y="18541"/>
                  </a:cubicBezTo>
                  <a:cubicBezTo>
                    <a:pt x="7490" y="18502"/>
                    <a:pt x="7510" y="18462"/>
                    <a:pt x="7533" y="18422"/>
                  </a:cubicBezTo>
                  <a:cubicBezTo>
                    <a:pt x="7667" y="18163"/>
                    <a:pt x="7803" y="17885"/>
                    <a:pt x="7940" y="17604"/>
                  </a:cubicBezTo>
                  <a:cubicBezTo>
                    <a:pt x="8073" y="17323"/>
                    <a:pt x="8207" y="17044"/>
                    <a:pt x="8327" y="16778"/>
                  </a:cubicBezTo>
                  <a:cubicBezTo>
                    <a:pt x="8448" y="16513"/>
                    <a:pt x="8551" y="16261"/>
                    <a:pt x="8645" y="16047"/>
                  </a:cubicBezTo>
                  <a:cubicBezTo>
                    <a:pt x="8739" y="15835"/>
                    <a:pt x="8806" y="15651"/>
                    <a:pt x="8859" y="15526"/>
                  </a:cubicBezTo>
                  <a:cubicBezTo>
                    <a:pt x="8910" y="15400"/>
                    <a:pt x="8936" y="15326"/>
                    <a:pt x="8936" y="15326"/>
                  </a:cubicBezTo>
                  <a:lnTo>
                    <a:pt x="8936" y="15326"/>
                  </a:lnTo>
                  <a:cubicBezTo>
                    <a:pt x="8936" y="15326"/>
                    <a:pt x="8893" y="15394"/>
                    <a:pt x="8826" y="15510"/>
                  </a:cubicBezTo>
                  <a:cubicBezTo>
                    <a:pt x="8762" y="15630"/>
                    <a:pt x="8658" y="15796"/>
                    <a:pt x="8551" y="16003"/>
                  </a:cubicBezTo>
                  <a:cubicBezTo>
                    <a:pt x="8442" y="16209"/>
                    <a:pt x="8309" y="16448"/>
                    <a:pt x="8179" y="16705"/>
                  </a:cubicBezTo>
                  <a:cubicBezTo>
                    <a:pt x="8045" y="16965"/>
                    <a:pt x="7909" y="17243"/>
                    <a:pt x="7772" y="17523"/>
                  </a:cubicBezTo>
                  <a:cubicBezTo>
                    <a:pt x="7641" y="17804"/>
                    <a:pt x="7506" y="18085"/>
                    <a:pt x="7387" y="18349"/>
                  </a:cubicBezTo>
                  <a:cubicBezTo>
                    <a:pt x="7338" y="18457"/>
                    <a:pt x="7290" y="18561"/>
                    <a:pt x="7247" y="18663"/>
                  </a:cubicBezTo>
                  <a:cubicBezTo>
                    <a:pt x="7200" y="18763"/>
                    <a:pt x="7154" y="18858"/>
                    <a:pt x="7113" y="18947"/>
                  </a:cubicBezTo>
                  <a:cubicBezTo>
                    <a:pt x="7019" y="19150"/>
                    <a:pt x="6930" y="19315"/>
                    <a:pt x="6872" y="19432"/>
                  </a:cubicBezTo>
                  <a:cubicBezTo>
                    <a:pt x="6815" y="19548"/>
                    <a:pt x="6777" y="19613"/>
                    <a:pt x="6777" y="19613"/>
                  </a:cubicBezTo>
                  <a:cubicBezTo>
                    <a:pt x="6777" y="19613"/>
                    <a:pt x="6799" y="19542"/>
                    <a:pt x="6839" y="19417"/>
                  </a:cubicBezTo>
                  <a:cubicBezTo>
                    <a:pt x="6883" y="19295"/>
                    <a:pt x="6938" y="19115"/>
                    <a:pt x="7017" y="18905"/>
                  </a:cubicBezTo>
                  <a:cubicBezTo>
                    <a:pt x="7094" y="18697"/>
                    <a:pt x="7180" y="18454"/>
                    <a:pt x="7282" y="18196"/>
                  </a:cubicBezTo>
                  <a:cubicBezTo>
                    <a:pt x="7227" y="18114"/>
                    <a:pt x="7168" y="18044"/>
                    <a:pt x="7099" y="18000"/>
                  </a:cubicBezTo>
                  <a:cubicBezTo>
                    <a:pt x="7002" y="17938"/>
                    <a:pt x="6882" y="17911"/>
                    <a:pt x="6745" y="17911"/>
                  </a:cubicBezTo>
                  <a:cubicBezTo>
                    <a:pt x="6655" y="17911"/>
                    <a:pt x="6558" y="17923"/>
                    <a:pt x="6456" y="17944"/>
                  </a:cubicBezTo>
                  <a:lnTo>
                    <a:pt x="6274" y="12606"/>
                  </a:lnTo>
                  <a:cubicBezTo>
                    <a:pt x="6282" y="12600"/>
                    <a:pt x="6292" y="12595"/>
                    <a:pt x="6300" y="12590"/>
                  </a:cubicBezTo>
                  <a:close/>
                  <a:moveTo>
                    <a:pt x="28497" y="13411"/>
                  </a:moveTo>
                  <a:cubicBezTo>
                    <a:pt x="28506" y="13433"/>
                    <a:pt x="28518" y="13453"/>
                    <a:pt x="28530" y="13473"/>
                  </a:cubicBezTo>
                  <a:lnTo>
                    <a:pt x="25286" y="18559"/>
                  </a:lnTo>
                  <a:cubicBezTo>
                    <a:pt x="25213" y="18524"/>
                    <a:pt x="25141" y="18489"/>
                    <a:pt x="25066" y="18455"/>
                  </a:cubicBezTo>
                  <a:cubicBezTo>
                    <a:pt x="25294" y="18102"/>
                    <a:pt x="25530" y="17739"/>
                    <a:pt x="25769" y="17373"/>
                  </a:cubicBezTo>
                  <a:cubicBezTo>
                    <a:pt x="26054" y="16918"/>
                    <a:pt x="26340" y="16462"/>
                    <a:pt x="26606" y="16034"/>
                  </a:cubicBezTo>
                  <a:cubicBezTo>
                    <a:pt x="26873" y="15608"/>
                    <a:pt x="27112" y="15201"/>
                    <a:pt x="27322" y="14858"/>
                  </a:cubicBezTo>
                  <a:cubicBezTo>
                    <a:pt x="27531" y="14514"/>
                    <a:pt x="27695" y="14220"/>
                    <a:pt x="27817" y="14018"/>
                  </a:cubicBezTo>
                  <a:cubicBezTo>
                    <a:pt x="27933" y="13814"/>
                    <a:pt x="28000" y="13698"/>
                    <a:pt x="28000" y="13697"/>
                  </a:cubicBezTo>
                  <a:lnTo>
                    <a:pt x="28000" y="13697"/>
                  </a:lnTo>
                  <a:cubicBezTo>
                    <a:pt x="28000" y="13698"/>
                    <a:pt x="27922" y="13804"/>
                    <a:pt x="27786" y="13997"/>
                  </a:cubicBezTo>
                  <a:cubicBezTo>
                    <a:pt x="27654" y="14192"/>
                    <a:pt x="27457" y="14463"/>
                    <a:pt x="27235" y="14799"/>
                  </a:cubicBezTo>
                  <a:cubicBezTo>
                    <a:pt x="27012" y="15134"/>
                    <a:pt x="26744" y="15521"/>
                    <a:pt x="26470" y="15944"/>
                  </a:cubicBezTo>
                  <a:cubicBezTo>
                    <a:pt x="26196" y="16367"/>
                    <a:pt x="25905" y="16817"/>
                    <a:pt x="25611" y="17268"/>
                  </a:cubicBezTo>
                  <a:cubicBezTo>
                    <a:pt x="25326" y="17723"/>
                    <a:pt x="25040" y="18179"/>
                    <a:pt x="24773" y="18606"/>
                  </a:cubicBezTo>
                  <a:cubicBezTo>
                    <a:pt x="24504" y="19033"/>
                    <a:pt x="24268" y="19438"/>
                    <a:pt x="24059" y="19783"/>
                  </a:cubicBezTo>
                  <a:cubicBezTo>
                    <a:pt x="24057" y="19785"/>
                    <a:pt x="24055" y="19787"/>
                    <a:pt x="24055" y="19790"/>
                  </a:cubicBezTo>
                  <a:cubicBezTo>
                    <a:pt x="23871" y="20061"/>
                    <a:pt x="23709" y="20288"/>
                    <a:pt x="23595" y="20455"/>
                  </a:cubicBezTo>
                  <a:cubicBezTo>
                    <a:pt x="23460" y="20645"/>
                    <a:pt x="23380" y="20757"/>
                    <a:pt x="23380" y="20757"/>
                  </a:cubicBezTo>
                  <a:cubicBezTo>
                    <a:pt x="23380" y="20757"/>
                    <a:pt x="23448" y="20639"/>
                    <a:pt x="23563" y="20436"/>
                  </a:cubicBezTo>
                  <a:cubicBezTo>
                    <a:pt x="23683" y="20235"/>
                    <a:pt x="23849" y="19940"/>
                    <a:pt x="24057" y="19597"/>
                  </a:cubicBezTo>
                  <a:cubicBezTo>
                    <a:pt x="24267" y="19253"/>
                    <a:pt x="24504" y="18846"/>
                    <a:pt x="24772" y="18420"/>
                  </a:cubicBezTo>
                  <a:cubicBezTo>
                    <a:pt x="24786" y="18395"/>
                    <a:pt x="24804" y="18369"/>
                    <a:pt x="24820" y="18344"/>
                  </a:cubicBezTo>
                  <a:cubicBezTo>
                    <a:pt x="24376" y="18151"/>
                    <a:pt x="23897" y="17993"/>
                    <a:pt x="23398" y="17993"/>
                  </a:cubicBezTo>
                  <a:cubicBezTo>
                    <a:pt x="23320" y="17993"/>
                    <a:pt x="23242" y="17997"/>
                    <a:pt x="23163" y="18005"/>
                  </a:cubicBezTo>
                  <a:cubicBezTo>
                    <a:pt x="21991" y="18126"/>
                    <a:pt x="22134" y="18944"/>
                    <a:pt x="22079" y="19516"/>
                  </a:cubicBezTo>
                  <a:lnTo>
                    <a:pt x="18225" y="13480"/>
                  </a:lnTo>
                  <a:cubicBezTo>
                    <a:pt x="18239" y="13458"/>
                    <a:pt x="18251" y="13434"/>
                    <a:pt x="18261" y="13411"/>
                  </a:cubicBezTo>
                  <a:close/>
                  <a:moveTo>
                    <a:pt x="41563" y="12992"/>
                  </a:moveTo>
                  <a:lnTo>
                    <a:pt x="41563" y="12992"/>
                  </a:lnTo>
                  <a:cubicBezTo>
                    <a:pt x="41740" y="13100"/>
                    <a:pt x="41918" y="13213"/>
                    <a:pt x="42089" y="13325"/>
                  </a:cubicBezTo>
                  <a:lnTo>
                    <a:pt x="42613" y="13664"/>
                  </a:lnTo>
                  <a:cubicBezTo>
                    <a:pt x="42961" y="13892"/>
                    <a:pt x="43303" y="14126"/>
                    <a:pt x="43646" y="14361"/>
                  </a:cubicBezTo>
                  <a:lnTo>
                    <a:pt x="43677" y="14385"/>
                  </a:lnTo>
                  <a:lnTo>
                    <a:pt x="43687" y="14429"/>
                  </a:lnTo>
                  <a:cubicBezTo>
                    <a:pt x="43822" y="14953"/>
                    <a:pt x="43955" y="15479"/>
                    <a:pt x="44080" y="16004"/>
                  </a:cubicBezTo>
                  <a:cubicBezTo>
                    <a:pt x="44143" y="16268"/>
                    <a:pt x="44204" y="16530"/>
                    <a:pt x="44264" y="16795"/>
                  </a:cubicBezTo>
                  <a:cubicBezTo>
                    <a:pt x="44323" y="17059"/>
                    <a:pt x="44386" y="17322"/>
                    <a:pt x="44442" y="17588"/>
                  </a:cubicBezTo>
                  <a:cubicBezTo>
                    <a:pt x="44558" y="18116"/>
                    <a:pt x="44666" y="18645"/>
                    <a:pt x="44771" y="19176"/>
                  </a:cubicBezTo>
                  <a:cubicBezTo>
                    <a:pt x="44821" y="19442"/>
                    <a:pt x="44873" y="19708"/>
                    <a:pt x="44919" y="19975"/>
                  </a:cubicBezTo>
                  <a:cubicBezTo>
                    <a:pt x="44966" y="20243"/>
                    <a:pt x="45014" y="20510"/>
                    <a:pt x="45053" y="20778"/>
                  </a:cubicBezTo>
                  <a:cubicBezTo>
                    <a:pt x="44969" y="20519"/>
                    <a:pt x="44895" y="20259"/>
                    <a:pt x="44818" y="20000"/>
                  </a:cubicBezTo>
                  <a:cubicBezTo>
                    <a:pt x="44739" y="19739"/>
                    <a:pt x="44668" y="19479"/>
                    <a:pt x="44597" y="19217"/>
                  </a:cubicBezTo>
                  <a:cubicBezTo>
                    <a:pt x="44453" y="18696"/>
                    <a:pt x="44317" y="18171"/>
                    <a:pt x="44187" y="17645"/>
                  </a:cubicBezTo>
                  <a:cubicBezTo>
                    <a:pt x="44120" y="17384"/>
                    <a:pt x="44059" y="17120"/>
                    <a:pt x="43995" y="16857"/>
                  </a:cubicBezTo>
                  <a:cubicBezTo>
                    <a:pt x="43932" y="16594"/>
                    <a:pt x="43869" y="16331"/>
                    <a:pt x="43811" y="16066"/>
                  </a:cubicBezTo>
                  <a:cubicBezTo>
                    <a:pt x="43692" y="15553"/>
                    <a:pt x="43580" y="15038"/>
                    <a:pt x="43471" y="14521"/>
                  </a:cubicBezTo>
                  <a:cubicBezTo>
                    <a:pt x="43154" y="14278"/>
                    <a:pt x="42839" y="14032"/>
                    <a:pt x="42526" y="13783"/>
                  </a:cubicBezTo>
                  <a:lnTo>
                    <a:pt x="42042" y="13390"/>
                  </a:lnTo>
                  <a:cubicBezTo>
                    <a:pt x="41881" y="13260"/>
                    <a:pt x="41720" y="13129"/>
                    <a:pt x="41563" y="12992"/>
                  </a:cubicBezTo>
                  <a:close/>
                  <a:moveTo>
                    <a:pt x="40442" y="12682"/>
                  </a:moveTo>
                  <a:cubicBezTo>
                    <a:pt x="40442" y="12682"/>
                    <a:pt x="40450" y="12810"/>
                    <a:pt x="40455" y="13035"/>
                  </a:cubicBezTo>
                  <a:cubicBezTo>
                    <a:pt x="40458" y="13258"/>
                    <a:pt x="40471" y="13577"/>
                    <a:pt x="40474" y="13961"/>
                  </a:cubicBezTo>
                  <a:cubicBezTo>
                    <a:pt x="40477" y="14345"/>
                    <a:pt x="40475" y="14792"/>
                    <a:pt x="40467" y="15271"/>
                  </a:cubicBezTo>
                  <a:cubicBezTo>
                    <a:pt x="40461" y="15749"/>
                    <a:pt x="40443" y="16260"/>
                    <a:pt x="40427" y="16771"/>
                  </a:cubicBezTo>
                  <a:cubicBezTo>
                    <a:pt x="40404" y="17282"/>
                    <a:pt x="40383" y="17792"/>
                    <a:pt x="40353" y="18270"/>
                  </a:cubicBezTo>
                  <a:cubicBezTo>
                    <a:pt x="40324" y="18749"/>
                    <a:pt x="40293" y="19195"/>
                    <a:pt x="40260" y="19577"/>
                  </a:cubicBezTo>
                  <a:cubicBezTo>
                    <a:pt x="40230" y="19959"/>
                    <a:pt x="40193" y="20276"/>
                    <a:pt x="40172" y="20499"/>
                  </a:cubicBezTo>
                  <a:cubicBezTo>
                    <a:pt x="40148" y="20723"/>
                    <a:pt x="40132" y="20848"/>
                    <a:pt x="40132" y="20848"/>
                  </a:cubicBezTo>
                  <a:cubicBezTo>
                    <a:pt x="40132" y="20848"/>
                    <a:pt x="40125" y="20721"/>
                    <a:pt x="40118" y="20496"/>
                  </a:cubicBezTo>
                  <a:cubicBezTo>
                    <a:pt x="40114" y="20274"/>
                    <a:pt x="40101" y="19953"/>
                    <a:pt x="40099" y="19570"/>
                  </a:cubicBezTo>
                  <a:cubicBezTo>
                    <a:pt x="40095" y="19187"/>
                    <a:pt x="40098" y="18739"/>
                    <a:pt x="40106" y="18261"/>
                  </a:cubicBezTo>
                  <a:cubicBezTo>
                    <a:pt x="40113" y="17782"/>
                    <a:pt x="40129" y="17272"/>
                    <a:pt x="40146" y="16759"/>
                  </a:cubicBezTo>
                  <a:cubicBezTo>
                    <a:pt x="40168" y="16249"/>
                    <a:pt x="40189" y="15739"/>
                    <a:pt x="40220" y="15261"/>
                  </a:cubicBezTo>
                  <a:cubicBezTo>
                    <a:pt x="40248" y="14782"/>
                    <a:pt x="40281" y="14335"/>
                    <a:pt x="40313" y="13955"/>
                  </a:cubicBezTo>
                  <a:cubicBezTo>
                    <a:pt x="40342" y="13573"/>
                    <a:pt x="40380" y="13254"/>
                    <a:pt x="40401" y="13031"/>
                  </a:cubicBezTo>
                  <a:cubicBezTo>
                    <a:pt x="40424" y="12808"/>
                    <a:pt x="40442" y="12682"/>
                    <a:pt x="40442" y="12682"/>
                  </a:cubicBezTo>
                  <a:close/>
                  <a:moveTo>
                    <a:pt x="5730" y="13254"/>
                  </a:moveTo>
                  <a:lnTo>
                    <a:pt x="5896" y="18122"/>
                  </a:lnTo>
                  <a:cubicBezTo>
                    <a:pt x="5804" y="18160"/>
                    <a:pt x="5711" y="18201"/>
                    <a:pt x="5618" y="18243"/>
                  </a:cubicBezTo>
                  <a:cubicBezTo>
                    <a:pt x="5617" y="18169"/>
                    <a:pt x="5614" y="18098"/>
                    <a:pt x="5611" y="18024"/>
                  </a:cubicBezTo>
                  <a:cubicBezTo>
                    <a:pt x="5595" y="17619"/>
                    <a:pt x="5578" y="17216"/>
                    <a:pt x="5558" y="16837"/>
                  </a:cubicBezTo>
                  <a:cubicBezTo>
                    <a:pt x="5538" y="16457"/>
                    <a:pt x="5509" y="16105"/>
                    <a:pt x="5491" y="15803"/>
                  </a:cubicBezTo>
                  <a:cubicBezTo>
                    <a:pt x="5470" y="15501"/>
                    <a:pt x="5444" y="15248"/>
                    <a:pt x="5430" y="15071"/>
                  </a:cubicBezTo>
                  <a:cubicBezTo>
                    <a:pt x="5413" y="14895"/>
                    <a:pt x="5402" y="14795"/>
                    <a:pt x="5402" y="14795"/>
                  </a:cubicBezTo>
                  <a:cubicBezTo>
                    <a:pt x="5402" y="14795"/>
                    <a:pt x="5399" y="14895"/>
                    <a:pt x="5394" y="15073"/>
                  </a:cubicBezTo>
                  <a:cubicBezTo>
                    <a:pt x="5393" y="15248"/>
                    <a:pt x="5383" y="15502"/>
                    <a:pt x="5386" y="15806"/>
                  </a:cubicBezTo>
                  <a:cubicBezTo>
                    <a:pt x="5387" y="16108"/>
                    <a:pt x="5385" y="16462"/>
                    <a:pt x="5393" y="16842"/>
                  </a:cubicBezTo>
                  <a:cubicBezTo>
                    <a:pt x="5398" y="17221"/>
                    <a:pt x="5411" y="17625"/>
                    <a:pt x="5425" y="18028"/>
                  </a:cubicBezTo>
                  <a:cubicBezTo>
                    <a:pt x="5428" y="18129"/>
                    <a:pt x="5433" y="18228"/>
                    <a:pt x="5436" y="18329"/>
                  </a:cubicBezTo>
                  <a:cubicBezTo>
                    <a:pt x="5434" y="18329"/>
                    <a:pt x="5434" y="18330"/>
                    <a:pt x="5433" y="18330"/>
                  </a:cubicBezTo>
                  <a:cubicBezTo>
                    <a:pt x="5442" y="18630"/>
                    <a:pt x="5452" y="18927"/>
                    <a:pt x="5454" y="19210"/>
                  </a:cubicBezTo>
                  <a:cubicBezTo>
                    <a:pt x="5462" y="19590"/>
                    <a:pt x="5460" y="19945"/>
                    <a:pt x="5462" y="20248"/>
                  </a:cubicBezTo>
                  <a:cubicBezTo>
                    <a:pt x="5466" y="20551"/>
                    <a:pt x="5456" y="20805"/>
                    <a:pt x="5454" y="20981"/>
                  </a:cubicBezTo>
                  <a:cubicBezTo>
                    <a:pt x="5449" y="21160"/>
                    <a:pt x="5446" y="21261"/>
                    <a:pt x="5446" y="21261"/>
                  </a:cubicBezTo>
                  <a:cubicBezTo>
                    <a:pt x="5446" y="21261"/>
                    <a:pt x="5436" y="21160"/>
                    <a:pt x="5417" y="20983"/>
                  </a:cubicBezTo>
                  <a:cubicBezTo>
                    <a:pt x="5403" y="20807"/>
                    <a:pt x="5375" y="20556"/>
                    <a:pt x="5356" y="20251"/>
                  </a:cubicBezTo>
                  <a:cubicBezTo>
                    <a:pt x="5339" y="19949"/>
                    <a:pt x="5308" y="19595"/>
                    <a:pt x="5289" y="19217"/>
                  </a:cubicBezTo>
                  <a:cubicBezTo>
                    <a:pt x="5274" y="18962"/>
                    <a:pt x="5262" y="18693"/>
                    <a:pt x="5252" y="18423"/>
                  </a:cubicBezTo>
                  <a:cubicBezTo>
                    <a:pt x="5158" y="18471"/>
                    <a:pt x="5066" y="18521"/>
                    <a:pt x="4980" y="18568"/>
                  </a:cubicBezTo>
                  <a:cubicBezTo>
                    <a:pt x="4857" y="18635"/>
                    <a:pt x="4765" y="18662"/>
                    <a:pt x="4696" y="18662"/>
                  </a:cubicBezTo>
                  <a:cubicBezTo>
                    <a:pt x="4379" y="18662"/>
                    <a:pt x="4504" y="18102"/>
                    <a:pt x="4072" y="18102"/>
                  </a:cubicBezTo>
                  <a:cubicBezTo>
                    <a:pt x="4067" y="18102"/>
                    <a:pt x="4062" y="18102"/>
                    <a:pt x="4058" y="18102"/>
                  </a:cubicBezTo>
                  <a:cubicBezTo>
                    <a:pt x="3832" y="18109"/>
                    <a:pt x="3660" y="18200"/>
                    <a:pt x="3506" y="18255"/>
                  </a:cubicBezTo>
                  <a:lnTo>
                    <a:pt x="5730" y="13254"/>
                  </a:lnTo>
                  <a:close/>
                  <a:moveTo>
                    <a:pt x="10009" y="15453"/>
                  </a:moveTo>
                  <a:lnTo>
                    <a:pt x="11645" y="18595"/>
                  </a:lnTo>
                  <a:cubicBezTo>
                    <a:pt x="11551" y="18616"/>
                    <a:pt x="11469" y="18635"/>
                    <a:pt x="11402" y="18650"/>
                  </a:cubicBezTo>
                  <a:cubicBezTo>
                    <a:pt x="11235" y="18329"/>
                    <a:pt x="11069" y="18011"/>
                    <a:pt x="10909" y="17713"/>
                  </a:cubicBezTo>
                  <a:cubicBezTo>
                    <a:pt x="10747" y="17409"/>
                    <a:pt x="10586" y="17128"/>
                    <a:pt x="10453" y="16887"/>
                  </a:cubicBezTo>
                  <a:cubicBezTo>
                    <a:pt x="10318" y="16645"/>
                    <a:pt x="10197" y="16449"/>
                    <a:pt x="10117" y="16309"/>
                  </a:cubicBezTo>
                  <a:cubicBezTo>
                    <a:pt x="10034" y="16172"/>
                    <a:pt x="9987" y="16093"/>
                    <a:pt x="9987" y="16093"/>
                  </a:cubicBezTo>
                  <a:lnTo>
                    <a:pt x="9987" y="16093"/>
                  </a:lnTo>
                  <a:cubicBezTo>
                    <a:pt x="9987" y="16093"/>
                    <a:pt x="10022" y="16175"/>
                    <a:pt x="10086" y="16325"/>
                  </a:cubicBezTo>
                  <a:cubicBezTo>
                    <a:pt x="10153" y="16470"/>
                    <a:pt x="10242" y="16684"/>
                    <a:pt x="10360" y="16934"/>
                  </a:cubicBezTo>
                  <a:cubicBezTo>
                    <a:pt x="10478" y="17185"/>
                    <a:pt x="10611" y="17478"/>
                    <a:pt x="10763" y="17786"/>
                  </a:cubicBezTo>
                  <a:cubicBezTo>
                    <a:pt x="10913" y="18098"/>
                    <a:pt x="11080" y="18427"/>
                    <a:pt x="11245" y="18756"/>
                  </a:cubicBezTo>
                  <a:cubicBezTo>
                    <a:pt x="11398" y="19051"/>
                    <a:pt x="11551" y="19343"/>
                    <a:pt x="11700" y="19622"/>
                  </a:cubicBezTo>
                  <a:cubicBezTo>
                    <a:pt x="11704" y="19626"/>
                    <a:pt x="11705" y="19632"/>
                    <a:pt x="11709" y="19637"/>
                  </a:cubicBezTo>
                  <a:cubicBezTo>
                    <a:pt x="11861" y="19947"/>
                    <a:pt x="11994" y="20241"/>
                    <a:pt x="12112" y="20490"/>
                  </a:cubicBezTo>
                  <a:cubicBezTo>
                    <a:pt x="12231" y="20739"/>
                    <a:pt x="12318" y="20953"/>
                    <a:pt x="12385" y="21099"/>
                  </a:cubicBezTo>
                  <a:cubicBezTo>
                    <a:pt x="12449" y="21248"/>
                    <a:pt x="12484" y="21332"/>
                    <a:pt x="12484" y="21332"/>
                  </a:cubicBezTo>
                  <a:cubicBezTo>
                    <a:pt x="12484" y="21332"/>
                    <a:pt x="12436" y="21254"/>
                    <a:pt x="12353" y="21116"/>
                  </a:cubicBezTo>
                  <a:cubicBezTo>
                    <a:pt x="12274" y="20976"/>
                    <a:pt x="12151" y="20780"/>
                    <a:pt x="12017" y="20538"/>
                  </a:cubicBezTo>
                  <a:cubicBezTo>
                    <a:pt x="11885" y="20296"/>
                    <a:pt x="11724" y="20016"/>
                    <a:pt x="11560" y="19712"/>
                  </a:cubicBezTo>
                  <a:cubicBezTo>
                    <a:pt x="11397" y="19409"/>
                    <a:pt x="11227" y="19081"/>
                    <a:pt x="11057" y="18756"/>
                  </a:cubicBezTo>
                  <a:cubicBezTo>
                    <a:pt x="11043" y="18729"/>
                    <a:pt x="11030" y="18704"/>
                    <a:pt x="11017" y="18677"/>
                  </a:cubicBezTo>
                  <a:cubicBezTo>
                    <a:pt x="10731" y="18670"/>
                    <a:pt x="10304" y="18619"/>
                    <a:pt x="10196" y="18316"/>
                  </a:cubicBezTo>
                  <a:cubicBezTo>
                    <a:pt x="10150" y="18184"/>
                    <a:pt x="10110" y="18121"/>
                    <a:pt x="10035" y="18121"/>
                  </a:cubicBezTo>
                  <a:cubicBezTo>
                    <a:pt x="9881" y="18121"/>
                    <a:pt x="9580" y="18386"/>
                    <a:pt x="8771" y="18888"/>
                  </a:cubicBezTo>
                  <a:cubicBezTo>
                    <a:pt x="8514" y="19048"/>
                    <a:pt x="8309" y="19112"/>
                    <a:pt x="8146" y="19112"/>
                  </a:cubicBezTo>
                  <a:cubicBezTo>
                    <a:pt x="8137" y="19112"/>
                    <a:pt x="8129" y="19112"/>
                    <a:pt x="8121" y="19112"/>
                  </a:cubicBezTo>
                  <a:lnTo>
                    <a:pt x="9968" y="15453"/>
                  </a:lnTo>
                  <a:cubicBezTo>
                    <a:pt x="9973" y="15453"/>
                    <a:pt x="9980" y="15454"/>
                    <a:pt x="9985" y="15454"/>
                  </a:cubicBezTo>
                  <a:cubicBezTo>
                    <a:pt x="9993" y="15454"/>
                    <a:pt x="10001" y="15453"/>
                    <a:pt x="10009" y="15453"/>
                  </a:cubicBezTo>
                  <a:close/>
                  <a:moveTo>
                    <a:pt x="17750" y="13777"/>
                  </a:moveTo>
                  <a:lnTo>
                    <a:pt x="21756" y="20048"/>
                  </a:lnTo>
                  <a:cubicBezTo>
                    <a:pt x="21628" y="20096"/>
                    <a:pt x="21467" y="20116"/>
                    <a:pt x="21288" y="20120"/>
                  </a:cubicBezTo>
                  <a:cubicBezTo>
                    <a:pt x="21116" y="19825"/>
                    <a:pt x="20924" y="19492"/>
                    <a:pt x="20714" y="19141"/>
                  </a:cubicBezTo>
                  <a:cubicBezTo>
                    <a:pt x="20473" y="18740"/>
                    <a:pt x="20211" y="18314"/>
                    <a:pt x="19949" y="17890"/>
                  </a:cubicBezTo>
                  <a:cubicBezTo>
                    <a:pt x="19684" y="17467"/>
                    <a:pt x="19420" y="17044"/>
                    <a:pt x="19165" y="16649"/>
                  </a:cubicBezTo>
                  <a:cubicBezTo>
                    <a:pt x="18914" y="16254"/>
                    <a:pt x="18670" y="15892"/>
                    <a:pt x="18466" y="15577"/>
                  </a:cubicBezTo>
                  <a:cubicBezTo>
                    <a:pt x="18260" y="15265"/>
                    <a:pt x="18081" y="15008"/>
                    <a:pt x="17958" y="14828"/>
                  </a:cubicBezTo>
                  <a:cubicBezTo>
                    <a:pt x="17834" y="14648"/>
                    <a:pt x="17762" y="14545"/>
                    <a:pt x="17762" y="14545"/>
                  </a:cubicBezTo>
                  <a:lnTo>
                    <a:pt x="17762" y="14545"/>
                  </a:lnTo>
                  <a:cubicBezTo>
                    <a:pt x="17762" y="14545"/>
                    <a:pt x="17822" y="14655"/>
                    <a:pt x="17928" y="14846"/>
                  </a:cubicBezTo>
                  <a:cubicBezTo>
                    <a:pt x="18037" y="15036"/>
                    <a:pt x="18185" y="15310"/>
                    <a:pt x="18377" y="15634"/>
                  </a:cubicBezTo>
                  <a:cubicBezTo>
                    <a:pt x="18566" y="15955"/>
                    <a:pt x="18784" y="16335"/>
                    <a:pt x="19026" y="16736"/>
                  </a:cubicBezTo>
                  <a:cubicBezTo>
                    <a:pt x="19266" y="17139"/>
                    <a:pt x="19528" y="17564"/>
                    <a:pt x="19790" y="17988"/>
                  </a:cubicBezTo>
                  <a:cubicBezTo>
                    <a:pt x="20055" y="18411"/>
                    <a:pt x="20319" y="18835"/>
                    <a:pt x="20572" y="19229"/>
                  </a:cubicBezTo>
                  <a:cubicBezTo>
                    <a:pt x="20824" y="19624"/>
                    <a:pt x="21067" y="19986"/>
                    <a:pt x="21272" y="20300"/>
                  </a:cubicBezTo>
                  <a:cubicBezTo>
                    <a:pt x="21345" y="20410"/>
                    <a:pt x="21413" y="20513"/>
                    <a:pt x="21479" y="20609"/>
                  </a:cubicBezTo>
                  <a:cubicBezTo>
                    <a:pt x="21570" y="20773"/>
                    <a:pt x="21651" y="20919"/>
                    <a:pt x="21717" y="21031"/>
                  </a:cubicBezTo>
                  <a:cubicBezTo>
                    <a:pt x="21823" y="21223"/>
                    <a:pt x="21883" y="21333"/>
                    <a:pt x="21883" y="21333"/>
                  </a:cubicBezTo>
                  <a:cubicBezTo>
                    <a:pt x="21883" y="21333"/>
                    <a:pt x="21811" y="21231"/>
                    <a:pt x="21687" y="21051"/>
                  </a:cubicBezTo>
                  <a:cubicBezTo>
                    <a:pt x="21566" y="20870"/>
                    <a:pt x="21385" y="20615"/>
                    <a:pt x="21179" y="20302"/>
                  </a:cubicBezTo>
                  <a:cubicBezTo>
                    <a:pt x="21141" y="20241"/>
                    <a:pt x="21099" y="20178"/>
                    <a:pt x="21057" y="20115"/>
                  </a:cubicBezTo>
                  <a:cubicBezTo>
                    <a:pt x="20560" y="20087"/>
                    <a:pt x="19996" y="19970"/>
                    <a:pt x="19665" y="19970"/>
                  </a:cubicBezTo>
                  <a:cubicBezTo>
                    <a:pt x="19541" y="19970"/>
                    <a:pt x="19450" y="19986"/>
                    <a:pt x="19407" y="20029"/>
                  </a:cubicBezTo>
                  <a:cubicBezTo>
                    <a:pt x="19260" y="20175"/>
                    <a:pt x="18796" y="20300"/>
                    <a:pt x="18262" y="20300"/>
                  </a:cubicBezTo>
                  <a:cubicBezTo>
                    <a:pt x="17941" y="20300"/>
                    <a:pt x="17595" y="20255"/>
                    <a:pt x="17277" y="20142"/>
                  </a:cubicBezTo>
                  <a:cubicBezTo>
                    <a:pt x="16817" y="19978"/>
                    <a:pt x="16538" y="19922"/>
                    <a:pt x="16281" y="19922"/>
                  </a:cubicBezTo>
                  <a:cubicBezTo>
                    <a:pt x="16064" y="19922"/>
                    <a:pt x="15864" y="19962"/>
                    <a:pt x="15585" y="20010"/>
                  </a:cubicBezTo>
                  <a:cubicBezTo>
                    <a:pt x="15555" y="20016"/>
                    <a:pt x="15524" y="20018"/>
                    <a:pt x="15493" y="20018"/>
                  </a:cubicBezTo>
                  <a:cubicBezTo>
                    <a:pt x="15352" y="20018"/>
                    <a:pt x="15193" y="19968"/>
                    <a:pt x="15029" y="19885"/>
                  </a:cubicBezTo>
                  <a:lnTo>
                    <a:pt x="17688" y="13783"/>
                  </a:lnTo>
                  <a:cubicBezTo>
                    <a:pt x="17708" y="13783"/>
                    <a:pt x="17728" y="13781"/>
                    <a:pt x="17750" y="13777"/>
                  </a:cubicBezTo>
                  <a:close/>
                  <a:moveTo>
                    <a:pt x="29611" y="13527"/>
                  </a:moveTo>
                  <a:lnTo>
                    <a:pt x="36132" y="14942"/>
                  </a:lnTo>
                  <a:cubicBezTo>
                    <a:pt x="36154" y="15032"/>
                    <a:pt x="36193" y="15114"/>
                    <a:pt x="36245" y="15185"/>
                  </a:cubicBezTo>
                  <a:lnTo>
                    <a:pt x="33004" y="21415"/>
                  </a:lnTo>
                  <a:lnTo>
                    <a:pt x="29583" y="13562"/>
                  </a:lnTo>
                  <a:cubicBezTo>
                    <a:pt x="29593" y="13550"/>
                    <a:pt x="29603" y="13538"/>
                    <a:pt x="29611" y="13527"/>
                  </a:cubicBezTo>
                  <a:close/>
                  <a:moveTo>
                    <a:pt x="41115" y="13407"/>
                  </a:moveTo>
                  <a:lnTo>
                    <a:pt x="41115" y="13407"/>
                  </a:lnTo>
                  <a:cubicBezTo>
                    <a:pt x="41115" y="13408"/>
                    <a:pt x="41182" y="13532"/>
                    <a:pt x="41294" y="13750"/>
                  </a:cubicBezTo>
                  <a:cubicBezTo>
                    <a:pt x="41403" y="13970"/>
                    <a:pt x="41568" y="14282"/>
                    <a:pt x="41751" y="14662"/>
                  </a:cubicBezTo>
                  <a:cubicBezTo>
                    <a:pt x="41938" y="15040"/>
                    <a:pt x="42147" y="15486"/>
                    <a:pt x="42367" y="15964"/>
                  </a:cubicBezTo>
                  <a:cubicBezTo>
                    <a:pt x="42589" y="16442"/>
                    <a:pt x="42815" y="16957"/>
                    <a:pt x="43043" y="17470"/>
                  </a:cubicBezTo>
                  <a:cubicBezTo>
                    <a:pt x="43267" y="17985"/>
                    <a:pt x="43489" y="18502"/>
                    <a:pt x="43690" y="18988"/>
                  </a:cubicBezTo>
                  <a:cubicBezTo>
                    <a:pt x="43892" y="19476"/>
                    <a:pt x="44074" y="19932"/>
                    <a:pt x="44227" y="20325"/>
                  </a:cubicBezTo>
                  <a:cubicBezTo>
                    <a:pt x="44382" y="20718"/>
                    <a:pt x="44499" y="21050"/>
                    <a:pt x="44586" y="21281"/>
                  </a:cubicBezTo>
                  <a:cubicBezTo>
                    <a:pt x="44672" y="21512"/>
                    <a:pt x="44715" y="21645"/>
                    <a:pt x="44715" y="21645"/>
                  </a:cubicBezTo>
                  <a:cubicBezTo>
                    <a:pt x="44715" y="21645"/>
                    <a:pt x="44648" y="21520"/>
                    <a:pt x="44536" y="21302"/>
                  </a:cubicBezTo>
                  <a:cubicBezTo>
                    <a:pt x="44426" y="21082"/>
                    <a:pt x="44262" y="20770"/>
                    <a:pt x="44080" y="20390"/>
                  </a:cubicBezTo>
                  <a:cubicBezTo>
                    <a:pt x="43893" y="20010"/>
                    <a:pt x="43683" y="19566"/>
                    <a:pt x="43463" y="19088"/>
                  </a:cubicBezTo>
                  <a:cubicBezTo>
                    <a:pt x="43242" y="18610"/>
                    <a:pt x="43013" y="18095"/>
                    <a:pt x="42786" y="17582"/>
                  </a:cubicBezTo>
                  <a:cubicBezTo>
                    <a:pt x="42563" y="17067"/>
                    <a:pt x="42341" y="16550"/>
                    <a:pt x="42140" y="16062"/>
                  </a:cubicBezTo>
                  <a:cubicBezTo>
                    <a:pt x="41939" y="15576"/>
                    <a:pt x="41756" y="15120"/>
                    <a:pt x="41603" y="14727"/>
                  </a:cubicBezTo>
                  <a:cubicBezTo>
                    <a:pt x="41449" y="14334"/>
                    <a:pt x="41331" y="14002"/>
                    <a:pt x="41243" y="13771"/>
                  </a:cubicBezTo>
                  <a:cubicBezTo>
                    <a:pt x="41159" y="13540"/>
                    <a:pt x="41115" y="13408"/>
                    <a:pt x="41115" y="13407"/>
                  </a:cubicBezTo>
                  <a:close/>
                  <a:moveTo>
                    <a:pt x="22335" y="735"/>
                  </a:moveTo>
                  <a:cubicBezTo>
                    <a:pt x="22412" y="735"/>
                    <a:pt x="22485" y="737"/>
                    <a:pt x="22555" y="739"/>
                  </a:cubicBezTo>
                  <a:cubicBezTo>
                    <a:pt x="22731" y="741"/>
                    <a:pt x="22882" y="744"/>
                    <a:pt x="23004" y="745"/>
                  </a:cubicBezTo>
                  <a:cubicBezTo>
                    <a:pt x="23249" y="749"/>
                    <a:pt x="23379" y="751"/>
                    <a:pt x="23379" y="751"/>
                  </a:cubicBezTo>
                  <a:cubicBezTo>
                    <a:pt x="25015" y="751"/>
                    <a:pt x="26597" y="939"/>
                    <a:pt x="28109" y="1282"/>
                  </a:cubicBezTo>
                  <a:lnTo>
                    <a:pt x="19328" y="1282"/>
                  </a:lnTo>
                  <a:cubicBezTo>
                    <a:pt x="19160" y="1321"/>
                    <a:pt x="18988" y="1352"/>
                    <a:pt x="18815" y="1399"/>
                  </a:cubicBezTo>
                  <a:cubicBezTo>
                    <a:pt x="18635" y="1448"/>
                    <a:pt x="18452" y="1496"/>
                    <a:pt x="18264" y="1547"/>
                  </a:cubicBezTo>
                  <a:cubicBezTo>
                    <a:pt x="17942" y="1630"/>
                    <a:pt x="17611" y="1732"/>
                    <a:pt x="17273" y="1844"/>
                  </a:cubicBezTo>
                  <a:lnTo>
                    <a:pt x="13295" y="6290"/>
                  </a:lnTo>
                  <a:cubicBezTo>
                    <a:pt x="13236" y="6274"/>
                    <a:pt x="13175" y="6261"/>
                    <a:pt x="13109" y="6261"/>
                  </a:cubicBezTo>
                  <a:cubicBezTo>
                    <a:pt x="13055" y="6261"/>
                    <a:pt x="13003" y="6269"/>
                    <a:pt x="12953" y="6281"/>
                  </a:cubicBezTo>
                  <a:lnTo>
                    <a:pt x="11610" y="4628"/>
                  </a:lnTo>
                  <a:cubicBezTo>
                    <a:pt x="11573" y="4653"/>
                    <a:pt x="11536" y="4680"/>
                    <a:pt x="11497" y="4705"/>
                  </a:cubicBezTo>
                  <a:lnTo>
                    <a:pt x="11184" y="4916"/>
                  </a:lnTo>
                  <a:lnTo>
                    <a:pt x="11143" y="4949"/>
                  </a:lnTo>
                  <a:lnTo>
                    <a:pt x="12515" y="6635"/>
                  </a:lnTo>
                  <a:cubicBezTo>
                    <a:pt x="12482" y="6705"/>
                    <a:pt x="12460" y="6780"/>
                    <a:pt x="12453" y="6859"/>
                  </a:cubicBezTo>
                  <a:lnTo>
                    <a:pt x="6881" y="8903"/>
                  </a:lnTo>
                  <a:cubicBezTo>
                    <a:pt x="6745" y="9067"/>
                    <a:pt x="6609" y="9231"/>
                    <a:pt x="6476" y="9396"/>
                  </a:cubicBezTo>
                  <a:cubicBezTo>
                    <a:pt x="6381" y="9513"/>
                    <a:pt x="6292" y="9634"/>
                    <a:pt x="6200" y="9755"/>
                  </a:cubicBezTo>
                  <a:lnTo>
                    <a:pt x="11244" y="7906"/>
                  </a:lnTo>
                  <a:lnTo>
                    <a:pt x="6286" y="11445"/>
                  </a:lnTo>
                  <a:cubicBezTo>
                    <a:pt x="6235" y="11417"/>
                    <a:pt x="6181" y="11394"/>
                    <a:pt x="6126" y="11381"/>
                  </a:cubicBezTo>
                  <a:lnTo>
                    <a:pt x="5884" y="10176"/>
                  </a:lnTo>
                  <a:cubicBezTo>
                    <a:pt x="5730" y="10387"/>
                    <a:pt x="5582" y="10599"/>
                    <a:pt x="5436" y="10813"/>
                  </a:cubicBezTo>
                  <a:lnTo>
                    <a:pt x="5571" y="11492"/>
                  </a:lnTo>
                  <a:cubicBezTo>
                    <a:pt x="5410" y="11613"/>
                    <a:pt x="5305" y="11803"/>
                    <a:pt x="5305" y="12022"/>
                  </a:cubicBezTo>
                  <a:cubicBezTo>
                    <a:pt x="5305" y="12064"/>
                    <a:pt x="5309" y="12109"/>
                    <a:pt x="5319" y="12150"/>
                  </a:cubicBezTo>
                  <a:lnTo>
                    <a:pt x="4081" y="13069"/>
                  </a:lnTo>
                  <a:cubicBezTo>
                    <a:pt x="4079" y="13072"/>
                    <a:pt x="4078" y="13073"/>
                    <a:pt x="4077" y="13077"/>
                  </a:cubicBezTo>
                  <a:cubicBezTo>
                    <a:pt x="3962" y="13280"/>
                    <a:pt x="3863" y="13487"/>
                    <a:pt x="3765" y="13692"/>
                  </a:cubicBezTo>
                  <a:cubicBezTo>
                    <a:pt x="3688" y="13856"/>
                    <a:pt x="3609" y="14014"/>
                    <a:pt x="3535" y="14177"/>
                  </a:cubicBezTo>
                  <a:lnTo>
                    <a:pt x="5272" y="12889"/>
                  </a:lnTo>
                  <a:lnTo>
                    <a:pt x="5272" y="12889"/>
                  </a:lnTo>
                  <a:lnTo>
                    <a:pt x="2971" y="18060"/>
                  </a:lnTo>
                  <a:cubicBezTo>
                    <a:pt x="2939" y="18012"/>
                    <a:pt x="2906" y="17958"/>
                    <a:pt x="2872" y="17891"/>
                  </a:cubicBezTo>
                  <a:cubicBezTo>
                    <a:pt x="2744" y="17636"/>
                    <a:pt x="2635" y="17521"/>
                    <a:pt x="2524" y="17521"/>
                  </a:cubicBezTo>
                  <a:cubicBezTo>
                    <a:pt x="2452" y="17521"/>
                    <a:pt x="2378" y="17570"/>
                    <a:pt x="2299" y="17663"/>
                  </a:cubicBezTo>
                  <a:cubicBezTo>
                    <a:pt x="2206" y="18020"/>
                    <a:pt x="2125" y="18364"/>
                    <a:pt x="2057" y="18685"/>
                  </a:cubicBezTo>
                  <a:cubicBezTo>
                    <a:pt x="1936" y="19304"/>
                    <a:pt x="1843" y="19848"/>
                    <a:pt x="1802" y="20302"/>
                  </a:cubicBezTo>
                  <a:cubicBezTo>
                    <a:pt x="1743" y="20753"/>
                    <a:pt x="1723" y="21109"/>
                    <a:pt x="1706" y="21352"/>
                  </a:cubicBezTo>
                  <a:cubicBezTo>
                    <a:pt x="1689" y="21596"/>
                    <a:pt x="1681" y="21727"/>
                    <a:pt x="1681" y="21727"/>
                  </a:cubicBezTo>
                  <a:cubicBezTo>
                    <a:pt x="1681" y="21727"/>
                    <a:pt x="1680" y="21596"/>
                    <a:pt x="1676" y="21352"/>
                  </a:cubicBezTo>
                  <a:cubicBezTo>
                    <a:pt x="1676" y="21106"/>
                    <a:pt x="1659" y="20746"/>
                    <a:pt x="1694" y="20291"/>
                  </a:cubicBezTo>
                  <a:cubicBezTo>
                    <a:pt x="1709" y="19834"/>
                    <a:pt x="1768" y="19281"/>
                    <a:pt x="1853" y="18649"/>
                  </a:cubicBezTo>
                  <a:cubicBezTo>
                    <a:pt x="1947" y="18017"/>
                    <a:pt x="2074" y="17306"/>
                    <a:pt x="2284" y="16547"/>
                  </a:cubicBezTo>
                  <a:cubicBezTo>
                    <a:pt x="2336" y="16356"/>
                    <a:pt x="2390" y="16162"/>
                    <a:pt x="2444" y="15966"/>
                  </a:cubicBezTo>
                  <a:cubicBezTo>
                    <a:pt x="2507" y="15771"/>
                    <a:pt x="2571" y="15573"/>
                    <a:pt x="2636" y="15369"/>
                  </a:cubicBezTo>
                  <a:cubicBezTo>
                    <a:pt x="2761" y="14962"/>
                    <a:pt x="2934" y="14560"/>
                    <a:pt x="3092" y="14137"/>
                  </a:cubicBezTo>
                  <a:cubicBezTo>
                    <a:pt x="3448" y="13307"/>
                    <a:pt x="3842" y="12434"/>
                    <a:pt x="4351" y="11586"/>
                  </a:cubicBezTo>
                  <a:cubicBezTo>
                    <a:pt x="4850" y="10736"/>
                    <a:pt x="5401" y="9873"/>
                    <a:pt x="6051" y="9063"/>
                  </a:cubicBezTo>
                  <a:cubicBezTo>
                    <a:pt x="6691" y="8249"/>
                    <a:pt x="7387" y="7453"/>
                    <a:pt x="8151" y="6725"/>
                  </a:cubicBezTo>
                  <a:cubicBezTo>
                    <a:pt x="8912" y="5997"/>
                    <a:pt x="9715" y="5310"/>
                    <a:pt x="10561" y="4710"/>
                  </a:cubicBezTo>
                  <a:lnTo>
                    <a:pt x="10873" y="4479"/>
                  </a:lnTo>
                  <a:lnTo>
                    <a:pt x="11195" y="4264"/>
                  </a:lnTo>
                  <a:cubicBezTo>
                    <a:pt x="11411" y="4125"/>
                    <a:pt x="11622" y="3980"/>
                    <a:pt x="11838" y="3846"/>
                  </a:cubicBezTo>
                  <a:cubicBezTo>
                    <a:pt x="12278" y="3590"/>
                    <a:pt x="12705" y="3324"/>
                    <a:pt x="13146" y="3105"/>
                  </a:cubicBezTo>
                  <a:cubicBezTo>
                    <a:pt x="14014" y="2631"/>
                    <a:pt x="14899" y="2269"/>
                    <a:pt x="15742" y="1950"/>
                  </a:cubicBezTo>
                  <a:cubicBezTo>
                    <a:pt x="16595" y="1649"/>
                    <a:pt x="17413" y="1402"/>
                    <a:pt x="18184" y="1235"/>
                  </a:cubicBezTo>
                  <a:cubicBezTo>
                    <a:pt x="18374" y="1194"/>
                    <a:pt x="18562" y="1152"/>
                    <a:pt x="18748" y="1111"/>
                  </a:cubicBezTo>
                  <a:cubicBezTo>
                    <a:pt x="18930" y="1069"/>
                    <a:pt x="19113" y="1046"/>
                    <a:pt x="19291" y="1017"/>
                  </a:cubicBezTo>
                  <a:cubicBezTo>
                    <a:pt x="19646" y="960"/>
                    <a:pt x="19979" y="902"/>
                    <a:pt x="20299" y="876"/>
                  </a:cubicBezTo>
                  <a:cubicBezTo>
                    <a:pt x="20615" y="845"/>
                    <a:pt x="20911" y="804"/>
                    <a:pt x="21188" y="788"/>
                  </a:cubicBezTo>
                  <a:cubicBezTo>
                    <a:pt x="21463" y="775"/>
                    <a:pt x="21717" y="761"/>
                    <a:pt x="21945" y="749"/>
                  </a:cubicBezTo>
                  <a:cubicBezTo>
                    <a:pt x="22084" y="739"/>
                    <a:pt x="22214" y="735"/>
                    <a:pt x="22335" y="735"/>
                  </a:cubicBezTo>
                  <a:close/>
                  <a:moveTo>
                    <a:pt x="29002" y="13778"/>
                  </a:moveTo>
                  <a:cubicBezTo>
                    <a:pt x="29022" y="13782"/>
                    <a:pt x="29042" y="13783"/>
                    <a:pt x="29062" y="13785"/>
                  </a:cubicBezTo>
                  <a:lnTo>
                    <a:pt x="32414" y="21478"/>
                  </a:lnTo>
                  <a:cubicBezTo>
                    <a:pt x="32816" y="21483"/>
                    <a:pt x="33212" y="21486"/>
                    <a:pt x="33601" y="21492"/>
                  </a:cubicBezTo>
                  <a:lnTo>
                    <a:pt x="36742" y="15454"/>
                  </a:lnTo>
                  <a:cubicBezTo>
                    <a:pt x="36752" y="15454"/>
                    <a:pt x="36762" y="15457"/>
                    <a:pt x="36772" y="15457"/>
                  </a:cubicBezTo>
                  <a:cubicBezTo>
                    <a:pt x="36776" y="15457"/>
                    <a:pt x="36778" y="15455"/>
                    <a:pt x="36782" y="15455"/>
                  </a:cubicBezTo>
                  <a:lnTo>
                    <a:pt x="39879" y="21591"/>
                  </a:lnTo>
                  <a:cubicBezTo>
                    <a:pt x="40960" y="21616"/>
                    <a:pt x="41887" y="21641"/>
                    <a:pt x="42613" y="21658"/>
                  </a:cubicBezTo>
                  <a:cubicBezTo>
                    <a:pt x="43185" y="21674"/>
                    <a:pt x="43638" y="21688"/>
                    <a:pt x="43943" y="21697"/>
                  </a:cubicBezTo>
                  <a:cubicBezTo>
                    <a:pt x="44250" y="21706"/>
                    <a:pt x="44413" y="21712"/>
                    <a:pt x="44413" y="21712"/>
                  </a:cubicBezTo>
                  <a:cubicBezTo>
                    <a:pt x="44413" y="21712"/>
                    <a:pt x="44249" y="21717"/>
                    <a:pt x="43943" y="21727"/>
                  </a:cubicBezTo>
                  <a:cubicBezTo>
                    <a:pt x="43636" y="21735"/>
                    <a:pt x="43185" y="21748"/>
                    <a:pt x="42613" y="21765"/>
                  </a:cubicBezTo>
                  <a:cubicBezTo>
                    <a:pt x="41466" y="21788"/>
                    <a:pt x="39831" y="21841"/>
                    <a:pt x="37866" y="21872"/>
                  </a:cubicBezTo>
                  <a:cubicBezTo>
                    <a:pt x="36884" y="21886"/>
                    <a:pt x="35820" y="21902"/>
                    <a:pt x="34696" y="21920"/>
                  </a:cubicBezTo>
                  <a:cubicBezTo>
                    <a:pt x="33570" y="21932"/>
                    <a:pt x="32383" y="21945"/>
                    <a:pt x="31156" y="21959"/>
                  </a:cubicBezTo>
                  <a:cubicBezTo>
                    <a:pt x="29928" y="21967"/>
                    <a:pt x="28659" y="21975"/>
                    <a:pt x="27370" y="21983"/>
                  </a:cubicBezTo>
                  <a:cubicBezTo>
                    <a:pt x="26081" y="21987"/>
                    <a:pt x="24772" y="21990"/>
                    <a:pt x="23462" y="21994"/>
                  </a:cubicBezTo>
                  <a:cubicBezTo>
                    <a:pt x="22153" y="21990"/>
                    <a:pt x="20844" y="21987"/>
                    <a:pt x="19555" y="21983"/>
                  </a:cubicBezTo>
                  <a:cubicBezTo>
                    <a:pt x="18265" y="21975"/>
                    <a:pt x="16996" y="21967"/>
                    <a:pt x="15769" y="21960"/>
                  </a:cubicBezTo>
                  <a:cubicBezTo>
                    <a:pt x="13314" y="21940"/>
                    <a:pt x="11022" y="21909"/>
                    <a:pt x="9059" y="21874"/>
                  </a:cubicBezTo>
                  <a:cubicBezTo>
                    <a:pt x="7094" y="21842"/>
                    <a:pt x="5456" y="21792"/>
                    <a:pt x="4312" y="21767"/>
                  </a:cubicBezTo>
                  <a:cubicBezTo>
                    <a:pt x="3740" y="21751"/>
                    <a:pt x="3287" y="21737"/>
                    <a:pt x="2982" y="21727"/>
                  </a:cubicBezTo>
                  <a:cubicBezTo>
                    <a:pt x="2675" y="21717"/>
                    <a:pt x="2512" y="21712"/>
                    <a:pt x="2512" y="21712"/>
                  </a:cubicBezTo>
                  <a:cubicBezTo>
                    <a:pt x="2512" y="21712"/>
                    <a:pt x="2675" y="21706"/>
                    <a:pt x="2982" y="21697"/>
                  </a:cubicBezTo>
                  <a:cubicBezTo>
                    <a:pt x="3287" y="21685"/>
                    <a:pt x="3737" y="21671"/>
                    <a:pt x="4310" y="21654"/>
                  </a:cubicBezTo>
                  <a:cubicBezTo>
                    <a:pt x="5456" y="21631"/>
                    <a:pt x="7093" y="21579"/>
                    <a:pt x="9057" y="21547"/>
                  </a:cubicBezTo>
                  <a:cubicBezTo>
                    <a:pt x="11021" y="21510"/>
                    <a:pt x="13314" y="21479"/>
                    <a:pt x="15768" y="21462"/>
                  </a:cubicBezTo>
                  <a:cubicBezTo>
                    <a:pt x="16995" y="21453"/>
                    <a:pt x="18264" y="21446"/>
                    <a:pt x="19553" y="21438"/>
                  </a:cubicBezTo>
                  <a:cubicBezTo>
                    <a:pt x="20842" y="21435"/>
                    <a:pt x="22152" y="21431"/>
                    <a:pt x="23461" y="21428"/>
                  </a:cubicBezTo>
                  <a:cubicBezTo>
                    <a:pt x="24770" y="21431"/>
                    <a:pt x="26080" y="21435"/>
                    <a:pt x="27369" y="21438"/>
                  </a:cubicBezTo>
                  <a:cubicBezTo>
                    <a:pt x="28658" y="21446"/>
                    <a:pt x="29927" y="21455"/>
                    <a:pt x="31153" y="21463"/>
                  </a:cubicBezTo>
                  <a:cubicBezTo>
                    <a:pt x="31459" y="21466"/>
                    <a:pt x="31761" y="21470"/>
                    <a:pt x="32062" y="21473"/>
                  </a:cubicBezTo>
                  <a:lnTo>
                    <a:pt x="29004" y="14134"/>
                  </a:lnTo>
                  <a:lnTo>
                    <a:pt x="27518" y="18635"/>
                  </a:lnTo>
                  <a:cubicBezTo>
                    <a:pt x="27290" y="18662"/>
                    <a:pt x="27073" y="18737"/>
                    <a:pt x="26906" y="18892"/>
                  </a:cubicBezTo>
                  <a:cubicBezTo>
                    <a:pt x="26803" y="18985"/>
                    <a:pt x="26681" y="19025"/>
                    <a:pt x="26542" y="19025"/>
                  </a:cubicBezTo>
                  <a:cubicBezTo>
                    <a:pt x="26330" y="19025"/>
                    <a:pt x="26078" y="18933"/>
                    <a:pt x="25795" y="18804"/>
                  </a:cubicBezTo>
                  <a:lnTo>
                    <a:pt x="29002" y="13778"/>
                  </a:lnTo>
                  <a:close/>
                  <a:moveTo>
                    <a:pt x="23380" y="0"/>
                  </a:moveTo>
                  <a:cubicBezTo>
                    <a:pt x="17351" y="0"/>
                    <a:pt x="11649" y="2444"/>
                    <a:pt x="7321" y="6881"/>
                  </a:cubicBezTo>
                  <a:cubicBezTo>
                    <a:pt x="3259" y="11045"/>
                    <a:pt x="930" y="16456"/>
                    <a:pt x="930" y="21727"/>
                  </a:cubicBezTo>
                  <a:lnTo>
                    <a:pt x="209" y="21727"/>
                  </a:lnTo>
                  <a:cubicBezTo>
                    <a:pt x="137" y="21727"/>
                    <a:pt x="68" y="21740"/>
                    <a:pt x="1" y="21759"/>
                  </a:cubicBezTo>
                  <a:lnTo>
                    <a:pt x="1" y="22585"/>
                  </a:lnTo>
                  <a:lnTo>
                    <a:pt x="2513" y="23761"/>
                  </a:lnTo>
                  <a:lnTo>
                    <a:pt x="44339" y="23761"/>
                  </a:lnTo>
                  <a:lnTo>
                    <a:pt x="46853" y="22585"/>
                  </a:lnTo>
                  <a:lnTo>
                    <a:pt x="46853" y="21759"/>
                  </a:lnTo>
                  <a:cubicBezTo>
                    <a:pt x="46785" y="21740"/>
                    <a:pt x="46716" y="21727"/>
                    <a:pt x="46644" y="21727"/>
                  </a:cubicBezTo>
                  <a:lnTo>
                    <a:pt x="45829" y="21727"/>
                  </a:lnTo>
                  <a:cubicBezTo>
                    <a:pt x="45829" y="16457"/>
                    <a:pt x="43499" y="11045"/>
                    <a:pt x="39440" y="6881"/>
                  </a:cubicBezTo>
                  <a:cubicBezTo>
                    <a:pt x="35112" y="2444"/>
                    <a:pt x="29410" y="0"/>
                    <a:pt x="233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41"/>
            <p:cNvSpPr/>
            <p:nvPr/>
          </p:nvSpPr>
          <p:spPr>
            <a:xfrm>
              <a:off x="6235249" y="2577524"/>
              <a:ext cx="1092510" cy="744410"/>
            </a:xfrm>
            <a:custGeom>
              <a:rect b="b" l="l" r="r" t="t"/>
              <a:pathLst>
                <a:path extrusionOk="0" h="15425" w="22638">
                  <a:moveTo>
                    <a:pt x="22638" y="0"/>
                  </a:moveTo>
                  <a:lnTo>
                    <a:pt x="4865" y="11959"/>
                  </a:lnTo>
                  <a:lnTo>
                    <a:pt x="4865" y="11959"/>
                  </a:lnTo>
                  <a:lnTo>
                    <a:pt x="11254" y="7400"/>
                  </a:lnTo>
                  <a:lnTo>
                    <a:pt x="2276" y="13276"/>
                  </a:lnTo>
                  <a:cubicBezTo>
                    <a:pt x="2230" y="13236"/>
                    <a:pt x="2179" y="13201"/>
                    <a:pt x="2128" y="13171"/>
                  </a:cubicBezTo>
                  <a:lnTo>
                    <a:pt x="7831" y="9261"/>
                  </a:lnTo>
                  <a:lnTo>
                    <a:pt x="1548" y="13025"/>
                  </a:lnTo>
                  <a:cubicBezTo>
                    <a:pt x="1360" y="13026"/>
                    <a:pt x="1169" y="13072"/>
                    <a:pt x="987" y="13161"/>
                  </a:cubicBezTo>
                  <a:cubicBezTo>
                    <a:pt x="1051" y="13088"/>
                    <a:pt x="1117" y="13018"/>
                    <a:pt x="1185" y="12951"/>
                  </a:cubicBezTo>
                  <a:cubicBezTo>
                    <a:pt x="1344" y="12797"/>
                    <a:pt x="1498" y="12649"/>
                    <a:pt x="1646" y="12521"/>
                  </a:cubicBezTo>
                  <a:cubicBezTo>
                    <a:pt x="1794" y="12393"/>
                    <a:pt x="1931" y="12273"/>
                    <a:pt x="2054" y="12171"/>
                  </a:cubicBezTo>
                  <a:cubicBezTo>
                    <a:pt x="2178" y="12068"/>
                    <a:pt x="2286" y="11978"/>
                    <a:pt x="2376" y="11904"/>
                  </a:cubicBezTo>
                  <a:cubicBezTo>
                    <a:pt x="2555" y="11756"/>
                    <a:pt x="2658" y="11670"/>
                    <a:pt x="2658" y="11670"/>
                  </a:cubicBezTo>
                  <a:lnTo>
                    <a:pt x="2658" y="11670"/>
                  </a:lnTo>
                  <a:cubicBezTo>
                    <a:pt x="2658" y="11670"/>
                    <a:pt x="2629" y="11685"/>
                    <a:pt x="2574" y="11716"/>
                  </a:cubicBezTo>
                  <a:cubicBezTo>
                    <a:pt x="2520" y="11745"/>
                    <a:pt x="2438" y="11787"/>
                    <a:pt x="2337" y="11849"/>
                  </a:cubicBezTo>
                  <a:cubicBezTo>
                    <a:pt x="2237" y="11906"/>
                    <a:pt x="2115" y="11978"/>
                    <a:pt x="1976" y="12065"/>
                  </a:cubicBezTo>
                  <a:cubicBezTo>
                    <a:pt x="1838" y="12152"/>
                    <a:pt x="1685" y="12252"/>
                    <a:pt x="1521" y="12370"/>
                  </a:cubicBezTo>
                  <a:cubicBezTo>
                    <a:pt x="1357" y="12488"/>
                    <a:pt x="1181" y="12618"/>
                    <a:pt x="1004" y="12770"/>
                  </a:cubicBezTo>
                  <a:cubicBezTo>
                    <a:pt x="828" y="12923"/>
                    <a:pt x="644" y="13088"/>
                    <a:pt x="478" y="13288"/>
                  </a:cubicBezTo>
                  <a:cubicBezTo>
                    <a:pt x="312" y="13488"/>
                    <a:pt x="150" y="13715"/>
                    <a:pt x="61" y="13991"/>
                  </a:cubicBezTo>
                  <a:cubicBezTo>
                    <a:pt x="20" y="14126"/>
                    <a:pt x="1" y="14274"/>
                    <a:pt x="13" y="14415"/>
                  </a:cubicBezTo>
                  <a:cubicBezTo>
                    <a:pt x="22" y="14557"/>
                    <a:pt x="67" y="14692"/>
                    <a:pt x="123" y="14811"/>
                  </a:cubicBezTo>
                  <a:cubicBezTo>
                    <a:pt x="136" y="14841"/>
                    <a:pt x="155" y="14871"/>
                    <a:pt x="171" y="14901"/>
                  </a:cubicBezTo>
                  <a:cubicBezTo>
                    <a:pt x="190" y="14928"/>
                    <a:pt x="197" y="14947"/>
                    <a:pt x="224" y="14980"/>
                  </a:cubicBezTo>
                  <a:cubicBezTo>
                    <a:pt x="264" y="15035"/>
                    <a:pt x="310" y="15089"/>
                    <a:pt x="362" y="15136"/>
                  </a:cubicBezTo>
                  <a:cubicBezTo>
                    <a:pt x="464" y="15233"/>
                    <a:pt x="590" y="15303"/>
                    <a:pt x="722" y="15350"/>
                  </a:cubicBezTo>
                  <a:cubicBezTo>
                    <a:pt x="876" y="15404"/>
                    <a:pt x="1034" y="15425"/>
                    <a:pt x="1191" y="15425"/>
                  </a:cubicBezTo>
                  <a:cubicBezTo>
                    <a:pt x="1306" y="15425"/>
                    <a:pt x="1421" y="15414"/>
                    <a:pt x="1530" y="15397"/>
                  </a:cubicBezTo>
                  <a:cubicBezTo>
                    <a:pt x="1788" y="15358"/>
                    <a:pt x="2027" y="15280"/>
                    <a:pt x="2245" y="15192"/>
                  </a:cubicBezTo>
                  <a:cubicBezTo>
                    <a:pt x="2464" y="15105"/>
                    <a:pt x="2661" y="15006"/>
                    <a:pt x="2837" y="14906"/>
                  </a:cubicBezTo>
                  <a:cubicBezTo>
                    <a:pt x="3016" y="14810"/>
                    <a:pt x="3171" y="14710"/>
                    <a:pt x="3307" y="14618"/>
                  </a:cubicBezTo>
                  <a:cubicBezTo>
                    <a:pt x="3444" y="14526"/>
                    <a:pt x="3559" y="14443"/>
                    <a:pt x="3652" y="14373"/>
                  </a:cubicBezTo>
                  <a:cubicBezTo>
                    <a:pt x="3746" y="14303"/>
                    <a:pt x="3816" y="14246"/>
                    <a:pt x="3864" y="14205"/>
                  </a:cubicBezTo>
                  <a:cubicBezTo>
                    <a:pt x="3914" y="14165"/>
                    <a:pt x="3938" y="14145"/>
                    <a:pt x="3938" y="14145"/>
                  </a:cubicBezTo>
                  <a:lnTo>
                    <a:pt x="3938" y="14145"/>
                  </a:lnTo>
                  <a:cubicBezTo>
                    <a:pt x="3938" y="14145"/>
                    <a:pt x="3821" y="14205"/>
                    <a:pt x="3613" y="14310"/>
                  </a:cubicBezTo>
                  <a:cubicBezTo>
                    <a:pt x="3406" y="14415"/>
                    <a:pt x="3111" y="14563"/>
                    <a:pt x="2752" y="14716"/>
                  </a:cubicBezTo>
                  <a:cubicBezTo>
                    <a:pt x="2602" y="14777"/>
                    <a:pt x="2438" y="14838"/>
                    <a:pt x="2269" y="14894"/>
                  </a:cubicBezTo>
                  <a:cubicBezTo>
                    <a:pt x="7342" y="11486"/>
                    <a:pt x="15995" y="4897"/>
                    <a:pt x="226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41"/>
            <p:cNvSpPr/>
            <p:nvPr/>
          </p:nvSpPr>
          <p:spPr>
            <a:xfrm>
              <a:off x="6504492" y="2861679"/>
              <a:ext cx="460738" cy="336420"/>
            </a:xfrm>
            <a:custGeom>
              <a:rect b="b" l="l" r="r" t="t"/>
              <a:pathLst>
                <a:path extrusionOk="0" h="6971" w="9547">
                  <a:moveTo>
                    <a:pt x="9547" y="1"/>
                  </a:moveTo>
                  <a:cubicBezTo>
                    <a:pt x="9547" y="1"/>
                    <a:pt x="9391" y="102"/>
                    <a:pt x="9122" y="283"/>
                  </a:cubicBezTo>
                  <a:cubicBezTo>
                    <a:pt x="8856" y="466"/>
                    <a:pt x="8470" y="721"/>
                    <a:pt x="8014" y="1036"/>
                  </a:cubicBezTo>
                  <a:cubicBezTo>
                    <a:pt x="7558" y="1351"/>
                    <a:pt x="7027" y="1723"/>
                    <a:pt x="6463" y="2124"/>
                  </a:cubicBezTo>
                  <a:cubicBezTo>
                    <a:pt x="6181" y="2325"/>
                    <a:pt x="5890" y="2532"/>
                    <a:pt x="5596" y="2746"/>
                  </a:cubicBezTo>
                  <a:cubicBezTo>
                    <a:pt x="5302" y="2958"/>
                    <a:pt x="5002" y="3176"/>
                    <a:pt x="4703" y="3392"/>
                  </a:cubicBezTo>
                  <a:cubicBezTo>
                    <a:pt x="4406" y="3609"/>
                    <a:pt x="4107" y="3829"/>
                    <a:pt x="3815" y="4044"/>
                  </a:cubicBezTo>
                  <a:cubicBezTo>
                    <a:pt x="3523" y="4261"/>
                    <a:pt x="3235" y="4475"/>
                    <a:pt x="2959" y="4682"/>
                  </a:cubicBezTo>
                  <a:cubicBezTo>
                    <a:pt x="2405" y="5097"/>
                    <a:pt x="1890" y="5488"/>
                    <a:pt x="1452" y="5828"/>
                  </a:cubicBezTo>
                  <a:cubicBezTo>
                    <a:pt x="1011" y="6165"/>
                    <a:pt x="650" y="6453"/>
                    <a:pt x="396" y="6654"/>
                  </a:cubicBezTo>
                  <a:cubicBezTo>
                    <a:pt x="142" y="6854"/>
                    <a:pt x="0" y="6970"/>
                    <a:pt x="0" y="6970"/>
                  </a:cubicBezTo>
                  <a:cubicBezTo>
                    <a:pt x="0" y="6970"/>
                    <a:pt x="156" y="6870"/>
                    <a:pt x="425" y="6688"/>
                  </a:cubicBezTo>
                  <a:cubicBezTo>
                    <a:pt x="690" y="6506"/>
                    <a:pt x="1077" y="6251"/>
                    <a:pt x="1532" y="5935"/>
                  </a:cubicBezTo>
                  <a:cubicBezTo>
                    <a:pt x="1989" y="5621"/>
                    <a:pt x="2519" y="5248"/>
                    <a:pt x="3083" y="4847"/>
                  </a:cubicBezTo>
                  <a:cubicBezTo>
                    <a:pt x="3365" y="4646"/>
                    <a:pt x="3655" y="4438"/>
                    <a:pt x="3951" y="4226"/>
                  </a:cubicBezTo>
                  <a:cubicBezTo>
                    <a:pt x="4246" y="4013"/>
                    <a:pt x="4547" y="3796"/>
                    <a:pt x="4845" y="3580"/>
                  </a:cubicBezTo>
                  <a:cubicBezTo>
                    <a:pt x="5143" y="3362"/>
                    <a:pt x="5442" y="3142"/>
                    <a:pt x="5734" y="2927"/>
                  </a:cubicBezTo>
                  <a:cubicBezTo>
                    <a:pt x="6027" y="2712"/>
                    <a:pt x="6313" y="2495"/>
                    <a:pt x="6590" y="2289"/>
                  </a:cubicBezTo>
                  <a:cubicBezTo>
                    <a:pt x="7144" y="1874"/>
                    <a:pt x="7659" y="1483"/>
                    <a:pt x="8098" y="1144"/>
                  </a:cubicBezTo>
                  <a:cubicBezTo>
                    <a:pt x="8537" y="807"/>
                    <a:pt x="8898" y="518"/>
                    <a:pt x="9151" y="318"/>
                  </a:cubicBezTo>
                  <a:cubicBezTo>
                    <a:pt x="9404" y="118"/>
                    <a:pt x="9547" y="1"/>
                    <a:pt x="95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41"/>
            <p:cNvSpPr/>
            <p:nvPr/>
          </p:nvSpPr>
          <p:spPr>
            <a:xfrm>
              <a:off x="6453819" y="2816459"/>
              <a:ext cx="441145" cy="268229"/>
            </a:xfrm>
            <a:custGeom>
              <a:rect b="b" l="l" r="r" t="t"/>
              <a:pathLst>
                <a:path extrusionOk="0" h="5558" w="9141">
                  <a:moveTo>
                    <a:pt x="9141" y="1"/>
                  </a:moveTo>
                  <a:cubicBezTo>
                    <a:pt x="9141" y="1"/>
                    <a:pt x="8993" y="79"/>
                    <a:pt x="8735" y="219"/>
                  </a:cubicBezTo>
                  <a:cubicBezTo>
                    <a:pt x="8480" y="362"/>
                    <a:pt x="8112" y="562"/>
                    <a:pt x="7679" y="810"/>
                  </a:cubicBezTo>
                  <a:cubicBezTo>
                    <a:pt x="7242" y="1057"/>
                    <a:pt x="6736" y="1352"/>
                    <a:pt x="6196" y="1670"/>
                  </a:cubicBezTo>
                  <a:cubicBezTo>
                    <a:pt x="5927" y="1830"/>
                    <a:pt x="5647" y="1992"/>
                    <a:pt x="5365" y="2164"/>
                  </a:cubicBezTo>
                  <a:cubicBezTo>
                    <a:pt x="5083" y="2333"/>
                    <a:pt x="4798" y="2506"/>
                    <a:pt x="4511" y="2678"/>
                  </a:cubicBezTo>
                  <a:cubicBezTo>
                    <a:pt x="4226" y="2853"/>
                    <a:pt x="3941" y="3027"/>
                    <a:pt x="3659" y="3201"/>
                  </a:cubicBezTo>
                  <a:cubicBezTo>
                    <a:pt x="3381" y="3375"/>
                    <a:pt x="3106" y="3544"/>
                    <a:pt x="2839" y="3711"/>
                  </a:cubicBezTo>
                  <a:cubicBezTo>
                    <a:pt x="2308" y="4044"/>
                    <a:pt x="1816" y="4360"/>
                    <a:pt x="1394" y="4631"/>
                  </a:cubicBezTo>
                  <a:cubicBezTo>
                    <a:pt x="972" y="4903"/>
                    <a:pt x="624" y="5138"/>
                    <a:pt x="381" y="5300"/>
                  </a:cubicBezTo>
                  <a:cubicBezTo>
                    <a:pt x="138" y="5462"/>
                    <a:pt x="0" y="5557"/>
                    <a:pt x="0" y="5557"/>
                  </a:cubicBezTo>
                  <a:cubicBezTo>
                    <a:pt x="0" y="5557"/>
                    <a:pt x="148" y="5481"/>
                    <a:pt x="406" y="5337"/>
                  </a:cubicBezTo>
                  <a:cubicBezTo>
                    <a:pt x="661" y="5196"/>
                    <a:pt x="1027" y="4997"/>
                    <a:pt x="1462" y="4749"/>
                  </a:cubicBezTo>
                  <a:cubicBezTo>
                    <a:pt x="1899" y="4502"/>
                    <a:pt x="2404" y="4208"/>
                    <a:pt x="2945" y="3890"/>
                  </a:cubicBezTo>
                  <a:cubicBezTo>
                    <a:pt x="3215" y="3730"/>
                    <a:pt x="3492" y="3563"/>
                    <a:pt x="3776" y="3395"/>
                  </a:cubicBezTo>
                  <a:cubicBezTo>
                    <a:pt x="4057" y="3226"/>
                    <a:pt x="4343" y="3053"/>
                    <a:pt x="4630" y="2880"/>
                  </a:cubicBezTo>
                  <a:cubicBezTo>
                    <a:pt x="4915" y="2705"/>
                    <a:pt x="5198" y="2531"/>
                    <a:pt x="5482" y="2359"/>
                  </a:cubicBezTo>
                  <a:cubicBezTo>
                    <a:pt x="5761" y="2187"/>
                    <a:pt x="6035" y="2012"/>
                    <a:pt x="6302" y="1847"/>
                  </a:cubicBezTo>
                  <a:cubicBezTo>
                    <a:pt x="6834" y="1515"/>
                    <a:pt x="7325" y="1200"/>
                    <a:pt x="7747" y="929"/>
                  </a:cubicBezTo>
                  <a:cubicBezTo>
                    <a:pt x="8169" y="656"/>
                    <a:pt x="8514" y="421"/>
                    <a:pt x="8760" y="260"/>
                  </a:cubicBezTo>
                  <a:cubicBezTo>
                    <a:pt x="9003" y="97"/>
                    <a:pt x="9141" y="1"/>
                    <a:pt x="91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41"/>
            <p:cNvSpPr/>
            <p:nvPr/>
          </p:nvSpPr>
          <p:spPr>
            <a:xfrm>
              <a:off x="6666693" y="2808689"/>
              <a:ext cx="726410" cy="495003"/>
            </a:xfrm>
            <a:custGeom>
              <a:rect b="b" l="l" r="r" t="t"/>
              <a:pathLst>
                <a:path extrusionOk="0" h="10257" w="15052">
                  <a:moveTo>
                    <a:pt x="15051" y="0"/>
                  </a:moveTo>
                  <a:lnTo>
                    <a:pt x="3233" y="7952"/>
                  </a:lnTo>
                  <a:lnTo>
                    <a:pt x="7486" y="4918"/>
                  </a:lnTo>
                  <a:lnTo>
                    <a:pt x="1515" y="8826"/>
                  </a:lnTo>
                  <a:cubicBezTo>
                    <a:pt x="1484" y="8799"/>
                    <a:pt x="1451" y="8775"/>
                    <a:pt x="1417" y="8755"/>
                  </a:cubicBezTo>
                  <a:lnTo>
                    <a:pt x="5211" y="6155"/>
                  </a:lnTo>
                  <a:lnTo>
                    <a:pt x="1033" y="8658"/>
                  </a:lnTo>
                  <a:cubicBezTo>
                    <a:pt x="910" y="8659"/>
                    <a:pt x="779" y="8690"/>
                    <a:pt x="658" y="8748"/>
                  </a:cubicBezTo>
                  <a:cubicBezTo>
                    <a:pt x="703" y="8700"/>
                    <a:pt x="746" y="8653"/>
                    <a:pt x="791" y="8610"/>
                  </a:cubicBezTo>
                  <a:cubicBezTo>
                    <a:pt x="897" y="8506"/>
                    <a:pt x="998" y="8410"/>
                    <a:pt x="1098" y="8322"/>
                  </a:cubicBezTo>
                  <a:cubicBezTo>
                    <a:pt x="1196" y="8236"/>
                    <a:pt x="1287" y="8157"/>
                    <a:pt x="1369" y="8089"/>
                  </a:cubicBezTo>
                  <a:cubicBezTo>
                    <a:pt x="1451" y="8020"/>
                    <a:pt x="1523" y="7961"/>
                    <a:pt x="1582" y="7911"/>
                  </a:cubicBezTo>
                  <a:cubicBezTo>
                    <a:pt x="1702" y="7812"/>
                    <a:pt x="1770" y="7757"/>
                    <a:pt x="1770" y="7757"/>
                  </a:cubicBezTo>
                  <a:lnTo>
                    <a:pt x="1770" y="7757"/>
                  </a:lnTo>
                  <a:cubicBezTo>
                    <a:pt x="1770" y="7757"/>
                    <a:pt x="1750" y="7766"/>
                    <a:pt x="1715" y="7786"/>
                  </a:cubicBezTo>
                  <a:cubicBezTo>
                    <a:pt x="1679" y="7807"/>
                    <a:pt x="1624" y="7833"/>
                    <a:pt x="1557" y="7874"/>
                  </a:cubicBezTo>
                  <a:cubicBezTo>
                    <a:pt x="1490" y="7913"/>
                    <a:pt x="1408" y="7960"/>
                    <a:pt x="1316" y="8019"/>
                  </a:cubicBezTo>
                  <a:cubicBezTo>
                    <a:pt x="1226" y="8077"/>
                    <a:pt x="1122" y="8142"/>
                    <a:pt x="1013" y="8222"/>
                  </a:cubicBezTo>
                  <a:cubicBezTo>
                    <a:pt x="904" y="8298"/>
                    <a:pt x="786" y="8385"/>
                    <a:pt x="669" y="8486"/>
                  </a:cubicBezTo>
                  <a:cubicBezTo>
                    <a:pt x="551" y="8587"/>
                    <a:pt x="429" y="8698"/>
                    <a:pt x="319" y="8830"/>
                  </a:cubicBezTo>
                  <a:cubicBezTo>
                    <a:pt x="209" y="8963"/>
                    <a:pt x="100" y="9115"/>
                    <a:pt x="41" y="9297"/>
                  </a:cubicBezTo>
                  <a:cubicBezTo>
                    <a:pt x="12" y="9387"/>
                    <a:pt x="0" y="9485"/>
                    <a:pt x="7" y="9581"/>
                  </a:cubicBezTo>
                  <a:cubicBezTo>
                    <a:pt x="14" y="9677"/>
                    <a:pt x="43" y="9766"/>
                    <a:pt x="81" y="9845"/>
                  </a:cubicBezTo>
                  <a:cubicBezTo>
                    <a:pt x="90" y="9865"/>
                    <a:pt x="104" y="9885"/>
                    <a:pt x="113" y="9904"/>
                  </a:cubicBezTo>
                  <a:cubicBezTo>
                    <a:pt x="125" y="9923"/>
                    <a:pt x="131" y="9935"/>
                    <a:pt x="147" y="9958"/>
                  </a:cubicBezTo>
                  <a:cubicBezTo>
                    <a:pt x="174" y="9996"/>
                    <a:pt x="204" y="10030"/>
                    <a:pt x="238" y="10063"/>
                  </a:cubicBezTo>
                  <a:cubicBezTo>
                    <a:pt x="305" y="10126"/>
                    <a:pt x="388" y="10173"/>
                    <a:pt x="477" y="10205"/>
                  </a:cubicBezTo>
                  <a:cubicBezTo>
                    <a:pt x="580" y="10242"/>
                    <a:pt x="686" y="10256"/>
                    <a:pt x="790" y="10256"/>
                  </a:cubicBezTo>
                  <a:cubicBezTo>
                    <a:pt x="867" y="10256"/>
                    <a:pt x="942" y="10249"/>
                    <a:pt x="1014" y="10237"/>
                  </a:cubicBezTo>
                  <a:cubicBezTo>
                    <a:pt x="1187" y="10212"/>
                    <a:pt x="1346" y="10158"/>
                    <a:pt x="1490" y="10102"/>
                  </a:cubicBezTo>
                  <a:cubicBezTo>
                    <a:pt x="1635" y="10043"/>
                    <a:pt x="1766" y="9977"/>
                    <a:pt x="1884" y="9912"/>
                  </a:cubicBezTo>
                  <a:cubicBezTo>
                    <a:pt x="2001" y="9848"/>
                    <a:pt x="2106" y="9781"/>
                    <a:pt x="2196" y="9720"/>
                  </a:cubicBezTo>
                  <a:cubicBezTo>
                    <a:pt x="2287" y="9660"/>
                    <a:pt x="2363" y="9605"/>
                    <a:pt x="2424" y="9558"/>
                  </a:cubicBezTo>
                  <a:cubicBezTo>
                    <a:pt x="2487" y="9511"/>
                    <a:pt x="2534" y="9472"/>
                    <a:pt x="2565" y="9446"/>
                  </a:cubicBezTo>
                  <a:cubicBezTo>
                    <a:pt x="2597" y="9419"/>
                    <a:pt x="2615" y="9406"/>
                    <a:pt x="2615" y="9406"/>
                  </a:cubicBezTo>
                  <a:lnTo>
                    <a:pt x="2615" y="9406"/>
                  </a:lnTo>
                  <a:cubicBezTo>
                    <a:pt x="2615" y="9406"/>
                    <a:pt x="2536" y="9446"/>
                    <a:pt x="2397" y="9517"/>
                  </a:cubicBezTo>
                  <a:cubicBezTo>
                    <a:pt x="2260" y="9586"/>
                    <a:pt x="2064" y="9685"/>
                    <a:pt x="1825" y="9786"/>
                  </a:cubicBezTo>
                  <a:cubicBezTo>
                    <a:pt x="1725" y="9826"/>
                    <a:pt x="1617" y="9868"/>
                    <a:pt x="1504" y="9904"/>
                  </a:cubicBezTo>
                  <a:cubicBezTo>
                    <a:pt x="4879" y="7637"/>
                    <a:pt x="10632" y="3256"/>
                    <a:pt x="150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41"/>
            <p:cNvSpPr/>
            <p:nvPr/>
          </p:nvSpPr>
          <p:spPr>
            <a:xfrm>
              <a:off x="6845883" y="2997482"/>
              <a:ext cx="306451" cy="223733"/>
            </a:xfrm>
            <a:custGeom>
              <a:rect b="b" l="l" r="r" t="t"/>
              <a:pathLst>
                <a:path extrusionOk="0" h="4636" w="6350">
                  <a:moveTo>
                    <a:pt x="6350" y="0"/>
                  </a:moveTo>
                  <a:lnTo>
                    <a:pt x="6350" y="0"/>
                  </a:lnTo>
                  <a:cubicBezTo>
                    <a:pt x="6349" y="0"/>
                    <a:pt x="6245" y="67"/>
                    <a:pt x="6068" y="187"/>
                  </a:cubicBezTo>
                  <a:cubicBezTo>
                    <a:pt x="5889" y="309"/>
                    <a:pt x="5634" y="478"/>
                    <a:pt x="5330" y="689"/>
                  </a:cubicBezTo>
                  <a:cubicBezTo>
                    <a:pt x="5027" y="899"/>
                    <a:pt x="4674" y="1146"/>
                    <a:pt x="4300" y="1412"/>
                  </a:cubicBezTo>
                  <a:cubicBezTo>
                    <a:pt x="4112" y="1546"/>
                    <a:pt x="3918" y="1682"/>
                    <a:pt x="3723" y="1825"/>
                  </a:cubicBezTo>
                  <a:cubicBezTo>
                    <a:pt x="3525" y="1968"/>
                    <a:pt x="3328" y="2110"/>
                    <a:pt x="3128" y="2255"/>
                  </a:cubicBezTo>
                  <a:cubicBezTo>
                    <a:pt x="2931" y="2400"/>
                    <a:pt x="2732" y="2545"/>
                    <a:pt x="2537" y="2689"/>
                  </a:cubicBezTo>
                  <a:cubicBezTo>
                    <a:pt x="2342" y="2834"/>
                    <a:pt x="2153" y="2976"/>
                    <a:pt x="1968" y="3114"/>
                  </a:cubicBezTo>
                  <a:cubicBezTo>
                    <a:pt x="1598" y="3390"/>
                    <a:pt x="1256" y="3650"/>
                    <a:pt x="966" y="3876"/>
                  </a:cubicBezTo>
                  <a:cubicBezTo>
                    <a:pt x="675" y="4101"/>
                    <a:pt x="434" y="4292"/>
                    <a:pt x="265" y="4425"/>
                  </a:cubicBezTo>
                  <a:cubicBezTo>
                    <a:pt x="97" y="4558"/>
                    <a:pt x="0" y="4636"/>
                    <a:pt x="0" y="4636"/>
                  </a:cubicBezTo>
                  <a:cubicBezTo>
                    <a:pt x="0" y="4636"/>
                    <a:pt x="105" y="4569"/>
                    <a:pt x="282" y="4451"/>
                  </a:cubicBezTo>
                  <a:cubicBezTo>
                    <a:pt x="461" y="4330"/>
                    <a:pt x="718" y="4161"/>
                    <a:pt x="1020" y="3948"/>
                  </a:cubicBezTo>
                  <a:cubicBezTo>
                    <a:pt x="1323" y="3739"/>
                    <a:pt x="1676" y="3492"/>
                    <a:pt x="2050" y="3225"/>
                  </a:cubicBezTo>
                  <a:cubicBezTo>
                    <a:pt x="2238" y="3090"/>
                    <a:pt x="2431" y="2953"/>
                    <a:pt x="2627" y="2812"/>
                  </a:cubicBezTo>
                  <a:cubicBezTo>
                    <a:pt x="2825" y="2670"/>
                    <a:pt x="3022" y="2526"/>
                    <a:pt x="3222" y="2383"/>
                  </a:cubicBezTo>
                  <a:cubicBezTo>
                    <a:pt x="3419" y="2236"/>
                    <a:pt x="3618" y="2092"/>
                    <a:pt x="3813" y="1947"/>
                  </a:cubicBezTo>
                  <a:cubicBezTo>
                    <a:pt x="4008" y="1805"/>
                    <a:pt x="4197" y="1660"/>
                    <a:pt x="4382" y="1523"/>
                  </a:cubicBezTo>
                  <a:cubicBezTo>
                    <a:pt x="4752" y="1248"/>
                    <a:pt x="5094" y="987"/>
                    <a:pt x="5384" y="760"/>
                  </a:cubicBezTo>
                  <a:cubicBezTo>
                    <a:pt x="5675" y="536"/>
                    <a:pt x="5916" y="344"/>
                    <a:pt x="6085" y="212"/>
                  </a:cubicBezTo>
                  <a:cubicBezTo>
                    <a:pt x="6253" y="80"/>
                    <a:pt x="6349" y="0"/>
                    <a:pt x="63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41"/>
            <p:cNvSpPr/>
            <p:nvPr/>
          </p:nvSpPr>
          <p:spPr>
            <a:xfrm>
              <a:off x="6812101" y="2967465"/>
              <a:ext cx="293324" cy="178321"/>
            </a:xfrm>
            <a:custGeom>
              <a:rect b="b" l="l" r="r" t="t"/>
              <a:pathLst>
                <a:path extrusionOk="0" h="3695" w="6078">
                  <a:moveTo>
                    <a:pt x="6077" y="1"/>
                  </a:moveTo>
                  <a:cubicBezTo>
                    <a:pt x="6077" y="1"/>
                    <a:pt x="5978" y="53"/>
                    <a:pt x="5809" y="147"/>
                  </a:cubicBezTo>
                  <a:cubicBezTo>
                    <a:pt x="5640" y="244"/>
                    <a:pt x="5394" y="374"/>
                    <a:pt x="5105" y="540"/>
                  </a:cubicBezTo>
                  <a:cubicBezTo>
                    <a:pt x="4815" y="704"/>
                    <a:pt x="4479" y="899"/>
                    <a:pt x="4121" y="1111"/>
                  </a:cubicBezTo>
                  <a:cubicBezTo>
                    <a:pt x="3941" y="1217"/>
                    <a:pt x="3754" y="1326"/>
                    <a:pt x="3567" y="1439"/>
                  </a:cubicBezTo>
                  <a:cubicBezTo>
                    <a:pt x="3379" y="1550"/>
                    <a:pt x="3190" y="1666"/>
                    <a:pt x="3001" y="1781"/>
                  </a:cubicBezTo>
                  <a:cubicBezTo>
                    <a:pt x="2811" y="1897"/>
                    <a:pt x="2621" y="2012"/>
                    <a:pt x="2435" y="2128"/>
                  </a:cubicBezTo>
                  <a:cubicBezTo>
                    <a:pt x="2249" y="2244"/>
                    <a:pt x="2067" y="2359"/>
                    <a:pt x="1889" y="2467"/>
                  </a:cubicBezTo>
                  <a:cubicBezTo>
                    <a:pt x="1537" y="2689"/>
                    <a:pt x="1208" y="2897"/>
                    <a:pt x="927" y="3080"/>
                  </a:cubicBezTo>
                  <a:cubicBezTo>
                    <a:pt x="647" y="3261"/>
                    <a:pt x="417" y="3417"/>
                    <a:pt x="255" y="3523"/>
                  </a:cubicBezTo>
                  <a:cubicBezTo>
                    <a:pt x="93" y="3630"/>
                    <a:pt x="1" y="3695"/>
                    <a:pt x="1" y="3695"/>
                  </a:cubicBezTo>
                  <a:cubicBezTo>
                    <a:pt x="1" y="3695"/>
                    <a:pt x="100" y="3642"/>
                    <a:pt x="269" y="3548"/>
                  </a:cubicBezTo>
                  <a:cubicBezTo>
                    <a:pt x="439" y="3453"/>
                    <a:pt x="684" y="3320"/>
                    <a:pt x="973" y="3155"/>
                  </a:cubicBezTo>
                  <a:cubicBezTo>
                    <a:pt x="1263" y="2991"/>
                    <a:pt x="1599" y="2796"/>
                    <a:pt x="1959" y="2584"/>
                  </a:cubicBezTo>
                  <a:cubicBezTo>
                    <a:pt x="2137" y="2479"/>
                    <a:pt x="2323" y="2368"/>
                    <a:pt x="2511" y="2258"/>
                  </a:cubicBezTo>
                  <a:cubicBezTo>
                    <a:pt x="2699" y="2145"/>
                    <a:pt x="2888" y="2030"/>
                    <a:pt x="3077" y="1915"/>
                  </a:cubicBezTo>
                  <a:cubicBezTo>
                    <a:pt x="3268" y="1799"/>
                    <a:pt x="3457" y="1683"/>
                    <a:pt x="3644" y="1568"/>
                  </a:cubicBezTo>
                  <a:cubicBezTo>
                    <a:pt x="3829" y="1454"/>
                    <a:pt x="4013" y="1338"/>
                    <a:pt x="4189" y="1228"/>
                  </a:cubicBezTo>
                  <a:cubicBezTo>
                    <a:pt x="4541" y="1006"/>
                    <a:pt x="4870" y="798"/>
                    <a:pt x="5151" y="616"/>
                  </a:cubicBezTo>
                  <a:cubicBezTo>
                    <a:pt x="5431" y="434"/>
                    <a:pt x="5661" y="278"/>
                    <a:pt x="5824" y="172"/>
                  </a:cubicBezTo>
                  <a:cubicBezTo>
                    <a:pt x="5985" y="65"/>
                    <a:pt x="6077" y="1"/>
                    <a:pt x="60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41"/>
            <p:cNvSpPr/>
            <p:nvPr/>
          </p:nvSpPr>
          <p:spPr>
            <a:xfrm flipH="1" rot="5400000">
              <a:off x="6658825" y="940959"/>
              <a:ext cx="1166400" cy="2377500"/>
            </a:xfrm>
            <a:prstGeom prst="chevron">
              <a:avLst>
                <a:gd fmla="val 47815" name="adj"/>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20" name="Google Shape;320;p41"/>
            <p:cNvSpPr/>
            <p:nvPr/>
          </p:nvSpPr>
          <p:spPr>
            <a:xfrm flipH="1" rot="5400000">
              <a:off x="6658825" y="74184"/>
              <a:ext cx="1166400" cy="2377500"/>
            </a:xfrm>
            <a:prstGeom prst="chevron">
              <a:avLst>
                <a:gd fmla="val 47815" name="adj"/>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sp>
        <p:nvSpPr>
          <p:cNvPr id="321" name="Google Shape;321;p41"/>
          <p:cNvSpPr/>
          <p:nvPr/>
        </p:nvSpPr>
        <p:spPr>
          <a:xfrm>
            <a:off x="713215" y="4493645"/>
            <a:ext cx="1056446" cy="220717"/>
          </a:xfrm>
          <a:prstGeom prst="rect">
            <a:avLst/>
          </a:prstGeom>
        </p:spPr>
        <p:txBody>
          <a:bodyPr>
            <a:prstTxWarp prst="textPlain"/>
          </a:bodyPr>
          <a:lstStyle/>
          <a:p>
            <a:pPr lvl="0" algn="ctr"/>
            <a:r>
              <a:rPr b="0" i="0">
                <a:ln cap="flat" cmpd="sng" w="19050">
                  <a:solidFill>
                    <a:srgbClr val="C50A25"/>
                  </a:solidFill>
                  <a:prstDash val="solid"/>
                  <a:round/>
                  <a:headEnd len="sm" w="sm" type="none"/>
                  <a:tailEnd len="sm" w="sm" type="none"/>
                </a:ln>
                <a:noFill/>
                <a:latin typeface="Audiowide"/>
              </a:rPr>
              <a:t>0003</a:t>
            </a: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325" name="Shape 325"/>
        <p:cNvGrpSpPr/>
        <p:nvPr/>
      </p:nvGrpSpPr>
      <p:grpSpPr>
        <a:xfrm>
          <a:off x="0" y="0"/>
          <a:ext cx="0" cy="0"/>
          <a:chOff x="0" y="0"/>
          <a:chExt cx="0" cy="0"/>
        </a:xfrm>
      </p:grpSpPr>
      <p:sp>
        <p:nvSpPr>
          <p:cNvPr id="326" name="Google Shape;326;p42"/>
          <p:cNvSpPr txBox="1"/>
          <p:nvPr>
            <p:ph type="title"/>
          </p:nvPr>
        </p:nvSpPr>
        <p:spPr>
          <a:xfrm>
            <a:off x="3936768" y="1189013"/>
            <a:ext cx="449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COMPANY</a:t>
            </a:r>
            <a:endParaRPr/>
          </a:p>
        </p:txBody>
      </p:sp>
      <p:sp>
        <p:nvSpPr>
          <p:cNvPr id="327" name="Google Shape;327;p42"/>
          <p:cNvSpPr txBox="1"/>
          <p:nvPr>
            <p:ph idx="1" type="subTitle"/>
          </p:nvPr>
        </p:nvSpPr>
        <p:spPr>
          <a:xfrm>
            <a:off x="3936775" y="1860488"/>
            <a:ext cx="4491000" cy="209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dk2"/>
                </a:solidFill>
              </a:rPr>
              <a:t>Do you know what helps you make your point clear? Lists like this one:</a:t>
            </a:r>
            <a:br>
              <a:rPr lang="en">
                <a:solidFill>
                  <a:schemeClr val="dk2"/>
                </a:solidFill>
              </a:rPr>
            </a:br>
            <a:endParaRPr>
              <a:solidFill>
                <a:schemeClr val="dk2"/>
              </a:solidFill>
            </a:endParaRPr>
          </a:p>
          <a:p>
            <a:pPr indent="-317500" lvl="0" marL="457200" rtl="0" algn="l">
              <a:spcBef>
                <a:spcPts val="0"/>
              </a:spcBef>
              <a:spcAft>
                <a:spcPts val="0"/>
              </a:spcAft>
              <a:buSzPts val="1400"/>
              <a:buChar char="▶"/>
            </a:pPr>
            <a:r>
              <a:rPr lang="en">
                <a:solidFill>
                  <a:schemeClr val="dk2"/>
                </a:solidFill>
              </a:rPr>
              <a:t>They’re simple </a:t>
            </a:r>
            <a:endParaRPr>
              <a:solidFill>
                <a:schemeClr val="dk2"/>
              </a:solidFill>
            </a:endParaRPr>
          </a:p>
          <a:p>
            <a:pPr indent="-317500" lvl="0" marL="457200" rtl="0" algn="l">
              <a:spcBef>
                <a:spcPts val="0"/>
              </a:spcBef>
              <a:spcAft>
                <a:spcPts val="0"/>
              </a:spcAft>
              <a:buSzPts val="1400"/>
              <a:buChar char="▶"/>
            </a:pPr>
            <a:r>
              <a:rPr lang="en">
                <a:solidFill>
                  <a:schemeClr val="dk2"/>
                </a:solidFill>
              </a:rPr>
              <a:t>You can organize your ideas clearly</a:t>
            </a:r>
            <a:endParaRPr>
              <a:solidFill>
                <a:schemeClr val="dk2"/>
              </a:solidFill>
            </a:endParaRPr>
          </a:p>
          <a:p>
            <a:pPr indent="-317500" lvl="0" marL="457200" rtl="0" algn="l">
              <a:spcBef>
                <a:spcPts val="0"/>
              </a:spcBef>
              <a:spcAft>
                <a:spcPts val="0"/>
              </a:spcAft>
              <a:buSzPts val="1400"/>
              <a:buChar char="▶"/>
            </a:pPr>
            <a:r>
              <a:rPr lang="en">
                <a:solidFill>
                  <a:schemeClr val="dk2"/>
                </a:solidFill>
              </a:rPr>
              <a:t>You’ll never forget to buy milk!</a:t>
            </a:r>
            <a:endParaRPr>
              <a:solidFill>
                <a:schemeClr val="dk2"/>
              </a:solidFill>
            </a:endParaRPr>
          </a:p>
          <a:p>
            <a:pPr indent="0" lvl="0" marL="0" rtl="0" algn="l">
              <a:spcBef>
                <a:spcPts val="0"/>
              </a:spcBef>
              <a:spcAft>
                <a:spcPts val="0"/>
              </a:spcAft>
              <a:buClr>
                <a:schemeClr val="dk1"/>
              </a:buClr>
              <a:buSzPts val="1100"/>
              <a:buFont typeface="Arial"/>
              <a:buNone/>
            </a:pPr>
            <a:r>
              <a:t/>
            </a:r>
            <a:endParaRPr>
              <a:solidFill>
                <a:schemeClr val="dk2"/>
              </a:solidFill>
            </a:endParaRPr>
          </a:p>
          <a:p>
            <a:pPr indent="0" lvl="0" marL="0" rtl="0" algn="l">
              <a:spcBef>
                <a:spcPts val="0"/>
              </a:spcBef>
              <a:spcAft>
                <a:spcPts val="0"/>
              </a:spcAft>
              <a:buNone/>
            </a:pPr>
            <a:r>
              <a:rPr lang="en">
                <a:solidFill>
                  <a:schemeClr val="dk2"/>
                </a:solidFill>
              </a:rPr>
              <a:t>And the most important thing: the audience won’t miss the point of your presentation</a:t>
            </a:r>
            <a:endParaRPr>
              <a:solidFill>
                <a:schemeClr val="dk2"/>
              </a:solidFill>
            </a:endParaRPr>
          </a:p>
        </p:txBody>
      </p:sp>
      <p:sp>
        <p:nvSpPr>
          <p:cNvPr id="328" name="Google Shape;328;p42"/>
          <p:cNvSpPr/>
          <p:nvPr/>
        </p:nvSpPr>
        <p:spPr>
          <a:xfrm>
            <a:off x="7358040" y="4489707"/>
            <a:ext cx="1070549" cy="220717"/>
          </a:xfrm>
          <a:prstGeom prst="rect">
            <a:avLst/>
          </a:prstGeom>
        </p:spPr>
        <p:txBody>
          <a:bodyPr>
            <a:prstTxWarp prst="textPlain"/>
          </a:bodyPr>
          <a:lstStyle/>
          <a:p>
            <a:pPr lvl="0" algn="ctr"/>
            <a:r>
              <a:rPr b="0" i="0">
                <a:ln cap="flat" cmpd="sng" w="19050">
                  <a:solidFill>
                    <a:srgbClr val="C50A25"/>
                  </a:solidFill>
                  <a:prstDash val="solid"/>
                  <a:round/>
                  <a:headEnd len="sm" w="sm" type="none"/>
                  <a:tailEnd len="sm" w="sm" type="none"/>
                </a:ln>
                <a:noFill/>
                <a:latin typeface="Audiowide"/>
              </a:rPr>
              <a:t>0004</a:t>
            </a:r>
          </a:p>
        </p:txBody>
      </p:sp>
      <p:grpSp>
        <p:nvGrpSpPr>
          <p:cNvPr id="329" name="Google Shape;329;p42"/>
          <p:cNvGrpSpPr/>
          <p:nvPr/>
        </p:nvGrpSpPr>
        <p:grpSpPr>
          <a:xfrm>
            <a:off x="582707" y="901826"/>
            <a:ext cx="3031672" cy="2992790"/>
            <a:chOff x="582707" y="901826"/>
            <a:chExt cx="3031672" cy="2992790"/>
          </a:xfrm>
        </p:grpSpPr>
        <p:sp>
          <p:nvSpPr>
            <p:cNvPr id="330" name="Google Shape;330;p42"/>
            <p:cNvSpPr/>
            <p:nvPr/>
          </p:nvSpPr>
          <p:spPr>
            <a:xfrm>
              <a:off x="582707" y="1531075"/>
              <a:ext cx="3031672" cy="2363541"/>
            </a:xfrm>
            <a:custGeom>
              <a:rect b="b" l="l" r="r" t="t"/>
              <a:pathLst>
                <a:path extrusionOk="0" h="39999" w="51306">
                  <a:moveTo>
                    <a:pt x="29700" y="1430"/>
                  </a:moveTo>
                  <a:lnTo>
                    <a:pt x="29700" y="1430"/>
                  </a:lnTo>
                  <a:cubicBezTo>
                    <a:pt x="29704" y="1431"/>
                    <a:pt x="29708" y="1432"/>
                    <a:pt x="29713" y="1433"/>
                  </a:cubicBezTo>
                  <a:cubicBezTo>
                    <a:pt x="29709" y="1432"/>
                    <a:pt x="29704" y="1431"/>
                    <a:pt x="29700" y="1430"/>
                  </a:cubicBezTo>
                  <a:close/>
                  <a:moveTo>
                    <a:pt x="18825" y="24691"/>
                  </a:moveTo>
                  <a:lnTo>
                    <a:pt x="18991" y="26516"/>
                  </a:lnTo>
                  <a:cubicBezTo>
                    <a:pt x="20113" y="26520"/>
                    <a:pt x="21234" y="26524"/>
                    <a:pt x="22301" y="26528"/>
                  </a:cubicBezTo>
                  <a:lnTo>
                    <a:pt x="22466" y="24693"/>
                  </a:lnTo>
                  <a:lnTo>
                    <a:pt x="22632" y="26529"/>
                  </a:lnTo>
                  <a:cubicBezTo>
                    <a:pt x="23799" y="26540"/>
                    <a:pt x="24888" y="26549"/>
                    <a:pt x="25822" y="26557"/>
                  </a:cubicBezTo>
                  <a:cubicBezTo>
                    <a:pt x="25862" y="26557"/>
                    <a:pt x="25900" y="26560"/>
                    <a:pt x="25937" y="26560"/>
                  </a:cubicBezTo>
                  <a:lnTo>
                    <a:pt x="26108" y="24693"/>
                  </a:lnTo>
                  <a:lnTo>
                    <a:pt x="26277" y="26564"/>
                  </a:lnTo>
                  <a:cubicBezTo>
                    <a:pt x="27010" y="26576"/>
                    <a:pt x="27628" y="26584"/>
                    <a:pt x="28082" y="26594"/>
                  </a:cubicBezTo>
                  <a:cubicBezTo>
                    <a:pt x="28627" y="26604"/>
                    <a:pt x="28939" y="26611"/>
                    <a:pt x="28939" y="26611"/>
                  </a:cubicBezTo>
                  <a:cubicBezTo>
                    <a:pt x="28939" y="26611"/>
                    <a:pt x="28627" y="26618"/>
                    <a:pt x="28082" y="26630"/>
                  </a:cubicBezTo>
                  <a:cubicBezTo>
                    <a:pt x="27535" y="26638"/>
                    <a:pt x="26756" y="26650"/>
                    <a:pt x="25822" y="26665"/>
                  </a:cubicBezTo>
                  <a:cubicBezTo>
                    <a:pt x="24887" y="26674"/>
                    <a:pt x="23795" y="26684"/>
                    <a:pt x="22627" y="26694"/>
                  </a:cubicBezTo>
                  <a:cubicBezTo>
                    <a:pt x="21459" y="26697"/>
                    <a:pt x="20213" y="26702"/>
                    <a:pt x="18965" y="26705"/>
                  </a:cubicBezTo>
                  <a:cubicBezTo>
                    <a:pt x="17717" y="26701"/>
                    <a:pt x="16473" y="26697"/>
                    <a:pt x="15302" y="26694"/>
                  </a:cubicBezTo>
                  <a:cubicBezTo>
                    <a:pt x="14133" y="26684"/>
                    <a:pt x="13043" y="26674"/>
                    <a:pt x="12108" y="26665"/>
                  </a:cubicBezTo>
                  <a:cubicBezTo>
                    <a:pt x="11172" y="26650"/>
                    <a:pt x="10393" y="26638"/>
                    <a:pt x="9848" y="26630"/>
                  </a:cubicBezTo>
                  <a:cubicBezTo>
                    <a:pt x="9303" y="26618"/>
                    <a:pt x="8990" y="26611"/>
                    <a:pt x="8990" y="26611"/>
                  </a:cubicBezTo>
                  <a:cubicBezTo>
                    <a:pt x="8990" y="26611"/>
                    <a:pt x="9306" y="26604"/>
                    <a:pt x="9852" y="26594"/>
                  </a:cubicBezTo>
                  <a:cubicBezTo>
                    <a:pt x="10246" y="26587"/>
                    <a:pt x="10767" y="26580"/>
                    <a:pt x="11378" y="26569"/>
                  </a:cubicBezTo>
                  <a:lnTo>
                    <a:pt x="11547" y="24693"/>
                  </a:lnTo>
                  <a:lnTo>
                    <a:pt x="11716" y="26564"/>
                  </a:lnTo>
                  <a:cubicBezTo>
                    <a:pt x="11846" y="26563"/>
                    <a:pt x="11977" y="26561"/>
                    <a:pt x="12111" y="26557"/>
                  </a:cubicBezTo>
                  <a:cubicBezTo>
                    <a:pt x="12969" y="26549"/>
                    <a:pt x="13959" y="26541"/>
                    <a:pt x="15020" y="26531"/>
                  </a:cubicBezTo>
                  <a:lnTo>
                    <a:pt x="15186" y="24691"/>
                  </a:lnTo>
                  <a:lnTo>
                    <a:pt x="15353" y="26528"/>
                  </a:lnTo>
                  <a:cubicBezTo>
                    <a:pt x="16412" y="26524"/>
                    <a:pt x="17535" y="26521"/>
                    <a:pt x="18662" y="26516"/>
                  </a:cubicBezTo>
                  <a:lnTo>
                    <a:pt x="18825" y="24691"/>
                  </a:lnTo>
                  <a:close/>
                  <a:moveTo>
                    <a:pt x="7983" y="24035"/>
                  </a:moveTo>
                  <a:lnTo>
                    <a:pt x="7983" y="26744"/>
                  </a:lnTo>
                  <a:lnTo>
                    <a:pt x="4693" y="26744"/>
                  </a:lnTo>
                  <a:lnTo>
                    <a:pt x="4693" y="24035"/>
                  </a:lnTo>
                  <a:close/>
                  <a:moveTo>
                    <a:pt x="41061" y="24037"/>
                  </a:moveTo>
                  <a:cubicBezTo>
                    <a:pt x="40901" y="24986"/>
                    <a:pt x="40691" y="25898"/>
                    <a:pt x="40434" y="26744"/>
                  </a:cubicBezTo>
                  <a:lnTo>
                    <a:pt x="29889" y="26744"/>
                  </a:lnTo>
                  <a:lnTo>
                    <a:pt x="29889" y="24297"/>
                  </a:lnTo>
                  <a:lnTo>
                    <a:pt x="29170" y="24315"/>
                  </a:lnTo>
                  <a:cubicBezTo>
                    <a:pt x="28710" y="24324"/>
                    <a:pt x="28056" y="24335"/>
                    <a:pt x="27271" y="24351"/>
                  </a:cubicBezTo>
                  <a:cubicBezTo>
                    <a:pt x="26485" y="24359"/>
                    <a:pt x="25568" y="24375"/>
                    <a:pt x="24586" y="24379"/>
                  </a:cubicBezTo>
                  <a:cubicBezTo>
                    <a:pt x="23605" y="24382"/>
                    <a:pt x="22557" y="24387"/>
                    <a:pt x="21510" y="24391"/>
                  </a:cubicBezTo>
                  <a:cubicBezTo>
                    <a:pt x="20462" y="24386"/>
                    <a:pt x="19415" y="24382"/>
                    <a:pt x="18433" y="24379"/>
                  </a:cubicBezTo>
                  <a:cubicBezTo>
                    <a:pt x="17450" y="24368"/>
                    <a:pt x="16534" y="24359"/>
                    <a:pt x="15749" y="24351"/>
                  </a:cubicBezTo>
                  <a:cubicBezTo>
                    <a:pt x="14963" y="24335"/>
                    <a:pt x="14308" y="24324"/>
                    <a:pt x="13850" y="24315"/>
                  </a:cubicBezTo>
                  <a:lnTo>
                    <a:pt x="13130" y="24297"/>
                  </a:lnTo>
                  <a:lnTo>
                    <a:pt x="13850" y="24279"/>
                  </a:lnTo>
                  <a:cubicBezTo>
                    <a:pt x="14308" y="24270"/>
                    <a:pt x="14963" y="24258"/>
                    <a:pt x="15749" y="24244"/>
                  </a:cubicBezTo>
                  <a:cubicBezTo>
                    <a:pt x="16534" y="24234"/>
                    <a:pt x="17450" y="24225"/>
                    <a:pt x="18433" y="24214"/>
                  </a:cubicBezTo>
                  <a:cubicBezTo>
                    <a:pt x="19415" y="24211"/>
                    <a:pt x="20462" y="24206"/>
                    <a:pt x="21510" y="24202"/>
                  </a:cubicBezTo>
                  <a:cubicBezTo>
                    <a:pt x="22557" y="24206"/>
                    <a:pt x="23605" y="24211"/>
                    <a:pt x="24586" y="24214"/>
                  </a:cubicBezTo>
                  <a:cubicBezTo>
                    <a:pt x="25568" y="24218"/>
                    <a:pt x="26485" y="24234"/>
                    <a:pt x="27271" y="24244"/>
                  </a:cubicBezTo>
                  <a:cubicBezTo>
                    <a:pt x="28056" y="24258"/>
                    <a:pt x="28710" y="24270"/>
                    <a:pt x="29170" y="24279"/>
                  </a:cubicBezTo>
                  <a:lnTo>
                    <a:pt x="29889" y="24297"/>
                  </a:lnTo>
                  <a:lnTo>
                    <a:pt x="29889" y="24037"/>
                  </a:lnTo>
                  <a:close/>
                  <a:moveTo>
                    <a:pt x="40377" y="26932"/>
                  </a:moveTo>
                  <a:cubicBezTo>
                    <a:pt x="40366" y="26963"/>
                    <a:pt x="40358" y="26994"/>
                    <a:pt x="40348" y="27025"/>
                  </a:cubicBezTo>
                  <a:cubicBezTo>
                    <a:pt x="40043" y="27974"/>
                    <a:pt x="39647" y="28844"/>
                    <a:pt x="39186" y="29639"/>
                  </a:cubicBezTo>
                  <a:lnTo>
                    <a:pt x="4692" y="29639"/>
                  </a:lnTo>
                  <a:lnTo>
                    <a:pt x="4692" y="26932"/>
                  </a:lnTo>
                  <a:close/>
                  <a:moveTo>
                    <a:pt x="39075" y="29831"/>
                  </a:moveTo>
                  <a:cubicBezTo>
                    <a:pt x="38458" y="30855"/>
                    <a:pt x="37733" y="31753"/>
                    <a:pt x="36946" y="32539"/>
                  </a:cubicBezTo>
                  <a:lnTo>
                    <a:pt x="4692" y="32539"/>
                  </a:lnTo>
                  <a:lnTo>
                    <a:pt x="4692" y="29831"/>
                  </a:lnTo>
                  <a:close/>
                  <a:moveTo>
                    <a:pt x="36751" y="32728"/>
                  </a:moveTo>
                  <a:cubicBezTo>
                    <a:pt x="35586" y="33849"/>
                    <a:pt x="34297" y="34738"/>
                    <a:pt x="33032" y="35437"/>
                  </a:cubicBezTo>
                  <a:lnTo>
                    <a:pt x="4692" y="35437"/>
                  </a:lnTo>
                  <a:lnTo>
                    <a:pt x="4692" y="32728"/>
                  </a:lnTo>
                  <a:close/>
                  <a:moveTo>
                    <a:pt x="25215" y="939"/>
                  </a:moveTo>
                  <a:cubicBezTo>
                    <a:pt x="26755" y="939"/>
                    <a:pt x="28255" y="1109"/>
                    <a:pt x="29700" y="1430"/>
                  </a:cubicBezTo>
                  <a:lnTo>
                    <a:pt x="29700" y="1430"/>
                  </a:lnTo>
                  <a:cubicBezTo>
                    <a:pt x="29688" y="1428"/>
                    <a:pt x="29683" y="1425"/>
                    <a:pt x="29683" y="1425"/>
                  </a:cubicBezTo>
                  <a:lnTo>
                    <a:pt x="29683" y="1425"/>
                  </a:lnTo>
                  <a:cubicBezTo>
                    <a:pt x="29683" y="1425"/>
                    <a:pt x="29850" y="1463"/>
                    <a:pt x="30166" y="1533"/>
                  </a:cubicBezTo>
                  <a:cubicBezTo>
                    <a:pt x="30482" y="1599"/>
                    <a:pt x="30942" y="1718"/>
                    <a:pt x="31522" y="1889"/>
                  </a:cubicBezTo>
                  <a:cubicBezTo>
                    <a:pt x="31808" y="1987"/>
                    <a:pt x="32132" y="2074"/>
                    <a:pt x="32473" y="2206"/>
                  </a:cubicBezTo>
                  <a:cubicBezTo>
                    <a:pt x="32644" y="2270"/>
                    <a:pt x="32822" y="2336"/>
                    <a:pt x="33006" y="2403"/>
                  </a:cubicBezTo>
                  <a:cubicBezTo>
                    <a:pt x="33187" y="2478"/>
                    <a:pt x="33377" y="2557"/>
                    <a:pt x="33570" y="2638"/>
                  </a:cubicBezTo>
                  <a:cubicBezTo>
                    <a:pt x="34344" y="2970"/>
                    <a:pt x="35203" y="3386"/>
                    <a:pt x="36089" y="3928"/>
                  </a:cubicBezTo>
                  <a:cubicBezTo>
                    <a:pt x="36976" y="4471"/>
                    <a:pt x="37898" y="5125"/>
                    <a:pt x="38805" y="5901"/>
                  </a:cubicBezTo>
                  <a:cubicBezTo>
                    <a:pt x="39711" y="6676"/>
                    <a:pt x="40601" y="7573"/>
                    <a:pt x="41411" y="8595"/>
                  </a:cubicBezTo>
                  <a:cubicBezTo>
                    <a:pt x="42224" y="9612"/>
                    <a:pt x="42969" y="10742"/>
                    <a:pt x="43605" y="11954"/>
                  </a:cubicBezTo>
                  <a:cubicBezTo>
                    <a:pt x="44239" y="13166"/>
                    <a:pt x="44755" y="14466"/>
                    <a:pt x="45140" y="15802"/>
                  </a:cubicBezTo>
                  <a:cubicBezTo>
                    <a:pt x="45245" y="16135"/>
                    <a:pt x="45314" y="16476"/>
                    <a:pt x="45398" y="16813"/>
                  </a:cubicBezTo>
                  <a:cubicBezTo>
                    <a:pt x="45476" y="17151"/>
                    <a:pt x="45535" y="17494"/>
                    <a:pt x="45604" y="17834"/>
                  </a:cubicBezTo>
                  <a:cubicBezTo>
                    <a:pt x="45655" y="18176"/>
                    <a:pt x="45714" y="18518"/>
                    <a:pt x="45754" y="18860"/>
                  </a:cubicBezTo>
                  <a:cubicBezTo>
                    <a:pt x="45785" y="19202"/>
                    <a:pt x="45837" y="19542"/>
                    <a:pt x="45851" y="19885"/>
                  </a:cubicBezTo>
                  <a:cubicBezTo>
                    <a:pt x="45871" y="20226"/>
                    <a:pt x="45898" y="20567"/>
                    <a:pt x="45899" y="20905"/>
                  </a:cubicBezTo>
                  <a:cubicBezTo>
                    <a:pt x="45907" y="21245"/>
                    <a:pt x="45913" y="21582"/>
                    <a:pt x="45907" y="21912"/>
                  </a:cubicBezTo>
                  <a:cubicBezTo>
                    <a:pt x="45906" y="22577"/>
                    <a:pt x="45904" y="23235"/>
                    <a:pt x="45902" y="23882"/>
                  </a:cubicBezTo>
                  <a:cubicBezTo>
                    <a:pt x="45895" y="26467"/>
                    <a:pt x="45859" y="28879"/>
                    <a:pt x="45844" y="30947"/>
                  </a:cubicBezTo>
                  <a:cubicBezTo>
                    <a:pt x="45828" y="33015"/>
                    <a:pt x="45790" y="34740"/>
                    <a:pt x="45776" y="35944"/>
                  </a:cubicBezTo>
                  <a:cubicBezTo>
                    <a:pt x="45751" y="37139"/>
                    <a:pt x="45738" y="37826"/>
                    <a:pt x="45738" y="37839"/>
                  </a:cubicBezTo>
                  <a:lnTo>
                    <a:pt x="45738" y="37842"/>
                  </a:lnTo>
                  <a:cubicBezTo>
                    <a:pt x="45738" y="37842"/>
                    <a:pt x="45725" y="37151"/>
                    <a:pt x="45702" y="35945"/>
                  </a:cubicBezTo>
                  <a:cubicBezTo>
                    <a:pt x="45686" y="34740"/>
                    <a:pt x="45649" y="33017"/>
                    <a:pt x="45632" y="30949"/>
                  </a:cubicBezTo>
                  <a:cubicBezTo>
                    <a:pt x="45617" y="28881"/>
                    <a:pt x="45582" y="26469"/>
                    <a:pt x="45575" y="23884"/>
                  </a:cubicBezTo>
                  <a:cubicBezTo>
                    <a:pt x="45574" y="23238"/>
                    <a:pt x="45571" y="22581"/>
                    <a:pt x="45569" y="21915"/>
                  </a:cubicBezTo>
                  <a:cubicBezTo>
                    <a:pt x="45570" y="21581"/>
                    <a:pt x="45563" y="21248"/>
                    <a:pt x="45554" y="20916"/>
                  </a:cubicBezTo>
                  <a:cubicBezTo>
                    <a:pt x="45551" y="20582"/>
                    <a:pt x="45523" y="20247"/>
                    <a:pt x="45500" y="19911"/>
                  </a:cubicBezTo>
                  <a:cubicBezTo>
                    <a:pt x="45484" y="19576"/>
                    <a:pt x="45430" y="19243"/>
                    <a:pt x="45397" y="18904"/>
                  </a:cubicBezTo>
                  <a:cubicBezTo>
                    <a:pt x="45355" y="18569"/>
                    <a:pt x="45295" y="18236"/>
                    <a:pt x="45245" y="17897"/>
                  </a:cubicBezTo>
                  <a:cubicBezTo>
                    <a:pt x="45174" y="17565"/>
                    <a:pt x="45115" y="17228"/>
                    <a:pt x="45037" y="16897"/>
                  </a:cubicBezTo>
                  <a:cubicBezTo>
                    <a:pt x="44951" y="16566"/>
                    <a:pt x="44880" y="16232"/>
                    <a:pt x="44778" y="15907"/>
                  </a:cubicBezTo>
                  <a:cubicBezTo>
                    <a:pt x="44407" y="14592"/>
                    <a:pt x="43910" y="13311"/>
                    <a:pt x="43293" y="12116"/>
                  </a:cubicBezTo>
                  <a:cubicBezTo>
                    <a:pt x="42675" y="10921"/>
                    <a:pt x="41950" y="9806"/>
                    <a:pt x="41156" y="8799"/>
                  </a:cubicBezTo>
                  <a:cubicBezTo>
                    <a:pt x="40360" y="7795"/>
                    <a:pt x="39506" y="6890"/>
                    <a:pt x="38625" y="6109"/>
                  </a:cubicBezTo>
                  <a:cubicBezTo>
                    <a:pt x="37745" y="5326"/>
                    <a:pt x="36847" y="4662"/>
                    <a:pt x="35979" y="4110"/>
                  </a:cubicBezTo>
                  <a:cubicBezTo>
                    <a:pt x="35109" y="3559"/>
                    <a:pt x="34271" y="3121"/>
                    <a:pt x="33512" y="2767"/>
                  </a:cubicBezTo>
                  <a:cubicBezTo>
                    <a:pt x="33322" y="2681"/>
                    <a:pt x="33136" y="2598"/>
                    <a:pt x="32959" y="2517"/>
                  </a:cubicBezTo>
                  <a:cubicBezTo>
                    <a:pt x="32778" y="2443"/>
                    <a:pt x="32603" y="2372"/>
                    <a:pt x="32435" y="2305"/>
                  </a:cubicBezTo>
                  <a:cubicBezTo>
                    <a:pt x="32101" y="2163"/>
                    <a:pt x="31783" y="2067"/>
                    <a:pt x="31501" y="1961"/>
                  </a:cubicBezTo>
                  <a:cubicBezTo>
                    <a:pt x="30927" y="1775"/>
                    <a:pt x="30476" y="1632"/>
                    <a:pt x="30162" y="1554"/>
                  </a:cubicBezTo>
                  <a:cubicBezTo>
                    <a:pt x="29927" y="1493"/>
                    <a:pt x="29775" y="1451"/>
                    <a:pt x="29715" y="1436"/>
                  </a:cubicBezTo>
                  <a:cubicBezTo>
                    <a:pt x="28267" y="1111"/>
                    <a:pt x="26762" y="941"/>
                    <a:pt x="25216" y="941"/>
                  </a:cubicBezTo>
                  <a:cubicBezTo>
                    <a:pt x="25216" y="941"/>
                    <a:pt x="27273" y="1342"/>
                    <a:pt x="29943" y="2513"/>
                  </a:cubicBezTo>
                  <a:lnTo>
                    <a:pt x="26438" y="2676"/>
                  </a:lnTo>
                  <a:lnTo>
                    <a:pt x="30735" y="2876"/>
                  </a:lnTo>
                  <a:cubicBezTo>
                    <a:pt x="32101" y="3528"/>
                    <a:pt x="33581" y="4377"/>
                    <a:pt x="35004" y="5465"/>
                  </a:cubicBezTo>
                  <a:lnTo>
                    <a:pt x="25712" y="5762"/>
                  </a:lnTo>
                  <a:lnTo>
                    <a:pt x="35774" y="6084"/>
                  </a:lnTo>
                  <a:cubicBezTo>
                    <a:pt x="36608" y="6787"/>
                    <a:pt x="37412" y="7580"/>
                    <a:pt x="38147" y="8470"/>
                  </a:cubicBezTo>
                  <a:lnTo>
                    <a:pt x="25358" y="8849"/>
                  </a:lnTo>
                  <a:lnTo>
                    <a:pt x="38739" y="9242"/>
                  </a:lnTo>
                  <a:cubicBezTo>
                    <a:pt x="39212" y="9919"/>
                    <a:pt x="39617" y="10682"/>
                    <a:pt x="39960" y="11502"/>
                  </a:cubicBezTo>
                  <a:lnTo>
                    <a:pt x="25008" y="11933"/>
                  </a:lnTo>
                  <a:lnTo>
                    <a:pt x="40293" y="12375"/>
                  </a:lnTo>
                  <a:cubicBezTo>
                    <a:pt x="40533" y="13067"/>
                    <a:pt x="40733" y="13792"/>
                    <a:pt x="40894" y="14540"/>
                  </a:cubicBezTo>
                  <a:lnTo>
                    <a:pt x="24847" y="15021"/>
                  </a:lnTo>
                  <a:lnTo>
                    <a:pt x="41077" y="15505"/>
                  </a:lnTo>
                  <a:cubicBezTo>
                    <a:pt x="41191" y="16190"/>
                    <a:pt x="41277" y="16890"/>
                    <a:pt x="41332" y="17595"/>
                  </a:cubicBezTo>
                  <a:lnTo>
                    <a:pt x="24682" y="18105"/>
                  </a:lnTo>
                  <a:lnTo>
                    <a:pt x="41391" y="18618"/>
                  </a:lnTo>
                  <a:cubicBezTo>
                    <a:pt x="41422" y="19417"/>
                    <a:pt x="41418" y="20216"/>
                    <a:pt x="41379" y="21006"/>
                  </a:cubicBezTo>
                  <a:lnTo>
                    <a:pt x="6398" y="21586"/>
                  </a:lnTo>
                  <a:lnTo>
                    <a:pt x="35188" y="22063"/>
                  </a:lnTo>
                  <a:lnTo>
                    <a:pt x="21154" y="22432"/>
                  </a:lnTo>
                  <a:lnTo>
                    <a:pt x="41212" y="22960"/>
                  </a:lnTo>
                  <a:cubicBezTo>
                    <a:pt x="41176" y="23258"/>
                    <a:pt x="41136" y="23551"/>
                    <a:pt x="41089" y="23842"/>
                  </a:cubicBezTo>
                  <a:lnTo>
                    <a:pt x="4692" y="23842"/>
                  </a:lnTo>
                  <a:lnTo>
                    <a:pt x="4692" y="21461"/>
                  </a:lnTo>
                  <a:cubicBezTo>
                    <a:pt x="4692" y="18848"/>
                    <a:pt x="5183" y="16347"/>
                    <a:pt x="6076" y="14046"/>
                  </a:cubicBezTo>
                  <a:lnTo>
                    <a:pt x="6076" y="14046"/>
                  </a:lnTo>
                  <a:cubicBezTo>
                    <a:pt x="6063" y="14086"/>
                    <a:pt x="6049" y="14126"/>
                    <a:pt x="6038" y="14168"/>
                  </a:cubicBezTo>
                  <a:cubicBezTo>
                    <a:pt x="5974" y="14368"/>
                    <a:pt x="5912" y="14565"/>
                    <a:pt x="5850" y="14760"/>
                  </a:cubicBezTo>
                  <a:cubicBezTo>
                    <a:pt x="5798" y="14958"/>
                    <a:pt x="5746" y="15151"/>
                    <a:pt x="5693" y="15343"/>
                  </a:cubicBezTo>
                  <a:cubicBezTo>
                    <a:pt x="5585" y="15723"/>
                    <a:pt x="5519" y="16100"/>
                    <a:pt x="5437" y="16456"/>
                  </a:cubicBezTo>
                  <a:cubicBezTo>
                    <a:pt x="5363" y="16813"/>
                    <a:pt x="5311" y="17161"/>
                    <a:pt x="5254" y="17490"/>
                  </a:cubicBezTo>
                  <a:cubicBezTo>
                    <a:pt x="5214" y="17821"/>
                    <a:pt x="5176" y="18135"/>
                    <a:pt x="5140" y="18428"/>
                  </a:cubicBezTo>
                  <a:cubicBezTo>
                    <a:pt x="5089" y="19020"/>
                    <a:pt x="5050" y="19534"/>
                    <a:pt x="5046" y="19961"/>
                  </a:cubicBezTo>
                  <a:cubicBezTo>
                    <a:pt x="5023" y="20386"/>
                    <a:pt x="5043" y="20717"/>
                    <a:pt x="5046" y="20945"/>
                  </a:cubicBezTo>
                  <a:cubicBezTo>
                    <a:pt x="5050" y="21172"/>
                    <a:pt x="5054" y="21293"/>
                    <a:pt x="5054" y="21293"/>
                  </a:cubicBezTo>
                  <a:cubicBezTo>
                    <a:pt x="5054" y="21293"/>
                    <a:pt x="5062" y="21172"/>
                    <a:pt x="5077" y="20945"/>
                  </a:cubicBezTo>
                  <a:cubicBezTo>
                    <a:pt x="5093" y="20720"/>
                    <a:pt x="5109" y="20386"/>
                    <a:pt x="5155" y="19965"/>
                  </a:cubicBezTo>
                  <a:cubicBezTo>
                    <a:pt x="5188" y="19545"/>
                    <a:pt x="5261" y="19036"/>
                    <a:pt x="5348" y="18457"/>
                  </a:cubicBezTo>
                  <a:cubicBezTo>
                    <a:pt x="5402" y="18168"/>
                    <a:pt x="5460" y="17861"/>
                    <a:pt x="5520" y="17537"/>
                  </a:cubicBezTo>
                  <a:cubicBezTo>
                    <a:pt x="5598" y="17216"/>
                    <a:pt x="5661" y="16878"/>
                    <a:pt x="5752" y="16529"/>
                  </a:cubicBezTo>
                  <a:cubicBezTo>
                    <a:pt x="5850" y="16181"/>
                    <a:pt x="5932" y="15814"/>
                    <a:pt x="6056" y="15445"/>
                  </a:cubicBezTo>
                  <a:cubicBezTo>
                    <a:pt x="6114" y="15261"/>
                    <a:pt x="6173" y="15072"/>
                    <a:pt x="6230" y="14880"/>
                  </a:cubicBezTo>
                  <a:cubicBezTo>
                    <a:pt x="6298" y="14692"/>
                    <a:pt x="6365" y="14498"/>
                    <a:pt x="6435" y="14305"/>
                  </a:cubicBezTo>
                  <a:cubicBezTo>
                    <a:pt x="6564" y="13914"/>
                    <a:pt x="6739" y="13529"/>
                    <a:pt x="6898" y="13127"/>
                  </a:cubicBezTo>
                  <a:cubicBezTo>
                    <a:pt x="7083" y="12738"/>
                    <a:pt x="7248" y="12327"/>
                    <a:pt x="7462" y="11932"/>
                  </a:cubicBezTo>
                  <a:cubicBezTo>
                    <a:pt x="7565" y="11733"/>
                    <a:pt x="7661" y="11529"/>
                    <a:pt x="7775" y="11333"/>
                  </a:cubicBezTo>
                  <a:cubicBezTo>
                    <a:pt x="7889" y="11136"/>
                    <a:pt x="8003" y="10937"/>
                    <a:pt x="8117" y="10737"/>
                  </a:cubicBezTo>
                  <a:cubicBezTo>
                    <a:pt x="8234" y="10537"/>
                    <a:pt x="8364" y="10347"/>
                    <a:pt x="8489" y="10149"/>
                  </a:cubicBezTo>
                  <a:lnTo>
                    <a:pt x="8677" y="9853"/>
                  </a:lnTo>
                  <a:lnTo>
                    <a:pt x="8880" y="9567"/>
                  </a:lnTo>
                  <a:cubicBezTo>
                    <a:pt x="9020" y="9377"/>
                    <a:pt x="9145" y="9178"/>
                    <a:pt x="9295" y="8994"/>
                  </a:cubicBezTo>
                  <a:cubicBezTo>
                    <a:pt x="9440" y="8810"/>
                    <a:pt x="9588" y="8623"/>
                    <a:pt x="9734" y="8437"/>
                  </a:cubicBezTo>
                  <a:cubicBezTo>
                    <a:pt x="9887" y="8255"/>
                    <a:pt x="10048" y="8081"/>
                    <a:pt x="10204" y="7902"/>
                  </a:cubicBezTo>
                  <a:lnTo>
                    <a:pt x="10322" y="7768"/>
                  </a:lnTo>
                  <a:lnTo>
                    <a:pt x="10352" y="7734"/>
                  </a:lnTo>
                  <a:cubicBezTo>
                    <a:pt x="10353" y="7731"/>
                    <a:pt x="10362" y="7722"/>
                    <a:pt x="10363" y="7722"/>
                  </a:cubicBezTo>
                  <a:lnTo>
                    <a:pt x="10363" y="7722"/>
                  </a:lnTo>
                  <a:cubicBezTo>
                    <a:pt x="10363" y="7722"/>
                    <a:pt x="10363" y="7722"/>
                    <a:pt x="10363" y="7723"/>
                  </a:cubicBezTo>
                  <a:lnTo>
                    <a:pt x="10379" y="7707"/>
                  </a:lnTo>
                  <a:lnTo>
                    <a:pt x="10443" y="7643"/>
                  </a:lnTo>
                  <a:lnTo>
                    <a:pt x="10698" y="7385"/>
                  </a:lnTo>
                  <a:cubicBezTo>
                    <a:pt x="11031" y="7027"/>
                    <a:pt x="11386" y="6720"/>
                    <a:pt x="11732" y="6401"/>
                  </a:cubicBezTo>
                  <a:cubicBezTo>
                    <a:pt x="11911" y="6246"/>
                    <a:pt x="12098" y="6100"/>
                    <a:pt x="12280" y="5950"/>
                  </a:cubicBezTo>
                  <a:cubicBezTo>
                    <a:pt x="12373" y="5876"/>
                    <a:pt x="12461" y="5798"/>
                    <a:pt x="12555" y="5728"/>
                  </a:cubicBezTo>
                  <a:lnTo>
                    <a:pt x="12841" y="5520"/>
                  </a:lnTo>
                  <a:cubicBezTo>
                    <a:pt x="13593" y="4956"/>
                    <a:pt x="14382" y="4468"/>
                    <a:pt x="15167" y="4039"/>
                  </a:cubicBezTo>
                  <a:cubicBezTo>
                    <a:pt x="15366" y="3935"/>
                    <a:pt x="15563" y="3833"/>
                    <a:pt x="15758" y="3732"/>
                  </a:cubicBezTo>
                  <a:cubicBezTo>
                    <a:pt x="15953" y="3632"/>
                    <a:pt x="16157" y="3546"/>
                    <a:pt x="16349" y="3452"/>
                  </a:cubicBezTo>
                  <a:cubicBezTo>
                    <a:pt x="16737" y="3260"/>
                    <a:pt x="17133" y="3111"/>
                    <a:pt x="17513" y="2954"/>
                  </a:cubicBezTo>
                  <a:cubicBezTo>
                    <a:pt x="17896" y="2802"/>
                    <a:pt x="18279" y="2680"/>
                    <a:pt x="18643" y="2548"/>
                  </a:cubicBezTo>
                  <a:cubicBezTo>
                    <a:pt x="19015" y="2439"/>
                    <a:pt x="19371" y="2318"/>
                    <a:pt x="19720" y="2230"/>
                  </a:cubicBezTo>
                  <a:cubicBezTo>
                    <a:pt x="20417" y="2047"/>
                    <a:pt x="21065" y="1907"/>
                    <a:pt x="21643" y="1801"/>
                  </a:cubicBezTo>
                  <a:cubicBezTo>
                    <a:pt x="21933" y="1756"/>
                    <a:pt x="22204" y="1713"/>
                    <a:pt x="22455" y="1672"/>
                  </a:cubicBezTo>
                  <a:cubicBezTo>
                    <a:pt x="22708" y="1644"/>
                    <a:pt x="22940" y="1619"/>
                    <a:pt x="23149" y="1595"/>
                  </a:cubicBezTo>
                  <a:cubicBezTo>
                    <a:pt x="23570" y="1544"/>
                    <a:pt x="23901" y="1534"/>
                    <a:pt x="24128" y="1514"/>
                  </a:cubicBezTo>
                  <a:cubicBezTo>
                    <a:pt x="24355" y="1499"/>
                    <a:pt x="24476" y="1491"/>
                    <a:pt x="24476" y="1491"/>
                  </a:cubicBezTo>
                  <a:cubicBezTo>
                    <a:pt x="24476" y="1491"/>
                    <a:pt x="24355" y="1490"/>
                    <a:pt x="24128" y="1484"/>
                  </a:cubicBezTo>
                  <a:cubicBezTo>
                    <a:pt x="24014" y="1483"/>
                    <a:pt x="23875" y="1479"/>
                    <a:pt x="23708" y="1476"/>
                  </a:cubicBezTo>
                  <a:cubicBezTo>
                    <a:pt x="23635" y="1476"/>
                    <a:pt x="23557" y="1472"/>
                    <a:pt x="23475" y="1472"/>
                  </a:cubicBezTo>
                  <a:cubicBezTo>
                    <a:pt x="23464" y="1472"/>
                    <a:pt x="23454" y="1472"/>
                    <a:pt x="23444" y="1472"/>
                  </a:cubicBezTo>
                  <a:cubicBezTo>
                    <a:pt x="23350" y="1476"/>
                    <a:pt x="23249" y="1480"/>
                    <a:pt x="23143" y="1486"/>
                  </a:cubicBezTo>
                  <a:cubicBezTo>
                    <a:pt x="22929" y="1497"/>
                    <a:pt x="22694" y="1506"/>
                    <a:pt x="22439" y="1518"/>
                  </a:cubicBezTo>
                  <a:cubicBezTo>
                    <a:pt x="22184" y="1541"/>
                    <a:pt x="21907" y="1566"/>
                    <a:pt x="21612" y="1593"/>
                  </a:cubicBezTo>
                  <a:cubicBezTo>
                    <a:pt x="21316" y="1620"/>
                    <a:pt x="21006" y="1675"/>
                    <a:pt x="20676" y="1719"/>
                  </a:cubicBezTo>
                  <a:cubicBezTo>
                    <a:pt x="20509" y="1740"/>
                    <a:pt x="20343" y="1775"/>
                    <a:pt x="20170" y="1809"/>
                  </a:cubicBezTo>
                  <a:cubicBezTo>
                    <a:pt x="19999" y="1846"/>
                    <a:pt x="19823" y="1881"/>
                    <a:pt x="19643" y="1916"/>
                  </a:cubicBezTo>
                  <a:cubicBezTo>
                    <a:pt x="19283" y="1989"/>
                    <a:pt x="18918" y="2094"/>
                    <a:pt x="18534" y="2188"/>
                  </a:cubicBezTo>
                  <a:cubicBezTo>
                    <a:pt x="18343" y="2242"/>
                    <a:pt x="18153" y="2305"/>
                    <a:pt x="17958" y="2364"/>
                  </a:cubicBezTo>
                  <a:cubicBezTo>
                    <a:pt x="17763" y="2427"/>
                    <a:pt x="17563" y="2480"/>
                    <a:pt x="17367" y="2557"/>
                  </a:cubicBezTo>
                  <a:cubicBezTo>
                    <a:pt x="17057" y="2673"/>
                    <a:pt x="16736" y="2786"/>
                    <a:pt x="16415" y="2916"/>
                  </a:cubicBezTo>
                  <a:cubicBezTo>
                    <a:pt x="19082" y="1648"/>
                    <a:pt x="22066" y="939"/>
                    <a:pt x="25215" y="939"/>
                  </a:cubicBezTo>
                  <a:close/>
                  <a:moveTo>
                    <a:pt x="32678" y="35627"/>
                  </a:moveTo>
                  <a:cubicBezTo>
                    <a:pt x="31407" y="36299"/>
                    <a:pt x="30173" y="36781"/>
                    <a:pt x="29133" y="37119"/>
                  </a:cubicBezTo>
                  <a:lnTo>
                    <a:pt x="42181" y="37848"/>
                  </a:lnTo>
                  <a:lnTo>
                    <a:pt x="15193" y="37848"/>
                  </a:lnTo>
                  <a:lnTo>
                    <a:pt x="15193" y="37847"/>
                  </a:lnTo>
                  <a:lnTo>
                    <a:pt x="4692" y="37847"/>
                  </a:lnTo>
                  <a:lnTo>
                    <a:pt x="4692" y="35627"/>
                  </a:lnTo>
                  <a:close/>
                  <a:moveTo>
                    <a:pt x="25216" y="1"/>
                  </a:moveTo>
                  <a:cubicBezTo>
                    <a:pt x="19482" y="1"/>
                    <a:pt x="14092" y="2234"/>
                    <a:pt x="10038" y="6287"/>
                  </a:cubicBezTo>
                  <a:cubicBezTo>
                    <a:pt x="5985" y="10341"/>
                    <a:pt x="3752" y="15731"/>
                    <a:pt x="3752" y="21465"/>
                  </a:cubicBezTo>
                  <a:lnTo>
                    <a:pt x="3752" y="37844"/>
                  </a:lnTo>
                  <a:cubicBezTo>
                    <a:pt x="3752" y="38160"/>
                    <a:pt x="3907" y="38438"/>
                    <a:pt x="4144" y="38607"/>
                  </a:cubicBezTo>
                  <a:cubicBezTo>
                    <a:pt x="3412" y="38657"/>
                    <a:pt x="2762" y="38713"/>
                    <a:pt x="2206" y="38757"/>
                  </a:cubicBezTo>
                  <a:cubicBezTo>
                    <a:pt x="1504" y="38810"/>
                    <a:pt x="953" y="38870"/>
                    <a:pt x="577" y="38904"/>
                  </a:cubicBezTo>
                  <a:cubicBezTo>
                    <a:pt x="201" y="38943"/>
                    <a:pt x="1" y="38963"/>
                    <a:pt x="1" y="38963"/>
                  </a:cubicBezTo>
                  <a:cubicBezTo>
                    <a:pt x="1" y="38963"/>
                    <a:pt x="201" y="38983"/>
                    <a:pt x="577" y="39022"/>
                  </a:cubicBezTo>
                  <a:cubicBezTo>
                    <a:pt x="953" y="39053"/>
                    <a:pt x="1504" y="39113"/>
                    <a:pt x="2206" y="39167"/>
                  </a:cubicBezTo>
                  <a:cubicBezTo>
                    <a:pt x="2907" y="39223"/>
                    <a:pt x="3758" y="39297"/>
                    <a:pt x="4735" y="39358"/>
                  </a:cubicBezTo>
                  <a:cubicBezTo>
                    <a:pt x="5712" y="39422"/>
                    <a:pt x="6815" y="39499"/>
                    <a:pt x="8017" y="39561"/>
                  </a:cubicBezTo>
                  <a:cubicBezTo>
                    <a:pt x="10422" y="39689"/>
                    <a:pt x="13227" y="39802"/>
                    <a:pt x="16234" y="39879"/>
                  </a:cubicBezTo>
                  <a:cubicBezTo>
                    <a:pt x="16986" y="39902"/>
                    <a:pt x="17750" y="39916"/>
                    <a:pt x="18523" y="39930"/>
                  </a:cubicBezTo>
                  <a:cubicBezTo>
                    <a:pt x="19297" y="39945"/>
                    <a:pt x="20080" y="39959"/>
                    <a:pt x="20868" y="39966"/>
                  </a:cubicBezTo>
                  <a:cubicBezTo>
                    <a:pt x="22446" y="39990"/>
                    <a:pt x="24049" y="39993"/>
                    <a:pt x="25654" y="39998"/>
                  </a:cubicBezTo>
                  <a:cubicBezTo>
                    <a:pt x="27257" y="39993"/>
                    <a:pt x="28859" y="39992"/>
                    <a:pt x="30440" y="39969"/>
                  </a:cubicBezTo>
                  <a:cubicBezTo>
                    <a:pt x="31228" y="39962"/>
                    <a:pt x="32012" y="39950"/>
                    <a:pt x="32785" y="39931"/>
                  </a:cubicBezTo>
                  <a:cubicBezTo>
                    <a:pt x="33558" y="39915"/>
                    <a:pt x="34322" y="39898"/>
                    <a:pt x="35074" y="39881"/>
                  </a:cubicBezTo>
                  <a:cubicBezTo>
                    <a:pt x="38081" y="39805"/>
                    <a:pt x="40888" y="39693"/>
                    <a:pt x="43291" y="39563"/>
                  </a:cubicBezTo>
                  <a:cubicBezTo>
                    <a:pt x="44493" y="39500"/>
                    <a:pt x="45596" y="39426"/>
                    <a:pt x="46572" y="39360"/>
                  </a:cubicBezTo>
                  <a:cubicBezTo>
                    <a:pt x="47550" y="39300"/>
                    <a:pt x="48402" y="39226"/>
                    <a:pt x="49102" y="39171"/>
                  </a:cubicBezTo>
                  <a:cubicBezTo>
                    <a:pt x="49804" y="39119"/>
                    <a:pt x="50355" y="39057"/>
                    <a:pt x="50731" y="39025"/>
                  </a:cubicBezTo>
                  <a:cubicBezTo>
                    <a:pt x="51107" y="38986"/>
                    <a:pt x="51306" y="38966"/>
                    <a:pt x="51306" y="38966"/>
                  </a:cubicBezTo>
                  <a:cubicBezTo>
                    <a:pt x="51306" y="38966"/>
                    <a:pt x="51107" y="38945"/>
                    <a:pt x="50731" y="38908"/>
                  </a:cubicBezTo>
                  <a:cubicBezTo>
                    <a:pt x="50357" y="38870"/>
                    <a:pt x="49806" y="38810"/>
                    <a:pt x="49105" y="38756"/>
                  </a:cubicBezTo>
                  <a:cubicBezTo>
                    <a:pt x="48402" y="38701"/>
                    <a:pt x="47551" y="38627"/>
                    <a:pt x="46575" y="38567"/>
                  </a:cubicBezTo>
                  <a:cubicBezTo>
                    <a:pt x="46502" y="38561"/>
                    <a:pt x="46428" y="38556"/>
                    <a:pt x="46354" y="38552"/>
                  </a:cubicBezTo>
                  <a:cubicBezTo>
                    <a:pt x="46552" y="38379"/>
                    <a:pt x="46679" y="38129"/>
                    <a:pt x="46679" y="37844"/>
                  </a:cubicBezTo>
                  <a:lnTo>
                    <a:pt x="46679" y="21465"/>
                  </a:lnTo>
                  <a:cubicBezTo>
                    <a:pt x="46679" y="15731"/>
                    <a:pt x="44447" y="10341"/>
                    <a:pt x="40393" y="6287"/>
                  </a:cubicBezTo>
                  <a:cubicBezTo>
                    <a:pt x="36339" y="2234"/>
                    <a:pt x="30950" y="1"/>
                    <a:pt x="25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42"/>
            <p:cNvSpPr/>
            <p:nvPr/>
          </p:nvSpPr>
          <p:spPr>
            <a:xfrm rot="-6032787">
              <a:off x="1767779" y="580322"/>
              <a:ext cx="502833" cy="1707218"/>
            </a:xfrm>
            <a:custGeom>
              <a:rect b="b" l="l" r="r" t="t"/>
              <a:pathLst>
                <a:path extrusionOk="0" h="37338" w="12526">
                  <a:moveTo>
                    <a:pt x="4796" y="0"/>
                  </a:moveTo>
                  <a:lnTo>
                    <a:pt x="4796" y="0"/>
                  </a:lnTo>
                  <a:cubicBezTo>
                    <a:pt x="4796" y="0"/>
                    <a:pt x="4910" y="128"/>
                    <a:pt x="5121" y="367"/>
                  </a:cubicBezTo>
                  <a:cubicBezTo>
                    <a:pt x="5333" y="607"/>
                    <a:pt x="5635" y="967"/>
                    <a:pt x="6007" y="1432"/>
                  </a:cubicBezTo>
                  <a:cubicBezTo>
                    <a:pt x="6195" y="1663"/>
                    <a:pt x="6384" y="1927"/>
                    <a:pt x="6599" y="2218"/>
                  </a:cubicBezTo>
                  <a:cubicBezTo>
                    <a:pt x="6818" y="2507"/>
                    <a:pt x="7033" y="2827"/>
                    <a:pt x="7264" y="3165"/>
                  </a:cubicBezTo>
                  <a:cubicBezTo>
                    <a:pt x="7384" y="3332"/>
                    <a:pt x="7495" y="3514"/>
                    <a:pt x="7609" y="3701"/>
                  </a:cubicBezTo>
                  <a:cubicBezTo>
                    <a:pt x="7723" y="3888"/>
                    <a:pt x="7846" y="4077"/>
                    <a:pt x="7962" y="4274"/>
                  </a:cubicBezTo>
                  <a:cubicBezTo>
                    <a:pt x="8188" y="4677"/>
                    <a:pt x="8442" y="5091"/>
                    <a:pt x="8665" y="5543"/>
                  </a:cubicBezTo>
                  <a:cubicBezTo>
                    <a:pt x="9129" y="6440"/>
                    <a:pt x="9578" y="7437"/>
                    <a:pt x="9967" y="8522"/>
                  </a:cubicBezTo>
                  <a:cubicBezTo>
                    <a:pt x="10357" y="9606"/>
                    <a:pt x="10682" y="10777"/>
                    <a:pt x="10934" y="12003"/>
                  </a:cubicBezTo>
                  <a:cubicBezTo>
                    <a:pt x="11184" y="13230"/>
                    <a:pt x="11329" y="14519"/>
                    <a:pt x="11383" y="15830"/>
                  </a:cubicBezTo>
                  <a:cubicBezTo>
                    <a:pt x="11387" y="16158"/>
                    <a:pt x="11392" y="16488"/>
                    <a:pt x="11397" y="16817"/>
                  </a:cubicBezTo>
                  <a:cubicBezTo>
                    <a:pt x="11385" y="17149"/>
                    <a:pt x="11373" y="17480"/>
                    <a:pt x="11363" y="17813"/>
                  </a:cubicBezTo>
                  <a:cubicBezTo>
                    <a:pt x="11357" y="18505"/>
                    <a:pt x="11262" y="19143"/>
                    <a:pt x="11197" y="19801"/>
                  </a:cubicBezTo>
                  <a:lnTo>
                    <a:pt x="11172" y="20045"/>
                  </a:lnTo>
                  <a:lnTo>
                    <a:pt x="11130" y="20292"/>
                  </a:lnTo>
                  <a:lnTo>
                    <a:pt x="11047" y="20784"/>
                  </a:lnTo>
                  <a:lnTo>
                    <a:pt x="10962" y="21275"/>
                  </a:lnTo>
                  <a:cubicBezTo>
                    <a:pt x="10936" y="21440"/>
                    <a:pt x="10909" y="21603"/>
                    <a:pt x="10866" y="21764"/>
                  </a:cubicBezTo>
                  <a:cubicBezTo>
                    <a:pt x="10702" y="22407"/>
                    <a:pt x="10580" y="23059"/>
                    <a:pt x="10366" y="23680"/>
                  </a:cubicBezTo>
                  <a:cubicBezTo>
                    <a:pt x="10268" y="23992"/>
                    <a:pt x="10181" y="24308"/>
                    <a:pt x="10073" y="24615"/>
                  </a:cubicBezTo>
                  <a:cubicBezTo>
                    <a:pt x="9959" y="24919"/>
                    <a:pt x="9846" y="25222"/>
                    <a:pt x="9732" y="25523"/>
                  </a:cubicBezTo>
                  <a:cubicBezTo>
                    <a:pt x="9675" y="25675"/>
                    <a:pt x="9621" y="25825"/>
                    <a:pt x="9560" y="25973"/>
                  </a:cubicBezTo>
                  <a:cubicBezTo>
                    <a:pt x="9496" y="26119"/>
                    <a:pt x="9430" y="26263"/>
                    <a:pt x="9364" y="26408"/>
                  </a:cubicBezTo>
                  <a:cubicBezTo>
                    <a:pt x="9234" y="26698"/>
                    <a:pt x="9104" y="26985"/>
                    <a:pt x="8975" y="27270"/>
                  </a:cubicBezTo>
                  <a:cubicBezTo>
                    <a:pt x="8834" y="27549"/>
                    <a:pt x="8684" y="27821"/>
                    <a:pt x="8540" y="28093"/>
                  </a:cubicBezTo>
                  <a:cubicBezTo>
                    <a:pt x="8392" y="28363"/>
                    <a:pt x="8262" y="28638"/>
                    <a:pt x="8097" y="28892"/>
                  </a:cubicBezTo>
                  <a:cubicBezTo>
                    <a:pt x="7780" y="29404"/>
                    <a:pt x="7492" y="29925"/>
                    <a:pt x="7147" y="30385"/>
                  </a:cubicBezTo>
                  <a:cubicBezTo>
                    <a:pt x="6982" y="30623"/>
                    <a:pt x="6818" y="30854"/>
                    <a:pt x="6658" y="31084"/>
                  </a:cubicBezTo>
                  <a:cubicBezTo>
                    <a:pt x="6495" y="31311"/>
                    <a:pt x="6313" y="31519"/>
                    <a:pt x="6148" y="31735"/>
                  </a:cubicBezTo>
                  <a:cubicBezTo>
                    <a:pt x="5980" y="31949"/>
                    <a:pt x="5814" y="32158"/>
                    <a:pt x="5651" y="32365"/>
                  </a:cubicBezTo>
                  <a:cubicBezTo>
                    <a:pt x="5477" y="32560"/>
                    <a:pt x="5303" y="32753"/>
                    <a:pt x="5136" y="32940"/>
                  </a:cubicBezTo>
                  <a:cubicBezTo>
                    <a:pt x="4966" y="33125"/>
                    <a:pt x="4804" y="33313"/>
                    <a:pt x="4639" y="33490"/>
                  </a:cubicBezTo>
                  <a:cubicBezTo>
                    <a:pt x="4467" y="33659"/>
                    <a:pt x="4299" y="33826"/>
                    <a:pt x="4134" y="33987"/>
                  </a:cubicBezTo>
                  <a:cubicBezTo>
                    <a:pt x="3971" y="34150"/>
                    <a:pt x="3812" y="34309"/>
                    <a:pt x="3656" y="34464"/>
                  </a:cubicBezTo>
                  <a:cubicBezTo>
                    <a:pt x="3497" y="34615"/>
                    <a:pt x="3333" y="34750"/>
                    <a:pt x="3180" y="34888"/>
                  </a:cubicBezTo>
                  <a:cubicBezTo>
                    <a:pt x="2869" y="35157"/>
                    <a:pt x="2587" y="35424"/>
                    <a:pt x="2303" y="35643"/>
                  </a:cubicBezTo>
                  <a:cubicBezTo>
                    <a:pt x="2023" y="35863"/>
                    <a:pt x="1764" y="36066"/>
                    <a:pt x="1529" y="36250"/>
                  </a:cubicBezTo>
                  <a:cubicBezTo>
                    <a:pt x="1296" y="36439"/>
                    <a:pt x="1077" y="36585"/>
                    <a:pt x="887" y="36717"/>
                  </a:cubicBezTo>
                  <a:cubicBezTo>
                    <a:pt x="697" y="36850"/>
                    <a:pt x="535" y="36963"/>
                    <a:pt x="403" y="37053"/>
                  </a:cubicBezTo>
                  <a:cubicBezTo>
                    <a:pt x="141" y="37238"/>
                    <a:pt x="0" y="37338"/>
                    <a:pt x="0" y="37338"/>
                  </a:cubicBezTo>
                  <a:cubicBezTo>
                    <a:pt x="0" y="37338"/>
                    <a:pt x="152" y="37258"/>
                    <a:pt x="437" y="37111"/>
                  </a:cubicBezTo>
                  <a:cubicBezTo>
                    <a:pt x="581" y="37035"/>
                    <a:pt x="755" y="36943"/>
                    <a:pt x="961" y="36835"/>
                  </a:cubicBezTo>
                  <a:cubicBezTo>
                    <a:pt x="1064" y="36782"/>
                    <a:pt x="1175" y="36722"/>
                    <a:pt x="1294" y="36659"/>
                  </a:cubicBezTo>
                  <a:cubicBezTo>
                    <a:pt x="1413" y="36596"/>
                    <a:pt x="1529" y="36514"/>
                    <a:pt x="1658" y="36438"/>
                  </a:cubicBezTo>
                  <a:cubicBezTo>
                    <a:pt x="1913" y="36278"/>
                    <a:pt x="2195" y="36102"/>
                    <a:pt x="2502" y="35909"/>
                  </a:cubicBezTo>
                  <a:cubicBezTo>
                    <a:pt x="2659" y="35816"/>
                    <a:pt x="2810" y="35702"/>
                    <a:pt x="2967" y="35586"/>
                  </a:cubicBezTo>
                  <a:cubicBezTo>
                    <a:pt x="3125" y="35471"/>
                    <a:pt x="3289" y="35350"/>
                    <a:pt x="3458" y="35225"/>
                  </a:cubicBezTo>
                  <a:cubicBezTo>
                    <a:pt x="3626" y="35099"/>
                    <a:pt x="3806" y="34977"/>
                    <a:pt x="3979" y="34836"/>
                  </a:cubicBezTo>
                  <a:cubicBezTo>
                    <a:pt x="4150" y="34692"/>
                    <a:pt x="4327" y="34544"/>
                    <a:pt x="4508" y="34393"/>
                  </a:cubicBezTo>
                  <a:cubicBezTo>
                    <a:pt x="4687" y="34239"/>
                    <a:pt x="4872" y="34082"/>
                    <a:pt x="5062" y="33921"/>
                  </a:cubicBezTo>
                  <a:cubicBezTo>
                    <a:pt x="5243" y="33752"/>
                    <a:pt x="5423" y="33572"/>
                    <a:pt x="5610" y="33392"/>
                  </a:cubicBezTo>
                  <a:cubicBezTo>
                    <a:pt x="5795" y="33211"/>
                    <a:pt x="5986" y="33027"/>
                    <a:pt x="6178" y="32836"/>
                  </a:cubicBezTo>
                  <a:cubicBezTo>
                    <a:pt x="6363" y="32639"/>
                    <a:pt x="6544" y="32432"/>
                    <a:pt x="6734" y="32225"/>
                  </a:cubicBezTo>
                  <a:cubicBezTo>
                    <a:pt x="6920" y="32016"/>
                    <a:pt x="7115" y="31806"/>
                    <a:pt x="7298" y="31583"/>
                  </a:cubicBezTo>
                  <a:cubicBezTo>
                    <a:pt x="7476" y="31355"/>
                    <a:pt x="7655" y="31121"/>
                    <a:pt x="7839" y="30886"/>
                  </a:cubicBezTo>
                  <a:cubicBezTo>
                    <a:pt x="8220" y="30424"/>
                    <a:pt x="8544" y="29902"/>
                    <a:pt x="8900" y="29384"/>
                  </a:cubicBezTo>
                  <a:cubicBezTo>
                    <a:pt x="9084" y="29128"/>
                    <a:pt x="9231" y="28846"/>
                    <a:pt x="9393" y="28570"/>
                  </a:cubicBezTo>
                  <a:cubicBezTo>
                    <a:pt x="9551" y="28291"/>
                    <a:pt x="9718" y="28013"/>
                    <a:pt x="9873" y="27725"/>
                  </a:cubicBezTo>
                  <a:cubicBezTo>
                    <a:pt x="10016" y="27431"/>
                    <a:pt x="10162" y="27136"/>
                    <a:pt x="10306" y="26838"/>
                  </a:cubicBezTo>
                  <a:cubicBezTo>
                    <a:pt x="10378" y="26688"/>
                    <a:pt x="10452" y="26538"/>
                    <a:pt x="10526" y="26388"/>
                  </a:cubicBezTo>
                  <a:cubicBezTo>
                    <a:pt x="10593" y="26235"/>
                    <a:pt x="10654" y="26079"/>
                    <a:pt x="10719" y="25923"/>
                  </a:cubicBezTo>
                  <a:cubicBezTo>
                    <a:pt x="10847" y="25610"/>
                    <a:pt x="10974" y="25296"/>
                    <a:pt x="11103" y="24980"/>
                  </a:cubicBezTo>
                  <a:cubicBezTo>
                    <a:pt x="11222" y="24662"/>
                    <a:pt x="11318" y="24333"/>
                    <a:pt x="11427" y="24005"/>
                  </a:cubicBezTo>
                  <a:cubicBezTo>
                    <a:pt x="11659" y="23355"/>
                    <a:pt x="11804" y="22677"/>
                    <a:pt x="11975" y="22003"/>
                  </a:cubicBezTo>
                  <a:cubicBezTo>
                    <a:pt x="12021" y="21835"/>
                    <a:pt x="12050" y="21663"/>
                    <a:pt x="12078" y="21492"/>
                  </a:cubicBezTo>
                  <a:lnTo>
                    <a:pt x="12170" y="20976"/>
                  </a:lnTo>
                  <a:lnTo>
                    <a:pt x="12260" y="20460"/>
                  </a:lnTo>
                  <a:lnTo>
                    <a:pt x="12305" y="20202"/>
                  </a:lnTo>
                  <a:lnTo>
                    <a:pt x="12333" y="19938"/>
                  </a:lnTo>
                  <a:cubicBezTo>
                    <a:pt x="12399" y="19237"/>
                    <a:pt x="12495" y="18521"/>
                    <a:pt x="12497" y="17852"/>
                  </a:cubicBezTo>
                  <a:lnTo>
                    <a:pt x="12513" y="17343"/>
                  </a:lnTo>
                  <a:lnTo>
                    <a:pt x="12520" y="17090"/>
                  </a:lnTo>
                  <a:lnTo>
                    <a:pt x="12524" y="16962"/>
                  </a:lnTo>
                  <a:lnTo>
                    <a:pt x="12525" y="16898"/>
                  </a:lnTo>
                  <a:lnTo>
                    <a:pt x="12524" y="16814"/>
                  </a:lnTo>
                  <a:cubicBezTo>
                    <a:pt x="12508" y="16466"/>
                    <a:pt x="12497" y="16121"/>
                    <a:pt x="12487" y="15779"/>
                  </a:cubicBezTo>
                  <a:cubicBezTo>
                    <a:pt x="12417" y="14405"/>
                    <a:pt x="12206" y="13062"/>
                    <a:pt x="11914" y="11791"/>
                  </a:cubicBezTo>
                  <a:cubicBezTo>
                    <a:pt x="11624" y="10515"/>
                    <a:pt x="11216" y="9316"/>
                    <a:pt x="10760" y="8213"/>
                  </a:cubicBezTo>
                  <a:cubicBezTo>
                    <a:pt x="10640" y="7939"/>
                    <a:pt x="10530" y="7665"/>
                    <a:pt x="10406" y="7403"/>
                  </a:cubicBezTo>
                  <a:cubicBezTo>
                    <a:pt x="10279" y="7144"/>
                    <a:pt x="10155" y="6886"/>
                    <a:pt x="10033" y="6635"/>
                  </a:cubicBezTo>
                  <a:cubicBezTo>
                    <a:pt x="9766" y="6141"/>
                    <a:pt x="9512" y="5663"/>
                    <a:pt x="9235" y="5224"/>
                  </a:cubicBezTo>
                  <a:cubicBezTo>
                    <a:pt x="8974" y="4775"/>
                    <a:pt x="8690" y="4366"/>
                    <a:pt x="8424" y="3976"/>
                  </a:cubicBezTo>
                  <a:cubicBezTo>
                    <a:pt x="8287" y="3783"/>
                    <a:pt x="8146" y="3602"/>
                    <a:pt x="8013" y="3422"/>
                  </a:cubicBezTo>
                  <a:cubicBezTo>
                    <a:pt x="7879" y="3243"/>
                    <a:pt x="7752" y="3069"/>
                    <a:pt x="7613" y="2907"/>
                  </a:cubicBezTo>
                  <a:cubicBezTo>
                    <a:pt x="7345" y="2581"/>
                    <a:pt x="7102" y="2271"/>
                    <a:pt x="6854" y="2010"/>
                  </a:cubicBezTo>
                  <a:cubicBezTo>
                    <a:pt x="6615" y="1746"/>
                    <a:pt x="6390" y="1493"/>
                    <a:pt x="6176" y="1282"/>
                  </a:cubicBezTo>
                  <a:cubicBezTo>
                    <a:pt x="5757" y="850"/>
                    <a:pt x="5407" y="537"/>
                    <a:pt x="5168" y="322"/>
                  </a:cubicBezTo>
                  <a:cubicBezTo>
                    <a:pt x="4928" y="109"/>
                    <a:pt x="4796" y="0"/>
                    <a:pt x="47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42"/>
            <p:cNvSpPr/>
            <p:nvPr/>
          </p:nvSpPr>
          <p:spPr>
            <a:xfrm rot="-6032787">
              <a:off x="1825537" y="518471"/>
              <a:ext cx="247041" cy="1174038"/>
            </a:xfrm>
            <a:custGeom>
              <a:rect b="b" l="l" r="r" t="t"/>
              <a:pathLst>
                <a:path extrusionOk="0" h="25677" w="6154">
                  <a:moveTo>
                    <a:pt x="2504" y="0"/>
                  </a:moveTo>
                  <a:cubicBezTo>
                    <a:pt x="2504" y="1"/>
                    <a:pt x="2558" y="92"/>
                    <a:pt x="2657" y="261"/>
                  </a:cubicBezTo>
                  <a:cubicBezTo>
                    <a:pt x="2707" y="346"/>
                    <a:pt x="2767" y="449"/>
                    <a:pt x="2840" y="571"/>
                  </a:cubicBezTo>
                  <a:cubicBezTo>
                    <a:pt x="2907" y="697"/>
                    <a:pt x="2986" y="842"/>
                    <a:pt x="3075" y="1005"/>
                  </a:cubicBezTo>
                  <a:cubicBezTo>
                    <a:pt x="3118" y="1087"/>
                    <a:pt x="3167" y="1169"/>
                    <a:pt x="3212" y="1261"/>
                  </a:cubicBezTo>
                  <a:cubicBezTo>
                    <a:pt x="3257" y="1354"/>
                    <a:pt x="3304" y="1451"/>
                    <a:pt x="3355" y="1551"/>
                  </a:cubicBezTo>
                  <a:cubicBezTo>
                    <a:pt x="3405" y="1652"/>
                    <a:pt x="3457" y="1757"/>
                    <a:pt x="3511" y="1866"/>
                  </a:cubicBezTo>
                  <a:cubicBezTo>
                    <a:pt x="3563" y="1977"/>
                    <a:pt x="3614" y="2093"/>
                    <a:pt x="3668" y="2212"/>
                  </a:cubicBezTo>
                  <a:cubicBezTo>
                    <a:pt x="3721" y="2333"/>
                    <a:pt x="3781" y="2451"/>
                    <a:pt x="3833" y="2583"/>
                  </a:cubicBezTo>
                  <a:cubicBezTo>
                    <a:pt x="3886" y="2713"/>
                    <a:pt x="3941" y="2846"/>
                    <a:pt x="3996" y="2984"/>
                  </a:cubicBezTo>
                  <a:cubicBezTo>
                    <a:pt x="4024" y="3053"/>
                    <a:pt x="4054" y="3121"/>
                    <a:pt x="4082" y="3192"/>
                  </a:cubicBezTo>
                  <a:cubicBezTo>
                    <a:pt x="4109" y="3264"/>
                    <a:pt x="4136" y="3336"/>
                    <a:pt x="4162" y="3410"/>
                  </a:cubicBezTo>
                  <a:cubicBezTo>
                    <a:pt x="4217" y="3556"/>
                    <a:pt x="4273" y="3707"/>
                    <a:pt x="4330" y="3860"/>
                  </a:cubicBezTo>
                  <a:cubicBezTo>
                    <a:pt x="4380" y="4018"/>
                    <a:pt x="4434" y="4177"/>
                    <a:pt x="4487" y="4341"/>
                  </a:cubicBezTo>
                  <a:cubicBezTo>
                    <a:pt x="4514" y="4423"/>
                    <a:pt x="4542" y="4503"/>
                    <a:pt x="4568" y="4586"/>
                  </a:cubicBezTo>
                  <a:cubicBezTo>
                    <a:pt x="4592" y="4672"/>
                    <a:pt x="4616" y="4758"/>
                    <a:pt x="4642" y="4844"/>
                  </a:cubicBezTo>
                  <a:cubicBezTo>
                    <a:pt x="4689" y="5019"/>
                    <a:pt x="4747" y="5189"/>
                    <a:pt x="4794" y="5369"/>
                  </a:cubicBezTo>
                  <a:cubicBezTo>
                    <a:pt x="4841" y="5551"/>
                    <a:pt x="4888" y="5733"/>
                    <a:pt x="4935" y="5919"/>
                  </a:cubicBezTo>
                  <a:cubicBezTo>
                    <a:pt x="5112" y="6667"/>
                    <a:pt x="5261" y="7470"/>
                    <a:pt x="5379" y="8310"/>
                  </a:cubicBezTo>
                  <a:cubicBezTo>
                    <a:pt x="5405" y="8521"/>
                    <a:pt x="5427" y="8735"/>
                    <a:pt x="5453" y="8949"/>
                  </a:cubicBezTo>
                  <a:cubicBezTo>
                    <a:pt x="5478" y="9164"/>
                    <a:pt x="5489" y="9383"/>
                    <a:pt x="5508" y="9601"/>
                  </a:cubicBezTo>
                  <a:cubicBezTo>
                    <a:pt x="5528" y="9820"/>
                    <a:pt x="5536" y="10037"/>
                    <a:pt x="5546" y="10257"/>
                  </a:cubicBezTo>
                  <a:cubicBezTo>
                    <a:pt x="5556" y="10475"/>
                    <a:pt x="5568" y="10694"/>
                    <a:pt x="5568" y="10927"/>
                  </a:cubicBezTo>
                  <a:cubicBezTo>
                    <a:pt x="5589" y="11831"/>
                    <a:pt x="5542" y="12736"/>
                    <a:pt x="5466" y="13643"/>
                  </a:cubicBezTo>
                  <a:cubicBezTo>
                    <a:pt x="5366" y="14541"/>
                    <a:pt x="5245" y="15440"/>
                    <a:pt x="5046" y="16294"/>
                  </a:cubicBezTo>
                  <a:cubicBezTo>
                    <a:pt x="4963" y="16726"/>
                    <a:pt x="4843" y="17141"/>
                    <a:pt x="4736" y="17555"/>
                  </a:cubicBezTo>
                  <a:cubicBezTo>
                    <a:pt x="4686" y="17764"/>
                    <a:pt x="4615" y="17959"/>
                    <a:pt x="4553" y="18159"/>
                  </a:cubicBezTo>
                  <a:cubicBezTo>
                    <a:pt x="4487" y="18355"/>
                    <a:pt x="4428" y="18555"/>
                    <a:pt x="4361" y="18748"/>
                  </a:cubicBezTo>
                  <a:cubicBezTo>
                    <a:pt x="4079" y="19507"/>
                    <a:pt x="3796" y="20239"/>
                    <a:pt x="3471" y="20881"/>
                  </a:cubicBezTo>
                  <a:cubicBezTo>
                    <a:pt x="3390" y="21045"/>
                    <a:pt x="3311" y="21203"/>
                    <a:pt x="3233" y="21362"/>
                  </a:cubicBezTo>
                  <a:cubicBezTo>
                    <a:pt x="3149" y="21511"/>
                    <a:pt x="3065" y="21660"/>
                    <a:pt x="2983" y="21806"/>
                  </a:cubicBezTo>
                  <a:cubicBezTo>
                    <a:pt x="2901" y="21953"/>
                    <a:pt x="2826" y="22102"/>
                    <a:pt x="2742" y="22237"/>
                  </a:cubicBezTo>
                  <a:cubicBezTo>
                    <a:pt x="2656" y="22372"/>
                    <a:pt x="2574" y="22504"/>
                    <a:pt x="2492" y="22633"/>
                  </a:cubicBezTo>
                  <a:cubicBezTo>
                    <a:pt x="2410" y="22761"/>
                    <a:pt x="2332" y="22894"/>
                    <a:pt x="2250" y="23012"/>
                  </a:cubicBezTo>
                  <a:cubicBezTo>
                    <a:pt x="2166" y="23129"/>
                    <a:pt x="2084" y="23243"/>
                    <a:pt x="2004" y="23356"/>
                  </a:cubicBezTo>
                  <a:cubicBezTo>
                    <a:pt x="1926" y="23469"/>
                    <a:pt x="1849" y="23577"/>
                    <a:pt x="1773" y="23685"/>
                  </a:cubicBezTo>
                  <a:cubicBezTo>
                    <a:pt x="1694" y="23787"/>
                    <a:pt x="1618" y="23882"/>
                    <a:pt x="1541" y="23976"/>
                  </a:cubicBezTo>
                  <a:cubicBezTo>
                    <a:pt x="1466" y="24070"/>
                    <a:pt x="1395" y="24163"/>
                    <a:pt x="1324" y="24250"/>
                  </a:cubicBezTo>
                  <a:cubicBezTo>
                    <a:pt x="1254" y="24339"/>
                    <a:pt x="1187" y="24425"/>
                    <a:pt x="1117" y="24499"/>
                  </a:cubicBezTo>
                  <a:cubicBezTo>
                    <a:pt x="981" y="24652"/>
                    <a:pt x="855" y="24791"/>
                    <a:pt x="743" y="24919"/>
                  </a:cubicBezTo>
                  <a:cubicBezTo>
                    <a:pt x="632" y="25049"/>
                    <a:pt x="523" y="25151"/>
                    <a:pt x="431" y="25244"/>
                  </a:cubicBezTo>
                  <a:cubicBezTo>
                    <a:pt x="338" y="25337"/>
                    <a:pt x="260" y="25416"/>
                    <a:pt x="196" y="25480"/>
                  </a:cubicBezTo>
                  <a:cubicBezTo>
                    <a:pt x="68" y="25608"/>
                    <a:pt x="1" y="25676"/>
                    <a:pt x="1" y="25676"/>
                  </a:cubicBezTo>
                  <a:cubicBezTo>
                    <a:pt x="1" y="25676"/>
                    <a:pt x="75" y="25623"/>
                    <a:pt x="212" y="25519"/>
                  </a:cubicBezTo>
                  <a:cubicBezTo>
                    <a:pt x="281" y="25467"/>
                    <a:pt x="365" y="25404"/>
                    <a:pt x="465" y="25327"/>
                  </a:cubicBezTo>
                  <a:cubicBezTo>
                    <a:pt x="565" y="25252"/>
                    <a:pt x="680" y="25169"/>
                    <a:pt x="803" y="25052"/>
                  </a:cubicBezTo>
                  <a:cubicBezTo>
                    <a:pt x="927" y="24942"/>
                    <a:pt x="1064" y="24820"/>
                    <a:pt x="1215" y="24685"/>
                  </a:cubicBezTo>
                  <a:cubicBezTo>
                    <a:pt x="1290" y="24619"/>
                    <a:pt x="1365" y="24542"/>
                    <a:pt x="1440" y="24461"/>
                  </a:cubicBezTo>
                  <a:cubicBezTo>
                    <a:pt x="1518" y="24380"/>
                    <a:pt x="1597" y="24297"/>
                    <a:pt x="1679" y="24211"/>
                  </a:cubicBezTo>
                  <a:cubicBezTo>
                    <a:pt x="1760" y="24124"/>
                    <a:pt x="1847" y="24037"/>
                    <a:pt x="1933" y="23943"/>
                  </a:cubicBezTo>
                  <a:cubicBezTo>
                    <a:pt x="2016" y="23843"/>
                    <a:pt x="2102" y="23741"/>
                    <a:pt x="2190" y="23638"/>
                  </a:cubicBezTo>
                  <a:cubicBezTo>
                    <a:pt x="2277" y="23532"/>
                    <a:pt x="2366" y="23423"/>
                    <a:pt x="2458" y="23312"/>
                  </a:cubicBezTo>
                  <a:cubicBezTo>
                    <a:pt x="2548" y="23199"/>
                    <a:pt x="2634" y="23074"/>
                    <a:pt x="2726" y="22949"/>
                  </a:cubicBezTo>
                  <a:cubicBezTo>
                    <a:pt x="2815" y="22825"/>
                    <a:pt x="2908" y="22695"/>
                    <a:pt x="3002" y="22566"/>
                  </a:cubicBezTo>
                  <a:cubicBezTo>
                    <a:pt x="3096" y="22433"/>
                    <a:pt x="3182" y="22290"/>
                    <a:pt x="3273" y="22147"/>
                  </a:cubicBezTo>
                  <a:cubicBezTo>
                    <a:pt x="3365" y="22002"/>
                    <a:pt x="3457" y="21856"/>
                    <a:pt x="3551" y="21707"/>
                  </a:cubicBezTo>
                  <a:cubicBezTo>
                    <a:pt x="3636" y="21550"/>
                    <a:pt x="3723" y="21390"/>
                    <a:pt x="3813" y="21227"/>
                  </a:cubicBezTo>
                  <a:cubicBezTo>
                    <a:pt x="4172" y="20584"/>
                    <a:pt x="4501" y="19848"/>
                    <a:pt x="4807" y="19065"/>
                  </a:cubicBezTo>
                  <a:cubicBezTo>
                    <a:pt x="5094" y="18268"/>
                    <a:pt x="5375" y="17427"/>
                    <a:pt x="5572" y="16525"/>
                  </a:cubicBezTo>
                  <a:cubicBezTo>
                    <a:pt x="5791" y="15634"/>
                    <a:pt x="5922" y="14692"/>
                    <a:pt x="6030" y="13749"/>
                  </a:cubicBezTo>
                  <a:cubicBezTo>
                    <a:pt x="6106" y="12801"/>
                    <a:pt x="6154" y="11841"/>
                    <a:pt x="6120" y="10907"/>
                  </a:cubicBezTo>
                  <a:cubicBezTo>
                    <a:pt x="6119" y="10680"/>
                    <a:pt x="6103" y="10441"/>
                    <a:pt x="6089" y="10206"/>
                  </a:cubicBezTo>
                  <a:cubicBezTo>
                    <a:pt x="6073" y="9971"/>
                    <a:pt x="6059" y="9739"/>
                    <a:pt x="6034" y="9512"/>
                  </a:cubicBezTo>
                  <a:cubicBezTo>
                    <a:pt x="6010" y="9285"/>
                    <a:pt x="5994" y="9057"/>
                    <a:pt x="5962" y="8834"/>
                  </a:cubicBezTo>
                  <a:cubicBezTo>
                    <a:pt x="5931" y="8611"/>
                    <a:pt x="5901" y="8389"/>
                    <a:pt x="5871" y="8169"/>
                  </a:cubicBezTo>
                  <a:cubicBezTo>
                    <a:pt x="5736" y="7295"/>
                    <a:pt x="5547" y="6470"/>
                    <a:pt x="5333" y="5710"/>
                  </a:cubicBezTo>
                  <a:cubicBezTo>
                    <a:pt x="5121" y="4948"/>
                    <a:pt x="4865" y="4261"/>
                    <a:pt x="4618" y="3644"/>
                  </a:cubicBezTo>
                  <a:cubicBezTo>
                    <a:pt x="4357" y="3034"/>
                    <a:pt x="4102" y="2490"/>
                    <a:pt x="3847" y="2039"/>
                  </a:cubicBezTo>
                  <a:cubicBezTo>
                    <a:pt x="3785" y="1925"/>
                    <a:pt x="3725" y="1813"/>
                    <a:pt x="3666" y="1709"/>
                  </a:cubicBezTo>
                  <a:cubicBezTo>
                    <a:pt x="3605" y="1604"/>
                    <a:pt x="3545" y="1507"/>
                    <a:pt x="3486" y="1413"/>
                  </a:cubicBezTo>
                  <a:cubicBezTo>
                    <a:pt x="3429" y="1319"/>
                    <a:pt x="3373" y="1228"/>
                    <a:pt x="3319" y="1142"/>
                  </a:cubicBezTo>
                  <a:cubicBezTo>
                    <a:pt x="3268" y="1055"/>
                    <a:pt x="3212" y="979"/>
                    <a:pt x="3162" y="904"/>
                  </a:cubicBezTo>
                  <a:cubicBezTo>
                    <a:pt x="3060" y="756"/>
                    <a:pt x="2970" y="622"/>
                    <a:pt x="2889" y="509"/>
                  </a:cubicBezTo>
                  <a:cubicBezTo>
                    <a:pt x="2807" y="399"/>
                    <a:pt x="2738" y="307"/>
                    <a:pt x="2680" y="231"/>
                  </a:cubicBezTo>
                  <a:cubicBezTo>
                    <a:pt x="2564" y="81"/>
                    <a:pt x="2504" y="1"/>
                    <a:pt x="25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 name="Shape 336"/>
        <p:cNvGrpSpPr/>
        <p:nvPr/>
      </p:nvGrpSpPr>
      <p:grpSpPr>
        <a:xfrm>
          <a:off x="0" y="0"/>
          <a:ext cx="0" cy="0"/>
          <a:chOff x="0" y="0"/>
          <a:chExt cx="0" cy="0"/>
        </a:xfrm>
      </p:grpSpPr>
      <p:sp>
        <p:nvSpPr>
          <p:cNvPr id="337" name="Google Shape;337;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TEAM</a:t>
            </a:r>
            <a:endParaRPr/>
          </a:p>
        </p:txBody>
      </p:sp>
      <p:sp>
        <p:nvSpPr>
          <p:cNvPr id="338" name="Google Shape;338;p43"/>
          <p:cNvSpPr txBox="1"/>
          <p:nvPr>
            <p:ph idx="5" type="title"/>
          </p:nvPr>
        </p:nvSpPr>
        <p:spPr>
          <a:xfrm>
            <a:off x="720000" y="3246663"/>
            <a:ext cx="25278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rPr>
              <a:t>JOHN JAMES</a:t>
            </a:r>
            <a:endParaRPr>
              <a:solidFill>
                <a:schemeClr val="dk1"/>
              </a:solidFill>
            </a:endParaRPr>
          </a:p>
        </p:txBody>
      </p:sp>
      <p:sp>
        <p:nvSpPr>
          <p:cNvPr id="339" name="Google Shape;339;p43"/>
          <p:cNvSpPr txBox="1"/>
          <p:nvPr>
            <p:ph idx="1" type="subTitle"/>
          </p:nvPr>
        </p:nvSpPr>
        <p:spPr>
          <a:xfrm>
            <a:off x="720000" y="3701237"/>
            <a:ext cx="2527800" cy="633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340" name="Google Shape;340;p43"/>
          <p:cNvSpPr txBox="1"/>
          <p:nvPr>
            <p:ph idx="6" type="title"/>
          </p:nvPr>
        </p:nvSpPr>
        <p:spPr>
          <a:xfrm>
            <a:off x="3310199" y="3246671"/>
            <a:ext cx="25236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rPr>
              <a:t>JENNA DOE</a:t>
            </a:r>
            <a:endParaRPr>
              <a:solidFill>
                <a:schemeClr val="dk1"/>
              </a:solidFill>
            </a:endParaRPr>
          </a:p>
        </p:txBody>
      </p:sp>
      <p:sp>
        <p:nvSpPr>
          <p:cNvPr id="341" name="Google Shape;341;p43"/>
          <p:cNvSpPr txBox="1"/>
          <p:nvPr>
            <p:ph idx="7" type="subTitle"/>
          </p:nvPr>
        </p:nvSpPr>
        <p:spPr>
          <a:xfrm>
            <a:off x="3310201" y="3701240"/>
            <a:ext cx="2523600" cy="633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lt1"/>
              </a:buClr>
              <a:buSzPts val="1100"/>
              <a:buFont typeface="Arial"/>
              <a:buNone/>
            </a:pPr>
            <a:r>
              <a:rPr lang="en"/>
              <a:t>You can speak a bit about this person here</a:t>
            </a:r>
            <a:endParaRPr/>
          </a:p>
        </p:txBody>
      </p:sp>
      <p:sp>
        <p:nvSpPr>
          <p:cNvPr id="342" name="Google Shape;342;p43"/>
          <p:cNvSpPr txBox="1"/>
          <p:nvPr>
            <p:ph idx="8" type="title"/>
          </p:nvPr>
        </p:nvSpPr>
        <p:spPr>
          <a:xfrm>
            <a:off x="5896196" y="3246671"/>
            <a:ext cx="25236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rPr>
              <a:t>MARK </a:t>
            </a:r>
            <a:r>
              <a:rPr lang="en">
                <a:solidFill>
                  <a:schemeClr val="dk1"/>
                </a:solidFill>
              </a:rPr>
              <a:t>JAN</a:t>
            </a:r>
            <a:endParaRPr>
              <a:solidFill>
                <a:schemeClr val="dk1"/>
              </a:solidFill>
            </a:endParaRPr>
          </a:p>
        </p:txBody>
      </p:sp>
      <p:sp>
        <p:nvSpPr>
          <p:cNvPr id="343" name="Google Shape;343;p43"/>
          <p:cNvSpPr txBox="1"/>
          <p:nvPr>
            <p:ph idx="9" type="subTitle"/>
          </p:nvPr>
        </p:nvSpPr>
        <p:spPr>
          <a:xfrm>
            <a:off x="5896200" y="3701240"/>
            <a:ext cx="2523600" cy="633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lt1"/>
              </a:buClr>
              <a:buSzPts val="1100"/>
              <a:buFont typeface="Arial"/>
              <a:buNone/>
            </a:pPr>
            <a:r>
              <a:rPr lang="en"/>
              <a:t>You can speak a bit about this person here</a:t>
            </a:r>
            <a:endParaRPr/>
          </a:p>
        </p:txBody>
      </p:sp>
      <p:sp>
        <p:nvSpPr>
          <p:cNvPr id="344" name="Google Shape;344;p43"/>
          <p:cNvSpPr/>
          <p:nvPr/>
        </p:nvSpPr>
        <p:spPr>
          <a:xfrm rot="5400000">
            <a:off x="8004298" y="965975"/>
            <a:ext cx="1073683" cy="220717"/>
          </a:xfrm>
          <a:prstGeom prst="rect">
            <a:avLst/>
          </a:prstGeom>
        </p:spPr>
        <p:txBody>
          <a:bodyPr>
            <a:prstTxWarp prst="textPlain"/>
          </a:bodyPr>
          <a:lstStyle/>
          <a:p>
            <a:pPr lvl="0" algn="ctr"/>
            <a:r>
              <a:rPr b="0" i="0">
                <a:ln cap="flat" cmpd="sng" w="19050">
                  <a:solidFill>
                    <a:srgbClr val="C50A25"/>
                  </a:solidFill>
                  <a:prstDash val="solid"/>
                  <a:round/>
                  <a:headEnd len="sm" w="sm" type="none"/>
                  <a:tailEnd len="sm" w="sm" type="none"/>
                </a:ln>
                <a:noFill/>
                <a:latin typeface="Audiowide"/>
              </a:rPr>
              <a:t>0005</a:t>
            </a:r>
          </a:p>
        </p:txBody>
      </p:sp>
      <p:pic>
        <p:nvPicPr>
          <p:cNvPr id="345" name="Google Shape;345;p43"/>
          <p:cNvPicPr preferRelativeResize="0"/>
          <p:nvPr>
            <p:ph idx="2" type="pic"/>
          </p:nvPr>
        </p:nvPicPr>
        <p:blipFill rotWithShape="1">
          <a:blip r:embed="rId3">
            <a:alphaModFix/>
          </a:blip>
          <a:srcRect b="0" l="16626" r="16626" t="0"/>
          <a:stretch/>
        </p:blipFill>
        <p:spPr>
          <a:xfrm>
            <a:off x="1207009" y="1505332"/>
            <a:ext cx="1554600" cy="1554600"/>
          </a:xfrm>
          <a:prstGeom prst="roundRect">
            <a:avLst>
              <a:gd fmla="val 9359" name="adj"/>
            </a:avLst>
          </a:prstGeom>
        </p:spPr>
      </p:pic>
      <p:pic>
        <p:nvPicPr>
          <p:cNvPr id="346" name="Google Shape;346;p43"/>
          <p:cNvPicPr preferRelativeResize="0"/>
          <p:nvPr>
            <p:ph idx="3" type="pic"/>
          </p:nvPr>
        </p:nvPicPr>
        <p:blipFill rotWithShape="1">
          <a:blip r:embed="rId4">
            <a:alphaModFix/>
          </a:blip>
          <a:srcRect b="47470" l="10592" r="10592" t="0"/>
          <a:stretch/>
        </p:blipFill>
        <p:spPr>
          <a:xfrm>
            <a:off x="3794760" y="1505350"/>
            <a:ext cx="1554600" cy="1554600"/>
          </a:xfrm>
          <a:prstGeom prst="roundRect">
            <a:avLst>
              <a:gd fmla="val 8759" name="adj"/>
            </a:avLst>
          </a:prstGeom>
        </p:spPr>
      </p:pic>
      <p:pic>
        <p:nvPicPr>
          <p:cNvPr id="347" name="Google Shape;347;p43"/>
          <p:cNvPicPr preferRelativeResize="0"/>
          <p:nvPr>
            <p:ph idx="4" type="pic"/>
          </p:nvPr>
        </p:nvPicPr>
        <p:blipFill rotWithShape="1">
          <a:blip r:embed="rId5">
            <a:alphaModFix/>
          </a:blip>
          <a:srcRect b="53672" l="17134" r="17140" t="2523"/>
          <a:stretch/>
        </p:blipFill>
        <p:spPr>
          <a:xfrm>
            <a:off x="6382512" y="1505333"/>
            <a:ext cx="1554600" cy="1554600"/>
          </a:xfrm>
          <a:prstGeom prst="roundRect">
            <a:avLst>
              <a:gd fmla="val 8157" name="adj"/>
            </a:avLst>
          </a:prstGeom>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1" name="Shape 351"/>
        <p:cNvGrpSpPr/>
        <p:nvPr/>
      </p:nvGrpSpPr>
      <p:grpSpPr>
        <a:xfrm>
          <a:off x="0" y="0"/>
          <a:ext cx="0" cy="0"/>
          <a:chOff x="0" y="0"/>
          <a:chExt cx="0" cy="0"/>
        </a:xfrm>
      </p:grpSpPr>
      <p:sp>
        <p:nvSpPr>
          <p:cNvPr id="352" name="Google Shape;352;p44"/>
          <p:cNvSpPr txBox="1"/>
          <p:nvPr>
            <p:ph type="title"/>
          </p:nvPr>
        </p:nvSpPr>
        <p:spPr>
          <a:xfrm>
            <a:off x="527950" y="2331025"/>
            <a:ext cx="5410200" cy="1572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solidFill>
                  <a:schemeClr val="lt1"/>
                </a:solidFill>
              </a:rPr>
              <a:t>PROBLEM VS</a:t>
            </a:r>
            <a:r>
              <a:rPr lang="en"/>
              <a:t> </a:t>
            </a:r>
            <a:r>
              <a:rPr lang="en">
                <a:solidFill>
                  <a:schemeClr val="dk1"/>
                </a:solidFill>
              </a:rPr>
              <a:t>SOLUTION</a:t>
            </a:r>
            <a:endParaRPr>
              <a:solidFill>
                <a:schemeClr val="dk1"/>
              </a:solidFill>
            </a:endParaRPr>
          </a:p>
        </p:txBody>
      </p:sp>
      <p:sp>
        <p:nvSpPr>
          <p:cNvPr id="353" name="Google Shape;353;p44"/>
          <p:cNvSpPr txBox="1"/>
          <p:nvPr>
            <p:ph idx="1" type="subTitle"/>
          </p:nvPr>
        </p:nvSpPr>
        <p:spPr>
          <a:xfrm>
            <a:off x="1935300" y="3764123"/>
            <a:ext cx="3938400" cy="375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enter a subtitle here if you need it</a:t>
            </a:r>
            <a:endParaRPr/>
          </a:p>
        </p:txBody>
      </p:sp>
      <p:sp>
        <p:nvSpPr>
          <p:cNvPr id="354" name="Google Shape;354;p44"/>
          <p:cNvSpPr/>
          <p:nvPr/>
        </p:nvSpPr>
        <p:spPr>
          <a:xfrm>
            <a:off x="7357090" y="4493645"/>
            <a:ext cx="1072743" cy="220717"/>
          </a:xfrm>
          <a:prstGeom prst="rect">
            <a:avLst/>
          </a:prstGeom>
        </p:spPr>
        <p:txBody>
          <a:bodyPr>
            <a:prstTxWarp prst="textPlain"/>
          </a:bodyPr>
          <a:lstStyle/>
          <a:p>
            <a:pPr lvl="0" algn="ctr"/>
            <a:r>
              <a:rPr b="0" i="0">
                <a:ln cap="flat" cmpd="sng" w="19050">
                  <a:solidFill>
                    <a:srgbClr val="C50A25"/>
                  </a:solidFill>
                  <a:prstDash val="solid"/>
                  <a:round/>
                  <a:headEnd len="sm" w="sm" type="none"/>
                  <a:tailEnd len="sm" w="sm" type="none"/>
                </a:ln>
                <a:noFill/>
                <a:latin typeface="Audiowide"/>
              </a:rPr>
              <a:t>0006</a:t>
            </a:r>
          </a:p>
        </p:txBody>
      </p:sp>
      <p:sp>
        <p:nvSpPr>
          <p:cNvPr id="355" name="Google Shape;355;p44"/>
          <p:cNvSpPr/>
          <p:nvPr/>
        </p:nvSpPr>
        <p:spPr>
          <a:xfrm>
            <a:off x="3827975" y="1004377"/>
            <a:ext cx="1972299" cy="1216700"/>
          </a:xfrm>
          <a:prstGeom prst="rect">
            <a:avLst/>
          </a:prstGeom>
        </p:spPr>
        <p:txBody>
          <a:bodyPr>
            <a:prstTxWarp prst="textPlain"/>
          </a:bodyPr>
          <a:lstStyle/>
          <a:p>
            <a:pPr lvl="0" algn="ctr"/>
            <a:r>
              <a:rPr b="0" i="0">
                <a:ln cap="flat" cmpd="sng" w="19050">
                  <a:solidFill>
                    <a:srgbClr val="C50A25"/>
                  </a:solidFill>
                  <a:prstDash val="solid"/>
                  <a:round/>
                  <a:headEnd len="sm" w="sm" type="none"/>
                  <a:tailEnd len="sm" w="sm" type="none"/>
                </a:ln>
                <a:noFill/>
                <a:latin typeface="Audiowide"/>
              </a:rPr>
              <a:t>01</a:t>
            </a:r>
          </a:p>
        </p:txBody>
      </p:sp>
      <p:grpSp>
        <p:nvGrpSpPr>
          <p:cNvPr id="356" name="Google Shape;356;p44"/>
          <p:cNvGrpSpPr/>
          <p:nvPr/>
        </p:nvGrpSpPr>
        <p:grpSpPr>
          <a:xfrm rot="367781">
            <a:off x="6320775" y="630734"/>
            <a:ext cx="1886820" cy="3326681"/>
            <a:chOff x="6772750" y="1143250"/>
            <a:chExt cx="1027400" cy="1811425"/>
          </a:xfrm>
        </p:grpSpPr>
        <p:sp>
          <p:nvSpPr>
            <p:cNvPr id="357" name="Google Shape;357;p44"/>
            <p:cNvSpPr/>
            <p:nvPr/>
          </p:nvSpPr>
          <p:spPr>
            <a:xfrm>
              <a:off x="6772750" y="1143250"/>
              <a:ext cx="1027400" cy="1811425"/>
            </a:xfrm>
            <a:custGeom>
              <a:rect b="b" l="l" r="r" t="t"/>
              <a:pathLst>
                <a:path extrusionOk="0" h="72457" w="41096">
                  <a:moveTo>
                    <a:pt x="21000" y="2585"/>
                  </a:moveTo>
                  <a:cubicBezTo>
                    <a:pt x="21514" y="2585"/>
                    <a:pt x="22000" y="2649"/>
                    <a:pt x="22433" y="2772"/>
                  </a:cubicBezTo>
                  <a:cubicBezTo>
                    <a:pt x="23808" y="3163"/>
                    <a:pt x="22383" y="3453"/>
                    <a:pt x="20288" y="3802"/>
                  </a:cubicBezTo>
                  <a:cubicBezTo>
                    <a:pt x="17893" y="4202"/>
                    <a:pt x="18658" y="6304"/>
                    <a:pt x="17659" y="7627"/>
                  </a:cubicBezTo>
                  <a:cubicBezTo>
                    <a:pt x="17277" y="8132"/>
                    <a:pt x="16617" y="8532"/>
                    <a:pt x="16089" y="8532"/>
                  </a:cubicBezTo>
                  <a:cubicBezTo>
                    <a:pt x="15668" y="8532"/>
                    <a:pt x="15330" y="8277"/>
                    <a:pt x="15285" y="7617"/>
                  </a:cubicBezTo>
                  <a:cubicBezTo>
                    <a:pt x="15211" y="6548"/>
                    <a:pt x="15489" y="4954"/>
                    <a:pt x="17102" y="3828"/>
                  </a:cubicBezTo>
                  <a:cubicBezTo>
                    <a:pt x="18336" y="2966"/>
                    <a:pt x="19752" y="2585"/>
                    <a:pt x="21000" y="2585"/>
                  </a:cubicBezTo>
                  <a:close/>
                  <a:moveTo>
                    <a:pt x="11890" y="9763"/>
                  </a:moveTo>
                  <a:lnTo>
                    <a:pt x="11890" y="9763"/>
                  </a:lnTo>
                  <a:cubicBezTo>
                    <a:pt x="11890" y="9763"/>
                    <a:pt x="11890" y="9763"/>
                    <a:pt x="11890" y="9763"/>
                  </a:cubicBezTo>
                  <a:lnTo>
                    <a:pt x="11890" y="9763"/>
                  </a:lnTo>
                  <a:cubicBezTo>
                    <a:pt x="11890" y="9763"/>
                    <a:pt x="11890" y="9763"/>
                    <a:pt x="11890" y="9763"/>
                  </a:cubicBezTo>
                  <a:close/>
                  <a:moveTo>
                    <a:pt x="28226" y="5843"/>
                  </a:moveTo>
                  <a:cubicBezTo>
                    <a:pt x="28226" y="5843"/>
                    <a:pt x="28402" y="6064"/>
                    <a:pt x="28604" y="6438"/>
                  </a:cubicBezTo>
                  <a:cubicBezTo>
                    <a:pt x="28703" y="6624"/>
                    <a:pt x="28805" y="6850"/>
                    <a:pt x="28890" y="7104"/>
                  </a:cubicBezTo>
                  <a:cubicBezTo>
                    <a:pt x="28974" y="7358"/>
                    <a:pt x="29039" y="7637"/>
                    <a:pt x="29072" y="7922"/>
                  </a:cubicBezTo>
                  <a:cubicBezTo>
                    <a:pt x="29086" y="8064"/>
                    <a:pt x="29095" y="8207"/>
                    <a:pt x="29095" y="8349"/>
                  </a:cubicBezTo>
                  <a:cubicBezTo>
                    <a:pt x="29099" y="8494"/>
                    <a:pt x="29087" y="8624"/>
                    <a:pt x="29074" y="8761"/>
                  </a:cubicBezTo>
                  <a:cubicBezTo>
                    <a:pt x="29045" y="9031"/>
                    <a:pt x="28989" y="9274"/>
                    <a:pt x="28925" y="9476"/>
                  </a:cubicBezTo>
                  <a:cubicBezTo>
                    <a:pt x="28796" y="9880"/>
                    <a:pt x="28661" y="10128"/>
                    <a:pt x="28661" y="10128"/>
                  </a:cubicBezTo>
                  <a:cubicBezTo>
                    <a:pt x="28661" y="10128"/>
                    <a:pt x="28671" y="10059"/>
                    <a:pt x="28691" y="9938"/>
                  </a:cubicBezTo>
                  <a:cubicBezTo>
                    <a:pt x="28712" y="9818"/>
                    <a:pt x="28735" y="9644"/>
                    <a:pt x="28763" y="9441"/>
                  </a:cubicBezTo>
                  <a:cubicBezTo>
                    <a:pt x="28789" y="9235"/>
                    <a:pt x="28813" y="8998"/>
                    <a:pt x="28820" y="8745"/>
                  </a:cubicBezTo>
                  <a:cubicBezTo>
                    <a:pt x="28824" y="8623"/>
                    <a:pt x="28820" y="8483"/>
                    <a:pt x="28816" y="8354"/>
                  </a:cubicBezTo>
                  <a:cubicBezTo>
                    <a:pt x="28812" y="8226"/>
                    <a:pt x="28800" y="8090"/>
                    <a:pt x="28784" y="7956"/>
                  </a:cubicBezTo>
                  <a:cubicBezTo>
                    <a:pt x="28728" y="7420"/>
                    <a:pt x="28577" y="6896"/>
                    <a:pt x="28449" y="6503"/>
                  </a:cubicBezTo>
                  <a:cubicBezTo>
                    <a:pt x="28386" y="6307"/>
                    <a:pt x="28330" y="6140"/>
                    <a:pt x="28288" y="6026"/>
                  </a:cubicBezTo>
                  <a:cubicBezTo>
                    <a:pt x="28246" y="5912"/>
                    <a:pt x="28226" y="5843"/>
                    <a:pt x="28226" y="5843"/>
                  </a:cubicBezTo>
                  <a:close/>
                  <a:moveTo>
                    <a:pt x="25982" y="7069"/>
                  </a:moveTo>
                  <a:cubicBezTo>
                    <a:pt x="25982" y="7070"/>
                    <a:pt x="26514" y="8537"/>
                    <a:pt x="25762" y="10162"/>
                  </a:cubicBezTo>
                  <a:cubicBezTo>
                    <a:pt x="25349" y="11056"/>
                    <a:pt x="24325" y="11419"/>
                    <a:pt x="23539" y="11419"/>
                  </a:cubicBezTo>
                  <a:cubicBezTo>
                    <a:pt x="23141" y="11419"/>
                    <a:pt x="22803" y="11326"/>
                    <a:pt x="22637" y="11161"/>
                  </a:cubicBezTo>
                  <a:cubicBezTo>
                    <a:pt x="22162" y="10692"/>
                    <a:pt x="23850" y="10906"/>
                    <a:pt x="24938" y="10055"/>
                  </a:cubicBezTo>
                  <a:cubicBezTo>
                    <a:pt x="26143" y="9113"/>
                    <a:pt x="25982" y="7070"/>
                    <a:pt x="25982" y="7069"/>
                  </a:cubicBezTo>
                  <a:close/>
                  <a:moveTo>
                    <a:pt x="15685" y="9393"/>
                  </a:moveTo>
                  <a:lnTo>
                    <a:pt x="15685" y="9393"/>
                  </a:lnTo>
                  <a:cubicBezTo>
                    <a:pt x="15685" y="9393"/>
                    <a:pt x="15817" y="9736"/>
                    <a:pt x="16182" y="10115"/>
                  </a:cubicBezTo>
                  <a:cubicBezTo>
                    <a:pt x="16269" y="10213"/>
                    <a:pt x="16375" y="10307"/>
                    <a:pt x="16488" y="10406"/>
                  </a:cubicBezTo>
                  <a:cubicBezTo>
                    <a:pt x="16602" y="10503"/>
                    <a:pt x="16730" y="10596"/>
                    <a:pt x="16863" y="10690"/>
                  </a:cubicBezTo>
                  <a:cubicBezTo>
                    <a:pt x="17000" y="10777"/>
                    <a:pt x="17139" y="10872"/>
                    <a:pt x="17293" y="10950"/>
                  </a:cubicBezTo>
                  <a:cubicBezTo>
                    <a:pt x="17368" y="10991"/>
                    <a:pt x="17443" y="11032"/>
                    <a:pt x="17518" y="11074"/>
                  </a:cubicBezTo>
                  <a:lnTo>
                    <a:pt x="17759" y="11180"/>
                  </a:lnTo>
                  <a:cubicBezTo>
                    <a:pt x="17914" y="11259"/>
                    <a:pt x="18079" y="11320"/>
                    <a:pt x="18242" y="11376"/>
                  </a:cubicBezTo>
                  <a:cubicBezTo>
                    <a:pt x="18323" y="11407"/>
                    <a:pt x="18403" y="11436"/>
                    <a:pt x="18482" y="11467"/>
                  </a:cubicBezTo>
                  <a:cubicBezTo>
                    <a:pt x="18563" y="11491"/>
                    <a:pt x="18643" y="11516"/>
                    <a:pt x="18723" y="11538"/>
                  </a:cubicBezTo>
                  <a:cubicBezTo>
                    <a:pt x="18884" y="11581"/>
                    <a:pt x="19033" y="11639"/>
                    <a:pt x="19182" y="11671"/>
                  </a:cubicBezTo>
                  <a:cubicBezTo>
                    <a:pt x="19330" y="11709"/>
                    <a:pt x="19469" y="11745"/>
                    <a:pt x="19598" y="11777"/>
                  </a:cubicBezTo>
                  <a:cubicBezTo>
                    <a:pt x="19727" y="11814"/>
                    <a:pt x="19847" y="11834"/>
                    <a:pt x="19953" y="11859"/>
                  </a:cubicBezTo>
                  <a:cubicBezTo>
                    <a:pt x="20059" y="11884"/>
                    <a:pt x="20153" y="11904"/>
                    <a:pt x="20228" y="11920"/>
                  </a:cubicBezTo>
                  <a:cubicBezTo>
                    <a:pt x="20381" y="11953"/>
                    <a:pt x="20468" y="11978"/>
                    <a:pt x="20468" y="11978"/>
                  </a:cubicBezTo>
                  <a:cubicBezTo>
                    <a:pt x="20468" y="11978"/>
                    <a:pt x="20378" y="11978"/>
                    <a:pt x="20221" y="11971"/>
                  </a:cubicBezTo>
                  <a:cubicBezTo>
                    <a:pt x="20142" y="11967"/>
                    <a:pt x="20047" y="11961"/>
                    <a:pt x="19938" y="11957"/>
                  </a:cubicBezTo>
                  <a:cubicBezTo>
                    <a:pt x="19828" y="11951"/>
                    <a:pt x="19703" y="11951"/>
                    <a:pt x="19570" y="11928"/>
                  </a:cubicBezTo>
                  <a:cubicBezTo>
                    <a:pt x="19436" y="11910"/>
                    <a:pt x="19291" y="11888"/>
                    <a:pt x="19136" y="11866"/>
                  </a:cubicBezTo>
                  <a:cubicBezTo>
                    <a:pt x="18982" y="11847"/>
                    <a:pt x="18825" y="11803"/>
                    <a:pt x="18658" y="11764"/>
                  </a:cubicBezTo>
                  <a:cubicBezTo>
                    <a:pt x="18492" y="11725"/>
                    <a:pt x="18323" y="11682"/>
                    <a:pt x="18155" y="11618"/>
                  </a:cubicBezTo>
                  <a:cubicBezTo>
                    <a:pt x="17985" y="11561"/>
                    <a:pt x="17812" y="11501"/>
                    <a:pt x="17648" y="11422"/>
                  </a:cubicBezTo>
                  <a:lnTo>
                    <a:pt x="17400" y="11307"/>
                  </a:lnTo>
                  <a:cubicBezTo>
                    <a:pt x="17321" y="11262"/>
                    <a:pt x="17242" y="11216"/>
                    <a:pt x="17162" y="11173"/>
                  </a:cubicBezTo>
                  <a:cubicBezTo>
                    <a:pt x="17001" y="11091"/>
                    <a:pt x="16863" y="10977"/>
                    <a:pt x="16723" y="10879"/>
                  </a:cubicBezTo>
                  <a:cubicBezTo>
                    <a:pt x="16588" y="10776"/>
                    <a:pt x="16463" y="10663"/>
                    <a:pt x="16353" y="10550"/>
                  </a:cubicBezTo>
                  <a:cubicBezTo>
                    <a:pt x="16241" y="10437"/>
                    <a:pt x="16144" y="10326"/>
                    <a:pt x="16065" y="10212"/>
                  </a:cubicBezTo>
                  <a:cubicBezTo>
                    <a:pt x="15979" y="10104"/>
                    <a:pt x="15919" y="9991"/>
                    <a:pt x="15866" y="9893"/>
                  </a:cubicBezTo>
                  <a:cubicBezTo>
                    <a:pt x="15815" y="9795"/>
                    <a:pt x="15776" y="9705"/>
                    <a:pt x="15750" y="9632"/>
                  </a:cubicBezTo>
                  <a:cubicBezTo>
                    <a:pt x="15696" y="9483"/>
                    <a:pt x="15685" y="9393"/>
                    <a:pt x="15685" y="9393"/>
                  </a:cubicBezTo>
                  <a:close/>
                  <a:moveTo>
                    <a:pt x="23850" y="2121"/>
                  </a:moveTo>
                  <a:cubicBezTo>
                    <a:pt x="23850" y="2121"/>
                    <a:pt x="23896" y="2138"/>
                    <a:pt x="23981" y="2175"/>
                  </a:cubicBezTo>
                  <a:cubicBezTo>
                    <a:pt x="24065" y="2212"/>
                    <a:pt x="24198" y="2255"/>
                    <a:pt x="24351" y="2342"/>
                  </a:cubicBezTo>
                  <a:cubicBezTo>
                    <a:pt x="24508" y="2419"/>
                    <a:pt x="24692" y="2526"/>
                    <a:pt x="24896" y="2665"/>
                  </a:cubicBezTo>
                  <a:cubicBezTo>
                    <a:pt x="25097" y="2803"/>
                    <a:pt x="25318" y="2974"/>
                    <a:pt x="25540" y="3179"/>
                  </a:cubicBezTo>
                  <a:cubicBezTo>
                    <a:pt x="25653" y="3282"/>
                    <a:pt x="25761" y="3398"/>
                    <a:pt x="25878" y="3512"/>
                  </a:cubicBezTo>
                  <a:cubicBezTo>
                    <a:pt x="25984" y="3636"/>
                    <a:pt x="26098" y="3762"/>
                    <a:pt x="26205" y="3900"/>
                  </a:cubicBezTo>
                  <a:cubicBezTo>
                    <a:pt x="26419" y="4177"/>
                    <a:pt x="26634" y="4479"/>
                    <a:pt x="26810" y="4817"/>
                  </a:cubicBezTo>
                  <a:cubicBezTo>
                    <a:pt x="26992" y="5153"/>
                    <a:pt x="27159" y="5514"/>
                    <a:pt x="27280" y="5901"/>
                  </a:cubicBezTo>
                  <a:cubicBezTo>
                    <a:pt x="27412" y="6281"/>
                    <a:pt x="27494" y="6684"/>
                    <a:pt x="27559" y="7100"/>
                  </a:cubicBezTo>
                  <a:lnTo>
                    <a:pt x="27586" y="7394"/>
                  </a:lnTo>
                  <a:lnTo>
                    <a:pt x="27599" y="7550"/>
                  </a:lnTo>
                  <a:lnTo>
                    <a:pt x="27606" y="7702"/>
                  </a:lnTo>
                  <a:cubicBezTo>
                    <a:pt x="27614" y="7903"/>
                    <a:pt x="27617" y="8103"/>
                    <a:pt x="27614" y="8302"/>
                  </a:cubicBezTo>
                  <a:cubicBezTo>
                    <a:pt x="27607" y="8702"/>
                    <a:pt x="27563" y="9098"/>
                    <a:pt x="27485" y="9477"/>
                  </a:cubicBezTo>
                  <a:cubicBezTo>
                    <a:pt x="27407" y="9857"/>
                    <a:pt x="27277" y="10216"/>
                    <a:pt x="27106" y="10535"/>
                  </a:cubicBezTo>
                  <a:cubicBezTo>
                    <a:pt x="26937" y="10854"/>
                    <a:pt x="26714" y="11121"/>
                    <a:pt x="26478" y="11326"/>
                  </a:cubicBezTo>
                  <a:cubicBezTo>
                    <a:pt x="26001" y="11739"/>
                    <a:pt x="25502" y="11900"/>
                    <a:pt x="25166" y="11986"/>
                  </a:cubicBezTo>
                  <a:cubicBezTo>
                    <a:pt x="24997" y="12029"/>
                    <a:pt x="24858" y="12049"/>
                    <a:pt x="24768" y="12062"/>
                  </a:cubicBezTo>
                  <a:cubicBezTo>
                    <a:pt x="24676" y="12076"/>
                    <a:pt x="24627" y="12082"/>
                    <a:pt x="24627" y="12082"/>
                  </a:cubicBezTo>
                  <a:cubicBezTo>
                    <a:pt x="24627" y="12082"/>
                    <a:pt x="24815" y="12025"/>
                    <a:pt x="25130" y="11888"/>
                  </a:cubicBezTo>
                  <a:cubicBezTo>
                    <a:pt x="25440" y="11751"/>
                    <a:pt x="25882" y="11522"/>
                    <a:pt x="26264" y="11109"/>
                  </a:cubicBezTo>
                  <a:cubicBezTo>
                    <a:pt x="26454" y="10903"/>
                    <a:pt x="26620" y="10649"/>
                    <a:pt x="26750" y="10361"/>
                  </a:cubicBezTo>
                  <a:cubicBezTo>
                    <a:pt x="26881" y="10071"/>
                    <a:pt x="26965" y="9742"/>
                    <a:pt x="27023" y="9394"/>
                  </a:cubicBezTo>
                  <a:cubicBezTo>
                    <a:pt x="27079" y="9045"/>
                    <a:pt x="27096" y="8677"/>
                    <a:pt x="27097" y="8299"/>
                  </a:cubicBezTo>
                  <a:cubicBezTo>
                    <a:pt x="27097" y="8111"/>
                    <a:pt x="27092" y="7919"/>
                    <a:pt x="27079" y="7729"/>
                  </a:cubicBezTo>
                  <a:lnTo>
                    <a:pt x="27071" y="7584"/>
                  </a:lnTo>
                  <a:lnTo>
                    <a:pt x="27058" y="7447"/>
                  </a:lnTo>
                  <a:lnTo>
                    <a:pt x="27026" y="7153"/>
                  </a:lnTo>
                  <a:cubicBezTo>
                    <a:pt x="26969" y="6790"/>
                    <a:pt x="26905" y="6414"/>
                    <a:pt x="26787" y="6058"/>
                  </a:cubicBezTo>
                  <a:cubicBezTo>
                    <a:pt x="26737" y="5877"/>
                    <a:pt x="26662" y="5708"/>
                    <a:pt x="26605" y="5533"/>
                  </a:cubicBezTo>
                  <a:cubicBezTo>
                    <a:pt x="26532" y="5365"/>
                    <a:pt x="26471" y="5192"/>
                    <a:pt x="26387" y="5035"/>
                  </a:cubicBezTo>
                  <a:cubicBezTo>
                    <a:pt x="26233" y="4710"/>
                    <a:pt x="26056" y="4413"/>
                    <a:pt x="25878" y="4136"/>
                  </a:cubicBezTo>
                  <a:cubicBezTo>
                    <a:pt x="25695" y="3863"/>
                    <a:pt x="25504" y="3614"/>
                    <a:pt x="25318" y="3394"/>
                  </a:cubicBezTo>
                  <a:cubicBezTo>
                    <a:pt x="25126" y="3178"/>
                    <a:pt x="24940" y="2988"/>
                    <a:pt x="24767" y="2826"/>
                  </a:cubicBezTo>
                  <a:cubicBezTo>
                    <a:pt x="24588" y="2669"/>
                    <a:pt x="24433" y="2533"/>
                    <a:pt x="24293" y="2432"/>
                  </a:cubicBezTo>
                  <a:cubicBezTo>
                    <a:pt x="24159" y="2325"/>
                    <a:pt x="24043" y="2255"/>
                    <a:pt x="23968" y="2201"/>
                  </a:cubicBezTo>
                  <a:cubicBezTo>
                    <a:pt x="23890" y="2149"/>
                    <a:pt x="23850" y="2121"/>
                    <a:pt x="23850" y="2121"/>
                  </a:cubicBezTo>
                  <a:close/>
                  <a:moveTo>
                    <a:pt x="25729" y="2716"/>
                  </a:moveTo>
                  <a:cubicBezTo>
                    <a:pt x="25729" y="2716"/>
                    <a:pt x="25858" y="2823"/>
                    <a:pt x="26071" y="3030"/>
                  </a:cubicBezTo>
                  <a:cubicBezTo>
                    <a:pt x="26278" y="3238"/>
                    <a:pt x="26581" y="3539"/>
                    <a:pt x="26867" y="3961"/>
                  </a:cubicBezTo>
                  <a:cubicBezTo>
                    <a:pt x="27011" y="4170"/>
                    <a:pt x="27175" y="4390"/>
                    <a:pt x="27309" y="4649"/>
                  </a:cubicBezTo>
                  <a:cubicBezTo>
                    <a:pt x="27380" y="4777"/>
                    <a:pt x="27459" y="4905"/>
                    <a:pt x="27527" y="5043"/>
                  </a:cubicBezTo>
                  <a:cubicBezTo>
                    <a:pt x="27588" y="5184"/>
                    <a:pt x="27653" y="5326"/>
                    <a:pt x="27716" y="5473"/>
                  </a:cubicBezTo>
                  <a:cubicBezTo>
                    <a:pt x="27784" y="5616"/>
                    <a:pt x="27833" y="5771"/>
                    <a:pt x="27888" y="5925"/>
                  </a:cubicBezTo>
                  <a:cubicBezTo>
                    <a:pt x="27936" y="6082"/>
                    <a:pt x="28003" y="6237"/>
                    <a:pt x="28037" y="6399"/>
                  </a:cubicBezTo>
                  <a:cubicBezTo>
                    <a:pt x="28077" y="6562"/>
                    <a:pt x="28119" y="6724"/>
                    <a:pt x="28159" y="6889"/>
                  </a:cubicBezTo>
                  <a:lnTo>
                    <a:pt x="28248" y="7390"/>
                  </a:lnTo>
                  <a:cubicBezTo>
                    <a:pt x="28280" y="7558"/>
                    <a:pt x="28287" y="7729"/>
                    <a:pt x="28303" y="7897"/>
                  </a:cubicBezTo>
                  <a:cubicBezTo>
                    <a:pt x="28320" y="8064"/>
                    <a:pt x="28334" y="8232"/>
                    <a:pt x="28332" y="8400"/>
                  </a:cubicBezTo>
                  <a:cubicBezTo>
                    <a:pt x="28347" y="8733"/>
                    <a:pt x="28330" y="9064"/>
                    <a:pt x="28315" y="9380"/>
                  </a:cubicBezTo>
                  <a:cubicBezTo>
                    <a:pt x="28287" y="9697"/>
                    <a:pt x="28254" y="10004"/>
                    <a:pt x="28199" y="10288"/>
                  </a:cubicBezTo>
                  <a:cubicBezTo>
                    <a:pt x="28158" y="10577"/>
                    <a:pt x="28087" y="10844"/>
                    <a:pt x="28030" y="11091"/>
                  </a:cubicBezTo>
                  <a:cubicBezTo>
                    <a:pt x="27905" y="11583"/>
                    <a:pt x="27750" y="11978"/>
                    <a:pt x="27638" y="12250"/>
                  </a:cubicBezTo>
                  <a:cubicBezTo>
                    <a:pt x="27584" y="12388"/>
                    <a:pt x="27529" y="12491"/>
                    <a:pt x="27500" y="12563"/>
                  </a:cubicBezTo>
                  <a:cubicBezTo>
                    <a:pt x="27466" y="12636"/>
                    <a:pt x="27449" y="12672"/>
                    <a:pt x="27449" y="12672"/>
                  </a:cubicBezTo>
                  <a:cubicBezTo>
                    <a:pt x="27449" y="12672"/>
                    <a:pt x="27464" y="12633"/>
                    <a:pt x="27493" y="12559"/>
                  </a:cubicBezTo>
                  <a:cubicBezTo>
                    <a:pt x="27520" y="12485"/>
                    <a:pt x="27567" y="12380"/>
                    <a:pt x="27613" y="12239"/>
                  </a:cubicBezTo>
                  <a:cubicBezTo>
                    <a:pt x="27656" y="12098"/>
                    <a:pt x="27717" y="11932"/>
                    <a:pt x="27768" y="11733"/>
                  </a:cubicBezTo>
                  <a:cubicBezTo>
                    <a:pt x="27826" y="11537"/>
                    <a:pt x="27876" y="11313"/>
                    <a:pt x="27934" y="11067"/>
                  </a:cubicBezTo>
                  <a:cubicBezTo>
                    <a:pt x="27983" y="10820"/>
                    <a:pt x="28041" y="10555"/>
                    <a:pt x="28073" y="10268"/>
                  </a:cubicBezTo>
                  <a:cubicBezTo>
                    <a:pt x="28117" y="9985"/>
                    <a:pt x="28135" y="9681"/>
                    <a:pt x="28164" y="9370"/>
                  </a:cubicBezTo>
                  <a:cubicBezTo>
                    <a:pt x="28174" y="9057"/>
                    <a:pt x="28187" y="8735"/>
                    <a:pt x="28169" y="8406"/>
                  </a:cubicBezTo>
                  <a:cubicBezTo>
                    <a:pt x="28167" y="8240"/>
                    <a:pt x="28152" y="8077"/>
                    <a:pt x="28134" y="7911"/>
                  </a:cubicBezTo>
                  <a:cubicBezTo>
                    <a:pt x="28115" y="7747"/>
                    <a:pt x="28107" y="7580"/>
                    <a:pt x="28073" y="7416"/>
                  </a:cubicBezTo>
                  <a:lnTo>
                    <a:pt x="27993" y="6924"/>
                  </a:lnTo>
                  <a:cubicBezTo>
                    <a:pt x="27954" y="6763"/>
                    <a:pt x="27916" y="6602"/>
                    <a:pt x="27877" y="6442"/>
                  </a:cubicBezTo>
                  <a:cubicBezTo>
                    <a:pt x="27845" y="6281"/>
                    <a:pt x="27782" y="6131"/>
                    <a:pt x="27735" y="5976"/>
                  </a:cubicBezTo>
                  <a:cubicBezTo>
                    <a:pt x="27684" y="5823"/>
                    <a:pt x="27638" y="5670"/>
                    <a:pt x="27571" y="5529"/>
                  </a:cubicBezTo>
                  <a:cubicBezTo>
                    <a:pt x="27511" y="5385"/>
                    <a:pt x="27450" y="5244"/>
                    <a:pt x="27394" y="5105"/>
                  </a:cubicBezTo>
                  <a:cubicBezTo>
                    <a:pt x="27332" y="4969"/>
                    <a:pt x="27258" y="4839"/>
                    <a:pt x="27194" y="4713"/>
                  </a:cubicBezTo>
                  <a:cubicBezTo>
                    <a:pt x="27071" y="4452"/>
                    <a:pt x="26916" y="4229"/>
                    <a:pt x="26781" y="4017"/>
                  </a:cubicBezTo>
                  <a:cubicBezTo>
                    <a:pt x="26513" y="3593"/>
                    <a:pt x="26241" y="3270"/>
                    <a:pt x="26045" y="3051"/>
                  </a:cubicBezTo>
                  <a:cubicBezTo>
                    <a:pt x="25854" y="2833"/>
                    <a:pt x="25729" y="2716"/>
                    <a:pt x="25729" y="2716"/>
                  </a:cubicBezTo>
                  <a:close/>
                  <a:moveTo>
                    <a:pt x="30559" y="8968"/>
                  </a:moveTo>
                  <a:cubicBezTo>
                    <a:pt x="30582" y="8968"/>
                    <a:pt x="30614" y="8969"/>
                    <a:pt x="30656" y="8974"/>
                  </a:cubicBezTo>
                  <a:cubicBezTo>
                    <a:pt x="30741" y="8986"/>
                    <a:pt x="30876" y="9010"/>
                    <a:pt x="31014" y="9108"/>
                  </a:cubicBezTo>
                  <a:cubicBezTo>
                    <a:pt x="31152" y="9202"/>
                    <a:pt x="31297" y="9372"/>
                    <a:pt x="31348" y="9611"/>
                  </a:cubicBezTo>
                  <a:cubicBezTo>
                    <a:pt x="31385" y="9856"/>
                    <a:pt x="31377" y="10099"/>
                    <a:pt x="31389" y="10382"/>
                  </a:cubicBezTo>
                  <a:cubicBezTo>
                    <a:pt x="31402" y="10941"/>
                    <a:pt x="31425" y="11592"/>
                    <a:pt x="31436" y="12289"/>
                  </a:cubicBezTo>
                  <a:cubicBezTo>
                    <a:pt x="31445" y="12837"/>
                    <a:pt x="31449" y="13412"/>
                    <a:pt x="31451" y="13995"/>
                  </a:cubicBezTo>
                  <a:cubicBezTo>
                    <a:pt x="31354" y="13942"/>
                    <a:pt x="31260" y="13893"/>
                    <a:pt x="31166" y="13841"/>
                  </a:cubicBezTo>
                  <a:cubicBezTo>
                    <a:pt x="31167" y="13311"/>
                    <a:pt x="31173" y="12787"/>
                    <a:pt x="31181" y="12289"/>
                  </a:cubicBezTo>
                  <a:cubicBezTo>
                    <a:pt x="31189" y="11591"/>
                    <a:pt x="31214" y="10940"/>
                    <a:pt x="31226" y="10382"/>
                  </a:cubicBezTo>
                  <a:cubicBezTo>
                    <a:pt x="31230" y="10243"/>
                    <a:pt x="31234" y="10108"/>
                    <a:pt x="31237" y="9981"/>
                  </a:cubicBezTo>
                  <a:cubicBezTo>
                    <a:pt x="31241" y="9853"/>
                    <a:pt x="31254" y="9731"/>
                    <a:pt x="31241" y="9630"/>
                  </a:cubicBezTo>
                  <a:cubicBezTo>
                    <a:pt x="31216" y="9419"/>
                    <a:pt x="31099" y="9253"/>
                    <a:pt x="30979" y="9153"/>
                  </a:cubicBezTo>
                  <a:cubicBezTo>
                    <a:pt x="30858" y="9051"/>
                    <a:pt x="30736" y="9010"/>
                    <a:pt x="30651" y="8990"/>
                  </a:cubicBezTo>
                  <a:cubicBezTo>
                    <a:pt x="30568" y="8970"/>
                    <a:pt x="30519" y="8970"/>
                    <a:pt x="30519" y="8970"/>
                  </a:cubicBezTo>
                  <a:cubicBezTo>
                    <a:pt x="30519" y="8970"/>
                    <a:pt x="30532" y="8968"/>
                    <a:pt x="30559" y="8968"/>
                  </a:cubicBezTo>
                  <a:close/>
                  <a:moveTo>
                    <a:pt x="12239" y="9582"/>
                  </a:moveTo>
                  <a:cubicBezTo>
                    <a:pt x="12257" y="9671"/>
                    <a:pt x="12267" y="9763"/>
                    <a:pt x="12285" y="9853"/>
                  </a:cubicBezTo>
                  <a:cubicBezTo>
                    <a:pt x="12267" y="9840"/>
                    <a:pt x="12251" y="9825"/>
                    <a:pt x="12234" y="9813"/>
                  </a:cubicBezTo>
                  <a:cubicBezTo>
                    <a:pt x="12150" y="9757"/>
                    <a:pt x="12065" y="9742"/>
                    <a:pt x="12005" y="9742"/>
                  </a:cubicBezTo>
                  <a:cubicBezTo>
                    <a:pt x="11997" y="9742"/>
                    <a:pt x="11990" y="9743"/>
                    <a:pt x="11983" y="9743"/>
                  </a:cubicBezTo>
                  <a:cubicBezTo>
                    <a:pt x="11921" y="9748"/>
                    <a:pt x="11894" y="9763"/>
                    <a:pt x="11890" y="9763"/>
                  </a:cubicBezTo>
                  <a:cubicBezTo>
                    <a:pt x="11890" y="9763"/>
                    <a:pt x="11890" y="9763"/>
                    <a:pt x="11890" y="9763"/>
                  </a:cubicBezTo>
                  <a:lnTo>
                    <a:pt x="11890" y="9763"/>
                  </a:lnTo>
                  <a:cubicBezTo>
                    <a:pt x="11893" y="9764"/>
                    <a:pt x="11927" y="9776"/>
                    <a:pt x="11971" y="9799"/>
                  </a:cubicBezTo>
                  <a:cubicBezTo>
                    <a:pt x="12018" y="9826"/>
                    <a:pt x="12078" y="9872"/>
                    <a:pt x="12124" y="9936"/>
                  </a:cubicBezTo>
                  <a:cubicBezTo>
                    <a:pt x="12169" y="10001"/>
                    <a:pt x="12198" y="10085"/>
                    <a:pt x="12192" y="10169"/>
                  </a:cubicBezTo>
                  <a:cubicBezTo>
                    <a:pt x="12191" y="10178"/>
                    <a:pt x="12192" y="10194"/>
                    <a:pt x="12190" y="10198"/>
                  </a:cubicBezTo>
                  <a:cubicBezTo>
                    <a:pt x="12187" y="10212"/>
                    <a:pt x="12186" y="10233"/>
                    <a:pt x="12183" y="10239"/>
                  </a:cubicBezTo>
                  <a:cubicBezTo>
                    <a:pt x="12178" y="10252"/>
                    <a:pt x="12171" y="10273"/>
                    <a:pt x="12163" y="10294"/>
                  </a:cubicBezTo>
                  <a:cubicBezTo>
                    <a:pt x="12147" y="10333"/>
                    <a:pt x="12122" y="10369"/>
                    <a:pt x="12092" y="10397"/>
                  </a:cubicBezTo>
                  <a:cubicBezTo>
                    <a:pt x="12063" y="10428"/>
                    <a:pt x="12026" y="10453"/>
                    <a:pt x="11988" y="10468"/>
                  </a:cubicBezTo>
                  <a:cubicBezTo>
                    <a:pt x="11948" y="10482"/>
                    <a:pt x="11910" y="10496"/>
                    <a:pt x="11862" y="10496"/>
                  </a:cubicBezTo>
                  <a:cubicBezTo>
                    <a:pt x="11856" y="10497"/>
                    <a:pt x="11849" y="10497"/>
                    <a:pt x="11843" y="10497"/>
                  </a:cubicBezTo>
                  <a:cubicBezTo>
                    <a:pt x="11770" y="10497"/>
                    <a:pt x="11690" y="10470"/>
                    <a:pt x="11632" y="10428"/>
                  </a:cubicBezTo>
                  <a:cubicBezTo>
                    <a:pt x="11567" y="10382"/>
                    <a:pt x="11521" y="10323"/>
                    <a:pt x="11494" y="10275"/>
                  </a:cubicBezTo>
                  <a:cubicBezTo>
                    <a:pt x="11468" y="10226"/>
                    <a:pt x="11458" y="10194"/>
                    <a:pt x="11458" y="10194"/>
                  </a:cubicBezTo>
                  <a:cubicBezTo>
                    <a:pt x="11458" y="10194"/>
                    <a:pt x="11444" y="10224"/>
                    <a:pt x="11438" y="10287"/>
                  </a:cubicBezTo>
                  <a:cubicBezTo>
                    <a:pt x="11434" y="10347"/>
                    <a:pt x="11442" y="10443"/>
                    <a:pt x="11507" y="10539"/>
                  </a:cubicBezTo>
                  <a:cubicBezTo>
                    <a:pt x="11569" y="10637"/>
                    <a:pt x="11686" y="10730"/>
                    <a:pt x="11849" y="10752"/>
                  </a:cubicBezTo>
                  <a:cubicBezTo>
                    <a:pt x="11872" y="10755"/>
                    <a:pt x="11898" y="10757"/>
                    <a:pt x="11926" y="10757"/>
                  </a:cubicBezTo>
                  <a:cubicBezTo>
                    <a:pt x="11977" y="10757"/>
                    <a:pt x="12033" y="10750"/>
                    <a:pt x="12084" y="10731"/>
                  </a:cubicBezTo>
                  <a:cubicBezTo>
                    <a:pt x="12163" y="10705"/>
                    <a:pt x="12237" y="10662"/>
                    <a:pt x="12297" y="10602"/>
                  </a:cubicBezTo>
                  <a:cubicBezTo>
                    <a:pt x="12348" y="10546"/>
                    <a:pt x="12387" y="10483"/>
                    <a:pt x="12414" y="10412"/>
                  </a:cubicBezTo>
                  <a:cubicBezTo>
                    <a:pt x="12656" y="11299"/>
                    <a:pt x="13022" y="12068"/>
                    <a:pt x="13301" y="12653"/>
                  </a:cubicBezTo>
                  <a:cubicBezTo>
                    <a:pt x="13328" y="12711"/>
                    <a:pt x="13353" y="12759"/>
                    <a:pt x="13378" y="12814"/>
                  </a:cubicBezTo>
                  <a:cubicBezTo>
                    <a:pt x="12931" y="13009"/>
                    <a:pt x="12496" y="13228"/>
                    <a:pt x="12086" y="13483"/>
                  </a:cubicBezTo>
                  <a:cubicBezTo>
                    <a:pt x="12062" y="13496"/>
                    <a:pt x="12031" y="13515"/>
                    <a:pt x="11998" y="13537"/>
                  </a:cubicBezTo>
                  <a:lnTo>
                    <a:pt x="11983" y="13546"/>
                  </a:lnTo>
                  <a:cubicBezTo>
                    <a:pt x="11971" y="13553"/>
                    <a:pt x="11959" y="13559"/>
                    <a:pt x="11949" y="13569"/>
                  </a:cubicBezTo>
                  <a:cubicBezTo>
                    <a:pt x="11929" y="13582"/>
                    <a:pt x="11910" y="13596"/>
                    <a:pt x="11890" y="13609"/>
                  </a:cubicBezTo>
                  <a:lnTo>
                    <a:pt x="11744" y="13706"/>
                  </a:lnTo>
                  <a:lnTo>
                    <a:pt x="11458" y="11753"/>
                  </a:lnTo>
                  <a:lnTo>
                    <a:pt x="11458" y="13895"/>
                  </a:lnTo>
                  <a:cubicBezTo>
                    <a:pt x="11400" y="13933"/>
                    <a:pt x="11340" y="13973"/>
                    <a:pt x="11276" y="14013"/>
                  </a:cubicBezTo>
                  <a:lnTo>
                    <a:pt x="11276" y="9759"/>
                  </a:lnTo>
                  <a:cubicBezTo>
                    <a:pt x="11276" y="9661"/>
                    <a:pt x="11357" y="9582"/>
                    <a:pt x="11454" y="9582"/>
                  </a:cubicBezTo>
                  <a:close/>
                  <a:moveTo>
                    <a:pt x="11671" y="9259"/>
                  </a:moveTo>
                  <a:cubicBezTo>
                    <a:pt x="11721" y="9259"/>
                    <a:pt x="11748" y="9261"/>
                    <a:pt x="11748" y="9261"/>
                  </a:cubicBezTo>
                  <a:cubicBezTo>
                    <a:pt x="11748" y="9261"/>
                    <a:pt x="11701" y="9261"/>
                    <a:pt x="11614" y="9272"/>
                  </a:cubicBezTo>
                  <a:cubicBezTo>
                    <a:pt x="11526" y="9281"/>
                    <a:pt x="11395" y="9294"/>
                    <a:pt x="11250" y="9360"/>
                  </a:cubicBezTo>
                  <a:cubicBezTo>
                    <a:pt x="11099" y="9422"/>
                    <a:pt x="10976" y="9594"/>
                    <a:pt x="10998" y="9820"/>
                  </a:cubicBezTo>
                  <a:cubicBezTo>
                    <a:pt x="11004" y="10048"/>
                    <a:pt x="11011" y="10307"/>
                    <a:pt x="11019" y="10589"/>
                  </a:cubicBezTo>
                  <a:cubicBezTo>
                    <a:pt x="11028" y="11152"/>
                    <a:pt x="11045" y="11810"/>
                    <a:pt x="11049" y="12512"/>
                  </a:cubicBezTo>
                  <a:cubicBezTo>
                    <a:pt x="11052" y="13040"/>
                    <a:pt x="11056" y="13593"/>
                    <a:pt x="11059" y="14154"/>
                  </a:cubicBezTo>
                  <a:cubicBezTo>
                    <a:pt x="10996" y="14195"/>
                    <a:pt x="10930" y="14236"/>
                    <a:pt x="10863" y="14277"/>
                  </a:cubicBezTo>
                  <a:cubicBezTo>
                    <a:pt x="10864" y="13672"/>
                    <a:pt x="10868" y="13076"/>
                    <a:pt x="10871" y="12511"/>
                  </a:cubicBezTo>
                  <a:cubicBezTo>
                    <a:pt x="10875" y="11807"/>
                    <a:pt x="10894" y="11149"/>
                    <a:pt x="10902" y="10588"/>
                  </a:cubicBezTo>
                  <a:cubicBezTo>
                    <a:pt x="10908" y="10306"/>
                    <a:pt x="10915" y="10048"/>
                    <a:pt x="10922" y="9818"/>
                  </a:cubicBezTo>
                  <a:cubicBezTo>
                    <a:pt x="10923" y="9704"/>
                    <a:pt x="10949" y="9582"/>
                    <a:pt x="11011" y="9496"/>
                  </a:cubicBezTo>
                  <a:cubicBezTo>
                    <a:pt x="11071" y="9407"/>
                    <a:pt x="11156" y="9354"/>
                    <a:pt x="11232" y="9323"/>
                  </a:cubicBezTo>
                  <a:cubicBezTo>
                    <a:pt x="11392" y="9262"/>
                    <a:pt x="11525" y="9262"/>
                    <a:pt x="11612" y="9260"/>
                  </a:cubicBezTo>
                  <a:cubicBezTo>
                    <a:pt x="11634" y="9259"/>
                    <a:pt x="11654" y="9259"/>
                    <a:pt x="11671" y="9259"/>
                  </a:cubicBezTo>
                  <a:close/>
                  <a:moveTo>
                    <a:pt x="20080" y="925"/>
                  </a:moveTo>
                  <a:cubicBezTo>
                    <a:pt x="20576" y="925"/>
                    <a:pt x="19364" y="1535"/>
                    <a:pt x="20284" y="1836"/>
                  </a:cubicBezTo>
                  <a:cubicBezTo>
                    <a:pt x="20593" y="1937"/>
                    <a:pt x="22714" y="2062"/>
                    <a:pt x="20338" y="2181"/>
                  </a:cubicBezTo>
                  <a:cubicBezTo>
                    <a:pt x="20338" y="2181"/>
                    <a:pt x="14609" y="2414"/>
                    <a:pt x="14609" y="7852"/>
                  </a:cubicBezTo>
                  <a:cubicBezTo>
                    <a:pt x="14609" y="13036"/>
                    <a:pt x="19688" y="13135"/>
                    <a:pt x="19688" y="13135"/>
                  </a:cubicBezTo>
                  <a:cubicBezTo>
                    <a:pt x="19688" y="13135"/>
                    <a:pt x="18967" y="12927"/>
                    <a:pt x="18254" y="12523"/>
                  </a:cubicBezTo>
                  <a:lnTo>
                    <a:pt x="18254" y="12523"/>
                  </a:lnTo>
                  <a:cubicBezTo>
                    <a:pt x="19489" y="12884"/>
                    <a:pt x="20760" y="12946"/>
                    <a:pt x="21578" y="12991"/>
                  </a:cubicBezTo>
                  <a:cubicBezTo>
                    <a:pt x="23471" y="13098"/>
                    <a:pt x="23827" y="13376"/>
                    <a:pt x="22555" y="13844"/>
                  </a:cubicBezTo>
                  <a:cubicBezTo>
                    <a:pt x="22088" y="14016"/>
                    <a:pt x="21635" y="14278"/>
                    <a:pt x="21364" y="14563"/>
                  </a:cubicBezTo>
                  <a:cubicBezTo>
                    <a:pt x="21371" y="14563"/>
                    <a:pt x="21376" y="14563"/>
                    <a:pt x="21383" y="14564"/>
                  </a:cubicBezTo>
                  <a:cubicBezTo>
                    <a:pt x="21553" y="14567"/>
                    <a:pt x="21731" y="14569"/>
                    <a:pt x="21909" y="14572"/>
                  </a:cubicBezTo>
                  <a:cubicBezTo>
                    <a:pt x="22089" y="14567"/>
                    <a:pt x="22272" y="14564"/>
                    <a:pt x="22455" y="14559"/>
                  </a:cubicBezTo>
                  <a:cubicBezTo>
                    <a:pt x="22821" y="14538"/>
                    <a:pt x="23188" y="14512"/>
                    <a:pt x="23529" y="14463"/>
                  </a:cubicBezTo>
                  <a:cubicBezTo>
                    <a:pt x="23871" y="14422"/>
                    <a:pt x="24190" y="14359"/>
                    <a:pt x="24461" y="14301"/>
                  </a:cubicBezTo>
                  <a:cubicBezTo>
                    <a:pt x="25003" y="14180"/>
                    <a:pt x="25352" y="14047"/>
                    <a:pt x="25352" y="14047"/>
                  </a:cubicBezTo>
                  <a:lnTo>
                    <a:pt x="25352" y="14047"/>
                  </a:lnTo>
                  <a:cubicBezTo>
                    <a:pt x="25352" y="14047"/>
                    <a:pt x="25027" y="14230"/>
                    <a:pt x="24501" y="14431"/>
                  </a:cubicBezTo>
                  <a:cubicBezTo>
                    <a:pt x="24238" y="14529"/>
                    <a:pt x="23928" y="14639"/>
                    <a:pt x="23587" y="14733"/>
                  </a:cubicBezTo>
                  <a:cubicBezTo>
                    <a:pt x="23248" y="14833"/>
                    <a:pt x="22880" y="14916"/>
                    <a:pt x="22507" y="14992"/>
                  </a:cubicBezTo>
                  <a:cubicBezTo>
                    <a:pt x="22383" y="15014"/>
                    <a:pt x="22259" y="15035"/>
                    <a:pt x="22135" y="15055"/>
                  </a:cubicBezTo>
                  <a:cubicBezTo>
                    <a:pt x="22108" y="15059"/>
                    <a:pt x="22083" y="15062"/>
                    <a:pt x="22056" y="15066"/>
                  </a:cubicBezTo>
                  <a:cubicBezTo>
                    <a:pt x="21872" y="15088"/>
                    <a:pt x="21684" y="15097"/>
                    <a:pt x="21496" y="15113"/>
                  </a:cubicBezTo>
                  <a:cubicBezTo>
                    <a:pt x="21192" y="15133"/>
                    <a:pt x="20888" y="15143"/>
                    <a:pt x="20597" y="15143"/>
                  </a:cubicBezTo>
                  <a:cubicBezTo>
                    <a:pt x="20526" y="15143"/>
                    <a:pt x="20455" y="15143"/>
                    <a:pt x="20385" y="15141"/>
                  </a:cubicBezTo>
                  <a:cubicBezTo>
                    <a:pt x="20032" y="15136"/>
                    <a:pt x="19699" y="15113"/>
                    <a:pt x="19416" y="15084"/>
                  </a:cubicBezTo>
                  <a:cubicBezTo>
                    <a:pt x="18848" y="15026"/>
                    <a:pt x="18478" y="14925"/>
                    <a:pt x="18478" y="14925"/>
                  </a:cubicBezTo>
                  <a:lnTo>
                    <a:pt x="18478" y="14925"/>
                  </a:lnTo>
                  <a:cubicBezTo>
                    <a:pt x="18478" y="14925"/>
                    <a:pt x="18838" y="15061"/>
                    <a:pt x="19402" y="15174"/>
                  </a:cubicBezTo>
                  <a:cubicBezTo>
                    <a:pt x="19684" y="15229"/>
                    <a:pt x="20015" y="15284"/>
                    <a:pt x="20373" y="15324"/>
                  </a:cubicBezTo>
                  <a:cubicBezTo>
                    <a:pt x="20658" y="15356"/>
                    <a:pt x="20960" y="15376"/>
                    <a:pt x="21263" y="15391"/>
                  </a:cubicBezTo>
                  <a:cubicBezTo>
                    <a:pt x="21485" y="15606"/>
                    <a:pt x="21963" y="15781"/>
                    <a:pt x="22805" y="15872"/>
                  </a:cubicBezTo>
                  <a:cubicBezTo>
                    <a:pt x="22265" y="15927"/>
                    <a:pt x="21666" y="15957"/>
                    <a:pt x="20989" y="15957"/>
                  </a:cubicBezTo>
                  <a:cubicBezTo>
                    <a:pt x="16040" y="15957"/>
                    <a:pt x="15019" y="14379"/>
                    <a:pt x="14235" y="12672"/>
                  </a:cubicBezTo>
                  <a:cubicBezTo>
                    <a:pt x="13821" y="11773"/>
                    <a:pt x="12995" y="10295"/>
                    <a:pt x="12995" y="8628"/>
                  </a:cubicBezTo>
                  <a:cubicBezTo>
                    <a:pt x="12995" y="6567"/>
                    <a:pt x="14133" y="5354"/>
                    <a:pt x="15276" y="3802"/>
                  </a:cubicBezTo>
                  <a:cubicBezTo>
                    <a:pt x="16558" y="2060"/>
                    <a:pt x="18194" y="1342"/>
                    <a:pt x="19386" y="1042"/>
                  </a:cubicBezTo>
                  <a:cubicBezTo>
                    <a:pt x="19397" y="1041"/>
                    <a:pt x="19404" y="1036"/>
                    <a:pt x="19414" y="1034"/>
                  </a:cubicBezTo>
                  <a:cubicBezTo>
                    <a:pt x="19759" y="958"/>
                    <a:pt x="19966" y="925"/>
                    <a:pt x="20080" y="925"/>
                  </a:cubicBezTo>
                  <a:close/>
                  <a:moveTo>
                    <a:pt x="21265" y="19467"/>
                  </a:moveTo>
                  <a:cubicBezTo>
                    <a:pt x="21712" y="19471"/>
                    <a:pt x="22156" y="19474"/>
                    <a:pt x="22574" y="19478"/>
                  </a:cubicBezTo>
                  <a:cubicBezTo>
                    <a:pt x="22993" y="19486"/>
                    <a:pt x="23384" y="19492"/>
                    <a:pt x="23718" y="19499"/>
                  </a:cubicBezTo>
                  <a:cubicBezTo>
                    <a:pt x="24386" y="19515"/>
                    <a:pt x="24833" y="19539"/>
                    <a:pt x="24833" y="19539"/>
                  </a:cubicBezTo>
                  <a:cubicBezTo>
                    <a:pt x="24833" y="19539"/>
                    <a:pt x="24386" y="19562"/>
                    <a:pt x="23718" y="19580"/>
                  </a:cubicBezTo>
                  <a:cubicBezTo>
                    <a:pt x="23384" y="19586"/>
                    <a:pt x="22993" y="19593"/>
                    <a:pt x="22574" y="19601"/>
                  </a:cubicBezTo>
                  <a:cubicBezTo>
                    <a:pt x="22156" y="19605"/>
                    <a:pt x="21711" y="19608"/>
                    <a:pt x="21265" y="19612"/>
                  </a:cubicBezTo>
                  <a:cubicBezTo>
                    <a:pt x="20819" y="19608"/>
                    <a:pt x="20373" y="19605"/>
                    <a:pt x="19955" y="19601"/>
                  </a:cubicBezTo>
                  <a:cubicBezTo>
                    <a:pt x="19538" y="19593"/>
                    <a:pt x="19148" y="19586"/>
                    <a:pt x="18813" y="19580"/>
                  </a:cubicBezTo>
                  <a:cubicBezTo>
                    <a:pt x="18144" y="19562"/>
                    <a:pt x="17698" y="19539"/>
                    <a:pt x="17698" y="19539"/>
                  </a:cubicBezTo>
                  <a:cubicBezTo>
                    <a:pt x="17698" y="19539"/>
                    <a:pt x="18145" y="19515"/>
                    <a:pt x="18813" y="19499"/>
                  </a:cubicBezTo>
                  <a:cubicBezTo>
                    <a:pt x="19147" y="19492"/>
                    <a:pt x="19538" y="19486"/>
                    <a:pt x="19955" y="19478"/>
                  </a:cubicBezTo>
                  <a:cubicBezTo>
                    <a:pt x="20373" y="19474"/>
                    <a:pt x="20820" y="19471"/>
                    <a:pt x="21265" y="19467"/>
                  </a:cubicBezTo>
                  <a:close/>
                  <a:moveTo>
                    <a:pt x="29180" y="13990"/>
                  </a:moveTo>
                  <a:cubicBezTo>
                    <a:pt x="29205" y="14001"/>
                    <a:pt x="29352" y="14066"/>
                    <a:pt x="29592" y="14171"/>
                  </a:cubicBezTo>
                  <a:cubicBezTo>
                    <a:pt x="29857" y="14290"/>
                    <a:pt x="30235" y="14457"/>
                    <a:pt x="30680" y="14681"/>
                  </a:cubicBezTo>
                  <a:cubicBezTo>
                    <a:pt x="31566" y="15128"/>
                    <a:pt x="32744" y="15755"/>
                    <a:pt x="33791" y="16588"/>
                  </a:cubicBezTo>
                  <a:cubicBezTo>
                    <a:pt x="34305" y="17016"/>
                    <a:pt x="34761" y="17505"/>
                    <a:pt x="35168" y="17976"/>
                  </a:cubicBezTo>
                  <a:cubicBezTo>
                    <a:pt x="35573" y="18452"/>
                    <a:pt x="35920" y="18918"/>
                    <a:pt x="36216" y="19316"/>
                  </a:cubicBezTo>
                  <a:cubicBezTo>
                    <a:pt x="36513" y="19714"/>
                    <a:pt x="36744" y="20059"/>
                    <a:pt x="36909" y="20297"/>
                  </a:cubicBezTo>
                  <a:cubicBezTo>
                    <a:pt x="37073" y="20536"/>
                    <a:pt x="37166" y="20671"/>
                    <a:pt x="37166" y="20671"/>
                  </a:cubicBezTo>
                  <a:lnTo>
                    <a:pt x="37164" y="20670"/>
                  </a:lnTo>
                  <a:lnTo>
                    <a:pt x="37164" y="20670"/>
                  </a:lnTo>
                  <a:cubicBezTo>
                    <a:pt x="37164" y="20670"/>
                    <a:pt x="37164" y="20670"/>
                    <a:pt x="37164" y="20670"/>
                  </a:cubicBezTo>
                  <a:cubicBezTo>
                    <a:pt x="37156" y="20661"/>
                    <a:pt x="36750" y="20146"/>
                    <a:pt x="36138" y="19374"/>
                  </a:cubicBezTo>
                  <a:cubicBezTo>
                    <a:pt x="35830" y="18986"/>
                    <a:pt x="35460" y="18542"/>
                    <a:pt x="35053" y="18077"/>
                  </a:cubicBezTo>
                  <a:cubicBezTo>
                    <a:pt x="34645" y="17614"/>
                    <a:pt x="34189" y="17137"/>
                    <a:pt x="33680" y="16723"/>
                  </a:cubicBezTo>
                  <a:cubicBezTo>
                    <a:pt x="33430" y="16515"/>
                    <a:pt x="33160" y="16319"/>
                    <a:pt x="32895" y="16136"/>
                  </a:cubicBezTo>
                  <a:cubicBezTo>
                    <a:pt x="32631" y="15951"/>
                    <a:pt x="32358" y="15782"/>
                    <a:pt x="32096" y="15619"/>
                  </a:cubicBezTo>
                  <a:cubicBezTo>
                    <a:pt x="31569" y="15297"/>
                    <a:pt x="31069" y="15004"/>
                    <a:pt x="30635" y="14768"/>
                  </a:cubicBezTo>
                  <a:cubicBezTo>
                    <a:pt x="30199" y="14532"/>
                    <a:pt x="29836" y="14336"/>
                    <a:pt x="29581" y="14197"/>
                  </a:cubicBezTo>
                  <a:cubicBezTo>
                    <a:pt x="29346" y="14076"/>
                    <a:pt x="29205" y="14002"/>
                    <a:pt x="29180" y="13990"/>
                  </a:cubicBezTo>
                  <a:close/>
                  <a:moveTo>
                    <a:pt x="37164" y="20670"/>
                  </a:moveTo>
                  <a:cubicBezTo>
                    <a:pt x="37311" y="20870"/>
                    <a:pt x="37464" y="21081"/>
                    <a:pt x="37620" y="21301"/>
                  </a:cubicBezTo>
                  <a:cubicBezTo>
                    <a:pt x="37464" y="21084"/>
                    <a:pt x="37311" y="20871"/>
                    <a:pt x="37164" y="20670"/>
                  </a:cubicBezTo>
                  <a:close/>
                  <a:moveTo>
                    <a:pt x="4946" y="8400"/>
                  </a:moveTo>
                  <a:cubicBezTo>
                    <a:pt x="5251" y="8400"/>
                    <a:pt x="5345" y="8776"/>
                    <a:pt x="5415" y="9285"/>
                  </a:cubicBezTo>
                  <a:cubicBezTo>
                    <a:pt x="5451" y="9554"/>
                    <a:pt x="5459" y="9904"/>
                    <a:pt x="5470" y="10259"/>
                  </a:cubicBezTo>
                  <a:cubicBezTo>
                    <a:pt x="5416" y="10308"/>
                    <a:pt x="5365" y="10374"/>
                    <a:pt x="5325" y="10461"/>
                  </a:cubicBezTo>
                  <a:cubicBezTo>
                    <a:pt x="5266" y="10585"/>
                    <a:pt x="5174" y="10626"/>
                    <a:pt x="5063" y="10626"/>
                  </a:cubicBezTo>
                  <a:cubicBezTo>
                    <a:pt x="4841" y="10626"/>
                    <a:pt x="4540" y="10462"/>
                    <a:pt x="4258" y="10462"/>
                  </a:cubicBezTo>
                  <a:cubicBezTo>
                    <a:pt x="4121" y="10462"/>
                    <a:pt x="3988" y="10501"/>
                    <a:pt x="3872" y="10616"/>
                  </a:cubicBezTo>
                  <a:cubicBezTo>
                    <a:pt x="3760" y="10725"/>
                    <a:pt x="4335" y="10688"/>
                    <a:pt x="4408" y="10925"/>
                  </a:cubicBezTo>
                  <a:cubicBezTo>
                    <a:pt x="4530" y="11321"/>
                    <a:pt x="4474" y="11431"/>
                    <a:pt x="4337" y="11431"/>
                  </a:cubicBezTo>
                  <a:cubicBezTo>
                    <a:pt x="4167" y="11431"/>
                    <a:pt x="3873" y="11262"/>
                    <a:pt x="3642" y="11262"/>
                  </a:cubicBezTo>
                  <a:cubicBezTo>
                    <a:pt x="3564" y="11262"/>
                    <a:pt x="3492" y="11282"/>
                    <a:pt x="3435" y="11334"/>
                  </a:cubicBezTo>
                  <a:cubicBezTo>
                    <a:pt x="3288" y="11471"/>
                    <a:pt x="4013" y="11579"/>
                    <a:pt x="4049" y="11851"/>
                  </a:cubicBezTo>
                  <a:cubicBezTo>
                    <a:pt x="4102" y="12237"/>
                    <a:pt x="4040" y="12350"/>
                    <a:pt x="3921" y="12350"/>
                  </a:cubicBezTo>
                  <a:cubicBezTo>
                    <a:pt x="3750" y="12350"/>
                    <a:pt x="3463" y="12120"/>
                    <a:pt x="3224" y="12120"/>
                  </a:cubicBezTo>
                  <a:cubicBezTo>
                    <a:pt x="3152" y="12120"/>
                    <a:pt x="3083" y="12142"/>
                    <a:pt x="3024" y="12198"/>
                  </a:cubicBezTo>
                  <a:cubicBezTo>
                    <a:pt x="2865" y="12350"/>
                    <a:pt x="3490" y="12493"/>
                    <a:pt x="3494" y="12715"/>
                  </a:cubicBezTo>
                  <a:cubicBezTo>
                    <a:pt x="3498" y="13136"/>
                    <a:pt x="2579" y="13272"/>
                    <a:pt x="2861" y="13539"/>
                  </a:cubicBezTo>
                  <a:cubicBezTo>
                    <a:pt x="2995" y="13667"/>
                    <a:pt x="3449" y="13753"/>
                    <a:pt x="3925" y="13753"/>
                  </a:cubicBezTo>
                  <a:cubicBezTo>
                    <a:pt x="4445" y="13753"/>
                    <a:pt x="4991" y="13651"/>
                    <a:pt x="5181" y="13392"/>
                  </a:cubicBezTo>
                  <a:cubicBezTo>
                    <a:pt x="5449" y="13026"/>
                    <a:pt x="5548" y="12714"/>
                    <a:pt x="6089" y="12714"/>
                  </a:cubicBezTo>
                  <a:cubicBezTo>
                    <a:pt x="6175" y="12714"/>
                    <a:pt x="6272" y="12722"/>
                    <a:pt x="6383" y="12739"/>
                  </a:cubicBezTo>
                  <a:cubicBezTo>
                    <a:pt x="6379" y="12746"/>
                    <a:pt x="6378" y="12752"/>
                    <a:pt x="6375" y="12760"/>
                  </a:cubicBezTo>
                  <a:cubicBezTo>
                    <a:pt x="6357" y="12806"/>
                    <a:pt x="6336" y="12864"/>
                    <a:pt x="6312" y="12927"/>
                  </a:cubicBezTo>
                  <a:cubicBezTo>
                    <a:pt x="6282" y="12987"/>
                    <a:pt x="6243" y="13053"/>
                    <a:pt x="6203" y="13130"/>
                  </a:cubicBezTo>
                  <a:cubicBezTo>
                    <a:pt x="6167" y="13209"/>
                    <a:pt x="6113" y="13283"/>
                    <a:pt x="6053" y="13363"/>
                  </a:cubicBezTo>
                  <a:cubicBezTo>
                    <a:pt x="6022" y="13404"/>
                    <a:pt x="5992" y="13448"/>
                    <a:pt x="5961" y="13490"/>
                  </a:cubicBezTo>
                  <a:cubicBezTo>
                    <a:pt x="5925" y="13529"/>
                    <a:pt x="5887" y="13568"/>
                    <a:pt x="5851" y="13609"/>
                  </a:cubicBezTo>
                  <a:cubicBezTo>
                    <a:pt x="5777" y="13694"/>
                    <a:pt x="5691" y="13774"/>
                    <a:pt x="5597" y="13852"/>
                  </a:cubicBezTo>
                  <a:cubicBezTo>
                    <a:pt x="5509" y="13935"/>
                    <a:pt x="5403" y="14005"/>
                    <a:pt x="5298" y="14079"/>
                  </a:cubicBezTo>
                  <a:cubicBezTo>
                    <a:pt x="5195" y="14154"/>
                    <a:pt x="5079" y="14211"/>
                    <a:pt x="4969" y="14278"/>
                  </a:cubicBezTo>
                  <a:cubicBezTo>
                    <a:pt x="4853" y="14332"/>
                    <a:pt x="4741" y="14396"/>
                    <a:pt x="4624" y="14440"/>
                  </a:cubicBezTo>
                  <a:cubicBezTo>
                    <a:pt x="4393" y="14540"/>
                    <a:pt x="4167" y="14612"/>
                    <a:pt x="3968" y="14666"/>
                  </a:cubicBezTo>
                  <a:cubicBezTo>
                    <a:pt x="3571" y="14773"/>
                    <a:pt x="3290" y="14796"/>
                    <a:pt x="3290" y="14796"/>
                  </a:cubicBezTo>
                  <a:cubicBezTo>
                    <a:pt x="3290" y="14796"/>
                    <a:pt x="3563" y="14863"/>
                    <a:pt x="3990" y="14893"/>
                  </a:cubicBezTo>
                  <a:cubicBezTo>
                    <a:pt x="4097" y="14900"/>
                    <a:pt x="4213" y="14904"/>
                    <a:pt x="4337" y="14904"/>
                  </a:cubicBezTo>
                  <a:cubicBezTo>
                    <a:pt x="4461" y="14904"/>
                    <a:pt x="4592" y="14900"/>
                    <a:pt x="4729" y="14889"/>
                  </a:cubicBezTo>
                  <a:cubicBezTo>
                    <a:pt x="4832" y="14884"/>
                    <a:pt x="4937" y="14869"/>
                    <a:pt x="5045" y="14855"/>
                  </a:cubicBezTo>
                  <a:cubicBezTo>
                    <a:pt x="5082" y="14847"/>
                    <a:pt x="5121" y="14839"/>
                    <a:pt x="5157" y="14827"/>
                  </a:cubicBezTo>
                  <a:cubicBezTo>
                    <a:pt x="5256" y="14795"/>
                    <a:pt x="5365" y="14771"/>
                    <a:pt x="5470" y="14732"/>
                  </a:cubicBezTo>
                  <a:cubicBezTo>
                    <a:pt x="5573" y="14692"/>
                    <a:pt x="5686" y="14658"/>
                    <a:pt x="5788" y="14607"/>
                  </a:cubicBezTo>
                  <a:cubicBezTo>
                    <a:pt x="6002" y="14517"/>
                    <a:pt x="6210" y="14410"/>
                    <a:pt x="6399" y="14295"/>
                  </a:cubicBezTo>
                  <a:cubicBezTo>
                    <a:pt x="6591" y="14181"/>
                    <a:pt x="6762" y="14060"/>
                    <a:pt x="6905" y="13948"/>
                  </a:cubicBezTo>
                  <a:cubicBezTo>
                    <a:pt x="7191" y="13725"/>
                    <a:pt x="7355" y="13537"/>
                    <a:pt x="7355" y="13537"/>
                  </a:cubicBezTo>
                  <a:lnTo>
                    <a:pt x="7355" y="13537"/>
                  </a:lnTo>
                  <a:cubicBezTo>
                    <a:pt x="7355" y="13537"/>
                    <a:pt x="7271" y="13769"/>
                    <a:pt x="7076" y="14097"/>
                  </a:cubicBezTo>
                  <a:cubicBezTo>
                    <a:pt x="6981" y="14262"/>
                    <a:pt x="6856" y="14446"/>
                    <a:pt x="6708" y="14638"/>
                  </a:cubicBezTo>
                  <a:cubicBezTo>
                    <a:pt x="6592" y="14788"/>
                    <a:pt x="6458" y="14940"/>
                    <a:pt x="6315" y="15089"/>
                  </a:cubicBezTo>
                  <a:cubicBezTo>
                    <a:pt x="6336" y="15132"/>
                    <a:pt x="6356" y="15176"/>
                    <a:pt x="6379" y="15223"/>
                  </a:cubicBezTo>
                  <a:cubicBezTo>
                    <a:pt x="6464" y="15199"/>
                    <a:pt x="6551" y="15170"/>
                    <a:pt x="6637" y="15129"/>
                  </a:cubicBezTo>
                  <a:cubicBezTo>
                    <a:pt x="6806" y="15051"/>
                    <a:pt x="6966" y="14940"/>
                    <a:pt x="7071" y="14839"/>
                  </a:cubicBezTo>
                  <a:cubicBezTo>
                    <a:pt x="7178" y="14739"/>
                    <a:pt x="7232" y="14654"/>
                    <a:pt x="7232" y="14654"/>
                  </a:cubicBezTo>
                  <a:lnTo>
                    <a:pt x="7232" y="14654"/>
                  </a:lnTo>
                  <a:cubicBezTo>
                    <a:pt x="7232" y="14654"/>
                    <a:pt x="7202" y="14749"/>
                    <a:pt x="7123" y="14881"/>
                  </a:cubicBezTo>
                  <a:cubicBezTo>
                    <a:pt x="7045" y="15011"/>
                    <a:pt x="6915" y="15175"/>
                    <a:pt x="6754" y="15312"/>
                  </a:cubicBezTo>
                  <a:cubicBezTo>
                    <a:pt x="6678" y="15378"/>
                    <a:pt x="6597" y="15434"/>
                    <a:pt x="6516" y="15484"/>
                  </a:cubicBezTo>
                  <a:cubicBezTo>
                    <a:pt x="6661" y="15754"/>
                    <a:pt x="6834" y="16049"/>
                    <a:pt x="7010" y="16361"/>
                  </a:cubicBezTo>
                  <a:cubicBezTo>
                    <a:pt x="7003" y="16373"/>
                    <a:pt x="6999" y="16384"/>
                    <a:pt x="6990" y="16400"/>
                  </a:cubicBezTo>
                  <a:cubicBezTo>
                    <a:pt x="6962" y="16459"/>
                    <a:pt x="6921" y="16542"/>
                    <a:pt x="6860" y="16635"/>
                  </a:cubicBezTo>
                  <a:cubicBezTo>
                    <a:pt x="6829" y="16683"/>
                    <a:pt x="6798" y="16737"/>
                    <a:pt x="6755" y="16788"/>
                  </a:cubicBezTo>
                  <a:cubicBezTo>
                    <a:pt x="6715" y="16840"/>
                    <a:pt x="6674" y="16901"/>
                    <a:pt x="6625" y="16952"/>
                  </a:cubicBezTo>
                  <a:cubicBezTo>
                    <a:pt x="6529" y="17063"/>
                    <a:pt x="6415" y="17179"/>
                    <a:pt x="6285" y="17283"/>
                  </a:cubicBezTo>
                  <a:cubicBezTo>
                    <a:pt x="6032" y="17495"/>
                    <a:pt x="5728" y="17670"/>
                    <a:pt x="5483" y="17775"/>
                  </a:cubicBezTo>
                  <a:cubicBezTo>
                    <a:pt x="5240" y="17882"/>
                    <a:pt x="5060" y="17925"/>
                    <a:pt x="5060" y="17925"/>
                  </a:cubicBezTo>
                  <a:cubicBezTo>
                    <a:pt x="5060" y="17925"/>
                    <a:pt x="5236" y="17976"/>
                    <a:pt x="5518" y="17999"/>
                  </a:cubicBezTo>
                  <a:cubicBezTo>
                    <a:pt x="5619" y="18009"/>
                    <a:pt x="5734" y="18015"/>
                    <a:pt x="5858" y="18015"/>
                  </a:cubicBezTo>
                  <a:cubicBezTo>
                    <a:pt x="6078" y="18015"/>
                    <a:pt x="6326" y="17996"/>
                    <a:pt x="6579" y="17948"/>
                  </a:cubicBezTo>
                  <a:cubicBezTo>
                    <a:pt x="6778" y="17912"/>
                    <a:pt x="6974" y="17855"/>
                    <a:pt x="7156" y="17790"/>
                  </a:cubicBezTo>
                  <a:cubicBezTo>
                    <a:pt x="7250" y="17760"/>
                    <a:pt x="7335" y="17720"/>
                    <a:pt x="7420" y="17682"/>
                  </a:cubicBezTo>
                  <a:cubicBezTo>
                    <a:pt x="7502" y="17649"/>
                    <a:pt x="7578" y="17608"/>
                    <a:pt x="7647" y="17572"/>
                  </a:cubicBezTo>
                  <a:cubicBezTo>
                    <a:pt x="7981" y="18293"/>
                    <a:pt x="8219" y="19036"/>
                    <a:pt x="8156" y="19703"/>
                  </a:cubicBezTo>
                  <a:cubicBezTo>
                    <a:pt x="8134" y="19937"/>
                    <a:pt x="8109" y="20152"/>
                    <a:pt x="8076" y="20346"/>
                  </a:cubicBezTo>
                  <a:cubicBezTo>
                    <a:pt x="8036" y="20372"/>
                    <a:pt x="7997" y="20399"/>
                    <a:pt x="7954" y="20422"/>
                  </a:cubicBezTo>
                  <a:cubicBezTo>
                    <a:pt x="7875" y="20457"/>
                    <a:pt x="7793" y="20501"/>
                    <a:pt x="7707" y="20529"/>
                  </a:cubicBezTo>
                  <a:cubicBezTo>
                    <a:pt x="7624" y="20557"/>
                    <a:pt x="7537" y="20588"/>
                    <a:pt x="7449" y="20604"/>
                  </a:cubicBezTo>
                  <a:cubicBezTo>
                    <a:pt x="7301" y="20641"/>
                    <a:pt x="7153" y="20652"/>
                    <a:pt x="7021" y="20652"/>
                  </a:cubicBezTo>
                  <a:cubicBezTo>
                    <a:pt x="6998" y="20652"/>
                    <a:pt x="6976" y="20652"/>
                    <a:pt x="6954" y="20651"/>
                  </a:cubicBezTo>
                  <a:cubicBezTo>
                    <a:pt x="6652" y="20643"/>
                    <a:pt x="6446" y="20568"/>
                    <a:pt x="6446" y="20568"/>
                  </a:cubicBezTo>
                  <a:lnTo>
                    <a:pt x="6446" y="20568"/>
                  </a:lnTo>
                  <a:cubicBezTo>
                    <a:pt x="6446" y="20568"/>
                    <a:pt x="6583" y="20735"/>
                    <a:pt x="6872" y="20912"/>
                  </a:cubicBezTo>
                  <a:cubicBezTo>
                    <a:pt x="7014" y="20999"/>
                    <a:pt x="7195" y="21092"/>
                    <a:pt x="7406" y="21155"/>
                  </a:cubicBezTo>
                  <a:cubicBezTo>
                    <a:pt x="7500" y="21188"/>
                    <a:pt x="7600" y="21209"/>
                    <a:pt x="7702" y="21231"/>
                  </a:cubicBezTo>
                  <a:cubicBezTo>
                    <a:pt x="7608" y="21305"/>
                    <a:pt x="7492" y="21345"/>
                    <a:pt x="7348" y="21345"/>
                  </a:cubicBezTo>
                  <a:cubicBezTo>
                    <a:pt x="6964" y="21345"/>
                    <a:pt x="6380" y="21061"/>
                    <a:pt x="5471" y="20383"/>
                  </a:cubicBezTo>
                  <a:cubicBezTo>
                    <a:pt x="5231" y="20204"/>
                    <a:pt x="4884" y="19956"/>
                    <a:pt x="4550" y="19570"/>
                  </a:cubicBezTo>
                  <a:cubicBezTo>
                    <a:pt x="4089" y="18641"/>
                    <a:pt x="3605" y="17751"/>
                    <a:pt x="2979" y="16878"/>
                  </a:cubicBezTo>
                  <a:cubicBezTo>
                    <a:pt x="2007" y="15524"/>
                    <a:pt x="2666" y="14587"/>
                    <a:pt x="2666" y="14587"/>
                  </a:cubicBezTo>
                  <a:cubicBezTo>
                    <a:pt x="2666" y="14587"/>
                    <a:pt x="806" y="12469"/>
                    <a:pt x="1549" y="11740"/>
                  </a:cubicBezTo>
                  <a:cubicBezTo>
                    <a:pt x="1549" y="11740"/>
                    <a:pt x="1421" y="11105"/>
                    <a:pt x="1792" y="10860"/>
                  </a:cubicBezTo>
                  <a:cubicBezTo>
                    <a:pt x="1792" y="10860"/>
                    <a:pt x="1757" y="10421"/>
                    <a:pt x="2127" y="10282"/>
                  </a:cubicBezTo>
                  <a:cubicBezTo>
                    <a:pt x="2127" y="10282"/>
                    <a:pt x="2115" y="9783"/>
                    <a:pt x="2451" y="9575"/>
                  </a:cubicBezTo>
                  <a:cubicBezTo>
                    <a:pt x="2679" y="9434"/>
                    <a:pt x="2938" y="9355"/>
                    <a:pt x="3216" y="9355"/>
                  </a:cubicBezTo>
                  <a:cubicBezTo>
                    <a:pt x="3531" y="9355"/>
                    <a:pt x="3872" y="9453"/>
                    <a:pt x="4234" y="9668"/>
                  </a:cubicBezTo>
                  <a:cubicBezTo>
                    <a:pt x="4234" y="9668"/>
                    <a:pt x="4291" y="8615"/>
                    <a:pt x="4754" y="8440"/>
                  </a:cubicBezTo>
                  <a:cubicBezTo>
                    <a:pt x="4827" y="8414"/>
                    <a:pt x="4891" y="8400"/>
                    <a:pt x="4946" y="8400"/>
                  </a:cubicBezTo>
                  <a:close/>
                  <a:moveTo>
                    <a:pt x="30153" y="17357"/>
                  </a:moveTo>
                  <a:cubicBezTo>
                    <a:pt x="30153" y="17357"/>
                    <a:pt x="30159" y="17473"/>
                    <a:pt x="30167" y="17674"/>
                  </a:cubicBezTo>
                  <a:cubicBezTo>
                    <a:pt x="30173" y="17876"/>
                    <a:pt x="30186" y="18163"/>
                    <a:pt x="30199" y="18508"/>
                  </a:cubicBezTo>
                  <a:cubicBezTo>
                    <a:pt x="30207" y="18852"/>
                    <a:pt x="30231" y="19253"/>
                    <a:pt x="30249" y="19683"/>
                  </a:cubicBezTo>
                  <a:cubicBezTo>
                    <a:pt x="30273" y="20113"/>
                    <a:pt x="30289" y="20569"/>
                    <a:pt x="30328" y="21026"/>
                  </a:cubicBezTo>
                  <a:cubicBezTo>
                    <a:pt x="30355" y="21482"/>
                    <a:pt x="30400" y="21938"/>
                    <a:pt x="30449" y="22362"/>
                  </a:cubicBezTo>
                  <a:cubicBezTo>
                    <a:pt x="30470" y="22576"/>
                    <a:pt x="30504" y="22778"/>
                    <a:pt x="30528" y="22973"/>
                  </a:cubicBezTo>
                  <a:cubicBezTo>
                    <a:pt x="30549" y="23169"/>
                    <a:pt x="30594" y="23348"/>
                    <a:pt x="30622" y="23517"/>
                  </a:cubicBezTo>
                  <a:cubicBezTo>
                    <a:pt x="30650" y="23686"/>
                    <a:pt x="30694" y="23837"/>
                    <a:pt x="30724" y="23974"/>
                  </a:cubicBezTo>
                  <a:cubicBezTo>
                    <a:pt x="30752" y="24112"/>
                    <a:pt x="30786" y="24227"/>
                    <a:pt x="30822" y="24321"/>
                  </a:cubicBezTo>
                  <a:cubicBezTo>
                    <a:pt x="30884" y="24511"/>
                    <a:pt x="30917" y="24623"/>
                    <a:pt x="30917" y="24623"/>
                  </a:cubicBezTo>
                  <a:cubicBezTo>
                    <a:pt x="30917" y="24623"/>
                    <a:pt x="30858" y="24528"/>
                    <a:pt x="30766" y="24347"/>
                  </a:cubicBezTo>
                  <a:cubicBezTo>
                    <a:pt x="30717" y="24258"/>
                    <a:pt x="30668" y="24143"/>
                    <a:pt x="30618" y="24011"/>
                  </a:cubicBezTo>
                  <a:cubicBezTo>
                    <a:pt x="30570" y="23878"/>
                    <a:pt x="30501" y="23730"/>
                    <a:pt x="30461" y="23561"/>
                  </a:cubicBezTo>
                  <a:cubicBezTo>
                    <a:pt x="30416" y="23393"/>
                    <a:pt x="30355" y="23212"/>
                    <a:pt x="30316" y="23017"/>
                  </a:cubicBezTo>
                  <a:cubicBezTo>
                    <a:pt x="30274" y="22823"/>
                    <a:pt x="30220" y="22617"/>
                    <a:pt x="30192" y="22401"/>
                  </a:cubicBezTo>
                  <a:cubicBezTo>
                    <a:pt x="30160" y="22186"/>
                    <a:pt x="30118" y="21965"/>
                    <a:pt x="30100" y="21736"/>
                  </a:cubicBezTo>
                  <a:cubicBezTo>
                    <a:pt x="30074" y="21509"/>
                    <a:pt x="30051" y="21280"/>
                    <a:pt x="30036" y="21049"/>
                  </a:cubicBezTo>
                  <a:cubicBezTo>
                    <a:pt x="30019" y="20816"/>
                    <a:pt x="30011" y="20587"/>
                    <a:pt x="30003" y="20359"/>
                  </a:cubicBezTo>
                  <a:cubicBezTo>
                    <a:pt x="29991" y="20132"/>
                    <a:pt x="29996" y="19907"/>
                    <a:pt x="29992" y="19690"/>
                  </a:cubicBezTo>
                  <a:cubicBezTo>
                    <a:pt x="29992" y="19257"/>
                    <a:pt x="30018" y="18853"/>
                    <a:pt x="30034" y="18507"/>
                  </a:cubicBezTo>
                  <a:cubicBezTo>
                    <a:pt x="30053" y="18160"/>
                    <a:pt x="30090" y="17874"/>
                    <a:pt x="30110" y="17673"/>
                  </a:cubicBezTo>
                  <a:cubicBezTo>
                    <a:pt x="30133" y="17471"/>
                    <a:pt x="30153" y="17357"/>
                    <a:pt x="30153" y="17357"/>
                  </a:cubicBezTo>
                  <a:close/>
                  <a:moveTo>
                    <a:pt x="16923" y="22609"/>
                  </a:moveTo>
                  <a:lnTo>
                    <a:pt x="16923" y="23180"/>
                  </a:lnTo>
                  <a:lnTo>
                    <a:pt x="16921" y="23180"/>
                  </a:lnTo>
                  <a:cubicBezTo>
                    <a:pt x="16921" y="23180"/>
                    <a:pt x="16876" y="23179"/>
                    <a:pt x="16796" y="23177"/>
                  </a:cubicBezTo>
                  <a:cubicBezTo>
                    <a:pt x="16755" y="23175"/>
                    <a:pt x="16706" y="23173"/>
                    <a:pt x="16651" y="23172"/>
                  </a:cubicBezTo>
                  <a:cubicBezTo>
                    <a:pt x="16640" y="23171"/>
                    <a:pt x="16629" y="23170"/>
                    <a:pt x="16618" y="23170"/>
                  </a:cubicBezTo>
                  <a:cubicBezTo>
                    <a:pt x="16571" y="23170"/>
                    <a:pt x="16520" y="23180"/>
                    <a:pt x="16464" y="23184"/>
                  </a:cubicBezTo>
                  <a:cubicBezTo>
                    <a:pt x="16397" y="23192"/>
                    <a:pt x="16320" y="23192"/>
                    <a:pt x="16246" y="23213"/>
                  </a:cubicBezTo>
                  <a:cubicBezTo>
                    <a:pt x="16173" y="23235"/>
                    <a:pt x="16085" y="23244"/>
                    <a:pt x="16007" y="23278"/>
                  </a:cubicBezTo>
                  <a:cubicBezTo>
                    <a:pt x="15931" y="23311"/>
                    <a:pt x="15840" y="23334"/>
                    <a:pt x="15764" y="23383"/>
                  </a:cubicBezTo>
                  <a:cubicBezTo>
                    <a:pt x="15684" y="23427"/>
                    <a:pt x="15602" y="23473"/>
                    <a:pt x="15529" y="23533"/>
                  </a:cubicBezTo>
                  <a:cubicBezTo>
                    <a:pt x="15450" y="23584"/>
                    <a:pt x="15383" y="23651"/>
                    <a:pt x="15314" y="23717"/>
                  </a:cubicBezTo>
                  <a:cubicBezTo>
                    <a:pt x="15247" y="23783"/>
                    <a:pt x="15187" y="23857"/>
                    <a:pt x="15131" y="23927"/>
                  </a:cubicBezTo>
                  <a:cubicBezTo>
                    <a:pt x="15020" y="24073"/>
                    <a:pt x="14930" y="24222"/>
                    <a:pt x="14866" y="24359"/>
                  </a:cubicBezTo>
                  <a:cubicBezTo>
                    <a:pt x="14734" y="24629"/>
                    <a:pt x="14691" y="24829"/>
                    <a:pt x="14691" y="24829"/>
                  </a:cubicBezTo>
                  <a:cubicBezTo>
                    <a:pt x="14691" y="24829"/>
                    <a:pt x="14698" y="24623"/>
                    <a:pt x="14784" y="24327"/>
                  </a:cubicBezTo>
                  <a:cubicBezTo>
                    <a:pt x="14826" y="24178"/>
                    <a:pt x="14890" y="24007"/>
                    <a:pt x="14979" y="23831"/>
                  </a:cubicBezTo>
                  <a:cubicBezTo>
                    <a:pt x="15027" y="23745"/>
                    <a:pt x="15077" y="23655"/>
                    <a:pt x="15139" y="23569"/>
                  </a:cubicBezTo>
                  <a:cubicBezTo>
                    <a:pt x="15200" y="23486"/>
                    <a:pt x="15262" y="23396"/>
                    <a:pt x="15341" y="23321"/>
                  </a:cubicBezTo>
                  <a:cubicBezTo>
                    <a:pt x="15414" y="23239"/>
                    <a:pt x="15497" y="23168"/>
                    <a:pt x="15582" y="23101"/>
                  </a:cubicBezTo>
                  <a:cubicBezTo>
                    <a:pt x="15662" y="23027"/>
                    <a:pt x="15759" y="22981"/>
                    <a:pt x="15846" y="22923"/>
                  </a:cubicBezTo>
                  <a:cubicBezTo>
                    <a:pt x="15934" y="22864"/>
                    <a:pt x="16032" y="22836"/>
                    <a:pt x="16119" y="22793"/>
                  </a:cubicBezTo>
                  <a:cubicBezTo>
                    <a:pt x="16206" y="22750"/>
                    <a:pt x="16295" y="22733"/>
                    <a:pt x="16375" y="22710"/>
                  </a:cubicBezTo>
                  <a:cubicBezTo>
                    <a:pt x="16456" y="22690"/>
                    <a:pt x="16531" y="22662"/>
                    <a:pt x="16597" y="22656"/>
                  </a:cubicBezTo>
                  <a:cubicBezTo>
                    <a:pt x="16664" y="22645"/>
                    <a:pt x="16723" y="22637"/>
                    <a:pt x="16770" y="22631"/>
                  </a:cubicBezTo>
                  <a:cubicBezTo>
                    <a:pt x="16867" y="22617"/>
                    <a:pt x="16923" y="22609"/>
                    <a:pt x="16923" y="22609"/>
                  </a:cubicBezTo>
                  <a:close/>
                  <a:moveTo>
                    <a:pt x="24833" y="19831"/>
                  </a:moveTo>
                  <a:cubicBezTo>
                    <a:pt x="25017" y="19831"/>
                    <a:pt x="25169" y="19982"/>
                    <a:pt x="25169" y="20166"/>
                  </a:cubicBezTo>
                  <a:lnTo>
                    <a:pt x="25169" y="24495"/>
                  </a:lnTo>
                  <a:cubicBezTo>
                    <a:pt x="25169" y="24679"/>
                    <a:pt x="25017" y="24830"/>
                    <a:pt x="24833" y="24830"/>
                  </a:cubicBezTo>
                  <a:lnTo>
                    <a:pt x="17699" y="24830"/>
                  </a:lnTo>
                  <a:cubicBezTo>
                    <a:pt x="17515" y="24830"/>
                    <a:pt x="17364" y="24679"/>
                    <a:pt x="17364" y="24495"/>
                  </a:cubicBezTo>
                  <a:lnTo>
                    <a:pt x="17364" y="20166"/>
                  </a:lnTo>
                  <a:cubicBezTo>
                    <a:pt x="17364" y="19982"/>
                    <a:pt x="17515" y="19831"/>
                    <a:pt x="17699" y="19831"/>
                  </a:cubicBezTo>
                  <a:close/>
                  <a:moveTo>
                    <a:pt x="13825" y="13727"/>
                  </a:moveTo>
                  <a:cubicBezTo>
                    <a:pt x="13923" y="13906"/>
                    <a:pt x="14027" y="14081"/>
                    <a:pt x="14143" y="14250"/>
                  </a:cubicBezTo>
                  <a:cubicBezTo>
                    <a:pt x="14158" y="14269"/>
                    <a:pt x="14170" y="14283"/>
                    <a:pt x="14185" y="14303"/>
                  </a:cubicBezTo>
                  <a:cubicBezTo>
                    <a:pt x="14428" y="14603"/>
                    <a:pt x="14783" y="15027"/>
                    <a:pt x="15301" y="15372"/>
                  </a:cubicBezTo>
                  <a:cubicBezTo>
                    <a:pt x="15807" y="15734"/>
                    <a:pt x="16491" y="15987"/>
                    <a:pt x="17255" y="16157"/>
                  </a:cubicBezTo>
                  <a:cubicBezTo>
                    <a:pt x="18022" y="16324"/>
                    <a:pt x="18877" y="16394"/>
                    <a:pt x="19735" y="16433"/>
                  </a:cubicBezTo>
                  <a:cubicBezTo>
                    <a:pt x="20105" y="16448"/>
                    <a:pt x="20479" y="16455"/>
                    <a:pt x="20846" y="16455"/>
                  </a:cubicBezTo>
                  <a:cubicBezTo>
                    <a:pt x="20906" y="16455"/>
                    <a:pt x="20966" y="16455"/>
                    <a:pt x="21026" y="16455"/>
                  </a:cubicBezTo>
                  <a:cubicBezTo>
                    <a:pt x="21462" y="16455"/>
                    <a:pt x="21870" y="16453"/>
                    <a:pt x="22281" y="16445"/>
                  </a:cubicBezTo>
                  <a:cubicBezTo>
                    <a:pt x="23091" y="16432"/>
                    <a:pt x="23842" y="16398"/>
                    <a:pt x="24481" y="16333"/>
                  </a:cubicBezTo>
                  <a:cubicBezTo>
                    <a:pt x="24810" y="16306"/>
                    <a:pt x="25089" y="16256"/>
                    <a:pt x="25354" y="16213"/>
                  </a:cubicBezTo>
                  <a:cubicBezTo>
                    <a:pt x="25614" y="16170"/>
                    <a:pt x="25837" y="16111"/>
                    <a:pt x="26025" y="16065"/>
                  </a:cubicBezTo>
                  <a:cubicBezTo>
                    <a:pt x="26397" y="15963"/>
                    <a:pt x="26615" y="15884"/>
                    <a:pt x="26615" y="15884"/>
                  </a:cubicBezTo>
                  <a:lnTo>
                    <a:pt x="26615" y="15884"/>
                  </a:lnTo>
                  <a:cubicBezTo>
                    <a:pt x="26615" y="15884"/>
                    <a:pt x="26579" y="15930"/>
                    <a:pt x="26502" y="16005"/>
                  </a:cubicBezTo>
                  <a:cubicBezTo>
                    <a:pt x="26427" y="16083"/>
                    <a:pt x="26311" y="16192"/>
                    <a:pt x="26149" y="16314"/>
                  </a:cubicBezTo>
                  <a:cubicBezTo>
                    <a:pt x="25989" y="16440"/>
                    <a:pt x="25780" y="16573"/>
                    <a:pt x="25527" y="16709"/>
                  </a:cubicBezTo>
                  <a:cubicBezTo>
                    <a:pt x="25283" y="16847"/>
                    <a:pt x="24974" y="16969"/>
                    <a:pt x="24652" y="17089"/>
                  </a:cubicBezTo>
                  <a:cubicBezTo>
                    <a:pt x="24629" y="17097"/>
                    <a:pt x="24605" y="17102"/>
                    <a:pt x="24582" y="17110"/>
                  </a:cubicBezTo>
                  <a:cubicBezTo>
                    <a:pt x="24716" y="17079"/>
                    <a:pt x="24853" y="17048"/>
                    <a:pt x="24989" y="17015"/>
                  </a:cubicBezTo>
                  <a:cubicBezTo>
                    <a:pt x="25151" y="16972"/>
                    <a:pt x="25316" y="16938"/>
                    <a:pt x="25473" y="16890"/>
                  </a:cubicBezTo>
                  <a:cubicBezTo>
                    <a:pt x="25630" y="16843"/>
                    <a:pt x="25790" y="16809"/>
                    <a:pt x="25941" y="16760"/>
                  </a:cubicBezTo>
                  <a:cubicBezTo>
                    <a:pt x="26090" y="16713"/>
                    <a:pt x="26239" y="16674"/>
                    <a:pt x="26373" y="16627"/>
                  </a:cubicBezTo>
                  <a:cubicBezTo>
                    <a:pt x="26509" y="16578"/>
                    <a:pt x="26642" y="16545"/>
                    <a:pt x="26760" y="16498"/>
                  </a:cubicBezTo>
                  <a:cubicBezTo>
                    <a:pt x="26996" y="16410"/>
                    <a:pt x="27199" y="16345"/>
                    <a:pt x="27333" y="16283"/>
                  </a:cubicBezTo>
                  <a:cubicBezTo>
                    <a:pt x="27472" y="16226"/>
                    <a:pt x="27553" y="16198"/>
                    <a:pt x="27553" y="16198"/>
                  </a:cubicBezTo>
                  <a:lnTo>
                    <a:pt x="27553" y="16198"/>
                  </a:lnTo>
                  <a:cubicBezTo>
                    <a:pt x="27553" y="16198"/>
                    <a:pt x="27485" y="16249"/>
                    <a:pt x="27360" y="16333"/>
                  </a:cubicBezTo>
                  <a:cubicBezTo>
                    <a:pt x="27237" y="16418"/>
                    <a:pt x="27055" y="16533"/>
                    <a:pt x="26827" y="16652"/>
                  </a:cubicBezTo>
                  <a:cubicBezTo>
                    <a:pt x="26714" y="16715"/>
                    <a:pt x="26585" y="16769"/>
                    <a:pt x="26451" y="16829"/>
                  </a:cubicBezTo>
                  <a:cubicBezTo>
                    <a:pt x="26317" y="16894"/>
                    <a:pt x="26172" y="16948"/>
                    <a:pt x="26019" y="17003"/>
                  </a:cubicBezTo>
                  <a:cubicBezTo>
                    <a:pt x="25868" y="17062"/>
                    <a:pt x="25710" y="17111"/>
                    <a:pt x="25549" y="17160"/>
                  </a:cubicBezTo>
                  <a:cubicBezTo>
                    <a:pt x="25387" y="17212"/>
                    <a:pt x="25220" y="17251"/>
                    <a:pt x="25056" y="17297"/>
                  </a:cubicBezTo>
                  <a:cubicBezTo>
                    <a:pt x="24721" y="17373"/>
                    <a:pt x="24386" y="17443"/>
                    <a:pt x="24067" y="17485"/>
                  </a:cubicBezTo>
                  <a:cubicBezTo>
                    <a:pt x="23749" y="17529"/>
                    <a:pt x="23451" y="17557"/>
                    <a:pt x="23194" y="17568"/>
                  </a:cubicBezTo>
                  <a:cubicBezTo>
                    <a:pt x="23050" y="17575"/>
                    <a:pt x="22919" y="17577"/>
                    <a:pt x="22805" y="17577"/>
                  </a:cubicBezTo>
                  <a:cubicBezTo>
                    <a:pt x="22515" y="17577"/>
                    <a:pt x="22339" y="17561"/>
                    <a:pt x="22339" y="17561"/>
                  </a:cubicBezTo>
                  <a:cubicBezTo>
                    <a:pt x="22324" y="17564"/>
                    <a:pt x="22310" y="17564"/>
                    <a:pt x="22295" y="17565"/>
                  </a:cubicBezTo>
                  <a:cubicBezTo>
                    <a:pt x="22375" y="17947"/>
                    <a:pt x="22460" y="18343"/>
                    <a:pt x="22551" y="18750"/>
                  </a:cubicBezTo>
                  <a:lnTo>
                    <a:pt x="17998" y="19092"/>
                  </a:lnTo>
                  <a:cubicBezTo>
                    <a:pt x="17400" y="19092"/>
                    <a:pt x="16914" y="19577"/>
                    <a:pt x="16914" y="20176"/>
                  </a:cubicBezTo>
                  <a:lnTo>
                    <a:pt x="16914" y="22480"/>
                  </a:lnTo>
                  <a:cubicBezTo>
                    <a:pt x="15110" y="22537"/>
                    <a:pt x="14193" y="23761"/>
                    <a:pt x="14193" y="26125"/>
                  </a:cubicBezTo>
                  <a:cubicBezTo>
                    <a:pt x="14193" y="26483"/>
                    <a:pt x="14161" y="26787"/>
                    <a:pt x="14110" y="27053"/>
                  </a:cubicBezTo>
                  <a:cubicBezTo>
                    <a:pt x="13557" y="26404"/>
                    <a:pt x="12970" y="25491"/>
                    <a:pt x="12787" y="24268"/>
                  </a:cubicBezTo>
                  <a:cubicBezTo>
                    <a:pt x="12641" y="23286"/>
                    <a:pt x="12885" y="21975"/>
                    <a:pt x="13104" y="20796"/>
                  </a:cubicBezTo>
                  <a:cubicBezTo>
                    <a:pt x="13241" y="20838"/>
                    <a:pt x="13386" y="20878"/>
                    <a:pt x="13541" y="20910"/>
                  </a:cubicBezTo>
                  <a:cubicBezTo>
                    <a:pt x="13757" y="20955"/>
                    <a:pt x="13986" y="20992"/>
                    <a:pt x="14213" y="21022"/>
                  </a:cubicBezTo>
                  <a:cubicBezTo>
                    <a:pt x="15125" y="21140"/>
                    <a:pt x="16028" y="21158"/>
                    <a:pt x="16028" y="21158"/>
                  </a:cubicBezTo>
                  <a:cubicBezTo>
                    <a:pt x="16028" y="21158"/>
                    <a:pt x="15151" y="20923"/>
                    <a:pt x="14321" y="20599"/>
                  </a:cubicBezTo>
                  <a:cubicBezTo>
                    <a:pt x="14114" y="20518"/>
                    <a:pt x="13911" y="20431"/>
                    <a:pt x="13729" y="20344"/>
                  </a:cubicBezTo>
                  <a:cubicBezTo>
                    <a:pt x="13546" y="20254"/>
                    <a:pt x="13386" y="20165"/>
                    <a:pt x="13264" y="20083"/>
                  </a:cubicBezTo>
                  <a:cubicBezTo>
                    <a:pt x="13253" y="20075"/>
                    <a:pt x="13245" y="20068"/>
                    <a:pt x="13234" y="20062"/>
                  </a:cubicBezTo>
                  <a:cubicBezTo>
                    <a:pt x="13445" y="18826"/>
                    <a:pt x="13509" y="17882"/>
                    <a:pt x="12833" y="17882"/>
                  </a:cubicBezTo>
                  <a:cubicBezTo>
                    <a:pt x="12661" y="17882"/>
                    <a:pt x="12443" y="17943"/>
                    <a:pt x="12167" y="18074"/>
                  </a:cubicBezTo>
                  <a:cubicBezTo>
                    <a:pt x="11633" y="18329"/>
                    <a:pt x="11248" y="18521"/>
                    <a:pt x="10949" y="18521"/>
                  </a:cubicBezTo>
                  <a:cubicBezTo>
                    <a:pt x="10540" y="18521"/>
                    <a:pt x="10291" y="18162"/>
                    <a:pt x="10042" y="17114"/>
                  </a:cubicBezTo>
                  <a:lnTo>
                    <a:pt x="10042" y="17114"/>
                  </a:lnTo>
                  <a:cubicBezTo>
                    <a:pt x="10052" y="17115"/>
                    <a:pt x="10062" y="17117"/>
                    <a:pt x="10075" y="17121"/>
                  </a:cubicBezTo>
                  <a:cubicBezTo>
                    <a:pt x="10370" y="17189"/>
                    <a:pt x="10659" y="17303"/>
                    <a:pt x="10867" y="17423"/>
                  </a:cubicBezTo>
                  <a:cubicBezTo>
                    <a:pt x="11076" y="17538"/>
                    <a:pt x="11197" y="17658"/>
                    <a:pt x="11197" y="17658"/>
                  </a:cubicBezTo>
                  <a:cubicBezTo>
                    <a:pt x="11197" y="17658"/>
                    <a:pt x="11196" y="17487"/>
                    <a:pt x="11119" y="17231"/>
                  </a:cubicBezTo>
                  <a:cubicBezTo>
                    <a:pt x="11048" y="16976"/>
                    <a:pt x="10903" y="16639"/>
                    <a:pt x="10707" y="16324"/>
                  </a:cubicBezTo>
                  <a:cubicBezTo>
                    <a:pt x="10579" y="16116"/>
                    <a:pt x="10434" y="15919"/>
                    <a:pt x="10296" y="15746"/>
                  </a:cubicBezTo>
                  <a:cubicBezTo>
                    <a:pt x="10962" y="15446"/>
                    <a:pt x="11708" y="14949"/>
                    <a:pt x="12292" y="14563"/>
                  </a:cubicBezTo>
                  <a:cubicBezTo>
                    <a:pt x="12317" y="14604"/>
                    <a:pt x="12344" y="14646"/>
                    <a:pt x="12372" y="14692"/>
                  </a:cubicBezTo>
                  <a:cubicBezTo>
                    <a:pt x="12501" y="14889"/>
                    <a:pt x="12674" y="15104"/>
                    <a:pt x="12874" y="15290"/>
                  </a:cubicBezTo>
                  <a:cubicBezTo>
                    <a:pt x="13073" y="15478"/>
                    <a:pt x="13292" y="15652"/>
                    <a:pt x="13516" y="15799"/>
                  </a:cubicBezTo>
                  <a:cubicBezTo>
                    <a:pt x="13964" y="16100"/>
                    <a:pt x="14421" y="16323"/>
                    <a:pt x="14769" y="16486"/>
                  </a:cubicBezTo>
                  <a:cubicBezTo>
                    <a:pt x="15113" y="16645"/>
                    <a:pt x="15345" y="16742"/>
                    <a:pt x="15345" y="16742"/>
                  </a:cubicBezTo>
                  <a:cubicBezTo>
                    <a:pt x="15345" y="16742"/>
                    <a:pt x="15173" y="16555"/>
                    <a:pt x="14932" y="16269"/>
                  </a:cubicBezTo>
                  <a:cubicBezTo>
                    <a:pt x="14694" y="15986"/>
                    <a:pt x="14380" y="15593"/>
                    <a:pt x="14138" y="15190"/>
                  </a:cubicBezTo>
                  <a:cubicBezTo>
                    <a:pt x="14013" y="14990"/>
                    <a:pt x="13915" y="14786"/>
                    <a:pt x="13844" y="14600"/>
                  </a:cubicBezTo>
                  <a:cubicBezTo>
                    <a:pt x="13772" y="14414"/>
                    <a:pt x="13738" y="14250"/>
                    <a:pt x="13722" y="14109"/>
                  </a:cubicBezTo>
                  <a:cubicBezTo>
                    <a:pt x="13708" y="13982"/>
                    <a:pt x="13703" y="13876"/>
                    <a:pt x="13700" y="13785"/>
                  </a:cubicBezTo>
                  <a:cubicBezTo>
                    <a:pt x="13742" y="13766"/>
                    <a:pt x="13782" y="13746"/>
                    <a:pt x="13825" y="13727"/>
                  </a:cubicBezTo>
                  <a:close/>
                  <a:moveTo>
                    <a:pt x="10739" y="27233"/>
                  </a:moveTo>
                  <a:cubicBezTo>
                    <a:pt x="10749" y="27368"/>
                    <a:pt x="10761" y="27503"/>
                    <a:pt x="10773" y="27636"/>
                  </a:cubicBezTo>
                  <a:cubicBezTo>
                    <a:pt x="10629" y="27691"/>
                    <a:pt x="10481" y="27758"/>
                    <a:pt x="10332" y="27838"/>
                  </a:cubicBezTo>
                  <a:cubicBezTo>
                    <a:pt x="10331" y="27826"/>
                    <a:pt x="10331" y="27814"/>
                    <a:pt x="10331" y="27803"/>
                  </a:cubicBezTo>
                  <a:cubicBezTo>
                    <a:pt x="10331" y="27552"/>
                    <a:pt x="10528" y="27363"/>
                    <a:pt x="10739" y="27233"/>
                  </a:cubicBezTo>
                  <a:close/>
                  <a:moveTo>
                    <a:pt x="31804" y="17932"/>
                  </a:moveTo>
                  <a:cubicBezTo>
                    <a:pt x="31784" y="18078"/>
                    <a:pt x="31766" y="18230"/>
                    <a:pt x="31759" y="18387"/>
                  </a:cubicBezTo>
                  <a:cubicBezTo>
                    <a:pt x="31743" y="18649"/>
                    <a:pt x="31750" y="18920"/>
                    <a:pt x="31763" y="19190"/>
                  </a:cubicBezTo>
                  <a:cubicBezTo>
                    <a:pt x="31816" y="20264"/>
                    <a:pt x="32040" y="21286"/>
                    <a:pt x="32040" y="21286"/>
                  </a:cubicBezTo>
                  <a:cubicBezTo>
                    <a:pt x="32040" y="21286"/>
                    <a:pt x="32107" y="20234"/>
                    <a:pt x="32342" y="19240"/>
                  </a:cubicBezTo>
                  <a:cubicBezTo>
                    <a:pt x="32401" y="18994"/>
                    <a:pt x="32464" y="18748"/>
                    <a:pt x="32542" y="18534"/>
                  </a:cubicBezTo>
                  <a:cubicBezTo>
                    <a:pt x="32615" y="18316"/>
                    <a:pt x="32698" y="18124"/>
                    <a:pt x="32779" y="17980"/>
                  </a:cubicBezTo>
                  <a:cubicBezTo>
                    <a:pt x="32787" y="17963"/>
                    <a:pt x="32796" y="17949"/>
                    <a:pt x="32804" y="17935"/>
                  </a:cubicBezTo>
                  <a:cubicBezTo>
                    <a:pt x="33611" y="18693"/>
                    <a:pt x="35020" y="20093"/>
                    <a:pt x="36015" y="21488"/>
                  </a:cubicBezTo>
                  <a:cubicBezTo>
                    <a:pt x="36151" y="21466"/>
                    <a:pt x="36288" y="21449"/>
                    <a:pt x="36419" y="21444"/>
                  </a:cubicBezTo>
                  <a:cubicBezTo>
                    <a:pt x="36500" y="21440"/>
                    <a:pt x="36579" y="21434"/>
                    <a:pt x="36658" y="21429"/>
                  </a:cubicBezTo>
                  <a:cubicBezTo>
                    <a:pt x="36735" y="21431"/>
                    <a:pt x="36813" y="21434"/>
                    <a:pt x="36886" y="21435"/>
                  </a:cubicBezTo>
                  <a:cubicBezTo>
                    <a:pt x="37034" y="21440"/>
                    <a:pt x="37171" y="21442"/>
                    <a:pt x="37299" y="21466"/>
                  </a:cubicBezTo>
                  <a:cubicBezTo>
                    <a:pt x="37425" y="21485"/>
                    <a:pt x="37539" y="21501"/>
                    <a:pt x="37641" y="21516"/>
                  </a:cubicBezTo>
                  <a:cubicBezTo>
                    <a:pt x="37741" y="21542"/>
                    <a:pt x="37828" y="21564"/>
                    <a:pt x="37899" y="21583"/>
                  </a:cubicBezTo>
                  <a:cubicBezTo>
                    <a:pt x="38037" y="21621"/>
                    <a:pt x="38118" y="21642"/>
                    <a:pt x="38118" y="21642"/>
                  </a:cubicBezTo>
                  <a:cubicBezTo>
                    <a:pt x="38118" y="21642"/>
                    <a:pt x="38036" y="21644"/>
                    <a:pt x="37890" y="21648"/>
                  </a:cubicBezTo>
                  <a:lnTo>
                    <a:pt x="37868" y="21648"/>
                  </a:lnTo>
                  <a:cubicBezTo>
                    <a:pt x="37879" y="21664"/>
                    <a:pt x="37892" y="21683"/>
                    <a:pt x="37906" y="21703"/>
                  </a:cubicBezTo>
                  <a:cubicBezTo>
                    <a:pt x="37890" y="21683"/>
                    <a:pt x="37876" y="21664"/>
                    <a:pt x="37863" y="21644"/>
                  </a:cubicBezTo>
                  <a:cubicBezTo>
                    <a:pt x="37796" y="21646"/>
                    <a:pt x="37719" y="21648"/>
                    <a:pt x="37628" y="21649"/>
                  </a:cubicBezTo>
                  <a:cubicBezTo>
                    <a:pt x="37530" y="21662"/>
                    <a:pt x="37418" y="21677"/>
                    <a:pt x="37299" y="21693"/>
                  </a:cubicBezTo>
                  <a:cubicBezTo>
                    <a:pt x="37181" y="21703"/>
                    <a:pt x="37053" y="21736"/>
                    <a:pt x="36920" y="21771"/>
                  </a:cubicBezTo>
                  <a:cubicBezTo>
                    <a:pt x="36854" y="21789"/>
                    <a:pt x="36786" y="21805"/>
                    <a:pt x="36717" y="21822"/>
                  </a:cubicBezTo>
                  <a:cubicBezTo>
                    <a:pt x="36650" y="21845"/>
                    <a:pt x="36580" y="21871"/>
                    <a:pt x="36510" y="21896"/>
                  </a:cubicBezTo>
                  <a:cubicBezTo>
                    <a:pt x="36371" y="21942"/>
                    <a:pt x="36230" y="22002"/>
                    <a:pt x="36093" y="22071"/>
                  </a:cubicBezTo>
                  <a:cubicBezTo>
                    <a:pt x="35952" y="22128"/>
                    <a:pt x="35818" y="22212"/>
                    <a:pt x="35683" y="22288"/>
                  </a:cubicBezTo>
                  <a:cubicBezTo>
                    <a:pt x="35546" y="22362"/>
                    <a:pt x="35423" y="22459"/>
                    <a:pt x="35295" y="22538"/>
                  </a:cubicBezTo>
                  <a:cubicBezTo>
                    <a:pt x="35174" y="22631"/>
                    <a:pt x="35053" y="22718"/>
                    <a:pt x="34942" y="22811"/>
                  </a:cubicBezTo>
                  <a:cubicBezTo>
                    <a:pt x="34790" y="22938"/>
                    <a:pt x="34656" y="23064"/>
                    <a:pt x="34532" y="23185"/>
                  </a:cubicBezTo>
                  <a:cubicBezTo>
                    <a:pt x="34696" y="23078"/>
                    <a:pt x="34884" y="22964"/>
                    <a:pt x="35092" y="22852"/>
                  </a:cubicBezTo>
                  <a:cubicBezTo>
                    <a:pt x="35207" y="22792"/>
                    <a:pt x="35325" y="22735"/>
                    <a:pt x="35446" y="22678"/>
                  </a:cubicBezTo>
                  <a:cubicBezTo>
                    <a:pt x="35570" y="22628"/>
                    <a:pt x="35691" y="22568"/>
                    <a:pt x="35820" y="22525"/>
                  </a:cubicBezTo>
                  <a:cubicBezTo>
                    <a:pt x="36066" y="22435"/>
                    <a:pt x="36314" y="22359"/>
                    <a:pt x="36551" y="22314"/>
                  </a:cubicBezTo>
                  <a:cubicBezTo>
                    <a:pt x="36856" y="22843"/>
                    <a:pt x="37068" y="23350"/>
                    <a:pt x="37130" y="23800"/>
                  </a:cubicBezTo>
                  <a:cubicBezTo>
                    <a:pt x="37197" y="24293"/>
                    <a:pt x="37131" y="24754"/>
                    <a:pt x="36986" y="25179"/>
                  </a:cubicBezTo>
                  <a:cubicBezTo>
                    <a:pt x="36929" y="25173"/>
                    <a:pt x="36874" y="25167"/>
                    <a:pt x="36819" y="25167"/>
                  </a:cubicBezTo>
                  <a:cubicBezTo>
                    <a:pt x="36795" y="25166"/>
                    <a:pt x="36771" y="25166"/>
                    <a:pt x="36747" y="25166"/>
                  </a:cubicBezTo>
                  <a:cubicBezTo>
                    <a:pt x="36501" y="25166"/>
                    <a:pt x="36272" y="25214"/>
                    <a:pt x="36102" y="25263"/>
                  </a:cubicBezTo>
                  <a:cubicBezTo>
                    <a:pt x="35916" y="25316"/>
                    <a:pt x="35804" y="25374"/>
                    <a:pt x="35804" y="25374"/>
                  </a:cubicBezTo>
                  <a:cubicBezTo>
                    <a:pt x="35804" y="25374"/>
                    <a:pt x="35916" y="25354"/>
                    <a:pt x="36085" y="25354"/>
                  </a:cubicBezTo>
                  <a:cubicBezTo>
                    <a:pt x="36095" y="25354"/>
                    <a:pt x="36105" y="25354"/>
                    <a:pt x="36116" y="25354"/>
                  </a:cubicBezTo>
                  <a:cubicBezTo>
                    <a:pt x="36302" y="25355"/>
                    <a:pt x="36549" y="25381"/>
                    <a:pt x="36771" y="25457"/>
                  </a:cubicBezTo>
                  <a:cubicBezTo>
                    <a:pt x="36784" y="25463"/>
                    <a:pt x="36795" y="25468"/>
                    <a:pt x="36809" y="25472"/>
                  </a:cubicBezTo>
                  <a:cubicBezTo>
                    <a:pt x="36839" y="25482"/>
                    <a:pt x="36869" y="25490"/>
                    <a:pt x="36897" y="25503"/>
                  </a:cubicBezTo>
                  <a:cubicBezTo>
                    <a:pt x="36974" y="25531"/>
                    <a:pt x="37049" y="25562"/>
                    <a:pt x="37117" y="25604"/>
                  </a:cubicBezTo>
                  <a:cubicBezTo>
                    <a:pt x="37403" y="25758"/>
                    <a:pt x="37606" y="25995"/>
                    <a:pt x="37727" y="26181"/>
                  </a:cubicBezTo>
                  <a:cubicBezTo>
                    <a:pt x="37849" y="26368"/>
                    <a:pt x="37898" y="26506"/>
                    <a:pt x="37898" y="26506"/>
                  </a:cubicBezTo>
                  <a:cubicBezTo>
                    <a:pt x="37898" y="26506"/>
                    <a:pt x="37816" y="26384"/>
                    <a:pt x="37657" y="26240"/>
                  </a:cubicBezTo>
                  <a:cubicBezTo>
                    <a:pt x="37500" y="26095"/>
                    <a:pt x="37262" y="25935"/>
                    <a:pt x="37006" y="25874"/>
                  </a:cubicBezTo>
                  <a:cubicBezTo>
                    <a:pt x="36943" y="25854"/>
                    <a:pt x="36878" y="25847"/>
                    <a:pt x="36815" y="25840"/>
                  </a:cubicBezTo>
                  <a:cubicBezTo>
                    <a:pt x="36789" y="25835"/>
                    <a:pt x="36763" y="25834"/>
                    <a:pt x="36736" y="25834"/>
                  </a:cubicBezTo>
                  <a:cubicBezTo>
                    <a:pt x="36720" y="25834"/>
                    <a:pt x="36704" y="25834"/>
                    <a:pt x="36688" y="25835"/>
                  </a:cubicBezTo>
                  <a:cubicBezTo>
                    <a:pt x="35959" y="27115"/>
                    <a:pt x="34632" y="27919"/>
                    <a:pt x="34632" y="27919"/>
                  </a:cubicBezTo>
                  <a:cubicBezTo>
                    <a:pt x="36134" y="24696"/>
                    <a:pt x="33705" y="23988"/>
                    <a:pt x="32357" y="22884"/>
                  </a:cubicBezTo>
                  <a:cubicBezTo>
                    <a:pt x="31786" y="22416"/>
                    <a:pt x="31683" y="21938"/>
                    <a:pt x="31577" y="21313"/>
                  </a:cubicBezTo>
                  <a:cubicBezTo>
                    <a:pt x="31281" y="19580"/>
                    <a:pt x="31542" y="18515"/>
                    <a:pt x="31804" y="17932"/>
                  </a:cubicBezTo>
                  <a:close/>
                  <a:moveTo>
                    <a:pt x="11768" y="27327"/>
                  </a:moveTo>
                  <a:lnTo>
                    <a:pt x="11768" y="27327"/>
                  </a:lnTo>
                  <a:cubicBezTo>
                    <a:pt x="12171" y="27665"/>
                    <a:pt x="12735" y="27939"/>
                    <a:pt x="13520" y="28081"/>
                  </a:cubicBezTo>
                  <a:cubicBezTo>
                    <a:pt x="13555" y="28088"/>
                    <a:pt x="13584" y="28094"/>
                    <a:pt x="13617" y="28100"/>
                  </a:cubicBezTo>
                  <a:cubicBezTo>
                    <a:pt x="13221" y="28508"/>
                    <a:pt x="12680" y="28590"/>
                    <a:pt x="12178" y="28590"/>
                  </a:cubicBezTo>
                  <a:cubicBezTo>
                    <a:pt x="12077" y="28590"/>
                    <a:pt x="11983" y="28589"/>
                    <a:pt x="11891" y="28585"/>
                  </a:cubicBezTo>
                  <a:cubicBezTo>
                    <a:pt x="11844" y="28183"/>
                    <a:pt x="11803" y="27764"/>
                    <a:pt x="11768" y="27327"/>
                  </a:cubicBezTo>
                  <a:close/>
                  <a:moveTo>
                    <a:pt x="14580" y="25662"/>
                  </a:moveTo>
                  <a:cubicBezTo>
                    <a:pt x="14580" y="25662"/>
                    <a:pt x="14593" y="25725"/>
                    <a:pt x="14613" y="25837"/>
                  </a:cubicBezTo>
                  <a:cubicBezTo>
                    <a:pt x="14622" y="25894"/>
                    <a:pt x="14632" y="25964"/>
                    <a:pt x="14647" y="26042"/>
                  </a:cubicBezTo>
                  <a:cubicBezTo>
                    <a:pt x="14656" y="26121"/>
                    <a:pt x="14681" y="26209"/>
                    <a:pt x="14678" y="26309"/>
                  </a:cubicBezTo>
                  <a:cubicBezTo>
                    <a:pt x="14682" y="26408"/>
                    <a:pt x="14685" y="26516"/>
                    <a:pt x="14689" y="26628"/>
                  </a:cubicBezTo>
                  <a:cubicBezTo>
                    <a:pt x="14697" y="26743"/>
                    <a:pt x="14678" y="26861"/>
                    <a:pt x="14666" y="26986"/>
                  </a:cubicBezTo>
                  <a:cubicBezTo>
                    <a:pt x="14660" y="27047"/>
                    <a:pt x="14652" y="27112"/>
                    <a:pt x="14647" y="27175"/>
                  </a:cubicBezTo>
                  <a:cubicBezTo>
                    <a:pt x="14632" y="27239"/>
                    <a:pt x="14618" y="27303"/>
                    <a:pt x="14601" y="27367"/>
                  </a:cubicBezTo>
                  <a:lnTo>
                    <a:pt x="14553" y="27562"/>
                  </a:lnTo>
                  <a:lnTo>
                    <a:pt x="14479" y="27751"/>
                  </a:lnTo>
                  <a:cubicBezTo>
                    <a:pt x="14434" y="27879"/>
                    <a:pt x="14358" y="27994"/>
                    <a:pt x="14289" y="28110"/>
                  </a:cubicBezTo>
                  <a:cubicBezTo>
                    <a:pt x="14219" y="28224"/>
                    <a:pt x="14126" y="28323"/>
                    <a:pt x="14037" y="28416"/>
                  </a:cubicBezTo>
                  <a:cubicBezTo>
                    <a:pt x="13943" y="28504"/>
                    <a:pt x="13848" y="28584"/>
                    <a:pt x="13747" y="28643"/>
                  </a:cubicBezTo>
                  <a:cubicBezTo>
                    <a:pt x="13651" y="28711"/>
                    <a:pt x="13546" y="28747"/>
                    <a:pt x="13453" y="28788"/>
                  </a:cubicBezTo>
                  <a:cubicBezTo>
                    <a:pt x="13213" y="28874"/>
                    <a:pt x="13019" y="28890"/>
                    <a:pt x="12906" y="28890"/>
                  </a:cubicBezTo>
                  <a:cubicBezTo>
                    <a:pt x="12839" y="28890"/>
                    <a:pt x="12801" y="28884"/>
                    <a:pt x="12801" y="28884"/>
                  </a:cubicBezTo>
                  <a:cubicBezTo>
                    <a:pt x="12801" y="28884"/>
                    <a:pt x="12858" y="28878"/>
                    <a:pt x="12968" y="28847"/>
                  </a:cubicBezTo>
                  <a:cubicBezTo>
                    <a:pt x="13022" y="28831"/>
                    <a:pt x="13087" y="28813"/>
                    <a:pt x="13159" y="28781"/>
                  </a:cubicBezTo>
                  <a:cubicBezTo>
                    <a:pt x="13232" y="28754"/>
                    <a:pt x="13308" y="28713"/>
                    <a:pt x="13393" y="28671"/>
                  </a:cubicBezTo>
                  <a:cubicBezTo>
                    <a:pt x="13472" y="28620"/>
                    <a:pt x="13562" y="28573"/>
                    <a:pt x="13643" y="28503"/>
                  </a:cubicBezTo>
                  <a:cubicBezTo>
                    <a:pt x="13730" y="28441"/>
                    <a:pt x="13805" y="28358"/>
                    <a:pt x="13886" y="28276"/>
                  </a:cubicBezTo>
                  <a:cubicBezTo>
                    <a:pt x="13960" y="28189"/>
                    <a:pt x="14032" y="28095"/>
                    <a:pt x="14095" y="27991"/>
                  </a:cubicBezTo>
                  <a:cubicBezTo>
                    <a:pt x="14157" y="27885"/>
                    <a:pt x="14220" y="27781"/>
                    <a:pt x="14260" y="27662"/>
                  </a:cubicBezTo>
                  <a:lnTo>
                    <a:pt x="14333" y="27491"/>
                  </a:lnTo>
                  <a:lnTo>
                    <a:pt x="14381" y="27311"/>
                  </a:lnTo>
                  <a:lnTo>
                    <a:pt x="14431" y="27135"/>
                  </a:lnTo>
                  <a:cubicBezTo>
                    <a:pt x="14442" y="27074"/>
                    <a:pt x="14451" y="27015"/>
                    <a:pt x="14462" y="26957"/>
                  </a:cubicBezTo>
                  <a:cubicBezTo>
                    <a:pt x="14479" y="26839"/>
                    <a:pt x="14510" y="26728"/>
                    <a:pt x="14514" y="26618"/>
                  </a:cubicBezTo>
                  <a:cubicBezTo>
                    <a:pt x="14524" y="26509"/>
                    <a:pt x="14534" y="26404"/>
                    <a:pt x="14544" y="26309"/>
                  </a:cubicBezTo>
                  <a:cubicBezTo>
                    <a:pt x="14557" y="26213"/>
                    <a:pt x="14553" y="26125"/>
                    <a:pt x="14560" y="26046"/>
                  </a:cubicBezTo>
                  <a:cubicBezTo>
                    <a:pt x="14562" y="25966"/>
                    <a:pt x="14565" y="25898"/>
                    <a:pt x="14568" y="25840"/>
                  </a:cubicBezTo>
                  <a:cubicBezTo>
                    <a:pt x="14573" y="25726"/>
                    <a:pt x="14580" y="25662"/>
                    <a:pt x="14580" y="25662"/>
                  </a:cubicBezTo>
                  <a:close/>
                  <a:moveTo>
                    <a:pt x="16921" y="24503"/>
                  </a:moveTo>
                  <a:cubicBezTo>
                    <a:pt x="16926" y="24927"/>
                    <a:pt x="17271" y="25272"/>
                    <a:pt x="17698" y="25272"/>
                  </a:cubicBezTo>
                  <a:lnTo>
                    <a:pt x="17973" y="25308"/>
                  </a:lnTo>
                  <a:lnTo>
                    <a:pt x="17973" y="27320"/>
                  </a:lnTo>
                  <a:cubicBezTo>
                    <a:pt x="17973" y="28220"/>
                    <a:pt x="17687" y="28902"/>
                    <a:pt x="17248" y="29423"/>
                  </a:cubicBezTo>
                  <a:cubicBezTo>
                    <a:pt x="16152" y="29385"/>
                    <a:pt x="15327" y="29344"/>
                    <a:pt x="15231" y="29338"/>
                  </a:cubicBezTo>
                  <a:cubicBezTo>
                    <a:pt x="15880" y="28569"/>
                    <a:pt x="16234" y="27476"/>
                    <a:pt x="16234" y="26115"/>
                  </a:cubicBezTo>
                  <a:cubicBezTo>
                    <a:pt x="16234" y="24658"/>
                    <a:pt x="16528" y="24516"/>
                    <a:pt x="16921" y="24503"/>
                  </a:cubicBezTo>
                  <a:close/>
                  <a:moveTo>
                    <a:pt x="20009" y="25574"/>
                  </a:moveTo>
                  <a:lnTo>
                    <a:pt x="23839" y="26075"/>
                  </a:lnTo>
                  <a:cubicBezTo>
                    <a:pt x="23859" y="26328"/>
                    <a:pt x="23877" y="26577"/>
                    <a:pt x="23890" y="26826"/>
                  </a:cubicBezTo>
                  <a:cubicBezTo>
                    <a:pt x="23953" y="28028"/>
                    <a:pt x="24331" y="28807"/>
                    <a:pt x="23305" y="29254"/>
                  </a:cubicBezTo>
                  <a:cubicBezTo>
                    <a:pt x="22914" y="29423"/>
                    <a:pt x="21652" y="29476"/>
                    <a:pt x="20237" y="29476"/>
                  </a:cubicBezTo>
                  <a:cubicBezTo>
                    <a:pt x="20029" y="29476"/>
                    <a:pt x="19817" y="29475"/>
                    <a:pt x="19604" y="29473"/>
                  </a:cubicBezTo>
                  <a:cubicBezTo>
                    <a:pt x="19864" y="28851"/>
                    <a:pt x="20009" y="28135"/>
                    <a:pt x="20009" y="27317"/>
                  </a:cubicBezTo>
                  <a:lnTo>
                    <a:pt x="20009" y="25574"/>
                  </a:lnTo>
                  <a:close/>
                  <a:moveTo>
                    <a:pt x="10655" y="25310"/>
                  </a:moveTo>
                  <a:cubicBezTo>
                    <a:pt x="10655" y="25310"/>
                    <a:pt x="10593" y="25370"/>
                    <a:pt x="10494" y="25475"/>
                  </a:cubicBezTo>
                  <a:cubicBezTo>
                    <a:pt x="10444" y="25527"/>
                    <a:pt x="10385" y="25589"/>
                    <a:pt x="10314" y="25662"/>
                  </a:cubicBezTo>
                  <a:cubicBezTo>
                    <a:pt x="10244" y="25730"/>
                    <a:pt x="10175" y="25819"/>
                    <a:pt x="10092" y="25903"/>
                  </a:cubicBezTo>
                  <a:cubicBezTo>
                    <a:pt x="10018" y="25997"/>
                    <a:pt x="9931" y="26091"/>
                    <a:pt x="9850" y="26196"/>
                  </a:cubicBezTo>
                  <a:cubicBezTo>
                    <a:pt x="9768" y="26302"/>
                    <a:pt x="9688" y="26415"/>
                    <a:pt x="9613" y="26534"/>
                  </a:cubicBezTo>
                  <a:cubicBezTo>
                    <a:pt x="9525" y="26646"/>
                    <a:pt x="9477" y="26783"/>
                    <a:pt x="9400" y="26905"/>
                  </a:cubicBezTo>
                  <a:lnTo>
                    <a:pt x="9323" y="27102"/>
                  </a:lnTo>
                  <a:lnTo>
                    <a:pt x="9280" y="27202"/>
                  </a:lnTo>
                  <a:lnTo>
                    <a:pt x="9258" y="27304"/>
                  </a:lnTo>
                  <a:lnTo>
                    <a:pt x="9206" y="27508"/>
                  </a:lnTo>
                  <a:cubicBezTo>
                    <a:pt x="9204" y="27576"/>
                    <a:pt x="9196" y="27645"/>
                    <a:pt x="9191" y="27713"/>
                  </a:cubicBezTo>
                  <a:cubicBezTo>
                    <a:pt x="9165" y="27852"/>
                    <a:pt x="9199" y="27987"/>
                    <a:pt x="9203" y="28123"/>
                  </a:cubicBezTo>
                  <a:cubicBezTo>
                    <a:pt x="9216" y="28257"/>
                    <a:pt x="9265" y="28385"/>
                    <a:pt x="9286" y="28512"/>
                  </a:cubicBezTo>
                  <a:cubicBezTo>
                    <a:pt x="9297" y="28578"/>
                    <a:pt x="9324" y="28636"/>
                    <a:pt x="9347" y="28692"/>
                  </a:cubicBezTo>
                  <a:cubicBezTo>
                    <a:pt x="9370" y="28752"/>
                    <a:pt x="9391" y="28808"/>
                    <a:pt x="9413" y="28862"/>
                  </a:cubicBezTo>
                  <a:cubicBezTo>
                    <a:pt x="9454" y="28972"/>
                    <a:pt x="9488" y="29076"/>
                    <a:pt x="9540" y="29161"/>
                  </a:cubicBezTo>
                  <a:cubicBezTo>
                    <a:pt x="9587" y="29247"/>
                    <a:pt x="9622" y="29325"/>
                    <a:pt x="9654" y="29391"/>
                  </a:cubicBezTo>
                  <a:cubicBezTo>
                    <a:pt x="9716" y="29522"/>
                    <a:pt x="9748" y="29604"/>
                    <a:pt x="9748" y="29604"/>
                  </a:cubicBezTo>
                  <a:cubicBezTo>
                    <a:pt x="9748" y="29604"/>
                    <a:pt x="9680" y="29557"/>
                    <a:pt x="9564" y="29465"/>
                  </a:cubicBezTo>
                  <a:cubicBezTo>
                    <a:pt x="9507" y="29418"/>
                    <a:pt x="9434" y="29361"/>
                    <a:pt x="9359" y="29291"/>
                  </a:cubicBezTo>
                  <a:cubicBezTo>
                    <a:pt x="9276" y="29227"/>
                    <a:pt x="9202" y="29136"/>
                    <a:pt x="9124" y="29032"/>
                  </a:cubicBezTo>
                  <a:cubicBezTo>
                    <a:pt x="9051" y="28927"/>
                    <a:pt x="8947" y="28825"/>
                    <a:pt x="8887" y="28683"/>
                  </a:cubicBezTo>
                  <a:cubicBezTo>
                    <a:pt x="8828" y="28543"/>
                    <a:pt x="8738" y="28401"/>
                    <a:pt x="8702" y="28233"/>
                  </a:cubicBezTo>
                  <a:cubicBezTo>
                    <a:pt x="8686" y="28149"/>
                    <a:pt x="8667" y="28061"/>
                    <a:pt x="8648" y="27974"/>
                  </a:cubicBezTo>
                  <a:cubicBezTo>
                    <a:pt x="8642" y="27931"/>
                    <a:pt x="8628" y="27887"/>
                    <a:pt x="8626" y="27841"/>
                  </a:cubicBezTo>
                  <a:lnTo>
                    <a:pt x="8627" y="27704"/>
                  </a:lnTo>
                  <a:cubicBezTo>
                    <a:pt x="8628" y="27611"/>
                    <a:pt x="8631" y="27519"/>
                    <a:pt x="8635" y="27425"/>
                  </a:cubicBezTo>
                  <a:lnTo>
                    <a:pt x="8698" y="27153"/>
                  </a:lnTo>
                  <a:lnTo>
                    <a:pt x="8733" y="27018"/>
                  </a:lnTo>
                  <a:lnTo>
                    <a:pt x="8787" y="26892"/>
                  </a:lnTo>
                  <a:cubicBezTo>
                    <a:pt x="8823" y="26807"/>
                    <a:pt x="8861" y="26724"/>
                    <a:pt x="8901" y="26645"/>
                  </a:cubicBezTo>
                  <a:cubicBezTo>
                    <a:pt x="8998" y="26495"/>
                    <a:pt x="9090" y="26346"/>
                    <a:pt x="9204" y="26226"/>
                  </a:cubicBezTo>
                  <a:cubicBezTo>
                    <a:pt x="9306" y="26094"/>
                    <a:pt x="9427" y="25991"/>
                    <a:pt x="9541" y="25894"/>
                  </a:cubicBezTo>
                  <a:cubicBezTo>
                    <a:pt x="9653" y="25793"/>
                    <a:pt x="9774" y="25722"/>
                    <a:pt x="9880" y="25649"/>
                  </a:cubicBezTo>
                  <a:cubicBezTo>
                    <a:pt x="10318" y="25377"/>
                    <a:pt x="10655" y="25310"/>
                    <a:pt x="10655" y="25310"/>
                  </a:cubicBezTo>
                  <a:close/>
                  <a:moveTo>
                    <a:pt x="10800" y="30507"/>
                  </a:moveTo>
                  <a:lnTo>
                    <a:pt x="10800" y="30507"/>
                  </a:lnTo>
                  <a:cubicBezTo>
                    <a:pt x="10903" y="30525"/>
                    <a:pt x="11015" y="30543"/>
                    <a:pt x="11129" y="30559"/>
                  </a:cubicBezTo>
                  <a:cubicBezTo>
                    <a:pt x="11143" y="30660"/>
                    <a:pt x="11158" y="30759"/>
                    <a:pt x="11173" y="30856"/>
                  </a:cubicBezTo>
                  <a:cubicBezTo>
                    <a:pt x="10942" y="30752"/>
                    <a:pt x="10841" y="30625"/>
                    <a:pt x="10800" y="30507"/>
                  </a:cubicBezTo>
                  <a:close/>
                  <a:moveTo>
                    <a:pt x="15229" y="29341"/>
                  </a:moveTo>
                  <a:cubicBezTo>
                    <a:pt x="15319" y="29356"/>
                    <a:pt x="16014" y="29469"/>
                    <a:pt x="17082" y="29603"/>
                  </a:cubicBezTo>
                  <a:cubicBezTo>
                    <a:pt x="15731" y="30969"/>
                    <a:pt x="13252" y="31063"/>
                    <a:pt x="12610" y="31063"/>
                  </a:cubicBezTo>
                  <a:cubicBezTo>
                    <a:pt x="12474" y="31063"/>
                    <a:pt x="12349" y="31060"/>
                    <a:pt x="12233" y="31053"/>
                  </a:cubicBezTo>
                  <a:cubicBezTo>
                    <a:pt x="12211" y="30915"/>
                    <a:pt x="12188" y="30773"/>
                    <a:pt x="12165" y="30625"/>
                  </a:cubicBezTo>
                  <a:lnTo>
                    <a:pt x="12176" y="30625"/>
                  </a:lnTo>
                  <a:cubicBezTo>
                    <a:pt x="13491" y="30625"/>
                    <a:pt x="14530" y="30170"/>
                    <a:pt x="15229" y="29341"/>
                  </a:cubicBezTo>
                  <a:close/>
                  <a:moveTo>
                    <a:pt x="18341" y="25866"/>
                  </a:moveTo>
                  <a:cubicBezTo>
                    <a:pt x="18341" y="25866"/>
                    <a:pt x="18351" y="26003"/>
                    <a:pt x="18370" y="26244"/>
                  </a:cubicBezTo>
                  <a:cubicBezTo>
                    <a:pt x="18382" y="26486"/>
                    <a:pt x="18410" y="26831"/>
                    <a:pt x="18423" y="27245"/>
                  </a:cubicBezTo>
                  <a:cubicBezTo>
                    <a:pt x="18426" y="27350"/>
                    <a:pt x="18431" y="27457"/>
                    <a:pt x="18435" y="27567"/>
                  </a:cubicBezTo>
                  <a:cubicBezTo>
                    <a:pt x="18431" y="27681"/>
                    <a:pt x="18430" y="27799"/>
                    <a:pt x="18426" y="27920"/>
                  </a:cubicBezTo>
                  <a:cubicBezTo>
                    <a:pt x="18435" y="28163"/>
                    <a:pt x="18378" y="28417"/>
                    <a:pt x="18329" y="28680"/>
                  </a:cubicBezTo>
                  <a:cubicBezTo>
                    <a:pt x="18247" y="28934"/>
                    <a:pt x="18171" y="29208"/>
                    <a:pt x="18016" y="29447"/>
                  </a:cubicBezTo>
                  <a:cubicBezTo>
                    <a:pt x="17981" y="29510"/>
                    <a:pt x="17949" y="29573"/>
                    <a:pt x="17912" y="29634"/>
                  </a:cubicBezTo>
                  <a:lnTo>
                    <a:pt x="17779" y="29803"/>
                  </a:lnTo>
                  <a:lnTo>
                    <a:pt x="17646" y="29975"/>
                  </a:lnTo>
                  <a:cubicBezTo>
                    <a:pt x="17599" y="30029"/>
                    <a:pt x="17544" y="30076"/>
                    <a:pt x="17493" y="30128"/>
                  </a:cubicBezTo>
                  <a:cubicBezTo>
                    <a:pt x="17389" y="30226"/>
                    <a:pt x="17284" y="30327"/>
                    <a:pt x="17164" y="30405"/>
                  </a:cubicBezTo>
                  <a:cubicBezTo>
                    <a:pt x="17047" y="30487"/>
                    <a:pt x="16935" y="30575"/>
                    <a:pt x="16810" y="30638"/>
                  </a:cubicBezTo>
                  <a:cubicBezTo>
                    <a:pt x="16569" y="30783"/>
                    <a:pt x="16311" y="30884"/>
                    <a:pt x="16065" y="30977"/>
                  </a:cubicBezTo>
                  <a:cubicBezTo>
                    <a:pt x="15939" y="31016"/>
                    <a:pt x="15814" y="31055"/>
                    <a:pt x="15693" y="31092"/>
                  </a:cubicBezTo>
                  <a:cubicBezTo>
                    <a:pt x="15570" y="31119"/>
                    <a:pt x="15449" y="31146"/>
                    <a:pt x="15331" y="31173"/>
                  </a:cubicBezTo>
                  <a:cubicBezTo>
                    <a:pt x="15094" y="31216"/>
                    <a:pt x="14871" y="31256"/>
                    <a:pt x="14662" y="31272"/>
                  </a:cubicBezTo>
                  <a:cubicBezTo>
                    <a:pt x="14454" y="31299"/>
                    <a:pt x="14262" y="31303"/>
                    <a:pt x="14094" y="31307"/>
                  </a:cubicBezTo>
                  <a:cubicBezTo>
                    <a:pt x="14025" y="31310"/>
                    <a:pt x="13960" y="31311"/>
                    <a:pt x="13899" y="31311"/>
                  </a:cubicBezTo>
                  <a:cubicBezTo>
                    <a:pt x="13820" y="31311"/>
                    <a:pt x="13748" y="31310"/>
                    <a:pt x="13684" y="31310"/>
                  </a:cubicBezTo>
                  <a:cubicBezTo>
                    <a:pt x="13672" y="31310"/>
                    <a:pt x="13660" y="31310"/>
                    <a:pt x="13648" y="31310"/>
                  </a:cubicBezTo>
                  <a:cubicBezTo>
                    <a:pt x="13406" y="31299"/>
                    <a:pt x="13268" y="31288"/>
                    <a:pt x="13268" y="31288"/>
                  </a:cubicBezTo>
                  <a:cubicBezTo>
                    <a:pt x="13268" y="31288"/>
                    <a:pt x="13406" y="31275"/>
                    <a:pt x="13648" y="31252"/>
                  </a:cubicBezTo>
                  <a:cubicBezTo>
                    <a:pt x="13888" y="31229"/>
                    <a:pt x="14228" y="31188"/>
                    <a:pt x="14631" y="31112"/>
                  </a:cubicBezTo>
                  <a:cubicBezTo>
                    <a:pt x="14835" y="31081"/>
                    <a:pt x="15050" y="31028"/>
                    <a:pt x="15276" y="30970"/>
                  </a:cubicBezTo>
                  <a:cubicBezTo>
                    <a:pt x="15388" y="30936"/>
                    <a:pt x="15502" y="30903"/>
                    <a:pt x="15621" y="30868"/>
                  </a:cubicBezTo>
                  <a:cubicBezTo>
                    <a:pt x="15735" y="30826"/>
                    <a:pt x="15852" y="30783"/>
                    <a:pt x="15971" y="30740"/>
                  </a:cubicBezTo>
                  <a:cubicBezTo>
                    <a:pt x="16205" y="30645"/>
                    <a:pt x="16440" y="30535"/>
                    <a:pt x="16663" y="30398"/>
                  </a:cubicBezTo>
                  <a:cubicBezTo>
                    <a:pt x="16780" y="30339"/>
                    <a:pt x="16880" y="30253"/>
                    <a:pt x="16988" y="30178"/>
                  </a:cubicBezTo>
                  <a:cubicBezTo>
                    <a:pt x="17099" y="30105"/>
                    <a:pt x="17192" y="30011"/>
                    <a:pt x="17284" y="29920"/>
                  </a:cubicBezTo>
                  <a:cubicBezTo>
                    <a:pt x="17333" y="29874"/>
                    <a:pt x="17384" y="29833"/>
                    <a:pt x="17428" y="29783"/>
                  </a:cubicBezTo>
                  <a:lnTo>
                    <a:pt x="17550" y="29628"/>
                  </a:lnTo>
                  <a:lnTo>
                    <a:pt x="17673" y="29477"/>
                  </a:lnTo>
                  <a:cubicBezTo>
                    <a:pt x="17709" y="29420"/>
                    <a:pt x="17738" y="29364"/>
                    <a:pt x="17771" y="29309"/>
                  </a:cubicBezTo>
                  <a:cubicBezTo>
                    <a:pt x="17912" y="29090"/>
                    <a:pt x="17995" y="28847"/>
                    <a:pt x="18079" y="28613"/>
                  </a:cubicBezTo>
                  <a:cubicBezTo>
                    <a:pt x="18129" y="28370"/>
                    <a:pt x="18203" y="28138"/>
                    <a:pt x="18214" y="27905"/>
                  </a:cubicBezTo>
                  <a:cubicBezTo>
                    <a:pt x="18224" y="27789"/>
                    <a:pt x="18235" y="27677"/>
                    <a:pt x="18247" y="27567"/>
                  </a:cubicBezTo>
                  <a:cubicBezTo>
                    <a:pt x="18250" y="27457"/>
                    <a:pt x="18255" y="27348"/>
                    <a:pt x="18258" y="27245"/>
                  </a:cubicBezTo>
                  <a:cubicBezTo>
                    <a:pt x="18273" y="26833"/>
                    <a:pt x="18301" y="26486"/>
                    <a:pt x="18312" y="26244"/>
                  </a:cubicBezTo>
                  <a:cubicBezTo>
                    <a:pt x="18331" y="26003"/>
                    <a:pt x="18341" y="25866"/>
                    <a:pt x="18341" y="25866"/>
                  </a:cubicBezTo>
                  <a:close/>
                  <a:moveTo>
                    <a:pt x="39304" y="26028"/>
                  </a:moveTo>
                  <a:cubicBezTo>
                    <a:pt x="39304" y="26028"/>
                    <a:pt x="39339" y="26420"/>
                    <a:pt x="39270" y="27007"/>
                  </a:cubicBezTo>
                  <a:cubicBezTo>
                    <a:pt x="39232" y="27299"/>
                    <a:pt x="39177" y="27640"/>
                    <a:pt x="39089" y="27998"/>
                  </a:cubicBezTo>
                  <a:cubicBezTo>
                    <a:pt x="39002" y="28355"/>
                    <a:pt x="38893" y="28730"/>
                    <a:pt x="38776" y="29102"/>
                  </a:cubicBezTo>
                  <a:cubicBezTo>
                    <a:pt x="38655" y="29475"/>
                    <a:pt x="38527" y="29845"/>
                    <a:pt x="38393" y="30184"/>
                  </a:cubicBezTo>
                  <a:cubicBezTo>
                    <a:pt x="38262" y="30527"/>
                    <a:pt x="38117" y="30838"/>
                    <a:pt x="37990" y="31103"/>
                  </a:cubicBezTo>
                  <a:cubicBezTo>
                    <a:pt x="37735" y="31633"/>
                    <a:pt x="37512" y="31956"/>
                    <a:pt x="37512" y="31956"/>
                  </a:cubicBezTo>
                  <a:cubicBezTo>
                    <a:pt x="37512" y="31956"/>
                    <a:pt x="37550" y="31866"/>
                    <a:pt x="37614" y="31707"/>
                  </a:cubicBezTo>
                  <a:cubicBezTo>
                    <a:pt x="37681" y="31551"/>
                    <a:pt x="37766" y="31323"/>
                    <a:pt x="37871" y="31051"/>
                  </a:cubicBezTo>
                  <a:cubicBezTo>
                    <a:pt x="37977" y="30779"/>
                    <a:pt x="38084" y="30457"/>
                    <a:pt x="38203" y="30115"/>
                  </a:cubicBezTo>
                  <a:cubicBezTo>
                    <a:pt x="38318" y="29769"/>
                    <a:pt x="38440" y="29403"/>
                    <a:pt x="38554" y="29031"/>
                  </a:cubicBezTo>
                  <a:cubicBezTo>
                    <a:pt x="38787" y="28290"/>
                    <a:pt x="39024" y="27552"/>
                    <a:pt x="39140" y="26986"/>
                  </a:cubicBezTo>
                  <a:cubicBezTo>
                    <a:pt x="39198" y="26702"/>
                    <a:pt x="39245" y="26463"/>
                    <a:pt x="39266" y="26294"/>
                  </a:cubicBezTo>
                  <a:cubicBezTo>
                    <a:pt x="39290" y="26124"/>
                    <a:pt x="39304" y="26028"/>
                    <a:pt x="39304" y="26028"/>
                  </a:cubicBezTo>
                  <a:close/>
                  <a:moveTo>
                    <a:pt x="33901" y="32023"/>
                  </a:moveTo>
                  <a:lnTo>
                    <a:pt x="33901" y="32023"/>
                  </a:lnTo>
                  <a:cubicBezTo>
                    <a:pt x="33904" y="32038"/>
                    <a:pt x="33905" y="32054"/>
                    <a:pt x="33907" y="32070"/>
                  </a:cubicBezTo>
                  <a:cubicBezTo>
                    <a:pt x="33905" y="32054"/>
                    <a:pt x="33903" y="32038"/>
                    <a:pt x="33901" y="32023"/>
                  </a:cubicBezTo>
                  <a:close/>
                  <a:moveTo>
                    <a:pt x="9199" y="29819"/>
                  </a:moveTo>
                  <a:cubicBezTo>
                    <a:pt x="9349" y="29940"/>
                    <a:pt x="9524" y="30053"/>
                    <a:pt x="9725" y="30153"/>
                  </a:cubicBezTo>
                  <a:cubicBezTo>
                    <a:pt x="9723" y="30170"/>
                    <a:pt x="9720" y="30187"/>
                    <a:pt x="9719" y="30205"/>
                  </a:cubicBezTo>
                  <a:cubicBezTo>
                    <a:pt x="9696" y="30323"/>
                    <a:pt x="9712" y="30440"/>
                    <a:pt x="9705" y="30556"/>
                  </a:cubicBezTo>
                  <a:cubicBezTo>
                    <a:pt x="9725" y="30670"/>
                    <a:pt x="9716" y="30789"/>
                    <a:pt x="9747" y="30899"/>
                  </a:cubicBezTo>
                  <a:cubicBezTo>
                    <a:pt x="9770" y="31009"/>
                    <a:pt x="9786" y="31122"/>
                    <a:pt x="9822" y="31222"/>
                  </a:cubicBezTo>
                  <a:cubicBezTo>
                    <a:pt x="9853" y="31326"/>
                    <a:pt x="9874" y="31429"/>
                    <a:pt x="9915" y="31519"/>
                  </a:cubicBezTo>
                  <a:cubicBezTo>
                    <a:pt x="9951" y="31608"/>
                    <a:pt x="9978" y="31699"/>
                    <a:pt x="10009" y="31774"/>
                  </a:cubicBezTo>
                  <a:cubicBezTo>
                    <a:pt x="10044" y="31848"/>
                    <a:pt x="10071" y="31915"/>
                    <a:pt x="10095" y="31973"/>
                  </a:cubicBezTo>
                  <a:cubicBezTo>
                    <a:pt x="10139" y="32085"/>
                    <a:pt x="10163" y="32156"/>
                    <a:pt x="10163" y="32156"/>
                  </a:cubicBezTo>
                  <a:cubicBezTo>
                    <a:pt x="10163" y="32156"/>
                    <a:pt x="10101" y="32118"/>
                    <a:pt x="10002" y="32044"/>
                  </a:cubicBezTo>
                  <a:cubicBezTo>
                    <a:pt x="9954" y="32007"/>
                    <a:pt x="9891" y="31961"/>
                    <a:pt x="9823" y="31903"/>
                  </a:cubicBezTo>
                  <a:cubicBezTo>
                    <a:pt x="9760" y="31846"/>
                    <a:pt x="9695" y="31772"/>
                    <a:pt x="9625" y="31687"/>
                  </a:cubicBezTo>
                  <a:cubicBezTo>
                    <a:pt x="9548" y="31608"/>
                    <a:pt x="9485" y="31507"/>
                    <a:pt x="9419" y="31398"/>
                  </a:cubicBezTo>
                  <a:cubicBezTo>
                    <a:pt x="9349" y="31292"/>
                    <a:pt x="9298" y="31167"/>
                    <a:pt x="9249" y="31034"/>
                  </a:cubicBezTo>
                  <a:cubicBezTo>
                    <a:pt x="9191" y="30905"/>
                    <a:pt x="9175" y="30754"/>
                    <a:pt x="9143" y="30607"/>
                  </a:cubicBezTo>
                  <a:cubicBezTo>
                    <a:pt x="9135" y="30457"/>
                    <a:pt x="9117" y="30303"/>
                    <a:pt x="9139" y="30149"/>
                  </a:cubicBezTo>
                  <a:cubicBezTo>
                    <a:pt x="9148" y="30037"/>
                    <a:pt x="9171" y="29928"/>
                    <a:pt x="9199" y="29819"/>
                  </a:cubicBezTo>
                  <a:close/>
                  <a:moveTo>
                    <a:pt x="33959" y="32317"/>
                  </a:moveTo>
                  <a:lnTo>
                    <a:pt x="33959" y="32317"/>
                  </a:lnTo>
                  <a:cubicBezTo>
                    <a:pt x="33964" y="32336"/>
                    <a:pt x="33971" y="32353"/>
                    <a:pt x="33975" y="32372"/>
                  </a:cubicBezTo>
                  <a:cubicBezTo>
                    <a:pt x="33968" y="32352"/>
                    <a:pt x="33964" y="32336"/>
                    <a:pt x="33959" y="32317"/>
                  </a:cubicBezTo>
                  <a:close/>
                  <a:moveTo>
                    <a:pt x="34095" y="32618"/>
                  </a:moveTo>
                  <a:lnTo>
                    <a:pt x="34095" y="32618"/>
                  </a:lnTo>
                  <a:cubicBezTo>
                    <a:pt x="34107" y="32634"/>
                    <a:pt x="34120" y="32649"/>
                    <a:pt x="34134" y="32666"/>
                  </a:cubicBezTo>
                  <a:cubicBezTo>
                    <a:pt x="34120" y="32651"/>
                    <a:pt x="34107" y="32634"/>
                    <a:pt x="34095" y="32618"/>
                  </a:cubicBezTo>
                  <a:close/>
                  <a:moveTo>
                    <a:pt x="17783" y="31427"/>
                  </a:moveTo>
                  <a:lnTo>
                    <a:pt x="17783" y="31427"/>
                  </a:lnTo>
                  <a:cubicBezTo>
                    <a:pt x="17783" y="31427"/>
                    <a:pt x="17682" y="31490"/>
                    <a:pt x="17505" y="31597"/>
                  </a:cubicBezTo>
                  <a:cubicBezTo>
                    <a:pt x="17417" y="31652"/>
                    <a:pt x="17306" y="31707"/>
                    <a:pt x="17180" y="31778"/>
                  </a:cubicBezTo>
                  <a:cubicBezTo>
                    <a:pt x="17054" y="31848"/>
                    <a:pt x="16904" y="31914"/>
                    <a:pt x="16743" y="31988"/>
                  </a:cubicBezTo>
                  <a:cubicBezTo>
                    <a:pt x="16416" y="32123"/>
                    <a:pt x="16028" y="32273"/>
                    <a:pt x="15601" y="32391"/>
                  </a:cubicBezTo>
                  <a:cubicBezTo>
                    <a:pt x="15172" y="32510"/>
                    <a:pt x="14709" y="32607"/>
                    <a:pt x="14240" y="32678"/>
                  </a:cubicBezTo>
                  <a:cubicBezTo>
                    <a:pt x="13772" y="32743"/>
                    <a:pt x="13299" y="32782"/>
                    <a:pt x="12856" y="32795"/>
                  </a:cubicBezTo>
                  <a:cubicBezTo>
                    <a:pt x="12764" y="32798"/>
                    <a:pt x="12674" y="32799"/>
                    <a:pt x="12585" y="32799"/>
                  </a:cubicBezTo>
                  <a:cubicBezTo>
                    <a:pt x="12244" y="32799"/>
                    <a:pt x="11925" y="32780"/>
                    <a:pt x="11646" y="32753"/>
                  </a:cubicBezTo>
                  <a:cubicBezTo>
                    <a:pt x="11291" y="32714"/>
                    <a:pt x="11001" y="32651"/>
                    <a:pt x="10801" y="32600"/>
                  </a:cubicBezTo>
                  <a:cubicBezTo>
                    <a:pt x="10601" y="32548"/>
                    <a:pt x="10491" y="32510"/>
                    <a:pt x="10491" y="32510"/>
                  </a:cubicBezTo>
                  <a:lnTo>
                    <a:pt x="10491" y="32510"/>
                  </a:lnTo>
                  <a:cubicBezTo>
                    <a:pt x="10491" y="32510"/>
                    <a:pt x="10605" y="32541"/>
                    <a:pt x="10806" y="32577"/>
                  </a:cubicBezTo>
                  <a:cubicBezTo>
                    <a:pt x="11008" y="32614"/>
                    <a:pt x="11299" y="32647"/>
                    <a:pt x="11650" y="32667"/>
                  </a:cubicBezTo>
                  <a:cubicBezTo>
                    <a:pt x="11814" y="32677"/>
                    <a:pt x="11991" y="32682"/>
                    <a:pt x="12178" y="32682"/>
                  </a:cubicBezTo>
                  <a:cubicBezTo>
                    <a:pt x="12391" y="32682"/>
                    <a:pt x="12616" y="32676"/>
                    <a:pt x="12850" y="32666"/>
                  </a:cubicBezTo>
                  <a:cubicBezTo>
                    <a:pt x="13288" y="32646"/>
                    <a:pt x="13757" y="32602"/>
                    <a:pt x="14219" y="32532"/>
                  </a:cubicBezTo>
                  <a:cubicBezTo>
                    <a:pt x="14682" y="32467"/>
                    <a:pt x="15144" y="32377"/>
                    <a:pt x="15567" y="32266"/>
                  </a:cubicBezTo>
                  <a:cubicBezTo>
                    <a:pt x="15991" y="32156"/>
                    <a:pt x="16382" y="32035"/>
                    <a:pt x="16711" y="31910"/>
                  </a:cubicBezTo>
                  <a:cubicBezTo>
                    <a:pt x="16872" y="31841"/>
                    <a:pt x="17025" y="31788"/>
                    <a:pt x="17156" y="31729"/>
                  </a:cubicBezTo>
                  <a:cubicBezTo>
                    <a:pt x="17286" y="31668"/>
                    <a:pt x="17403" y="31624"/>
                    <a:pt x="17494" y="31574"/>
                  </a:cubicBezTo>
                  <a:cubicBezTo>
                    <a:pt x="17677" y="31480"/>
                    <a:pt x="17783" y="31427"/>
                    <a:pt x="17783" y="31427"/>
                  </a:cubicBezTo>
                  <a:close/>
                  <a:moveTo>
                    <a:pt x="34248" y="32775"/>
                  </a:moveTo>
                  <a:cubicBezTo>
                    <a:pt x="34269" y="32790"/>
                    <a:pt x="34293" y="32803"/>
                    <a:pt x="34316" y="32815"/>
                  </a:cubicBezTo>
                  <a:cubicBezTo>
                    <a:pt x="34293" y="32803"/>
                    <a:pt x="34268" y="32790"/>
                    <a:pt x="34248" y="32775"/>
                  </a:cubicBezTo>
                  <a:close/>
                  <a:moveTo>
                    <a:pt x="34551" y="32878"/>
                  </a:moveTo>
                  <a:cubicBezTo>
                    <a:pt x="34564" y="32879"/>
                    <a:pt x="34576" y="32879"/>
                    <a:pt x="34589" y="32879"/>
                  </a:cubicBezTo>
                  <a:lnTo>
                    <a:pt x="34589" y="32879"/>
                  </a:lnTo>
                  <a:cubicBezTo>
                    <a:pt x="34589" y="32880"/>
                    <a:pt x="34589" y="32880"/>
                    <a:pt x="34589" y="32880"/>
                  </a:cubicBezTo>
                  <a:cubicBezTo>
                    <a:pt x="34576" y="32880"/>
                    <a:pt x="34563" y="32879"/>
                    <a:pt x="34551" y="32878"/>
                  </a:cubicBezTo>
                  <a:close/>
                  <a:moveTo>
                    <a:pt x="34766" y="32880"/>
                  </a:moveTo>
                  <a:lnTo>
                    <a:pt x="34766" y="32880"/>
                  </a:lnTo>
                  <a:cubicBezTo>
                    <a:pt x="34767" y="32881"/>
                    <a:pt x="34770" y="32886"/>
                    <a:pt x="34770" y="32889"/>
                  </a:cubicBezTo>
                  <a:cubicBezTo>
                    <a:pt x="34767" y="32884"/>
                    <a:pt x="34767" y="32882"/>
                    <a:pt x="34766" y="32880"/>
                  </a:cubicBezTo>
                  <a:close/>
                  <a:moveTo>
                    <a:pt x="34788" y="32937"/>
                  </a:moveTo>
                  <a:cubicBezTo>
                    <a:pt x="34790" y="32943"/>
                    <a:pt x="34792" y="32944"/>
                    <a:pt x="34792" y="32948"/>
                  </a:cubicBezTo>
                  <a:cubicBezTo>
                    <a:pt x="34790" y="32944"/>
                    <a:pt x="34790" y="32943"/>
                    <a:pt x="34788" y="32937"/>
                  </a:cubicBezTo>
                  <a:close/>
                  <a:moveTo>
                    <a:pt x="34400" y="28406"/>
                  </a:moveTo>
                  <a:cubicBezTo>
                    <a:pt x="34431" y="28406"/>
                    <a:pt x="34463" y="28406"/>
                    <a:pt x="34496" y="28408"/>
                  </a:cubicBezTo>
                  <a:cubicBezTo>
                    <a:pt x="35302" y="28439"/>
                    <a:pt x="34557" y="28792"/>
                    <a:pt x="33752" y="29368"/>
                  </a:cubicBezTo>
                  <a:cubicBezTo>
                    <a:pt x="34053" y="29263"/>
                    <a:pt x="34434" y="29191"/>
                    <a:pt x="34915" y="29177"/>
                  </a:cubicBezTo>
                  <a:lnTo>
                    <a:pt x="34915" y="29177"/>
                  </a:lnTo>
                  <a:cubicBezTo>
                    <a:pt x="34973" y="29658"/>
                    <a:pt x="34557" y="29894"/>
                    <a:pt x="35154" y="30269"/>
                  </a:cubicBezTo>
                  <a:cubicBezTo>
                    <a:pt x="35815" y="30684"/>
                    <a:pt x="35130" y="30967"/>
                    <a:pt x="35639" y="31275"/>
                  </a:cubicBezTo>
                  <a:cubicBezTo>
                    <a:pt x="36173" y="31596"/>
                    <a:pt x="35710" y="31968"/>
                    <a:pt x="36321" y="32262"/>
                  </a:cubicBezTo>
                  <a:cubicBezTo>
                    <a:pt x="36692" y="32439"/>
                    <a:pt x="36821" y="32553"/>
                    <a:pt x="36833" y="32565"/>
                  </a:cubicBezTo>
                  <a:cubicBezTo>
                    <a:pt x="36932" y="32743"/>
                    <a:pt x="36916" y="32920"/>
                    <a:pt x="36584" y="33116"/>
                  </a:cubicBezTo>
                  <a:cubicBezTo>
                    <a:pt x="36159" y="33368"/>
                    <a:pt x="35831" y="33458"/>
                    <a:pt x="35579" y="33458"/>
                  </a:cubicBezTo>
                  <a:cubicBezTo>
                    <a:pt x="35318" y="33458"/>
                    <a:pt x="35139" y="33361"/>
                    <a:pt x="35019" y="33246"/>
                  </a:cubicBezTo>
                  <a:cubicBezTo>
                    <a:pt x="35016" y="33245"/>
                    <a:pt x="35014" y="33243"/>
                    <a:pt x="35012" y="33242"/>
                  </a:cubicBezTo>
                  <a:lnTo>
                    <a:pt x="35012" y="33242"/>
                  </a:lnTo>
                  <a:cubicBezTo>
                    <a:pt x="35013" y="33242"/>
                    <a:pt x="35014" y="33243"/>
                    <a:pt x="35015" y="33243"/>
                  </a:cubicBezTo>
                  <a:cubicBezTo>
                    <a:pt x="34835" y="33072"/>
                    <a:pt x="34781" y="32861"/>
                    <a:pt x="34781" y="32861"/>
                  </a:cubicBezTo>
                  <a:cubicBezTo>
                    <a:pt x="34719" y="32873"/>
                    <a:pt x="34661" y="32879"/>
                    <a:pt x="34608" y="32879"/>
                  </a:cubicBezTo>
                  <a:cubicBezTo>
                    <a:pt x="34603" y="32879"/>
                    <a:pt x="34599" y="32879"/>
                    <a:pt x="34595" y="32879"/>
                  </a:cubicBezTo>
                  <a:lnTo>
                    <a:pt x="34595" y="32879"/>
                  </a:lnTo>
                  <a:cubicBezTo>
                    <a:pt x="34594" y="32878"/>
                    <a:pt x="34593" y="32878"/>
                    <a:pt x="34593" y="32878"/>
                  </a:cubicBezTo>
                  <a:cubicBezTo>
                    <a:pt x="34592" y="32878"/>
                    <a:pt x="34592" y="32879"/>
                    <a:pt x="34591" y="32879"/>
                  </a:cubicBezTo>
                  <a:lnTo>
                    <a:pt x="34591" y="32879"/>
                  </a:lnTo>
                  <a:cubicBezTo>
                    <a:pt x="33878" y="32863"/>
                    <a:pt x="33908" y="31807"/>
                    <a:pt x="33908" y="31807"/>
                  </a:cubicBezTo>
                  <a:cubicBezTo>
                    <a:pt x="33054" y="31788"/>
                    <a:pt x="33309" y="30680"/>
                    <a:pt x="33309" y="30680"/>
                  </a:cubicBezTo>
                  <a:cubicBezTo>
                    <a:pt x="32823" y="30570"/>
                    <a:pt x="32709" y="30061"/>
                    <a:pt x="33187" y="29666"/>
                  </a:cubicBezTo>
                  <a:cubicBezTo>
                    <a:pt x="33038" y="29666"/>
                    <a:pt x="32933" y="29572"/>
                    <a:pt x="33085" y="29302"/>
                  </a:cubicBezTo>
                  <a:cubicBezTo>
                    <a:pt x="33325" y="28870"/>
                    <a:pt x="33580" y="28406"/>
                    <a:pt x="34400" y="28406"/>
                  </a:cubicBezTo>
                  <a:close/>
                  <a:moveTo>
                    <a:pt x="19422" y="29854"/>
                  </a:moveTo>
                  <a:cubicBezTo>
                    <a:pt x="20815" y="29979"/>
                    <a:pt x="22420" y="30077"/>
                    <a:pt x="24020" y="30077"/>
                  </a:cubicBezTo>
                  <a:cubicBezTo>
                    <a:pt x="24508" y="30077"/>
                    <a:pt x="24996" y="30068"/>
                    <a:pt x="25477" y="30047"/>
                  </a:cubicBezTo>
                  <a:cubicBezTo>
                    <a:pt x="25932" y="30028"/>
                    <a:pt x="26319" y="30019"/>
                    <a:pt x="26646" y="30019"/>
                  </a:cubicBezTo>
                  <a:cubicBezTo>
                    <a:pt x="29762" y="30019"/>
                    <a:pt x="27310" y="30819"/>
                    <a:pt x="24713" y="30939"/>
                  </a:cubicBezTo>
                  <a:cubicBezTo>
                    <a:pt x="24280" y="30959"/>
                    <a:pt x="23848" y="30968"/>
                    <a:pt x="23429" y="30968"/>
                  </a:cubicBezTo>
                  <a:cubicBezTo>
                    <a:pt x="21312" y="30968"/>
                    <a:pt x="19529" y="30752"/>
                    <a:pt x="19528" y="30752"/>
                  </a:cubicBezTo>
                  <a:lnTo>
                    <a:pt x="19528" y="30752"/>
                  </a:lnTo>
                  <a:cubicBezTo>
                    <a:pt x="19529" y="30752"/>
                    <a:pt x="21000" y="31499"/>
                    <a:pt x="25386" y="32078"/>
                  </a:cubicBezTo>
                  <a:cubicBezTo>
                    <a:pt x="25739" y="32125"/>
                    <a:pt x="26045" y="32191"/>
                    <a:pt x="26314" y="32270"/>
                  </a:cubicBezTo>
                  <a:cubicBezTo>
                    <a:pt x="26642" y="32908"/>
                    <a:pt x="26916" y="33680"/>
                    <a:pt x="27143" y="34491"/>
                  </a:cubicBezTo>
                  <a:cubicBezTo>
                    <a:pt x="26399" y="35156"/>
                    <a:pt x="24934" y="35714"/>
                    <a:pt x="22946" y="35796"/>
                  </a:cubicBezTo>
                  <a:cubicBezTo>
                    <a:pt x="22111" y="35831"/>
                    <a:pt x="21332" y="35844"/>
                    <a:pt x="20635" y="35844"/>
                  </a:cubicBezTo>
                  <a:cubicBezTo>
                    <a:pt x="18627" y="35844"/>
                    <a:pt x="17301" y="35737"/>
                    <a:pt x="17301" y="35737"/>
                  </a:cubicBezTo>
                  <a:lnTo>
                    <a:pt x="17301" y="35737"/>
                  </a:lnTo>
                  <a:cubicBezTo>
                    <a:pt x="17301" y="35737"/>
                    <a:pt x="18801" y="36542"/>
                    <a:pt x="23624" y="36684"/>
                  </a:cubicBezTo>
                  <a:cubicBezTo>
                    <a:pt x="26298" y="36763"/>
                    <a:pt x="27923" y="37202"/>
                    <a:pt x="26217" y="37402"/>
                  </a:cubicBezTo>
                  <a:cubicBezTo>
                    <a:pt x="25046" y="37539"/>
                    <a:pt x="23805" y="37574"/>
                    <a:pt x="22845" y="37574"/>
                  </a:cubicBezTo>
                  <a:cubicBezTo>
                    <a:pt x="21848" y="37574"/>
                    <a:pt x="21153" y="37537"/>
                    <a:pt x="21153" y="37537"/>
                  </a:cubicBezTo>
                  <a:lnTo>
                    <a:pt x="21153" y="37537"/>
                  </a:lnTo>
                  <a:cubicBezTo>
                    <a:pt x="21153" y="37537"/>
                    <a:pt x="23788" y="38067"/>
                    <a:pt x="26131" y="38764"/>
                  </a:cubicBezTo>
                  <a:cubicBezTo>
                    <a:pt x="26360" y="38831"/>
                    <a:pt x="26560" y="38900"/>
                    <a:pt x="26741" y="38974"/>
                  </a:cubicBezTo>
                  <a:cubicBezTo>
                    <a:pt x="26466" y="39011"/>
                    <a:pt x="26169" y="39053"/>
                    <a:pt x="25841" y="39086"/>
                  </a:cubicBezTo>
                  <a:cubicBezTo>
                    <a:pt x="25460" y="39128"/>
                    <a:pt x="25048" y="39172"/>
                    <a:pt x="24609" y="39200"/>
                  </a:cubicBezTo>
                  <a:cubicBezTo>
                    <a:pt x="24172" y="39241"/>
                    <a:pt x="23711" y="39256"/>
                    <a:pt x="23235" y="39280"/>
                  </a:cubicBezTo>
                  <a:cubicBezTo>
                    <a:pt x="22758" y="39300"/>
                    <a:pt x="22265" y="39299"/>
                    <a:pt x="21767" y="39303"/>
                  </a:cubicBezTo>
                  <a:cubicBezTo>
                    <a:pt x="21269" y="39284"/>
                    <a:pt x="20764" y="39289"/>
                    <a:pt x="20260" y="39250"/>
                  </a:cubicBezTo>
                  <a:cubicBezTo>
                    <a:pt x="19757" y="39213"/>
                    <a:pt x="19254" y="39194"/>
                    <a:pt x="18764" y="39125"/>
                  </a:cubicBezTo>
                  <a:cubicBezTo>
                    <a:pt x="18519" y="39097"/>
                    <a:pt x="18277" y="39068"/>
                    <a:pt x="18038" y="39039"/>
                  </a:cubicBezTo>
                  <a:cubicBezTo>
                    <a:pt x="17797" y="39012"/>
                    <a:pt x="17565" y="38961"/>
                    <a:pt x="17334" y="38925"/>
                  </a:cubicBezTo>
                  <a:cubicBezTo>
                    <a:pt x="17105" y="38885"/>
                    <a:pt x="16879" y="38846"/>
                    <a:pt x="16657" y="38807"/>
                  </a:cubicBezTo>
                  <a:cubicBezTo>
                    <a:pt x="16437" y="38769"/>
                    <a:pt x="16226" y="38709"/>
                    <a:pt x="16019" y="38663"/>
                  </a:cubicBezTo>
                  <a:cubicBezTo>
                    <a:pt x="15609" y="38561"/>
                    <a:pt x="15214" y="38487"/>
                    <a:pt x="14866" y="38364"/>
                  </a:cubicBezTo>
                  <a:cubicBezTo>
                    <a:pt x="14517" y="38255"/>
                    <a:pt x="14197" y="38156"/>
                    <a:pt x="13913" y="38067"/>
                  </a:cubicBezTo>
                  <a:cubicBezTo>
                    <a:pt x="13890" y="38059"/>
                    <a:pt x="13871" y="38051"/>
                    <a:pt x="13848" y="38042"/>
                  </a:cubicBezTo>
                  <a:lnTo>
                    <a:pt x="13848" y="38042"/>
                  </a:lnTo>
                  <a:cubicBezTo>
                    <a:pt x="13883" y="38046"/>
                    <a:pt x="13918" y="38051"/>
                    <a:pt x="13955" y="38054"/>
                  </a:cubicBezTo>
                  <a:cubicBezTo>
                    <a:pt x="14333" y="38087"/>
                    <a:pt x="14707" y="38098"/>
                    <a:pt x="15029" y="38098"/>
                  </a:cubicBezTo>
                  <a:cubicBezTo>
                    <a:pt x="15589" y="38098"/>
                    <a:pt x="15994" y="38066"/>
                    <a:pt x="15994" y="38066"/>
                  </a:cubicBezTo>
                  <a:cubicBezTo>
                    <a:pt x="15994" y="38066"/>
                    <a:pt x="15000" y="37852"/>
                    <a:pt x="14086" y="37487"/>
                  </a:cubicBezTo>
                  <a:cubicBezTo>
                    <a:pt x="13857" y="37397"/>
                    <a:pt x="13636" y="37299"/>
                    <a:pt x="13438" y="37198"/>
                  </a:cubicBezTo>
                  <a:cubicBezTo>
                    <a:pt x="13338" y="37151"/>
                    <a:pt x="13248" y="37093"/>
                    <a:pt x="13163" y="37045"/>
                  </a:cubicBezTo>
                  <a:cubicBezTo>
                    <a:pt x="13073" y="36998"/>
                    <a:pt x="13005" y="36943"/>
                    <a:pt x="12936" y="36897"/>
                  </a:cubicBezTo>
                  <a:cubicBezTo>
                    <a:pt x="12864" y="36853"/>
                    <a:pt x="12817" y="36803"/>
                    <a:pt x="12768" y="36764"/>
                  </a:cubicBezTo>
                  <a:cubicBezTo>
                    <a:pt x="12760" y="36758"/>
                    <a:pt x="12755" y="36752"/>
                    <a:pt x="12747" y="36746"/>
                  </a:cubicBezTo>
                  <a:cubicBezTo>
                    <a:pt x="12852" y="35752"/>
                    <a:pt x="12803" y="34935"/>
                    <a:pt x="12619" y="33587"/>
                  </a:cubicBezTo>
                  <a:lnTo>
                    <a:pt x="12619" y="33587"/>
                  </a:lnTo>
                  <a:cubicBezTo>
                    <a:pt x="12648" y="33593"/>
                    <a:pt x="12674" y="33599"/>
                    <a:pt x="12703" y="33603"/>
                  </a:cubicBezTo>
                  <a:cubicBezTo>
                    <a:pt x="12931" y="33653"/>
                    <a:pt x="13167" y="33684"/>
                    <a:pt x="13413" y="33717"/>
                  </a:cubicBezTo>
                  <a:cubicBezTo>
                    <a:pt x="13657" y="33756"/>
                    <a:pt x="13908" y="33777"/>
                    <a:pt x="14164" y="33803"/>
                  </a:cubicBezTo>
                  <a:cubicBezTo>
                    <a:pt x="14416" y="33832"/>
                    <a:pt x="14675" y="33842"/>
                    <a:pt x="14930" y="33863"/>
                  </a:cubicBezTo>
                  <a:cubicBezTo>
                    <a:pt x="15666" y="33908"/>
                    <a:pt x="16396" y="33922"/>
                    <a:pt x="17031" y="33922"/>
                  </a:cubicBezTo>
                  <a:cubicBezTo>
                    <a:pt x="18166" y="33922"/>
                    <a:pt x="18994" y="33876"/>
                    <a:pt x="18994" y="33876"/>
                  </a:cubicBezTo>
                  <a:cubicBezTo>
                    <a:pt x="18994" y="33876"/>
                    <a:pt x="18498" y="33777"/>
                    <a:pt x="17765" y="33601"/>
                  </a:cubicBezTo>
                  <a:cubicBezTo>
                    <a:pt x="17033" y="33425"/>
                    <a:pt x="16060" y="33171"/>
                    <a:pt x="15118" y="32863"/>
                  </a:cubicBezTo>
                  <a:cubicBezTo>
                    <a:pt x="15088" y="32854"/>
                    <a:pt x="15059" y="32843"/>
                    <a:pt x="15030" y="32834"/>
                  </a:cubicBezTo>
                  <a:cubicBezTo>
                    <a:pt x="16867" y="32423"/>
                    <a:pt x="18564" y="31492"/>
                    <a:pt x="19422" y="29854"/>
                  </a:cubicBezTo>
                  <a:close/>
                  <a:moveTo>
                    <a:pt x="20760" y="48636"/>
                  </a:moveTo>
                  <a:lnTo>
                    <a:pt x="20760" y="48636"/>
                  </a:lnTo>
                  <a:cubicBezTo>
                    <a:pt x="20760" y="48636"/>
                    <a:pt x="20592" y="49491"/>
                    <a:pt x="20307" y="50764"/>
                  </a:cubicBezTo>
                  <a:cubicBezTo>
                    <a:pt x="20162" y="51401"/>
                    <a:pt x="19998" y="52145"/>
                    <a:pt x="19841" y="52942"/>
                  </a:cubicBezTo>
                  <a:cubicBezTo>
                    <a:pt x="19766" y="53341"/>
                    <a:pt x="19696" y="53756"/>
                    <a:pt x="19652" y="54178"/>
                  </a:cubicBezTo>
                  <a:cubicBezTo>
                    <a:pt x="19598" y="54593"/>
                    <a:pt x="19622" y="55032"/>
                    <a:pt x="19590" y="55469"/>
                  </a:cubicBezTo>
                  <a:cubicBezTo>
                    <a:pt x="19459" y="57221"/>
                    <a:pt x="19011" y="58915"/>
                    <a:pt x="18660" y="60171"/>
                  </a:cubicBezTo>
                  <a:cubicBezTo>
                    <a:pt x="18484" y="60801"/>
                    <a:pt x="18317" y="61318"/>
                    <a:pt x="18206" y="61682"/>
                  </a:cubicBezTo>
                  <a:cubicBezTo>
                    <a:pt x="18092" y="62044"/>
                    <a:pt x="18026" y="62252"/>
                    <a:pt x="18026" y="62252"/>
                  </a:cubicBezTo>
                  <a:cubicBezTo>
                    <a:pt x="18026" y="62252"/>
                    <a:pt x="18253" y="61412"/>
                    <a:pt x="18568" y="60147"/>
                  </a:cubicBezTo>
                  <a:cubicBezTo>
                    <a:pt x="18729" y="59513"/>
                    <a:pt x="18899" y="58773"/>
                    <a:pt x="19062" y="57975"/>
                  </a:cubicBezTo>
                  <a:cubicBezTo>
                    <a:pt x="19221" y="57179"/>
                    <a:pt x="19370" y="56321"/>
                    <a:pt x="19418" y="55460"/>
                  </a:cubicBezTo>
                  <a:cubicBezTo>
                    <a:pt x="19452" y="55030"/>
                    <a:pt x="19432" y="54595"/>
                    <a:pt x="19489" y="54160"/>
                  </a:cubicBezTo>
                  <a:cubicBezTo>
                    <a:pt x="19538" y="53730"/>
                    <a:pt x="19613" y="53314"/>
                    <a:pt x="19692" y="52913"/>
                  </a:cubicBezTo>
                  <a:cubicBezTo>
                    <a:pt x="19857" y="52111"/>
                    <a:pt x="20052" y="51375"/>
                    <a:pt x="20211" y="50741"/>
                  </a:cubicBezTo>
                  <a:cubicBezTo>
                    <a:pt x="20540" y="49479"/>
                    <a:pt x="20760" y="48636"/>
                    <a:pt x="20760" y="48636"/>
                  </a:cubicBezTo>
                  <a:close/>
                  <a:moveTo>
                    <a:pt x="30578" y="29369"/>
                  </a:moveTo>
                  <a:cubicBezTo>
                    <a:pt x="30578" y="29370"/>
                    <a:pt x="30587" y="29507"/>
                    <a:pt x="30600" y="29765"/>
                  </a:cubicBezTo>
                  <a:cubicBezTo>
                    <a:pt x="30613" y="30023"/>
                    <a:pt x="30621" y="30405"/>
                    <a:pt x="30609" y="30889"/>
                  </a:cubicBezTo>
                  <a:cubicBezTo>
                    <a:pt x="30591" y="31373"/>
                    <a:pt x="30543" y="31961"/>
                    <a:pt x="30463" y="32630"/>
                  </a:cubicBezTo>
                  <a:cubicBezTo>
                    <a:pt x="30387" y="33300"/>
                    <a:pt x="30284" y="34053"/>
                    <a:pt x="30233" y="34879"/>
                  </a:cubicBezTo>
                  <a:cubicBezTo>
                    <a:pt x="30187" y="35704"/>
                    <a:pt x="30192" y="36607"/>
                    <a:pt x="30305" y="37543"/>
                  </a:cubicBezTo>
                  <a:cubicBezTo>
                    <a:pt x="30418" y="38483"/>
                    <a:pt x="30668" y="39454"/>
                    <a:pt x="30924" y="40457"/>
                  </a:cubicBezTo>
                  <a:cubicBezTo>
                    <a:pt x="31183" y="41462"/>
                    <a:pt x="31444" y="42505"/>
                    <a:pt x="31637" y="43580"/>
                  </a:cubicBezTo>
                  <a:cubicBezTo>
                    <a:pt x="31837" y="44658"/>
                    <a:pt x="31981" y="45758"/>
                    <a:pt x="32064" y="46863"/>
                  </a:cubicBezTo>
                  <a:cubicBezTo>
                    <a:pt x="32223" y="49079"/>
                    <a:pt x="32100" y="51300"/>
                    <a:pt x="31953" y="53367"/>
                  </a:cubicBezTo>
                  <a:cubicBezTo>
                    <a:pt x="31884" y="54401"/>
                    <a:pt x="31800" y="55401"/>
                    <a:pt x="31792" y="56348"/>
                  </a:cubicBezTo>
                  <a:cubicBezTo>
                    <a:pt x="31785" y="56584"/>
                    <a:pt x="31798" y="56816"/>
                    <a:pt x="31804" y="57045"/>
                  </a:cubicBezTo>
                  <a:cubicBezTo>
                    <a:pt x="31824" y="57274"/>
                    <a:pt x="31844" y="57501"/>
                    <a:pt x="31864" y="57723"/>
                  </a:cubicBezTo>
                  <a:cubicBezTo>
                    <a:pt x="31906" y="58170"/>
                    <a:pt x="31906" y="58606"/>
                    <a:pt x="31884" y="59023"/>
                  </a:cubicBezTo>
                  <a:cubicBezTo>
                    <a:pt x="31845" y="59855"/>
                    <a:pt x="31731" y="60610"/>
                    <a:pt x="31643" y="61277"/>
                  </a:cubicBezTo>
                  <a:cubicBezTo>
                    <a:pt x="31550" y="61945"/>
                    <a:pt x="31476" y="62528"/>
                    <a:pt x="31436" y="63010"/>
                  </a:cubicBezTo>
                  <a:cubicBezTo>
                    <a:pt x="31393" y="63492"/>
                    <a:pt x="31387" y="63873"/>
                    <a:pt x="31387" y="64131"/>
                  </a:cubicBezTo>
                  <a:cubicBezTo>
                    <a:pt x="31394" y="64381"/>
                    <a:pt x="31399" y="64515"/>
                    <a:pt x="31399" y="64526"/>
                  </a:cubicBezTo>
                  <a:lnTo>
                    <a:pt x="31399" y="64529"/>
                  </a:lnTo>
                  <a:cubicBezTo>
                    <a:pt x="31399" y="64529"/>
                    <a:pt x="31393" y="64392"/>
                    <a:pt x="31381" y="64131"/>
                  </a:cubicBezTo>
                  <a:cubicBezTo>
                    <a:pt x="31375" y="63873"/>
                    <a:pt x="31374" y="63492"/>
                    <a:pt x="31408" y="63008"/>
                  </a:cubicBezTo>
                  <a:cubicBezTo>
                    <a:pt x="31437" y="62525"/>
                    <a:pt x="31502" y="61939"/>
                    <a:pt x="31581" y="61271"/>
                  </a:cubicBezTo>
                  <a:cubicBezTo>
                    <a:pt x="31656" y="60601"/>
                    <a:pt x="31755" y="59847"/>
                    <a:pt x="31786" y="59020"/>
                  </a:cubicBezTo>
                  <a:cubicBezTo>
                    <a:pt x="31805" y="58606"/>
                    <a:pt x="31798" y="58175"/>
                    <a:pt x="31753" y="57734"/>
                  </a:cubicBezTo>
                  <a:cubicBezTo>
                    <a:pt x="31731" y="57511"/>
                    <a:pt x="31708" y="57285"/>
                    <a:pt x="31684" y="57055"/>
                  </a:cubicBezTo>
                  <a:cubicBezTo>
                    <a:pt x="31676" y="56823"/>
                    <a:pt x="31659" y="56585"/>
                    <a:pt x="31664" y="56348"/>
                  </a:cubicBezTo>
                  <a:cubicBezTo>
                    <a:pt x="31663" y="55393"/>
                    <a:pt x="31733" y="54390"/>
                    <a:pt x="31800" y="53356"/>
                  </a:cubicBezTo>
                  <a:cubicBezTo>
                    <a:pt x="31939" y="51288"/>
                    <a:pt x="32053" y="49077"/>
                    <a:pt x="31887" y="46875"/>
                  </a:cubicBezTo>
                  <a:cubicBezTo>
                    <a:pt x="31809" y="45775"/>
                    <a:pt x="31671" y="44678"/>
                    <a:pt x="31480" y="43611"/>
                  </a:cubicBezTo>
                  <a:cubicBezTo>
                    <a:pt x="31292" y="42540"/>
                    <a:pt x="31037" y="41502"/>
                    <a:pt x="30779" y="40496"/>
                  </a:cubicBezTo>
                  <a:cubicBezTo>
                    <a:pt x="30523" y="39492"/>
                    <a:pt x="30286" y="38510"/>
                    <a:pt x="30180" y="37561"/>
                  </a:cubicBezTo>
                  <a:cubicBezTo>
                    <a:pt x="30077" y="36609"/>
                    <a:pt x="30081" y="35708"/>
                    <a:pt x="30134" y="34875"/>
                  </a:cubicBezTo>
                  <a:cubicBezTo>
                    <a:pt x="30194" y="34044"/>
                    <a:pt x="30312" y="33292"/>
                    <a:pt x="30402" y="32623"/>
                  </a:cubicBezTo>
                  <a:cubicBezTo>
                    <a:pt x="30494" y="31956"/>
                    <a:pt x="30553" y="31371"/>
                    <a:pt x="30580" y="30889"/>
                  </a:cubicBezTo>
                  <a:cubicBezTo>
                    <a:pt x="30602" y="30406"/>
                    <a:pt x="30602" y="30027"/>
                    <a:pt x="30594" y="29767"/>
                  </a:cubicBezTo>
                  <a:cubicBezTo>
                    <a:pt x="30583" y="29508"/>
                    <a:pt x="30578" y="29370"/>
                    <a:pt x="30578" y="29369"/>
                  </a:cubicBezTo>
                  <a:close/>
                  <a:moveTo>
                    <a:pt x="31400" y="64529"/>
                  </a:moveTo>
                  <a:lnTo>
                    <a:pt x="31400" y="64529"/>
                  </a:lnTo>
                  <a:cubicBezTo>
                    <a:pt x="31406" y="64640"/>
                    <a:pt x="31416" y="64741"/>
                    <a:pt x="31424" y="64836"/>
                  </a:cubicBezTo>
                  <a:cubicBezTo>
                    <a:pt x="31414" y="64741"/>
                    <a:pt x="31406" y="64640"/>
                    <a:pt x="31400" y="64529"/>
                  </a:cubicBezTo>
                  <a:close/>
                  <a:moveTo>
                    <a:pt x="17595" y="65538"/>
                  </a:moveTo>
                  <a:cubicBezTo>
                    <a:pt x="17595" y="65539"/>
                    <a:pt x="17592" y="65641"/>
                    <a:pt x="17589" y="65820"/>
                  </a:cubicBezTo>
                  <a:cubicBezTo>
                    <a:pt x="17579" y="65999"/>
                    <a:pt x="17571" y="66257"/>
                    <a:pt x="17522" y="66562"/>
                  </a:cubicBezTo>
                  <a:cubicBezTo>
                    <a:pt x="17474" y="66865"/>
                    <a:pt x="17401" y="67224"/>
                    <a:pt x="17266" y="67588"/>
                  </a:cubicBezTo>
                  <a:cubicBezTo>
                    <a:pt x="17193" y="67769"/>
                    <a:pt x="17115" y="67950"/>
                    <a:pt x="17027" y="68134"/>
                  </a:cubicBezTo>
                  <a:cubicBezTo>
                    <a:pt x="16941" y="68318"/>
                    <a:pt x="16851" y="68502"/>
                    <a:pt x="16750" y="68683"/>
                  </a:cubicBezTo>
                  <a:cubicBezTo>
                    <a:pt x="16545" y="69043"/>
                    <a:pt x="16319" y="69392"/>
                    <a:pt x="16057" y="69683"/>
                  </a:cubicBezTo>
                  <a:cubicBezTo>
                    <a:pt x="15797" y="69974"/>
                    <a:pt x="15500" y="70198"/>
                    <a:pt x="15227" y="70347"/>
                  </a:cubicBezTo>
                  <a:cubicBezTo>
                    <a:pt x="14953" y="70498"/>
                    <a:pt x="14702" y="70568"/>
                    <a:pt x="14528" y="70610"/>
                  </a:cubicBezTo>
                  <a:cubicBezTo>
                    <a:pt x="14353" y="70648"/>
                    <a:pt x="14251" y="70663"/>
                    <a:pt x="14251" y="70663"/>
                  </a:cubicBezTo>
                  <a:cubicBezTo>
                    <a:pt x="14251" y="70663"/>
                    <a:pt x="14258" y="70662"/>
                    <a:pt x="14268" y="70657"/>
                  </a:cubicBezTo>
                  <a:lnTo>
                    <a:pt x="14268" y="70657"/>
                  </a:lnTo>
                  <a:cubicBezTo>
                    <a:pt x="14252" y="70661"/>
                    <a:pt x="14236" y="70664"/>
                    <a:pt x="14220" y="70666"/>
                  </a:cubicBezTo>
                  <a:lnTo>
                    <a:pt x="14220" y="70666"/>
                  </a:lnTo>
                  <a:cubicBezTo>
                    <a:pt x="14241" y="70662"/>
                    <a:pt x="14261" y="70658"/>
                    <a:pt x="14282" y="70655"/>
                  </a:cubicBezTo>
                  <a:cubicBezTo>
                    <a:pt x="14322" y="70641"/>
                    <a:pt x="14403" y="70617"/>
                    <a:pt x="14521" y="70581"/>
                  </a:cubicBezTo>
                  <a:cubicBezTo>
                    <a:pt x="14603" y="70549"/>
                    <a:pt x="14707" y="70516"/>
                    <a:pt x="14818" y="70461"/>
                  </a:cubicBezTo>
                  <a:cubicBezTo>
                    <a:pt x="14930" y="70410"/>
                    <a:pt x="15053" y="70343"/>
                    <a:pt x="15180" y="70265"/>
                  </a:cubicBezTo>
                  <a:cubicBezTo>
                    <a:pt x="15308" y="70185"/>
                    <a:pt x="15441" y="70091"/>
                    <a:pt x="15568" y="69973"/>
                  </a:cubicBezTo>
                  <a:cubicBezTo>
                    <a:pt x="15699" y="69863"/>
                    <a:pt x="15819" y="69724"/>
                    <a:pt x="15946" y="69585"/>
                  </a:cubicBezTo>
                  <a:cubicBezTo>
                    <a:pt x="16193" y="69300"/>
                    <a:pt x="16408" y="68957"/>
                    <a:pt x="16601" y="68602"/>
                  </a:cubicBezTo>
                  <a:cubicBezTo>
                    <a:pt x="16702" y="68426"/>
                    <a:pt x="16796" y="68246"/>
                    <a:pt x="16883" y="68066"/>
                  </a:cubicBezTo>
                  <a:cubicBezTo>
                    <a:pt x="16973" y="67890"/>
                    <a:pt x="17054" y="67707"/>
                    <a:pt x="17122" y="67534"/>
                  </a:cubicBezTo>
                  <a:cubicBezTo>
                    <a:pt x="17260" y="67181"/>
                    <a:pt x="17362" y="66842"/>
                    <a:pt x="17424" y="66543"/>
                  </a:cubicBezTo>
                  <a:cubicBezTo>
                    <a:pt x="17487" y="66246"/>
                    <a:pt x="17530" y="65995"/>
                    <a:pt x="17554" y="65816"/>
                  </a:cubicBezTo>
                  <a:cubicBezTo>
                    <a:pt x="17579" y="65639"/>
                    <a:pt x="17595" y="65539"/>
                    <a:pt x="17595" y="65538"/>
                  </a:cubicBezTo>
                  <a:close/>
                  <a:moveTo>
                    <a:pt x="12211" y="39832"/>
                  </a:moveTo>
                  <a:cubicBezTo>
                    <a:pt x="12305" y="39856"/>
                    <a:pt x="12413" y="39880"/>
                    <a:pt x="12536" y="39911"/>
                  </a:cubicBezTo>
                  <a:cubicBezTo>
                    <a:pt x="12768" y="39966"/>
                    <a:pt x="13048" y="40038"/>
                    <a:pt x="13373" y="40108"/>
                  </a:cubicBezTo>
                  <a:cubicBezTo>
                    <a:pt x="13698" y="40161"/>
                    <a:pt x="14064" y="40221"/>
                    <a:pt x="14464" y="40287"/>
                  </a:cubicBezTo>
                  <a:cubicBezTo>
                    <a:pt x="14863" y="40363"/>
                    <a:pt x="15300" y="40386"/>
                    <a:pt x="15756" y="40431"/>
                  </a:cubicBezTo>
                  <a:cubicBezTo>
                    <a:pt x="15985" y="40449"/>
                    <a:pt x="16220" y="40480"/>
                    <a:pt x="16459" y="40488"/>
                  </a:cubicBezTo>
                  <a:cubicBezTo>
                    <a:pt x="16699" y="40495"/>
                    <a:pt x="16945" y="40503"/>
                    <a:pt x="17193" y="40510"/>
                  </a:cubicBezTo>
                  <a:cubicBezTo>
                    <a:pt x="17391" y="40520"/>
                    <a:pt x="17592" y="40524"/>
                    <a:pt x="17794" y="40524"/>
                  </a:cubicBezTo>
                  <a:cubicBezTo>
                    <a:pt x="18099" y="40524"/>
                    <a:pt x="18408" y="40515"/>
                    <a:pt x="18720" y="40504"/>
                  </a:cubicBezTo>
                  <a:cubicBezTo>
                    <a:pt x="19238" y="40503"/>
                    <a:pt x="19762" y="40449"/>
                    <a:pt x="20284" y="40416"/>
                  </a:cubicBezTo>
                  <a:cubicBezTo>
                    <a:pt x="20807" y="40382"/>
                    <a:pt x="21325" y="40302"/>
                    <a:pt x="21835" y="40248"/>
                  </a:cubicBezTo>
                  <a:cubicBezTo>
                    <a:pt x="21882" y="40241"/>
                    <a:pt x="21928" y="40234"/>
                    <a:pt x="21974" y="40228"/>
                  </a:cubicBezTo>
                  <a:lnTo>
                    <a:pt x="21974" y="40228"/>
                  </a:lnTo>
                  <a:cubicBezTo>
                    <a:pt x="21204" y="40377"/>
                    <a:pt x="20431" y="40517"/>
                    <a:pt x="19699" y="40617"/>
                  </a:cubicBezTo>
                  <a:cubicBezTo>
                    <a:pt x="19326" y="40671"/>
                    <a:pt x="18966" y="40718"/>
                    <a:pt x="18623" y="40753"/>
                  </a:cubicBezTo>
                  <a:cubicBezTo>
                    <a:pt x="18278" y="40797"/>
                    <a:pt x="17955" y="40819"/>
                    <a:pt x="17652" y="40850"/>
                  </a:cubicBezTo>
                  <a:cubicBezTo>
                    <a:pt x="17049" y="40894"/>
                    <a:pt x="16546" y="40919"/>
                    <a:pt x="16193" y="40926"/>
                  </a:cubicBezTo>
                  <a:cubicBezTo>
                    <a:pt x="16075" y="40928"/>
                    <a:pt x="15973" y="40929"/>
                    <a:pt x="15891" y="40929"/>
                  </a:cubicBezTo>
                  <a:cubicBezTo>
                    <a:pt x="15726" y="40929"/>
                    <a:pt x="15637" y="40926"/>
                    <a:pt x="15637" y="40926"/>
                  </a:cubicBezTo>
                  <a:lnTo>
                    <a:pt x="15637" y="40926"/>
                  </a:lnTo>
                  <a:cubicBezTo>
                    <a:pt x="15637" y="40926"/>
                    <a:pt x="15833" y="40973"/>
                    <a:pt x="16183" y="41038"/>
                  </a:cubicBezTo>
                  <a:cubicBezTo>
                    <a:pt x="16532" y="41102"/>
                    <a:pt x="17036" y="41180"/>
                    <a:pt x="17644" y="41256"/>
                  </a:cubicBezTo>
                  <a:cubicBezTo>
                    <a:pt x="17948" y="41289"/>
                    <a:pt x="18278" y="41333"/>
                    <a:pt x="18627" y="41360"/>
                  </a:cubicBezTo>
                  <a:cubicBezTo>
                    <a:pt x="18979" y="41393"/>
                    <a:pt x="19348" y="41420"/>
                    <a:pt x="19731" y="41443"/>
                  </a:cubicBezTo>
                  <a:cubicBezTo>
                    <a:pt x="20498" y="41494"/>
                    <a:pt x="21318" y="41514"/>
                    <a:pt x="22142" y="41521"/>
                  </a:cubicBezTo>
                  <a:cubicBezTo>
                    <a:pt x="22553" y="41516"/>
                    <a:pt x="22965" y="41510"/>
                    <a:pt x="23370" y="41508"/>
                  </a:cubicBezTo>
                  <a:cubicBezTo>
                    <a:pt x="23776" y="41491"/>
                    <a:pt x="24176" y="41478"/>
                    <a:pt x="24562" y="41463"/>
                  </a:cubicBezTo>
                  <a:cubicBezTo>
                    <a:pt x="24948" y="41440"/>
                    <a:pt x="25322" y="41416"/>
                    <a:pt x="25676" y="41395"/>
                  </a:cubicBezTo>
                  <a:cubicBezTo>
                    <a:pt x="26032" y="41371"/>
                    <a:pt x="26365" y="41336"/>
                    <a:pt x="26675" y="41309"/>
                  </a:cubicBezTo>
                  <a:cubicBezTo>
                    <a:pt x="27296" y="41260"/>
                    <a:pt x="27809" y="41188"/>
                    <a:pt x="28169" y="41148"/>
                  </a:cubicBezTo>
                  <a:cubicBezTo>
                    <a:pt x="28193" y="41145"/>
                    <a:pt x="28213" y="41142"/>
                    <a:pt x="28233" y="41140"/>
                  </a:cubicBezTo>
                  <a:cubicBezTo>
                    <a:pt x="28406" y="42046"/>
                    <a:pt x="28523" y="43338"/>
                    <a:pt x="28728" y="45242"/>
                  </a:cubicBezTo>
                  <a:cubicBezTo>
                    <a:pt x="28730" y="45261"/>
                    <a:pt x="28731" y="45277"/>
                    <a:pt x="28733" y="45294"/>
                  </a:cubicBezTo>
                  <a:cubicBezTo>
                    <a:pt x="28818" y="45299"/>
                    <a:pt x="28904" y="45304"/>
                    <a:pt x="28988" y="45305"/>
                  </a:cubicBezTo>
                  <a:cubicBezTo>
                    <a:pt x="29381" y="45332"/>
                    <a:pt x="29749" y="45370"/>
                    <a:pt x="30059" y="45422"/>
                  </a:cubicBezTo>
                  <a:cubicBezTo>
                    <a:pt x="30300" y="45456"/>
                    <a:pt x="30505" y="45497"/>
                    <a:pt x="30670" y="45534"/>
                  </a:cubicBezTo>
                  <a:cubicBezTo>
                    <a:pt x="30543" y="45536"/>
                    <a:pt x="30400" y="45540"/>
                    <a:pt x="30243" y="45547"/>
                  </a:cubicBezTo>
                  <a:cubicBezTo>
                    <a:pt x="29608" y="45567"/>
                    <a:pt x="28762" y="45619"/>
                    <a:pt x="27924" y="45713"/>
                  </a:cubicBezTo>
                  <a:cubicBezTo>
                    <a:pt x="27085" y="45806"/>
                    <a:pt x="26254" y="45939"/>
                    <a:pt x="25636" y="46063"/>
                  </a:cubicBezTo>
                  <a:cubicBezTo>
                    <a:pt x="25018" y="46187"/>
                    <a:pt x="24615" y="46299"/>
                    <a:pt x="24615" y="46299"/>
                  </a:cubicBezTo>
                  <a:cubicBezTo>
                    <a:pt x="24615" y="46299"/>
                    <a:pt x="25032" y="46255"/>
                    <a:pt x="25656" y="46232"/>
                  </a:cubicBezTo>
                  <a:cubicBezTo>
                    <a:pt x="25893" y="46224"/>
                    <a:pt x="26160" y="46219"/>
                    <a:pt x="26445" y="46219"/>
                  </a:cubicBezTo>
                  <a:cubicBezTo>
                    <a:pt x="26911" y="46219"/>
                    <a:pt x="27427" y="46231"/>
                    <a:pt x="27940" y="46259"/>
                  </a:cubicBezTo>
                  <a:cubicBezTo>
                    <a:pt x="28236" y="46275"/>
                    <a:pt x="28530" y="46295"/>
                    <a:pt x="28816" y="46318"/>
                  </a:cubicBezTo>
                  <a:cubicBezTo>
                    <a:pt x="28860" y="47156"/>
                    <a:pt x="28836" y="47799"/>
                    <a:pt x="28780" y="48352"/>
                  </a:cubicBezTo>
                  <a:cubicBezTo>
                    <a:pt x="29053" y="48339"/>
                    <a:pt x="29327" y="48329"/>
                    <a:pt x="29585" y="48325"/>
                  </a:cubicBezTo>
                  <a:cubicBezTo>
                    <a:pt x="29680" y="48324"/>
                    <a:pt x="29773" y="48323"/>
                    <a:pt x="29864" y="48323"/>
                  </a:cubicBezTo>
                  <a:cubicBezTo>
                    <a:pt x="30091" y="48323"/>
                    <a:pt x="30303" y="48328"/>
                    <a:pt x="30494" y="48337"/>
                  </a:cubicBezTo>
                  <a:cubicBezTo>
                    <a:pt x="31028" y="48356"/>
                    <a:pt x="31390" y="48407"/>
                    <a:pt x="31390" y="48407"/>
                  </a:cubicBezTo>
                  <a:cubicBezTo>
                    <a:pt x="31390" y="48407"/>
                    <a:pt x="31374" y="48414"/>
                    <a:pt x="31347" y="48425"/>
                  </a:cubicBezTo>
                  <a:cubicBezTo>
                    <a:pt x="31146" y="48457"/>
                    <a:pt x="29867" y="48653"/>
                    <a:pt x="28575" y="48790"/>
                  </a:cubicBezTo>
                  <a:cubicBezTo>
                    <a:pt x="27872" y="48868"/>
                    <a:pt x="27167" y="48928"/>
                    <a:pt x="26638" y="48963"/>
                  </a:cubicBezTo>
                  <a:cubicBezTo>
                    <a:pt x="26107" y="49001"/>
                    <a:pt x="25754" y="49010"/>
                    <a:pt x="25754" y="49010"/>
                  </a:cubicBezTo>
                  <a:cubicBezTo>
                    <a:pt x="25754" y="49010"/>
                    <a:pt x="26107" y="49034"/>
                    <a:pt x="26640" y="49051"/>
                  </a:cubicBezTo>
                  <a:cubicBezTo>
                    <a:pt x="27046" y="49062"/>
                    <a:pt x="27557" y="49071"/>
                    <a:pt x="28091" y="49071"/>
                  </a:cubicBezTo>
                  <a:cubicBezTo>
                    <a:pt x="28256" y="49071"/>
                    <a:pt x="28424" y="49070"/>
                    <a:pt x="28592" y="49068"/>
                  </a:cubicBezTo>
                  <a:cubicBezTo>
                    <a:pt x="28624" y="49068"/>
                    <a:pt x="28657" y="49068"/>
                    <a:pt x="28690" y="49065"/>
                  </a:cubicBezTo>
                  <a:lnTo>
                    <a:pt x="28690" y="49065"/>
                  </a:lnTo>
                  <a:cubicBezTo>
                    <a:pt x="28592" y="49715"/>
                    <a:pt x="28475" y="50301"/>
                    <a:pt x="28428" y="51063"/>
                  </a:cubicBezTo>
                  <a:cubicBezTo>
                    <a:pt x="28334" y="51090"/>
                    <a:pt x="28240" y="51117"/>
                    <a:pt x="28142" y="51147"/>
                  </a:cubicBezTo>
                  <a:cubicBezTo>
                    <a:pt x="27936" y="51217"/>
                    <a:pt x="27723" y="51254"/>
                    <a:pt x="27508" y="51303"/>
                  </a:cubicBezTo>
                  <a:cubicBezTo>
                    <a:pt x="27293" y="51359"/>
                    <a:pt x="27077" y="51375"/>
                    <a:pt x="26859" y="51413"/>
                  </a:cubicBezTo>
                  <a:cubicBezTo>
                    <a:pt x="26644" y="51440"/>
                    <a:pt x="26429" y="51450"/>
                    <a:pt x="26221" y="51465"/>
                  </a:cubicBezTo>
                  <a:cubicBezTo>
                    <a:pt x="26127" y="51465"/>
                    <a:pt x="26032" y="51467"/>
                    <a:pt x="25938" y="51467"/>
                  </a:cubicBezTo>
                  <a:cubicBezTo>
                    <a:pt x="25830" y="51467"/>
                    <a:pt x="25723" y="51464"/>
                    <a:pt x="25621" y="51454"/>
                  </a:cubicBezTo>
                  <a:cubicBezTo>
                    <a:pt x="25428" y="51448"/>
                    <a:pt x="25248" y="51421"/>
                    <a:pt x="25080" y="51399"/>
                  </a:cubicBezTo>
                  <a:cubicBezTo>
                    <a:pt x="24915" y="51370"/>
                    <a:pt x="24760" y="51344"/>
                    <a:pt x="24627" y="51307"/>
                  </a:cubicBezTo>
                  <a:cubicBezTo>
                    <a:pt x="24493" y="51274"/>
                    <a:pt x="24378" y="51235"/>
                    <a:pt x="24284" y="51205"/>
                  </a:cubicBezTo>
                  <a:cubicBezTo>
                    <a:pt x="24096" y="51137"/>
                    <a:pt x="23992" y="51084"/>
                    <a:pt x="23992" y="51084"/>
                  </a:cubicBezTo>
                  <a:lnTo>
                    <a:pt x="23992" y="51084"/>
                  </a:lnTo>
                  <a:cubicBezTo>
                    <a:pt x="23992" y="51084"/>
                    <a:pt x="24079" y="51159"/>
                    <a:pt x="24250" y="51272"/>
                  </a:cubicBezTo>
                  <a:cubicBezTo>
                    <a:pt x="24335" y="51325"/>
                    <a:pt x="24441" y="51391"/>
                    <a:pt x="24568" y="51456"/>
                  </a:cubicBezTo>
                  <a:cubicBezTo>
                    <a:pt x="24694" y="51527"/>
                    <a:pt x="24842" y="51590"/>
                    <a:pt x="25005" y="51661"/>
                  </a:cubicBezTo>
                  <a:cubicBezTo>
                    <a:pt x="25170" y="51724"/>
                    <a:pt x="25348" y="51797"/>
                    <a:pt x="25546" y="51852"/>
                  </a:cubicBezTo>
                  <a:cubicBezTo>
                    <a:pt x="25741" y="51919"/>
                    <a:pt x="25951" y="51962"/>
                    <a:pt x="26170" y="52013"/>
                  </a:cubicBezTo>
                  <a:cubicBezTo>
                    <a:pt x="26389" y="52053"/>
                    <a:pt x="26620" y="52096"/>
                    <a:pt x="26855" y="52123"/>
                  </a:cubicBezTo>
                  <a:cubicBezTo>
                    <a:pt x="27078" y="52138"/>
                    <a:pt x="27309" y="52173"/>
                    <a:pt x="27537" y="52173"/>
                  </a:cubicBezTo>
                  <a:cubicBezTo>
                    <a:pt x="27549" y="52173"/>
                    <a:pt x="27562" y="52173"/>
                    <a:pt x="27574" y="52173"/>
                  </a:cubicBezTo>
                  <a:cubicBezTo>
                    <a:pt x="27714" y="52175"/>
                    <a:pt x="27856" y="52180"/>
                    <a:pt x="27996" y="52180"/>
                  </a:cubicBezTo>
                  <a:cubicBezTo>
                    <a:pt x="28096" y="52180"/>
                    <a:pt x="28196" y="52177"/>
                    <a:pt x="28295" y="52170"/>
                  </a:cubicBezTo>
                  <a:cubicBezTo>
                    <a:pt x="28336" y="52166"/>
                    <a:pt x="28379" y="52165"/>
                    <a:pt x="28421" y="52163"/>
                  </a:cubicBezTo>
                  <a:cubicBezTo>
                    <a:pt x="28554" y="53111"/>
                    <a:pt x="29557" y="54597"/>
                    <a:pt x="29327" y="56733"/>
                  </a:cubicBezTo>
                  <a:cubicBezTo>
                    <a:pt x="29299" y="57007"/>
                    <a:pt x="29267" y="57270"/>
                    <a:pt x="29236" y="57527"/>
                  </a:cubicBezTo>
                  <a:cubicBezTo>
                    <a:pt x="29209" y="57538"/>
                    <a:pt x="29182" y="57550"/>
                    <a:pt x="29153" y="57558"/>
                  </a:cubicBezTo>
                  <a:cubicBezTo>
                    <a:pt x="29035" y="57593"/>
                    <a:pt x="28914" y="57641"/>
                    <a:pt x="28785" y="57673"/>
                  </a:cubicBezTo>
                  <a:cubicBezTo>
                    <a:pt x="28655" y="57704"/>
                    <a:pt x="28522" y="57744"/>
                    <a:pt x="28382" y="57767"/>
                  </a:cubicBezTo>
                  <a:cubicBezTo>
                    <a:pt x="28242" y="57787"/>
                    <a:pt x="28101" y="57822"/>
                    <a:pt x="27958" y="57833"/>
                  </a:cubicBezTo>
                  <a:cubicBezTo>
                    <a:pt x="27741" y="57859"/>
                    <a:pt x="27523" y="57872"/>
                    <a:pt x="27311" y="57872"/>
                  </a:cubicBezTo>
                  <a:cubicBezTo>
                    <a:pt x="27242" y="57872"/>
                    <a:pt x="27174" y="57871"/>
                    <a:pt x="27106" y="57868"/>
                  </a:cubicBezTo>
                  <a:cubicBezTo>
                    <a:pt x="26832" y="57858"/>
                    <a:pt x="26577" y="57832"/>
                    <a:pt x="26361" y="57793"/>
                  </a:cubicBezTo>
                  <a:cubicBezTo>
                    <a:pt x="25925" y="57720"/>
                    <a:pt x="25647" y="57614"/>
                    <a:pt x="25647" y="57614"/>
                  </a:cubicBezTo>
                  <a:lnTo>
                    <a:pt x="25647" y="57614"/>
                  </a:lnTo>
                  <a:cubicBezTo>
                    <a:pt x="25647" y="57614"/>
                    <a:pt x="25910" y="57754"/>
                    <a:pt x="26340" y="57881"/>
                  </a:cubicBezTo>
                  <a:cubicBezTo>
                    <a:pt x="26554" y="57947"/>
                    <a:pt x="26810" y="58008"/>
                    <a:pt x="27087" y="58051"/>
                  </a:cubicBezTo>
                  <a:cubicBezTo>
                    <a:pt x="27367" y="58095"/>
                    <a:pt x="27669" y="58123"/>
                    <a:pt x="27972" y="58123"/>
                  </a:cubicBezTo>
                  <a:cubicBezTo>
                    <a:pt x="28001" y="58125"/>
                    <a:pt x="28029" y="58125"/>
                    <a:pt x="28057" y="58125"/>
                  </a:cubicBezTo>
                  <a:cubicBezTo>
                    <a:pt x="28181" y="58125"/>
                    <a:pt x="28304" y="58113"/>
                    <a:pt x="28426" y="58110"/>
                  </a:cubicBezTo>
                  <a:cubicBezTo>
                    <a:pt x="28577" y="58103"/>
                    <a:pt x="28723" y="58077"/>
                    <a:pt x="28865" y="58063"/>
                  </a:cubicBezTo>
                  <a:cubicBezTo>
                    <a:pt x="28973" y="58049"/>
                    <a:pt x="29075" y="58028"/>
                    <a:pt x="29176" y="58008"/>
                  </a:cubicBezTo>
                  <a:lnTo>
                    <a:pt x="29176" y="58008"/>
                  </a:lnTo>
                  <a:cubicBezTo>
                    <a:pt x="29166" y="58083"/>
                    <a:pt x="29156" y="58157"/>
                    <a:pt x="29147" y="58230"/>
                  </a:cubicBezTo>
                  <a:cubicBezTo>
                    <a:pt x="29052" y="58264"/>
                    <a:pt x="28951" y="58304"/>
                    <a:pt x="28840" y="58328"/>
                  </a:cubicBezTo>
                  <a:cubicBezTo>
                    <a:pt x="28695" y="58366"/>
                    <a:pt x="28536" y="58406"/>
                    <a:pt x="28370" y="58451"/>
                  </a:cubicBezTo>
                  <a:cubicBezTo>
                    <a:pt x="28201" y="58503"/>
                    <a:pt x="28026" y="58523"/>
                    <a:pt x="27842" y="58554"/>
                  </a:cubicBezTo>
                  <a:cubicBezTo>
                    <a:pt x="27657" y="58588"/>
                    <a:pt x="27464" y="58620"/>
                    <a:pt x="27271" y="58625"/>
                  </a:cubicBezTo>
                  <a:cubicBezTo>
                    <a:pt x="27135" y="58635"/>
                    <a:pt x="26995" y="58645"/>
                    <a:pt x="26856" y="58645"/>
                  </a:cubicBezTo>
                  <a:cubicBezTo>
                    <a:pt x="26797" y="58645"/>
                    <a:pt x="26739" y="58643"/>
                    <a:pt x="26681" y="58639"/>
                  </a:cubicBezTo>
                  <a:lnTo>
                    <a:pt x="26381" y="58625"/>
                  </a:lnTo>
                  <a:cubicBezTo>
                    <a:pt x="26284" y="58610"/>
                    <a:pt x="26188" y="58593"/>
                    <a:pt x="26092" y="58578"/>
                  </a:cubicBezTo>
                  <a:cubicBezTo>
                    <a:pt x="25895" y="58558"/>
                    <a:pt x="25720" y="58487"/>
                    <a:pt x="25536" y="58439"/>
                  </a:cubicBezTo>
                  <a:cubicBezTo>
                    <a:pt x="25448" y="58409"/>
                    <a:pt x="25367" y="58367"/>
                    <a:pt x="25284" y="58334"/>
                  </a:cubicBezTo>
                  <a:cubicBezTo>
                    <a:pt x="25198" y="58300"/>
                    <a:pt x="25119" y="58261"/>
                    <a:pt x="25046" y="58214"/>
                  </a:cubicBezTo>
                  <a:cubicBezTo>
                    <a:pt x="24892" y="58132"/>
                    <a:pt x="24762" y="58033"/>
                    <a:pt x="24639" y="57938"/>
                  </a:cubicBezTo>
                  <a:cubicBezTo>
                    <a:pt x="24525" y="57834"/>
                    <a:pt x="24414" y="57740"/>
                    <a:pt x="24335" y="57642"/>
                  </a:cubicBezTo>
                  <a:cubicBezTo>
                    <a:pt x="24247" y="57547"/>
                    <a:pt x="24186" y="57456"/>
                    <a:pt x="24130" y="57378"/>
                  </a:cubicBezTo>
                  <a:cubicBezTo>
                    <a:pt x="24030" y="57222"/>
                    <a:pt x="23988" y="57121"/>
                    <a:pt x="23988" y="57121"/>
                  </a:cubicBezTo>
                  <a:lnTo>
                    <a:pt x="23988" y="57121"/>
                  </a:lnTo>
                  <a:cubicBezTo>
                    <a:pt x="23988" y="57121"/>
                    <a:pt x="24003" y="57229"/>
                    <a:pt x="24063" y="57410"/>
                  </a:cubicBezTo>
                  <a:cubicBezTo>
                    <a:pt x="24098" y="57499"/>
                    <a:pt x="24137" y="57610"/>
                    <a:pt x="24200" y="57730"/>
                  </a:cubicBezTo>
                  <a:cubicBezTo>
                    <a:pt x="24257" y="57853"/>
                    <a:pt x="24344" y="57979"/>
                    <a:pt x="24438" y="58120"/>
                  </a:cubicBezTo>
                  <a:cubicBezTo>
                    <a:pt x="24540" y="58255"/>
                    <a:pt x="24656" y="58401"/>
                    <a:pt x="24801" y="58535"/>
                  </a:cubicBezTo>
                  <a:cubicBezTo>
                    <a:pt x="24868" y="58609"/>
                    <a:pt x="24944" y="58674"/>
                    <a:pt x="25029" y="58737"/>
                  </a:cubicBezTo>
                  <a:cubicBezTo>
                    <a:pt x="25111" y="58798"/>
                    <a:pt x="25193" y="58871"/>
                    <a:pt x="25284" y="58929"/>
                  </a:cubicBezTo>
                  <a:cubicBezTo>
                    <a:pt x="25469" y="59036"/>
                    <a:pt x="25660" y="59170"/>
                    <a:pt x="25872" y="59254"/>
                  </a:cubicBezTo>
                  <a:cubicBezTo>
                    <a:pt x="25978" y="59299"/>
                    <a:pt x="26086" y="59348"/>
                    <a:pt x="26193" y="59393"/>
                  </a:cubicBezTo>
                  <a:lnTo>
                    <a:pt x="26526" y="59498"/>
                  </a:lnTo>
                  <a:cubicBezTo>
                    <a:pt x="26750" y="59577"/>
                    <a:pt x="26977" y="59618"/>
                    <a:pt x="27202" y="59659"/>
                  </a:cubicBezTo>
                  <a:cubicBezTo>
                    <a:pt x="27429" y="59712"/>
                    <a:pt x="27652" y="59732"/>
                    <a:pt x="27869" y="59748"/>
                  </a:cubicBezTo>
                  <a:cubicBezTo>
                    <a:pt x="28061" y="59765"/>
                    <a:pt x="28251" y="59787"/>
                    <a:pt x="28428" y="59787"/>
                  </a:cubicBezTo>
                  <a:cubicBezTo>
                    <a:pt x="28451" y="59787"/>
                    <a:pt x="28473" y="59786"/>
                    <a:pt x="28495" y="59786"/>
                  </a:cubicBezTo>
                  <a:lnTo>
                    <a:pt x="28921" y="59786"/>
                  </a:lnTo>
                  <a:cubicBezTo>
                    <a:pt x="28857" y="60190"/>
                    <a:pt x="28797" y="60566"/>
                    <a:pt x="28739" y="60919"/>
                  </a:cubicBezTo>
                  <a:cubicBezTo>
                    <a:pt x="28516" y="60935"/>
                    <a:pt x="28283" y="60947"/>
                    <a:pt x="28045" y="60952"/>
                  </a:cubicBezTo>
                  <a:cubicBezTo>
                    <a:pt x="27942" y="60955"/>
                    <a:pt x="27839" y="60956"/>
                    <a:pt x="27736" y="60956"/>
                  </a:cubicBezTo>
                  <a:cubicBezTo>
                    <a:pt x="27290" y="60956"/>
                    <a:pt x="26859" y="60934"/>
                    <a:pt x="26519" y="60908"/>
                  </a:cubicBezTo>
                  <a:cubicBezTo>
                    <a:pt x="26101" y="60879"/>
                    <a:pt x="25823" y="60840"/>
                    <a:pt x="25823" y="60840"/>
                  </a:cubicBezTo>
                  <a:lnTo>
                    <a:pt x="25823" y="60840"/>
                  </a:lnTo>
                  <a:cubicBezTo>
                    <a:pt x="25823" y="60840"/>
                    <a:pt x="26080" y="60948"/>
                    <a:pt x="26482" y="61087"/>
                  </a:cubicBezTo>
                  <a:cubicBezTo>
                    <a:pt x="26882" y="61225"/>
                    <a:pt x="27423" y="61396"/>
                    <a:pt x="27981" y="61530"/>
                  </a:cubicBezTo>
                  <a:cubicBezTo>
                    <a:pt x="28195" y="61584"/>
                    <a:pt x="28413" y="61628"/>
                    <a:pt x="28622" y="61668"/>
                  </a:cubicBezTo>
                  <a:cubicBezTo>
                    <a:pt x="28402" y="63117"/>
                    <a:pt x="28322" y="64104"/>
                    <a:pt x="28648" y="64938"/>
                  </a:cubicBezTo>
                  <a:cubicBezTo>
                    <a:pt x="28731" y="64952"/>
                    <a:pt x="28816" y="64964"/>
                    <a:pt x="28898" y="64978"/>
                  </a:cubicBezTo>
                  <a:cubicBezTo>
                    <a:pt x="29084" y="65004"/>
                    <a:pt x="29272" y="65019"/>
                    <a:pt x="29455" y="65031"/>
                  </a:cubicBezTo>
                  <a:cubicBezTo>
                    <a:pt x="29578" y="65033"/>
                    <a:pt x="29701" y="65038"/>
                    <a:pt x="29820" y="65038"/>
                  </a:cubicBezTo>
                  <a:cubicBezTo>
                    <a:pt x="29876" y="65038"/>
                    <a:pt x="29931" y="65037"/>
                    <a:pt x="29985" y="65033"/>
                  </a:cubicBezTo>
                  <a:cubicBezTo>
                    <a:pt x="30155" y="65031"/>
                    <a:pt x="30316" y="65019"/>
                    <a:pt x="30463" y="65004"/>
                  </a:cubicBezTo>
                  <a:cubicBezTo>
                    <a:pt x="30857" y="64966"/>
                    <a:pt x="31159" y="64905"/>
                    <a:pt x="31320" y="64868"/>
                  </a:cubicBezTo>
                  <a:lnTo>
                    <a:pt x="31320" y="64868"/>
                  </a:lnTo>
                  <a:cubicBezTo>
                    <a:pt x="31150" y="64925"/>
                    <a:pt x="30915" y="65025"/>
                    <a:pt x="30626" y="65099"/>
                  </a:cubicBezTo>
                  <a:cubicBezTo>
                    <a:pt x="30477" y="65141"/>
                    <a:pt x="30314" y="65188"/>
                    <a:pt x="30143" y="65238"/>
                  </a:cubicBezTo>
                  <a:cubicBezTo>
                    <a:pt x="29969" y="65274"/>
                    <a:pt x="29784" y="65314"/>
                    <a:pt x="29595" y="65354"/>
                  </a:cubicBezTo>
                  <a:cubicBezTo>
                    <a:pt x="29403" y="65395"/>
                    <a:pt x="29203" y="65415"/>
                    <a:pt x="28998" y="65447"/>
                  </a:cubicBezTo>
                  <a:cubicBezTo>
                    <a:pt x="28793" y="65479"/>
                    <a:pt x="28587" y="65485"/>
                    <a:pt x="28375" y="65502"/>
                  </a:cubicBezTo>
                  <a:cubicBezTo>
                    <a:pt x="28166" y="65514"/>
                    <a:pt x="27956" y="65510"/>
                    <a:pt x="27746" y="65513"/>
                  </a:cubicBezTo>
                  <a:cubicBezTo>
                    <a:pt x="27541" y="65498"/>
                    <a:pt x="27332" y="65498"/>
                    <a:pt x="27134" y="65470"/>
                  </a:cubicBezTo>
                  <a:cubicBezTo>
                    <a:pt x="26937" y="65450"/>
                    <a:pt x="26744" y="65424"/>
                    <a:pt x="26564" y="65387"/>
                  </a:cubicBezTo>
                  <a:cubicBezTo>
                    <a:pt x="26381" y="65358"/>
                    <a:pt x="26215" y="65307"/>
                    <a:pt x="26056" y="65273"/>
                  </a:cubicBezTo>
                  <a:cubicBezTo>
                    <a:pt x="25745" y="65184"/>
                    <a:pt x="25488" y="65089"/>
                    <a:pt x="25314" y="65009"/>
                  </a:cubicBezTo>
                  <a:cubicBezTo>
                    <a:pt x="25139" y="64930"/>
                    <a:pt x="25045" y="64872"/>
                    <a:pt x="25045" y="64872"/>
                  </a:cubicBezTo>
                  <a:lnTo>
                    <a:pt x="25045" y="64872"/>
                  </a:lnTo>
                  <a:cubicBezTo>
                    <a:pt x="25045" y="64872"/>
                    <a:pt x="25123" y="64950"/>
                    <a:pt x="25275" y="65072"/>
                  </a:cubicBezTo>
                  <a:cubicBezTo>
                    <a:pt x="25428" y="65193"/>
                    <a:pt x="25657" y="65353"/>
                    <a:pt x="25950" y="65522"/>
                  </a:cubicBezTo>
                  <a:cubicBezTo>
                    <a:pt x="26099" y="65600"/>
                    <a:pt x="26259" y="65694"/>
                    <a:pt x="26439" y="65771"/>
                  </a:cubicBezTo>
                  <a:cubicBezTo>
                    <a:pt x="26615" y="65857"/>
                    <a:pt x="26805" y="65933"/>
                    <a:pt x="27007" y="66007"/>
                  </a:cubicBezTo>
                  <a:cubicBezTo>
                    <a:pt x="27207" y="66088"/>
                    <a:pt x="27421" y="66141"/>
                    <a:pt x="27637" y="66214"/>
                  </a:cubicBezTo>
                  <a:cubicBezTo>
                    <a:pt x="27856" y="66268"/>
                    <a:pt x="28080" y="66328"/>
                    <a:pt x="28307" y="66372"/>
                  </a:cubicBezTo>
                  <a:cubicBezTo>
                    <a:pt x="28534" y="66407"/>
                    <a:pt x="28763" y="66460"/>
                    <a:pt x="28990" y="66481"/>
                  </a:cubicBezTo>
                  <a:cubicBezTo>
                    <a:pt x="29216" y="66503"/>
                    <a:pt x="29442" y="66535"/>
                    <a:pt x="29659" y="66543"/>
                  </a:cubicBezTo>
                  <a:cubicBezTo>
                    <a:pt x="29690" y="66544"/>
                    <a:pt x="29717" y="66544"/>
                    <a:pt x="29746" y="66547"/>
                  </a:cubicBezTo>
                  <a:cubicBezTo>
                    <a:pt x="30622" y="67686"/>
                    <a:pt x="31221" y="68611"/>
                    <a:pt x="30972" y="69337"/>
                  </a:cubicBezTo>
                  <a:cubicBezTo>
                    <a:pt x="30876" y="69362"/>
                    <a:pt x="30771" y="69384"/>
                    <a:pt x="30653" y="69407"/>
                  </a:cubicBezTo>
                  <a:cubicBezTo>
                    <a:pt x="30321" y="69469"/>
                    <a:pt x="29918" y="69512"/>
                    <a:pt x="29478" y="69524"/>
                  </a:cubicBezTo>
                  <a:cubicBezTo>
                    <a:pt x="29390" y="69527"/>
                    <a:pt x="29305" y="69528"/>
                    <a:pt x="29218" y="69528"/>
                  </a:cubicBezTo>
                  <a:cubicBezTo>
                    <a:pt x="29084" y="69528"/>
                    <a:pt x="28948" y="69525"/>
                    <a:pt x="28800" y="69517"/>
                  </a:cubicBezTo>
                  <a:cubicBezTo>
                    <a:pt x="28543" y="69509"/>
                    <a:pt x="28346" y="69482"/>
                    <a:pt x="28120" y="69452"/>
                  </a:cubicBezTo>
                  <a:lnTo>
                    <a:pt x="27799" y="69368"/>
                  </a:lnTo>
                  <a:cubicBezTo>
                    <a:pt x="27694" y="69335"/>
                    <a:pt x="27594" y="69288"/>
                    <a:pt x="27489" y="69249"/>
                  </a:cubicBezTo>
                  <a:cubicBezTo>
                    <a:pt x="27288" y="69155"/>
                    <a:pt x="27094" y="69045"/>
                    <a:pt x="26918" y="68917"/>
                  </a:cubicBezTo>
                  <a:cubicBezTo>
                    <a:pt x="26566" y="68659"/>
                    <a:pt x="26280" y="68348"/>
                    <a:pt x="26064" y="68058"/>
                  </a:cubicBezTo>
                  <a:cubicBezTo>
                    <a:pt x="25848" y="67765"/>
                    <a:pt x="25698" y="67496"/>
                    <a:pt x="25602" y="67303"/>
                  </a:cubicBezTo>
                  <a:cubicBezTo>
                    <a:pt x="25507" y="67111"/>
                    <a:pt x="25465" y="66994"/>
                    <a:pt x="25465" y="66994"/>
                  </a:cubicBezTo>
                  <a:lnTo>
                    <a:pt x="25465" y="66994"/>
                  </a:lnTo>
                  <a:cubicBezTo>
                    <a:pt x="25465" y="66994"/>
                    <a:pt x="25485" y="67118"/>
                    <a:pt x="25543" y="67327"/>
                  </a:cubicBezTo>
                  <a:cubicBezTo>
                    <a:pt x="25605" y="67537"/>
                    <a:pt x="25703" y="67833"/>
                    <a:pt x="25870" y="68174"/>
                  </a:cubicBezTo>
                  <a:cubicBezTo>
                    <a:pt x="26036" y="68516"/>
                    <a:pt x="26272" y="68901"/>
                    <a:pt x="26611" y="69261"/>
                  </a:cubicBezTo>
                  <a:cubicBezTo>
                    <a:pt x="26781" y="69441"/>
                    <a:pt x="26976" y="69609"/>
                    <a:pt x="27192" y="69763"/>
                  </a:cubicBezTo>
                  <a:cubicBezTo>
                    <a:pt x="27305" y="69832"/>
                    <a:pt x="27417" y="69908"/>
                    <a:pt x="27535" y="69974"/>
                  </a:cubicBezTo>
                  <a:lnTo>
                    <a:pt x="27905" y="70149"/>
                  </a:lnTo>
                  <a:cubicBezTo>
                    <a:pt x="28159" y="70237"/>
                    <a:pt x="28442" y="70323"/>
                    <a:pt x="28668" y="70371"/>
                  </a:cubicBezTo>
                  <a:cubicBezTo>
                    <a:pt x="28904" y="70428"/>
                    <a:pt x="29169" y="70482"/>
                    <a:pt x="29404" y="70518"/>
                  </a:cubicBezTo>
                  <a:cubicBezTo>
                    <a:pt x="29537" y="70539"/>
                    <a:pt x="29669" y="70557"/>
                    <a:pt x="29797" y="70572"/>
                  </a:cubicBezTo>
                  <a:cubicBezTo>
                    <a:pt x="29168" y="71009"/>
                    <a:pt x="28536" y="71307"/>
                    <a:pt x="28536" y="71307"/>
                  </a:cubicBezTo>
                  <a:cubicBezTo>
                    <a:pt x="25919" y="70919"/>
                    <a:pt x="24660" y="67770"/>
                    <a:pt x="24660" y="65927"/>
                  </a:cubicBezTo>
                  <a:cubicBezTo>
                    <a:pt x="24660" y="64085"/>
                    <a:pt x="24660" y="62098"/>
                    <a:pt x="23883" y="58852"/>
                  </a:cubicBezTo>
                  <a:cubicBezTo>
                    <a:pt x="23109" y="55605"/>
                    <a:pt x="22769" y="52455"/>
                    <a:pt x="22769" y="49837"/>
                  </a:cubicBezTo>
                  <a:cubicBezTo>
                    <a:pt x="22774" y="47230"/>
                    <a:pt x="21516" y="44422"/>
                    <a:pt x="21513" y="44418"/>
                  </a:cubicBezTo>
                  <a:lnTo>
                    <a:pt x="20969" y="43510"/>
                  </a:lnTo>
                  <a:cubicBezTo>
                    <a:pt x="20969" y="43510"/>
                    <a:pt x="19734" y="44384"/>
                    <a:pt x="18361" y="47615"/>
                  </a:cubicBezTo>
                  <a:cubicBezTo>
                    <a:pt x="18382" y="47618"/>
                    <a:pt x="18402" y="47619"/>
                    <a:pt x="18421" y="47620"/>
                  </a:cubicBezTo>
                  <a:cubicBezTo>
                    <a:pt x="18666" y="47640"/>
                    <a:pt x="18886" y="47648"/>
                    <a:pt x="19066" y="47648"/>
                  </a:cubicBezTo>
                  <a:cubicBezTo>
                    <a:pt x="19139" y="47648"/>
                    <a:pt x="19207" y="47647"/>
                    <a:pt x="19267" y="47645"/>
                  </a:cubicBezTo>
                  <a:cubicBezTo>
                    <a:pt x="19471" y="47635"/>
                    <a:pt x="19589" y="47618"/>
                    <a:pt x="19589" y="47618"/>
                  </a:cubicBezTo>
                  <a:lnTo>
                    <a:pt x="19589" y="47618"/>
                  </a:lnTo>
                  <a:cubicBezTo>
                    <a:pt x="19589" y="47618"/>
                    <a:pt x="19484" y="47674"/>
                    <a:pt x="19288" y="47749"/>
                  </a:cubicBezTo>
                  <a:cubicBezTo>
                    <a:pt x="19092" y="47826"/>
                    <a:pt x="18806" y="47920"/>
                    <a:pt x="18454" y="48008"/>
                  </a:cubicBezTo>
                  <a:cubicBezTo>
                    <a:pt x="18101" y="48097"/>
                    <a:pt x="17685" y="48180"/>
                    <a:pt x="17233" y="48247"/>
                  </a:cubicBezTo>
                  <a:cubicBezTo>
                    <a:pt x="17008" y="48281"/>
                    <a:pt x="16773" y="48312"/>
                    <a:pt x="16530" y="48337"/>
                  </a:cubicBezTo>
                  <a:cubicBezTo>
                    <a:pt x="16413" y="48348"/>
                    <a:pt x="16295" y="48360"/>
                    <a:pt x="16175" y="48372"/>
                  </a:cubicBezTo>
                  <a:cubicBezTo>
                    <a:pt x="16113" y="48378"/>
                    <a:pt x="16065" y="48386"/>
                    <a:pt x="15991" y="48387"/>
                  </a:cubicBezTo>
                  <a:lnTo>
                    <a:pt x="15813" y="48399"/>
                  </a:lnTo>
                  <a:cubicBezTo>
                    <a:pt x="15509" y="48418"/>
                    <a:pt x="15207" y="48434"/>
                    <a:pt x="14910" y="48448"/>
                  </a:cubicBezTo>
                  <a:cubicBezTo>
                    <a:pt x="15041" y="48515"/>
                    <a:pt x="15215" y="48595"/>
                    <a:pt x="15430" y="48677"/>
                  </a:cubicBezTo>
                  <a:cubicBezTo>
                    <a:pt x="15681" y="48771"/>
                    <a:pt x="15985" y="48864"/>
                    <a:pt x="16322" y="48931"/>
                  </a:cubicBezTo>
                  <a:cubicBezTo>
                    <a:pt x="16491" y="48967"/>
                    <a:pt x="16668" y="48993"/>
                    <a:pt x="16851" y="49010"/>
                  </a:cubicBezTo>
                  <a:cubicBezTo>
                    <a:pt x="17027" y="49033"/>
                    <a:pt x="17239" y="49033"/>
                    <a:pt x="17396" y="49045"/>
                  </a:cubicBezTo>
                  <a:lnTo>
                    <a:pt x="17655" y="49057"/>
                  </a:lnTo>
                  <a:cubicBezTo>
                    <a:pt x="17705" y="49063"/>
                    <a:pt x="17753" y="49065"/>
                    <a:pt x="17804" y="49071"/>
                  </a:cubicBezTo>
                  <a:cubicBezTo>
                    <a:pt x="16832" y="51977"/>
                    <a:pt x="17080" y="54649"/>
                    <a:pt x="16778" y="56894"/>
                  </a:cubicBezTo>
                  <a:cubicBezTo>
                    <a:pt x="16605" y="57184"/>
                    <a:pt x="16357" y="57529"/>
                    <a:pt x="16052" y="57856"/>
                  </a:cubicBezTo>
                  <a:cubicBezTo>
                    <a:pt x="15865" y="58056"/>
                    <a:pt x="15662" y="58248"/>
                    <a:pt x="15458" y="58424"/>
                  </a:cubicBezTo>
                  <a:cubicBezTo>
                    <a:pt x="15355" y="58507"/>
                    <a:pt x="15253" y="58590"/>
                    <a:pt x="15156" y="58667"/>
                  </a:cubicBezTo>
                  <a:lnTo>
                    <a:pt x="15136" y="58682"/>
                  </a:lnTo>
                  <a:cubicBezTo>
                    <a:pt x="15241" y="58667"/>
                    <a:pt x="15344" y="58651"/>
                    <a:pt x="15450" y="58635"/>
                  </a:cubicBezTo>
                  <a:cubicBezTo>
                    <a:pt x="15605" y="58615"/>
                    <a:pt x="15752" y="58577"/>
                    <a:pt x="15904" y="58547"/>
                  </a:cubicBezTo>
                  <a:cubicBezTo>
                    <a:pt x="16053" y="58514"/>
                    <a:pt x="16197" y="58476"/>
                    <a:pt x="16338" y="58437"/>
                  </a:cubicBezTo>
                  <a:cubicBezTo>
                    <a:pt x="16617" y="58353"/>
                    <a:pt x="16878" y="58264"/>
                    <a:pt x="17092" y="58170"/>
                  </a:cubicBezTo>
                  <a:cubicBezTo>
                    <a:pt x="17526" y="57986"/>
                    <a:pt x="17785" y="57794"/>
                    <a:pt x="17785" y="57794"/>
                  </a:cubicBezTo>
                  <a:lnTo>
                    <a:pt x="17785" y="57794"/>
                  </a:lnTo>
                  <a:cubicBezTo>
                    <a:pt x="17785" y="57794"/>
                    <a:pt x="17584" y="58047"/>
                    <a:pt x="17196" y="58345"/>
                  </a:cubicBezTo>
                  <a:cubicBezTo>
                    <a:pt x="17005" y="58496"/>
                    <a:pt x="16766" y="58655"/>
                    <a:pt x="16503" y="58815"/>
                  </a:cubicBezTo>
                  <a:cubicBezTo>
                    <a:pt x="16370" y="58890"/>
                    <a:pt x="16230" y="58970"/>
                    <a:pt x="16087" y="59044"/>
                  </a:cubicBezTo>
                  <a:cubicBezTo>
                    <a:pt x="15940" y="59115"/>
                    <a:pt x="15794" y="59196"/>
                    <a:pt x="15642" y="59258"/>
                  </a:cubicBezTo>
                  <a:cubicBezTo>
                    <a:pt x="15490" y="59324"/>
                    <a:pt x="15340" y="59393"/>
                    <a:pt x="15187" y="59450"/>
                  </a:cubicBezTo>
                  <a:cubicBezTo>
                    <a:pt x="15161" y="59459"/>
                    <a:pt x="15136" y="59470"/>
                    <a:pt x="15112" y="59478"/>
                  </a:cubicBezTo>
                  <a:cubicBezTo>
                    <a:pt x="15192" y="59493"/>
                    <a:pt x="15276" y="59510"/>
                    <a:pt x="15363" y="59520"/>
                  </a:cubicBezTo>
                  <a:cubicBezTo>
                    <a:pt x="15498" y="59537"/>
                    <a:pt x="15642" y="59556"/>
                    <a:pt x="15790" y="59573"/>
                  </a:cubicBezTo>
                  <a:cubicBezTo>
                    <a:pt x="15852" y="59579"/>
                    <a:pt x="15917" y="59583"/>
                    <a:pt x="15981" y="59587"/>
                  </a:cubicBezTo>
                  <a:cubicBezTo>
                    <a:pt x="15907" y="59794"/>
                    <a:pt x="15845" y="60003"/>
                    <a:pt x="15790" y="60217"/>
                  </a:cubicBezTo>
                  <a:cubicBezTo>
                    <a:pt x="15716" y="60218"/>
                    <a:pt x="15639" y="60222"/>
                    <a:pt x="15564" y="60223"/>
                  </a:cubicBezTo>
                  <a:cubicBezTo>
                    <a:pt x="15367" y="60233"/>
                    <a:pt x="15160" y="60227"/>
                    <a:pt x="14953" y="60233"/>
                  </a:cubicBezTo>
                  <a:cubicBezTo>
                    <a:pt x="14919" y="60232"/>
                    <a:pt x="14884" y="60232"/>
                    <a:pt x="14850" y="60232"/>
                  </a:cubicBezTo>
                  <a:cubicBezTo>
                    <a:pt x="14780" y="60232"/>
                    <a:pt x="14711" y="60233"/>
                    <a:pt x="14641" y="60233"/>
                  </a:cubicBezTo>
                  <a:cubicBezTo>
                    <a:pt x="14536" y="60233"/>
                    <a:pt x="14432" y="60232"/>
                    <a:pt x="14327" y="60229"/>
                  </a:cubicBezTo>
                  <a:cubicBezTo>
                    <a:pt x="14118" y="60225"/>
                    <a:pt x="13910" y="60214"/>
                    <a:pt x="13706" y="60202"/>
                  </a:cubicBezTo>
                  <a:cubicBezTo>
                    <a:pt x="13503" y="60184"/>
                    <a:pt x="13301" y="60172"/>
                    <a:pt x="13112" y="60143"/>
                  </a:cubicBezTo>
                  <a:cubicBezTo>
                    <a:pt x="12920" y="60116"/>
                    <a:pt x="12737" y="60084"/>
                    <a:pt x="12567" y="60047"/>
                  </a:cubicBezTo>
                  <a:cubicBezTo>
                    <a:pt x="12396" y="60003"/>
                    <a:pt x="12235" y="59960"/>
                    <a:pt x="12092" y="59909"/>
                  </a:cubicBezTo>
                  <a:cubicBezTo>
                    <a:pt x="11804" y="59803"/>
                    <a:pt x="11580" y="59674"/>
                    <a:pt x="11430" y="59561"/>
                  </a:cubicBezTo>
                  <a:cubicBezTo>
                    <a:pt x="11356" y="59504"/>
                    <a:pt x="11298" y="59458"/>
                    <a:pt x="11258" y="59426"/>
                  </a:cubicBezTo>
                  <a:cubicBezTo>
                    <a:pt x="11221" y="59394"/>
                    <a:pt x="11191" y="59386"/>
                    <a:pt x="11187" y="59386"/>
                  </a:cubicBezTo>
                  <a:cubicBezTo>
                    <a:pt x="11186" y="59386"/>
                    <a:pt x="11186" y="59387"/>
                    <a:pt x="11186" y="59387"/>
                  </a:cubicBezTo>
                  <a:cubicBezTo>
                    <a:pt x="11188" y="59387"/>
                    <a:pt x="11212" y="59399"/>
                    <a:pt x="11233" y="59446"/>
                  </a:cubicBezTo>
                  <a:cubicBezTo>
                    <a:pt x="11259" y="59490"/>
                    <a:pt x="11291" y="59560"/>
                    <a:pt x="11348" y="59640"/>
                  </a:cubicBezTo>
                  <a:cubicBezTo>
                    <a:pt x="11455" y="59803"/>
                    <a:pt x="11651" y="60022"/>
                    <a:pt x="11944" y="60206"/>
                  </a:cubicBezTo>
                  <a:cubicBezTo>
                    <a:pt x="12088" y="60298"/>
                    <a:pt x="12253" y="60386"/>
                    <a:pt x="12435" y="60460"/>
                  </a:cubicBezTo>
                  <a:cubicBezTo>
                    <a:pt x="12617" y="60531"/>
                    <a:pt x="12811" y="60602"/>
                    <a:pt x="13018" y="60646"/>
                  </a:cubicBezTo>
                  <a:cubicBezTo>
                    <a:pt x="13429" y="60748"/>
                    <a:pt x="13874" y="60801"/>
                    <a:pt x="14317" y="60810"/>
                  </a:cubicBezTo>
                  <a:cubicBezTo>
                    <a:pt x="14372" y="60811"/>
                    <a:pt x="14427" y="60812"/>
                    <a:pt x="14483" y="60812"/>
                  </a:cubicBezTo>
                  <a:cubicBezTo>
                    <a:pt x="14648" y="60812"/>
                    <a:pt x="14813" y="60807"/>
                    <a:pt x="14975" y="60798"/>
                  </a:cubicBezTo>
                  <a:cubicBezTo>
                    <a:pt x="15192" y="60785"/>
                    <a:pt x="15403" y="60760"/>
                    <a:pt x="15606" y="60734"/>
                  </a:cubicBezTo>
                  <a:cubicBezTo>
                    <a:pt x="15630" y="60731"/>
                    <a:pt x="15650" y="60727"/>
                    <a:pt x="15673" y="60724"/>
                  </a:cubicBezTo>
                  <a:lnTo>
                    <a:pt x="15673" y="60724"/>
                  </a:lnTo>
                  <a:cubicBezTo>
                    <a:pt x="15390" y="62122"/>
                    <a:pt x="15404" y="63614"/>
                    <a:pt x="15443" y="64952"/>
                  </a:cubicBezTo>
                  <a:cubicBezTo>
                    <a:pt x="15503" y="64952"/>
                    <a:pt x="15564" y="64952"/>
                    <a:pt x="15624" y="64952"/>
                  </a:cubicBezTo>
                  <a:cubicBezTo>
                    <a:pt x="15669" y="64952"/>
                    <a:pt x="15714" y="64952"/>
                    <a:pt x="15758" y="64950"/>
                  </a:cubicBezTo>
                  <a:cubicBezTo>
                    <a:pt x="15946" y="64937"/>
                    <a:pt x="16130" y="64930"/>
                    <a:pt x="16301" y="64903"/>
                  </a:cubicBezTo>
                  <a:cubicBezTo>
                    <a:pt x="16476" y="64884"/>
                    <a:pt x="16639" y="64856"/>
                    <a:pt x="16790" y="64828"/>
                  </a:cubicBezTo>
                  <a:cubicBezTo>
                    <a:pt x="17397" y="64717"/>
                    <a:pt x="17788" y="64564"/>
                    <a:pt x="17788" y="64563"/>
                  </a:cubicBezTo>
                  <a:lnTo>
                    <a:pt x="17788" y="64563"/>
                  </a:lnTo>
                  <a:cubicBezTo>
                    <a:pt x="17788" y="64564"/>
                    <a:pt x="17451" y="64812"/>
                    <a:pt x="16875" y="65086"/>
                  </a:cubicBezTo>
                  <a:cubicBezTo>
                    <a:pt x="16874" y="65086"/>
                    <a:pt x="16874" y="65089"/>
                    <a:pt x="16872" y="65089"/>
                  </a:cubicBezTo>
                  <a:cubicBezTo>
                    <a:pt x="16860" y="65091"/>
                    <a:pt x="16851" y="65097"/>
                    <a:pt x="16839" y="65101"/>
                  </a:cubicBezTo>
                  <a:cubicBezTo>
                    <a:pt x="16691" y="65157"/>
                    <a:pt x="16531" y="65217"/>
                    <a:pt x="16363" y="65281"/>
                  </a:cubicBezTo>
                  <a:cubicBezTo>
                    <a:pt x="16193" y="65333"/>
                    <a:pt x="16009" y="65388"/>
                    <a:pt x="15821" y="65446"/>
                  </a:cubicBezTo>
                  <a:cubicBezTo>
                    <a:pt x="15633" y="65506"/>
                    <a:pt x="15434" y="65540"/>
                    <a:pt x="15233" y="65592"/>
                  </a:cubicBezTo>
                  <a:cubicBezTo>
                    <a:pt x="15028" y="65646"/>
                    <a:pt x="14823" y="65663"/>
                    <a:pt x="14612" y="65702"/>
                  </a:cubicBezTo>
                  <a:cubicBezTo>
                    <a:pt x="14403" y="65737"/>
                    <a:pt x="14193" y="65747"/>
                    <a:pt x="13984" y="65769"/>
                  </a:cubicBezTo>
                  <a:cubicBezTo>
                    <a:pt x="13816" y="65774"/>
                    <a:pt x="13648" y="65783"/>
                    <a:pt x="13484" y="65783"/>
                  </a:cubicBezTo>
                  <a:cubicBezTo>
                    <a:pt x="13445" y="65783"/>
                    <a:pt x="13406" y="65783"/>
                    <a:pt x="13367" y="65781"/>
                  </a:cubicBezTo>
                  <a:cubicBezTo>
                    <a:pt x="13167" y="65775"/>
                    <a:pt x="12971" y="65768"/>
                    <a:pt x="12789" y="65744"/>
                  </a:cubicBezTo>
                  <a:cubicBezTo>
                    <a:pt x="12602" y="65730"/>
                    <a:pt x="12430" y="65694"/>
                    <a:pt x="12269" y="65669"/>
                  </a:cubicBezTo>
                  <a:cubicBezTo>
                    <a:pt x="12112" y="65634"/>
                    <a:pt x="11963" y="65606"/>
                    <a:pt x="11836" y="65565"/>
                  </a:cubicBezTo>
                  <a:cubicBezTo>
                    <a:pt x="11708" y="65532"/>
                    <a:pt x="11597" y="65491"/>
                    <a:pt x="11507" y="65459"/>
                  </a:cubicBezTo>
                  <a:cubicBezTo>
                    <a:pt x="11328" y="65392"/>
                    <a:pt x="11228" y="65340"/>
                    <a:pt x="11228" y="65340"/>
                  </a:cubicBezTo>
                  <a:lnTo>
                    <a:pt x="11228" y="65340"/>
                  </a:lnTo>
                  <a:cubicBezTo>
                    <a:pt x="11228" y="65340"/>
                    <a:pt x="11311" y="65414"/>
                    <a:pt x="11474" y="65526"/>
                  </a:cubicBezTo>
                  <a:cubicBezTo>
                    <a:pt x="11556" y="65580"/>
                    <a:pt x="11655" y="65647"/>
                    <a:pt x="11776" y="65713"/>
                  </a:cubicBezTo>
                  <a:cubicBezTo>
                    <a:pt x="11893" y="65784"/>
                    <a:pt x="12034" y="65850"/>
                    <a:pt x="12187" y="65928"/>
                  </a:cubicBezTo>
                  <a:cubicBezTo>
                    <a:pt x="12343" y="65995"/>
                    <a:pt x="12511" y="66074"/>
                    <a:pt x="12697" y="66137"/>
                  </a:cubicBezTo>
                  <a:cubicBezTo>
                    <a:pt x="12883" y="66209"/>
                    <a:pt x="13080" y="66266"/>
                    <a:pt x="13288" y="66327"/>
                  </a:cubicBezTo>
                  <a:cubicBezTo>
                    <a:pt x="13496" y="66387"/>
                    <a:pt x="13715" y="66427"/>
                    <a:pt x="13939" y="66477"/>
                  </a:cubicBezTo>
                  <a:cubicBezTo>
                    <a:pt x="14162" y="66509"/>
                    <a:pt x="14395" y="66556"/>
                    <a:pt x="14626" y="66575"/>
                  </a:cubicBezTo>
                  <a:cubicBezTo>
                    <a:pt x="14852" y="66590"/>
                    <a:pt x="15084" y="66624"/>
                    <a:pt x="15308" y="66624"/>
                  </a:cubicBezTo>
                  <a:cubicBezTo>
                    <a:pt x="15313" y="66624"/>
                    <a:pt x="15317" y="66623"/>
                    <a:pt x="15321" y="66623"/>
                  </a:cubicBezTo>
                  <a:cubicBezTo>
                    <a:pt x="15376" y="66623"/>
                    <a:pt x="15430" y="66625"/>
                    <a:pt x="15485" y="66627"/>
                  </a:cubicBezTo>
                  <a:cubicBezTo>
                    <a:pt x="15485" y="66908"/>
                    <a:pt x="15481" y="67174"/>
                    <a:pt x="15464" y="67420"/>
                  </a:cubicBezTo>
                  <a:cubicBezTo>
                    <a:pt x="15429" y="67919"/>
                    <a:pt x="15267" y="68367"/>
                    <a:pt x="15045" y="68760"/>
                  </a:cubicBezTo>
                  <a:cubicBezTo>
                    <a:pt x="14897" y="68773"/>
                    <a:pt x="14717" y="68791"/>
                    <a:pt x="14510" y="68811"/>
                  </a:cubicBezTo>
                  <a:cubicBezTo>
                    <a:pt x="13983" y="68857"/>
                    <a:pt x="13292" y="68925"/>
                    <a:pt x="12611" y="68925"/>
                  </a:cubicBezTo>
                  <a:cubicBezTo>
                    <a:pt x="12568" y="68925"/>
                    <a:pt x="12526" y="68924"/>
                    <a:pt x="12484" y="68924"/>
                  </a:cubicBezTo>
                  <a:cubicBezTo>
                    <a:pt x="12302" y="68922"/>
                    <a:pt x="12128" y="68909"/>
                    <a:pt x="11957" y="68890"/>
                  </a:cubicBezTo>
                  <a:cubicBezTo>
                    <a:pt x="11779" y="68863"/>
                    <a:pt x="11658" y="68850"/>
                    <a:pt x="11474" y="68784"/>
                  </a:cubicBezTo>
                  <a:cubicBezTo>
                    <a:pt x="11354" y="68751"/>
                    <a:pt x="11215" y="68682"/>
                    <a:pt x="11127" y="68596"/>
                  </a:cubicBezTo>
                  <a:cubicBezTo>
                    <a:pt x="11033" y="68510"/>
                    <a:pt x="10970" y="68399"/>
                    <a:pt x="10935" y="68278"/>
                  </a:cubicBezTo>
                  <a:cubicBezTo>
                    <a:pt x="10864" y="68036"/>
                    <a:pt x="10899" y="67794"/>
                    <a:pt x="10931" y="67637"/>
                  </a:cubicBezTo>
                  <a:cubicBezTo>
                    <a:pt x="10966" y="67479"/>
                    <a:pt x="11004" y="67389"/>
                    <a:pt x="11004" y="67389"/>
                  </a:cubicBezTo>
                  <a:lnTo>
                    <a:pt x="11004" y="67389"/>
                  </a:lnTo>
                  <a:cubicBezTo>
                    <a:pt x="11004" y="67389"/>
                    <a:pt x="10943" y="67463"/>
                    <a:pt x="10863" y="67613"/>
                  </a:cubicBezTo>
                  <a:cubicBezTo>
                    <a:pt x="10788" y="67762"/>
                    <a:pt x="10675" y="67988"/>
                    <a:pt x="10671" y="68313"/>
                  </a:cubicBezTo>
                  <a:cubicBezTo>
                    <a:pt x="10673" y="68473"/>
                    <a:pt x="10710" y="68661"/>
                    <a:pt x="10812" y="68831"/>
                  </a:cubicBezTo>
                  <a:cubicBezTo>
                    <a:pt x="10917" y="69007"/>
                    <a:pt x="11059" y="69148"/>
                    <a:pt x="11255" y="69273"/>
                  </a:cubicBezTo>
                  <a:cubicBezTo>
                    <a:pt x="11389" y="69362"/>
                    <a:pt x="11618" y="69461"/>
                    <a:pt x="11797" y="69527"/>
                  </a:cubicBezTo>
                  <a:cubicBezTo>
                    <a:pt x="11987" y="69591"/>
                    <a:pt x="12182" y="69650"/>
                    <a:pt x="12375" y="69697"/>
                  </a:cubicBezTo>
                  <a:cubicBezTo>
                    <a:pt x="12951" y="69837"/>
                    <a:pt x="13520" y="69923"/>
                    <a:pt x="14008" y="69990"/>
                  </a:cubicBezTo>
                  <a:cubicBezTo>
                    <a:pt x="13470" y="70456"/>
                    <a:pt x="12979" y="70712"/>
                    <a:pt x="12941" y="70731"/>
                  </a:cubicBezTo>
                  <a:lnTo>
                    <a:pt x="12941" y="70731"/>
                  </a:lnTo>
                  <a:cubicBezTo>
                    <a:pt x="12940" y="70731"/>
                    <a:pt x="12940" y="70731"/>
                    <a:pt x="12939" y="70731"/>
                  </a:cubicBezTo>
                  <a:cubicBezTo>
                    <a:pt x="7028" y="70367"/>
                    <a:pt x="11776" y="66468"/>
                    <a:pt x="11098" y="62493"/>
                  </a:cubicBezTo>
                  <a:cubicBezTo>
                    <a:pt x="11070" y="62329"/>
                    <a:pt x="11044" y="62175"/>
                    <a:pt x="11017" y="62017"/>
                  </a:cubicBezTo>
                  <a:lnTo>
                    <a:pt x="11017" y="62017"/>
                  </a:lnTo>
                  <a:cubicBezTo>
                    <a:pt x="11033" y="62031"/>
                    <a:pt x="11049" y="62047"/>
                    <a:pt x="11066" y="62060"/>
                  </a:cubicBezTo>
                  <a:cubicBezTo>
                    <a:pt x="11185" y="62148"/>
                    <a:pt x="11295" y="62248"/>
                    <a:pt x="11427" y="62322"/>
                  </a:cubicBezTo>
                  <a:cubicBezTo>
                    <a:pt x="11674" y="62486"/>
                    <a:pt x="11943" y="62612"/>
                    <a:pt x="12195" y="62712"/>
                  </a:cubicBezTo>
                  <a:cubicBezTo>
                    <a:pt x="12453" y="62806"/>
                    <a:pt x="12695" y="62873"/>
                    <a:pt x="12907" y="62909"/>
                  </a:cubicBezTo>
                  <a:cubicBezTo>
                    <a:pt x="13194" y="62964"/>
                    <a:pt x="13417" y="62973"/>
                    <a:pt x="13530" y="62973"/>
                  </a:cubicBezTo>
                  <a:cubicBezTo>
                    <a:pt x="13583" y="62973"/>
                    <a:pt x="13612" y="62971"/>
                    <a:pt x="13612" y="62971"/>
                  </a:cubicBezTo>
                  <a:cubicBezTo>
                    <a:pt x="13612" y="62971"/>
                    <a:pt x="13330" y="62933"/>
                    <a:pt x="12944" y="62779"/>
                  </a:cubicBezTo>
                  <a:cubicBezTo>
                    <a:pt x="12750" y="62705"/>
                    <a:pt x="12535" y="62595"/>
                    <a:pt x="12316" y="62465"/>
                  </a:cubicBezTo>
                  <a:cubicBezTo>
                    <a:pt x="12101" y="62329"/>
                    <a:pt x="11883" y="62168"/>
                    <a:pt x="11695" y="61980"/>
                  </a:cubicBezTo>
                  <a:cubicBezTo>
                    <a:pt x="11595" y="61894"/>
                    <a:pt x="11515" y="61785"/>
                    <a:pt x="11427" y="61691"/>
                  </a:cubicBezTo>
                  <a:cubicBezTo>
                    <a:pt x="11341" y="61593"/>
                    <a:pt x="11274" y="61484"/>
                    <a:pt x="11201" y="61389"/>
                  </a:cubicBezTo>
                  <a:cubicBezTo>
                    <a:pt x="11131" y="61290"/>
                    <a:pt x="11080" y="61181"/>
                    <a:pt x="11024" y="61087"/>
                  </a:cubicBezTo>
                  <a:cubicBezTo>
                    <a:pt x="10964" y="60994"/>
                    <a:pt x="10931" y="60892"/>
                    <a:pt x="10890" y="60805"/>
                  </a:cubicBezTo>
                  <a:cubicBezTo>
                    <a:pt x="10852" y="60715"/>
                    <a:pt x="10810" y="60638"/>
                    <a:pt x="10790" y="60560"/>
                  </a:cubicBezTo>
                  <a:cubicBezTo>
                    <a:pt x="10785" y="60543"/>
                    <a:pt x="10778" y="60525"/>
                    <a:pt x="10774" y="60509"/>
                  </a:cubicBezTo>
                  <a:cubicBezTo>
                    <a:pt x="10608" y="59403"/>
                    <a:pt x="10500" y="58503"/>
                    <a:pt x="10447" y="57676"/>
                  </a:cubicBezTo>
                  <a:lnTo>
                    <a:pt x="10447" y="57676"/>
                  </a:lnTo>
                  <a:cubicBezTo>
                    <a:pt x="10584" y="57879"/>
                    <a:pt x="10734" y="58079"/>
                    <a:pt x="10911" y="58253"/>
                  </a:cubicBezTo>
                  <a:cubicBezTo>
                    <a:pt x="11101" y="58452"/>
                    <a:pt x="11321" y="58623"/>
                    <a:pt x="11549" y="58765"/>
                  </a:cubicBezTo>
                  <a:cubicBezTo>
                    <a:pt x="11777" y="58909"/>
                    <a:pt x="12023" y="59008"/>
                    <a:pt x="12262" y="59087"/>
                  </a:cubicBezTo>
                  <a:cubicBezTo>
                    <a:pt x="12613" y="59194"/>
                    <a:pt x="12955" y="59232"/>
                    <a:pt x="13264" y="59232"/>
                  </a:cubicBezTo>
                  <a:cubicBezTo>
                    <a:pt x="13381" y="59232"/>
                    <a:pt x="13493" y="59226"/>
                    <a:pt x="13598" y="59217"/>
                  </a:cubicBezTo>
                  <a:cubicBezTo>
                    <a:pt x="13986" y="59183"/>
                    <a:pt x="14297" y="59103"/>
                    <a:pt x="14509" y="59036"/>
                  </a:cubicBezTo>
                  <a:cubicBezTo>
                    <a:pt x="14722" y="58969"/>
                    <a:pt x="14836" y="58915"/>
                    <a:pt x="14836" y="58915"/>
                  </a:cubicBezTo>
                  <a:lnTo>
                    <a:pt x="14836" y="58915"/>
                  </a:lnTo>
                  <a:cubicBezTo>
                    <a:pt x="14836" y="58915"/>
                    <a:pt x="14715" y="58953"/>
                    <a:pt x="14497" y="58988"/>
                  </a:cubicBezTo>
                  <a:cubicBezTo>
                    <a:pt x="14325" y="59016"/>
                    <a:pt x="14090" y="59042"/>
                    <a:pt x="13815" y="59042"/>
                  </a:cubicBezTo>
                  <a:cubicBezTo>
                    <a:pt x="13744" y="59042"/>
                    <a:pt x="13671" y="59040"/>
                    <a:pt x="13596" y="59036"/>
                  </a:cubicBezTo>
                  <a:cubicBezTo>
                    <a:pt x="13226" y="59015"/>
                    <a:pt x="12798" y="58934"/>
                    <a:pt x="12394" y="58745"/>
                  </a:cubicBezTo>
                  <a:cubicBezTo>
                    <a:pt x="12194" y="58645"/>
                    <a:pt x="11998" y="58530"/>
                    <a:pt x="11823" y="58381"/>
                  </a:cubicBezTo>
                  <a:cubicBezTo>
                    <a:pt x="11648" y="58230"/>
                    <a:pt x="11487" y="58067"/>
                    <a:pt x="11353" y="57875"/>
                  </a:cubicBezTo>
                  <a:cubicBezTo>
                    <a:pt x="11213" y="57692"/>
                    <a:pt x="11105" y="57484"/>
                    <a:pt x="11005" y="57280"/>
                  </a:cubicBezTo>
                  <a:cubicBezTo>
                    <a:pt x="10911" y="57072"/>
                    <a:pt x="10835" y="56857"/>
                    <a:pt x="10774" y="56645"/>
                  </a:cubicBezTo>
                  <a:cubicBezTo>
                    <a:pt x="10716" y="56431"/>
                    <a:pt x="10663" y="56226"/>
                    <a:pt x="10635" y="56021"/>
                  </a:cubicBezTo>
                  <a:cubicBezTo>
                    <a:pt x="10596" y="55823"/>
                    <a:pt x="10575" y="55629"/>
                    <a:pt x="10559" y="55449"/>
                  </a:cubicBezTo>
                  <a:cubicBezTo>
                    <a:pt x="10535" y="55273"/>
                    <a:pt x="10535" y="55106"/>
                    <a:pt x="10526" y="54959"/>
                  </a:cubicBezTo>
                  <a:cubicBezTo>
                    <a:pt x="10515" y="54813"/>
                    <a:pt x="10516" y="54685"/>
                    <a:pt x="10516" y="54581"/>
                  </a:cubicBezTo>
                  <a:lnTo>
                    <a:pt x="10516" y="54346"/>
                  </a:lnTo>
                  <a:cubicBezTo>
                    <a:pt x="10577" y="53718"/>
                    <a:pt x="10653" y="53094"/>
                    <a:pt x="10731" y="52460"/>
                  </a:cubicBezTo>
                  <a:cubicBezTo>
                    <a:pt x="10917" y="52557"/>
                    <a:pt x="11125" y="52662"/>
                    <a:pt x="11356" y="52762"/>
                  </a:cubicBezTo>
                  <a:cubicBezTo>
                    <a:pt x="11482" y="52823"/>
                    <a:pt x="11622" y="52870"/>
                    <a:pt x="11759" y="52923"/>
                  </a:cubicBezTo>
                  <a:cubicBezTo>
                    <a:pt x="11896" y="52978"/>
                    <a:pt x="12039" y="53020"/>
                    <a:pt x="12182" y="53066"/>
                  </a:cubicBezTo>
                  <a:cubicBezTo>
                    <a:pt x="12468" y="53154"/>
                    <a:pt x="12759" y="53219"/>
                    <a:pt x="13033" y="53264"/>
                  </a:cubicBezTo>
                  <a:cubicBezTo>
                    <a:pt x="13173" y="53279"/>
                    <a:pt x="13303" y="53302"/>
                    <a:pt x="13430" y="53307"/>
                  </a:cubicBezTo>
                  <a:cubicBezTo>
                    <a:pt x="13537" y="53317"/>
                    <a:pt x="13639" y="53320"/>
                    <a:pt x="13735" y="53320"/>
                  </a:cubicBezTo>
                  <a:cubicBezTo>
                    <a:pt x="13752" y="53320"/>
                    <a:pt x="13769" y="53320"/>
                    <a:pt x="13786" y="53320"/>
                  </a:cubicBezTo>
                  <a:cubicBezTo>
                    <a:pt x="14228" y="53318"/>
                    <a:pt x="14505" y="53231"/>
                    <a:pt x="14505" y="53231"/>
                  </a:cubicBezTo>
                  <a:lnTo>
                    <a:pt x="14505" y="53231"/>
                  </a:lnTo>
                  <a:cubicBezTo>
                    <a:pt x="14505" y="53231"/>
                    <a:pt x="14493" y="53231"/>
                    <a:pt x="14470" y="53231"/>
                  </a:cubicBezTo>
                  <a:cubicBezTo>
                    <a:pt x="14381" y="53231"/>
                    <a:pt x="14131" y="53223"/>
                    <a:pt x="13806" y="53140"/>
                  </a:cubicBezTo>
                  <a:cubicBezTo>
                    <a:pt x="13704" y="53114"/>
                    <a:pt x="13596" y="53085"/>
                    <a:pt x="13483" y="53044"/>
                  </a:cubicBezTo>
                  <a:cubicBezTo>
                    <a:pt x="13369" y="53011"/>
                    <a:pt x="13253" y="52957"/>
                    <a:pt x="13134" y="52911"/>
                  </a:cubicBezTo>
                  <a:cubicBezTo>
                    <a:pt x="12897" y="52805"/>
                    <a:pt x="12650" y="52682"/>
                    <a:pt x="12419" y="52535"/>
                  </a:cubicBezTo>
                  <a:cubicBezTo>
                    <a:pt x="12302" y="52461"/>
                    <a:pt x="12186" y="52393"/>
                    <a:pt x="12078" y="52311"/>
                  </a:cubicBezTo>
                  <a:cubicBezTo>
                    <a:pt x="11969" y="52232"/>
                    <a:pt x="11859" y="52159"/>
                    <a:pt x="11761" y="52076"/>
                  </a:cubicBezTo>
                  <a:cubicBezTo>
                    <a:pt x="11560" y="51919"/>
                    <a:pt x="11380" y="51762"/>
                    <a:pt x="11231" y="51622"/>
                  </a:cubicBezTo>
                  <a:cubicBezTo>
                    <a:pt x="11079" y="51492"/>
                    <a:pt x="10966" y="51364"/>
                    <a:pt x="10883" y="51281"/>
                  </a:cubicBezTo>
                  <a:cubicBezTo>
                    <a:pt x="11079" y="49715"/>
                    <a:pt x="11266" y="48069"/>
                    <a:pt x="11294" y="46210"/>
                  </a:cubicBezTo>
                  <a:cubicBezTo>
                    <a:pt x="11313" y="44975"/>
                    <a:pt x="11462" y="43792"/>
                    <a:pt x="11661" y="42633"/>
                  </a:cubicBezTo>
                  <a:cubicBezTo>
                    <a:pt x="11797" y="42687"/>
                    <a:pt x="11965" y="42746"/>
                    <a:pt x="12157" y="42807"/>
                  </a:cubicBezTo>
                  <a:cubicBezTo>
                    <a:pt x="12292" y="42857"/>
                    <a:pt x="12439" y="42893"/>
                    <a:pt x="12595" y="42938"/>
                  </a:cubicBezTo>
                  <a:cubicBezTo>
                    <a:pt x="12750" y="42985"/>
                    <a:pt x="12913" y="43022"/>
                    <a:pt x="13085" y="43061"/>
                  </a:cubicBezTo>
                  <a:cubicBezTo>
                    <a:pt x="13424" y="43143"/>
                    <a:pt x="13790" y="43209"/>
                    <a:pt x="14153" y="43267"/>
                  </a:cubicBezTo>
                  <a:cubicBezTo>
                    <a:pt x="14879" y="43381"/>
                    <a:pt x="15610" y="43429"/>
                    <a:pt x="16154" y="43445"/>
                  </a:cubicBezTo>
                  <a:cubicBezTo>
                    <a:pt x="16354" y="43452"/>
                    <a:pt x="16530" y="43454"/>
                    <a:pt x="16672" y="43454"/>
                  </a:cubicBezTo>
                  <a:cubicBezTo>
                    <a:pt x="16916" y="43454"/>
                    <a:pt x="17060" y="43448"/>
                    <a:pt x="17060" y="43448"/>
                  </a:cubicBezTo>
                  <a:cubicBezTo>
                    <a:pt x="17060" y="43448"/>
                    <a:pt x="16703" y="43392"/>
                    <a:pt x="16179" y="43267"/>
                  </a:cubicBezTo>
                  <a:cubicBezTo>
                    <a:pt x="15656" y="43142"/>
                    <a:pt x="14964" y="42951"/>
                    <a:pt x="14299" y="42703"/>
                  </a:cubicBezTo>
                  <a:cubicBezTo>
                    <a:pt x="13966" y="42579"/>
                    <a:pt x="13639" y="42448"/>
                    <a:pt x="13342" y="42308"/>
                  </a:cubicBezTo>
                  <a:cubicBezTo>
                    <a:pt x="13193" y="42239"/>
                    <a:pt x="13050" y="42174"/>
                    <a:pt x="12917" y="42102"/>
                  </a:cubicBezTo>
                  <a:cubicBezTo>
                    <a:pt x="12784" y="42034"/>
                    <a:pt x="12658" y="41974"/>
                    <a:pt x="12548" y="41906"/>
                  </a:cubicBezTo>
                  <a:cubicBezTo>
                    <a:pt x="12323" y="41779"/>
                    <a:pt x="12141" y="41669"/>
                    <a:pt x="12020" y="41584"/>
                  </a:cubicBezTo>
                  <a:cubicBezTo>
                    <a:pt x="11956" y="41541"/>
                    <a:pt x="11906" y="41509"/>
                    <a:pt x="11873" y="41487"/>
                  </a:cubicBezTo>
                  <a:cubicBezTo>
                    <a:pt x="11983" y="40931"/>
                    <a:pt x="12097" y="40381"/>
                    <a:pt x="12211" y="39832"/>
                  </a:cubicBezTo>
                  <a:close/>
                  <a:moveTo>
                    <a:pt x="28542" y="71314"/>
                  </a:moveTo>
                  <a:cubicBezTo>
                    <a:pt x="28691" y="71336"/>
                    <a:pt x="28837" y="71354"/>
                    <a:pt x="28982" y="71371"/>
                  </a:cubicBezTo>
                  <a:cubicBezTo>
                    <a:pt x="28837" y="71354"/>
                    <a:pt x="28690" y="71336"/>
                    <a:pt x="28542" y="71314"/>
                  </a:cubicBezTo>
                  <a:close/>
                  <a:moveTo>
                    <a:pt x="29114" y="71384"/>
                  </a:moveTo>
                  <a:lnTo>
                    <a:pt x="29114" y="71384"/>
                  </a:lnTo>
                  <a:cubicBezTo>
                    <a:pt x="29215" y="71395"/>
                    <a:pt x="29314" y="71403"/>
                    <a:pt x="29412" y="71411"/>
                  </a:cubicBezTo>
                  <a:cubicBezTo>
                    <a:pt x="29314" y="71404"/>
                    <a:pt x="29215" y="71395"/>
                    <a:pt x="29114" y="71384"/>
                  </a:cubicBezTo>
                  <a:close/>
                  <a:moveTo>
                    <a:pt x="29560" y="71422"/>
                  </a:moveTo>
                  <a:cubicBezTo>
                    <a:pt x="29655" y="71426"/>
                    <a:pt x="29748" y="71430"/>
                    <a:pt x="29839" y="71434"/>
                  </a:cubicBezTo>
                  <a:cubicBezTo>
                    <a:pt x="29748" y="71430"/>
                    <a:pt x="29654" y="71427"/>
                    <a:pt x="29560" y="71422"/>
                  </a:cubicBezTo>
                  <a:close/>
                  <a:moveTo>
                    <a:pt x="32133" y="66688"/>
                  </a:moveTo>
                  <a:cubicBezTo>
                    <a:pt x="32149" y="66710"/>
                    <a:pt x="32205" y="66791"/>
                    <a:pt x="32279" y="66926"/>
                  </a:cubicBezTo>
                  <a:cubicBezTo>
                    <a:pt x="32364" y="67085"/>
                    <a:pt x="32476" y="67326"/>
                    <a:pt x="32565" y="67627"/>
                  </a:cubicBezTo>
                  <a:cubicBezTo>
                    <a:pt x="32652" y="67926"/>
                    <a:pt x="32742" y="68285"/>
                    <a:pt x="32792" y="68671"/>
                  </a:cubicBezTo>
                  <a:cubicBezTo>
                    <a:pt x="32804" y="68769"/>
                    <a:pt x="32816" y="68870"/>
                    <a:pt x="32827" y="68971"/>
                  </a:cubicBezTo>
                  <a:cubicBezTo>
                    <a:pt x="32831" y="69073"/>
                    <a:pt x="32834" y="69175"/>
                    <a:pt x="32838" y="69280"/>
                  </a:cubicBezTo>
                  <a:cubicBezTo>
                    <a:pt x="32834" y="69489"/>
                    <a:pt x="32816" y="69703"/>
                    <a:pt x="32771" y="69912"/>
                  </a:cubicBezTo>
                  <a:cubicBezTo>
                    <a:pt x="32746" y="70017"/>
                    <a:pt x="32705" y="70118"/>
                    <a:pt x="32673" y="70220"/>
                  </a:cubicBezTo>
                  <a:cubicBezTo>
                    <a:pt x="32623" y="70315"/>
                    <a:pt x="32584" y="70416"/>
                    <a:pt x="32523" y="70504"/>
                  </a:cubicBezTo>
                  <a:cubicBezTo>
                    <a:pt x="32462" y="70592"/>
                    <a:pt x="32407" y="70683"/>
                    <a:pt x="32330" y="70754"/>
                  </a:cubicBezTo>
                  <a:cubicBezTo>
                    <a:pt x="32262" y="70835"/>
                    <a:pt x="32185" y="70902"/>
                    <a:pt x="32102" y="70962"/>
                  </a:cubicBezTo>
                  <a:cubicBezTo>
                    <a:pt x="31780" y="71211"/>
                    <a:pt x="31410" y="71317"/>
                    <a:pt x="31104" y="71377"/>
                  </a:cubicBezTo>
                  <a:cubicBezTo>
                    <a:pt x="30948" y="71412"/>
                    <a:pt x="30805" y="71419"/>
                    <a:pt x="30678" y="71432"/>
                  </a:cubicBezTo>
                  <a:cubicBezTo>
                    <a:pt x="30551" y="71438"/>
                    <a:pt x="30441" y="71444"/>
                    <a:pt x="30349" y="71444"/>
                  </a:cubicBezTo>
                  <a:cubicBezTo>
                    <a:pt x="30168" y="71440"/>
                    <a:pt x="30065" y="71436"/>
                    <a:pt x="30065" y="71436"/>
                  </a:cubicBezTo>
                  <a:cubicBezTo>
                    <a:pt x="30065" y="71436"/>
                    <a:pt x="30071" y="71436"/>
                    <a:pt x="30079" y="71435"/>
                  </a:cubicBezTo>
                  <a:cubicBezTo>
                    <a:pt x="30061" y="71435"/>
                    <a:pt x="30042" y="71436"/>
                    <a:pt x="30024" y="71436"/>
                  </a:cubicBezTo>
                  <a:cubicBezTo>
                    <a:pt x="30006" y="71436"/>
                    <a:pt x="29987" y="71435"/>
                    <a:pt x="29971" y="71435"/>
                  </a:cubicBezTo>
                  <a:cubicBezTo>
                    <a:pt x="30018" y="71435"/>
                    <a:pt x="30061" y="71432"/>
                    <a:pt x="30106" y="71432"/>
                  </a:cubicBezTo>
                  <a:cubicBezTo>
                    <a:pt x="30152" y="71430"/>
                    <a:pt x="30233" y="71422"/>
                    <a:pt x="30352" y="71411"/>
                  </a:cubicBezTo>
                  <a:cubicBezTo>
                    <a:pt x="30442" y="71404"/>
                    <a:pt x="30549" y="71385"/>
                    <a:pt x="30674" y="71369"/>
                  </a:cubicBezTo>
                  <a:cubicBezTo>
                    <a:pt x="30797" y="71344"/>
                    <a:pt x="30938" y="71322"/>
                    <a:pt x="31085" y="71283"/>
                  </a:cubicBezTo>
                  <a:cubicBezTo>
                    <a:pt x="31382" y="71211"/>
                    <a:pt x="31722" y="71079"/>
                    <a:pt x="32012" y="70845"/>
                  </a:cubicBezTo>
                  <a:cubicBezTo>
                    <a:pt x="32086" y="70788"/>
                    <a:pt x="32156" y="70726"/>
                    <a:pt x="32216" y="70651"/>
                  </a:cubicBezTo>
                  <a:cubicBezTo>
                    <a:pt x="32286" y="70584"/>
                    <a:pt x="32334" y="70499"/>
                    <a:pt x="32388" y="70418"/>
                  </a:cubicBezTo>
                  <a:cubicBezTo>
                    <a:pt x="32442" y="70338"/>
                    <a:pt x="32475" y="70244"/>
                    <a:pt x="32518" y="70157"/>
                  </a:cubicBezTo>
                  <a:cubicBezTo>
                    <a:pt x="32545" y="70061"/>
                    <a:pt x="32583" y="69969"/>
                    <a:pt x="32603" y="69872"/>
                  </a:cubicBezTo>
                  <a:cubicBezTo>
                    <a:pt x="32648" y="69677"/>
                    <a:pt x="32670" y="69477"/>
                    <a:pt x="32677" y="69277"/>
                  </a:cubicBezTo>
                  <a:cubicBezTo>
                    <a:pt x="32675" y="69179"/>
                    <a:pt x="32673" y="69080"/>
                    <a:pt x="32673" y="68980"/>
                  </a:cubicBezTo>
                  <a:cubicBezTo>
                    <a:pt x="32663" y="68884"/>
                    <a:pt x="32655" y="68786"/>
                    <a:pt x="32644" y="68690"/>
                  </a:cubicBezTo>
                  <a:cubicBezTo>
                    <a:pt x="32601" y="68307"/>
                    <a:pt x="32544" y="67952"/>
                    <a:pt x="32471" y="67651"/>
                  </a:cubicBezTo>
                  <a:cubicBezTo>
                    <a:pt x="32400" y="67353"/>
                    <a:pt x="32322" y="67106"/>
                    <a:pt x="32248" y="66942"/>
                  </a:cubicBezTo>
                  <a:cubicBezTo>
                    <a:pt x="32186" y="66788"/>
                    <a:pt x="32141" y="66704"/>
                    <a:pt x="32133" y="66688"/>
                  </a:cubicBezTo>
                  <a:close/>
                  <a:moveTo>
                    <a:pt x="20918" y="0"/>
                  </a:moveTo>
                  <a:cubicBezTo>
                    <a:pt x="20270" y="0"/>
                    <a:pt x="16921" y="159"/>
                    <a:pt x="14604" y="3309"/>
                  </a:cubicBezTo>
                  <a:cubicBezTo>
                    <a:pt x="14464" y="3499"/>
                    <a:pt x="14326" y="3683"/>
                    <a:pt x="14188" y="3864"/>
                  </a:cubicBezTo>
                  <a:cubicBezTo>
                    <a:pt x="13191" y="5183"/>
                    <a:pt x="12251" y="6431"/>
                    <a:pt x="12171" y="8361"/>
                  </a:cubicBezTo>
                  <a:lnTo>
                    <a:pt x="11458" y="8361"/>
                  </a:lnTo>
                  <a:cubicBezTo>
                    <a:pt x="10688" y="8361"/>
                    <a:pt x="10062" y="8987"/>
                    <a:pt x="10062" y="9756"/>
                  </a:cubicBezTo>
                  <a:lnTo>
                    <a:pt x="10062" y="14730"/>
                  </a:lnTo>
                  <a:cubicBezTo>
                    <a:pt x="9834" y="14846"/>
                    <a:pt x="9629" y="14932"/>
                    <a:pt x="9482" y="14955"/>
                  </a:cubicBezTo>
                  <a:cubicBezTo>
                    <a:pt x="9469" y="14944"/>
                    <a:pt x="9460" y="14933"/>
                    <a:pt x="9447" y="14923"/>
                  </a:cubicBezTo>
                  <a:cubicBezTo>
                    <a:pt x="9278" y="14537"/>
                    <a:pt x="9049" y="14079"/>
                    <a:pt x="8750" y="13637"/>
                  </a:cubicBezTo>
                  <a:cubicBezTo>
                    <a:pt x="8650" y="13470"/>
                    <a:pt x="8532" y="13294"/>
                    <a:pt x="8384" y="13107"/>
                  </a:cubicBezTo>
                  <a:cubicBezTo>
                    <a:pt x="7734" y="12294"/>
                    <a:pt x="7198" y="11896"/>
                    <a:pt x="6833" y="11702"/>
                  </a:cubicBezTo>
                  <a:cubicBezTo>
                    <a:pt x="6807" y="11665"/>
                    <a:pt x="6780" y="11624"/>
                    <a:pt x="6755" y="11584"/>
                  </a:cubicBezTo>
                  <a:cubicBezTo>
                    <a:pt x="6678" y="10941"/>
                    <a:pt x="6548" y="10398"/>
                    <a:pt x="6548" y="10398"/>
                  </a:cubicBezTo>
                  <a:cubicBezTo>
                    <a:pt x="6548" y="10398"/>
                    <a:pt x="6527" y="10382"/>
                    <a:pt x="6492" y="10359"/>
                  </a:cubicBezTo>
                  <a:cubicBezTo>
                    <a:pt x="6490" y="10292"/>
                    <a:pt x="6486" y="10225"/>
                    <a:pt x="6485" y="10161"/>
                  </a:cubicBezTo>
                  <a:cubicBezTo>
                    <a:pt x="6474" y="9813"/>
                    <a:pt x="6464" y="9454"/>
                    <a:pt x="6423" y="9151"/>
                  </a:cubicBezTo>
                  <a:cubicBezTo>
                    <a:pt x="6265" y="7978"/>
                    <a:pt x="5768" y="7385"/>
                    <a:pt x="4946" y="7385"/>
                  </a:cubicBezTo>
                  <a:cubicBezTo>
                    <a:pt x="4766" y="7385"/>
                    <a:pt x="4582" y="7420"/>
                    <a:pt x="4397" y="7488"/>
                  </a:cubicBezTo>
                  <a:cubicBezTo>
                    <a:pt x="3962" y="7651"/>
                    <a:pt x="3685" y="7987"/>
                    <a:pt x="3511" y="8354"/>
                  </a:cubicBezTo>
                  <a:cubicBezTo>
                    <a:pt x="3411" y="8342"/>
                    <a:pt x="3315" y="8338"/>
                    <a:pt x="3216" y="8338"/>
                  </a:cubicBezTo>
                  <a:cubicBezTo>
                    <a:pt x="2752" y="8338"/>
                    <a:pt x="2314" y="8462"/>
                    <a:pt x="1917" y="8709"/>
                  </a:cubicBezTo>
                  <a:cubicBezTo>
                    <a:pt x="1516" y="8956"/>
                    <a:pt x="1292" y="9346"/>
                    <a:pt x="1186" y="9724"/>
                  </a:cubicBezTo>
                  <a:cubicBezTo>
                    <a:pt x="1006" y="9924"/>
                    <a:pt x="891" y="10161"/>
                    <a:pt x="826" y="10402"/>
                  </a:cubicBezTo>
                  <a:cubicBezTo>
                    <a:pt x="603" y="10722"/>
                    <a:pt x="513" y="11106"/>
                    <a:pt x="508" y="11465"/>
                  </a:cubicBezTo>
                  <a:cubicBezTo>
                    <a:pt x="0" y="12515"/>
                    <a:pt x="829" y="13898"/>
                    <a:pt x="1508" y="14775"/>
                  </a:cubicBezTo>
                  <a:cubicBezTo>
                    <a:pt x="1347" y="15465"/>
                    <a:pt x="1410" y="16431"/>
                    <a:pt x="2158" y="17471"/>
                  </a:cubicBezTo>
                  <a:cubicBezTo>
                    <a:pt x="2991" y="18629"/>
                    <a:pt x="3552" y="19815"/>
                    <a:pt x="4206" y="21187"/>
                  </a:cubicBezTo>
                  <a:lnTo>
                    <a:pt x="4401" y="21595"/>
                  </a:lnTo>
                  <a:cubicBezTo>
                    <a:pt x="4961" y="22769"/>
                    <a:pt x="6952" y="23427"/>
                    <a:pt x="10640" y="24234"/>
                  </a:cubicBezTo>
                  <a:cubicBezTo>
                    <a:pt x="10636" y="24516"/>
                    <a:pt x="10639" y="24791"/>
                    <a:pt x="10643" y="25064"/>
                  </a:cubicBezTo>
                  <a:cubicBezTo>
                    <a:pt x="9740" y="25318"/>
                    <a:pt x="8299" y="26157"/>
                    <a:pt x="8299" y="27805"/>
                  </a:cubicBezTo>
                  <a:cubicBezTo>
                    <a:pt x="8299" y="28294"/>
                    <a:pt x="8409" y="28934"/>
                    <a:pt x="8862" y="29483"/>
                  </a:cubicBezTo>
                  <a:cubicBezTo>
                    <a:pt x="8783" y="29725"/>
                    <a:pt x="8736" y="29987"/>
                    <a:pt x="8736" y="30277"/>
                  </a:cubicBezTo>
                  <a:cubicBezTo>
                    <a:pt x="8736" y="31204"/>
                    <a:pt x="9125" y="32681"/>
                    <a:pt x="11513" y="33025"/>
                  </a:cubicBezTo>
                  <a:cubicBezTo>
                    <a:pt x="11834" y="35191"/>
                    <a:pt x="11871" y="35917"/>
                    <a:pt x="11644" y="37329"/>
                  </a:cubicBezTo>
                  <a:cubicBezTo>
                    <a:pt x="11505" y="38215"/>
                    <a:pt x="11325" y="39085"/>
                    <a:pt x="11133" y="40006"/>
                  </a:cubicBezTo>
                  <a:cubicBezTo>
                    <a:pt x="10729" y="41967"/>
                    <a:pt x="10311" y="43993"/>
                    <a:pt x="10275" y="46197"/>
                  </a:cubicBezTo>
                  <a:cubicBezTo>
                    <a:pt x="10244" y="48243"/>
                    <a:pt x="10015" y="50036"/>
                    <a:pt x="9795" y="51771"/>
                  </a:cubicBezTo>
                  <a:cubicBezTo>
                    <a:pt x="9686" y="52624"/>
                    <a:pt x="9583" y="53430"/>
                    <a:pt x="9505" y="54257"/>
                  </a:cubicBezTo>
                  <a:cubicBezTo>
                    <a:pt x="9245" y="56965"/>
                    <a:pt x="9425" y="58731"/>
                    <a:pt x="10096" y="62667"/>
                  </a:cubicBezTo>
                  <a:cubicBezTo>
                    <a:pt x="10300" y="63868"/>
                    <a:pt x="9888" y="65118"/>
                    <a:pt x="9489" y="66328"/>
                  </a:cubicBezTo>
                  <a:cubicBezTo>
                    <a:pt x="9008" y="67789"/>
                    <a:pt x="8553" y="69168"/>
                    <a:pt x="9335" y="70320"/>
                  </a:cubicBezTo>
                  <a:cubicBezTo>
                    <a:pt x="9919" y="71183"/>
                    <a:pt x="11045" y="71636"/>
                    <a:pt x="12878" y="71748"/>
                  </a:cubicBezTo>
                  <a:cubicBezTo>
                    <a:pt x="13038" y="71759"/>
                    <a:pt x="13194" y="71764"/>
                    <a:pt x="13343" y="71764"/>
                  </a:cubicBezTo>
                  <a:cubicBezTo>
                    <a:pt x="15846" y="71764"/>
                    <a:pt x="16992" y="70421"/>
                    <a:pt x="17940" y="68404"/>
                  </a:cubicBezTo>
                  <a:cubicBezTo>
                    <a:pt x="18524" y="67165"/>
                    <a:pt x="18584" y="66092"/>
                    <a:pt x="18643" y="65056"/>
                  </a:cubicBezTo>
                  <a:cubicBezTo>
                    <a:pt x="18686" y="64280"/>
                    <a:pt x="18732" y="63478"/>
                    <a:pt x="19006" y="62538"/>
                  </a:cubicBezTo>
                  <a:cubicBezTo>
                    <a:pt x="19753" y="59978"/>
                    <a:pt x="20548" y="57062"/>
                    <a:pt x="20548" y="54838"/>
                  </a:cubicBezTo>
                  <a:cubicBezTo>
                    <a:pt x="20548" y="53901"/>
                    <a:pt x="20906" y="52414"/>
                    <a:pt x="21320" y="50694"/>
                  </a:cubicBezTo>
                  <a:cubicBezTo>
                    <a:pt x="21450" y="50157"/>
                    <a:pt x="21584" y="49597"/>
                    <a:pt x="21716" y="49022"/>
                  </a:cubicBezTo>
                  <a:cubicBezTo>
                    <a:pt x="21743" y="49298"/>
                    <a:pt x="21760" y="49574"/>
                    <a:pt x="21760" y="49848"/>
                  </a:cubicBezTo>
                  <a:cubicBezTo>
                    <a:pt x="21760" y="52770"/>
                    <a:pt x="22155" y="55968"/>
                    <a:pt x="22903" y="59098"/>
                  </a:cubicBezTo>
                  <a:cubicBezTo>
                    <a:pt x="23650" y="62230"/>
                    <a:pt x="23650" y="64114"/>
                    <a:pt x="23650" y="65937"/>
                  </a:cubicBezTo>
                  <a:cubicBezTo>
                    <a:pt x="23650" y="68228"/>
                    <a:pt x="25158" y="71845"/>
                    <a:pt x="28395" y="72323"/>
                  </a:cubicBezTo>
                  <a:cubicBezTo>
                    <a:pt x="29001" y="72413"/>
                    <a:pt x="29536" y="72457"/>
                    <a:pt x="30026" y="72457"/>
                  </a:cubicBezTo>
                  <a:cubicBezTo>
                    <a:pt x="31410" y="72457"/>
                    <a:pt x="32435" y="72084"/>
                    <a:pt x="33073" y="71348"/>
                  </a:cubicBezTo>
                  <a:cubicBezTo>
                    <a:pt x="33678" y="70645"/>
                    <a:pt x="33897" y="69673"/>
                    <a:pt x="33719" y="68457"/>
                  </a:cubicBezTo>
                  <a:cubicBezTo>
                    <a:pt x="33509" y="67017"/>
                    <a:pt x="33187" y="66430"/>
                    <a:pt x="32818" y="65865"/>
                  </a:cubicBezTo>
                  <a:cubicBezTo>
                    <a:pt x="32603" y="65536"/>
                    <a:pt x="32472" y="65338"/>
                    <a:pt x="32417" y="64468"/>
                  </a:cubicBezTo>
                  <a:cubicBezTo>
                    <a:pt x="32356" y="63505"/>
                    <a:pt x="32489" y="62473"/>
                    <a:pt x="32630" y="61378"/>
                  </a:cubicBezTo>
                  <a:cubicBezTo>
                    <a:pt x="32797" y="60061"/>
                    <a:pt x="32972" y="58698"/>
                    <a:pt x="32800" y="57375"/>
                  </a:cubicBezTo>
                  <a:cubicBezTo>
                    <a:pt x="32689" y="56506"/>
                    <a:pt x="32779" y="55177"/>
                    <a:pt x="32883" y="53639"/>
                  </a:cubicBezTo>
                  <a:cubicBezTo>
                    <a:pt x="33026" y="51543"/>
                    <a:pt x="33203" y="48932"/>
                    <a:pt x="32951" y="46217"/>
                  </a:cubicBezTo>
                  <a:cubicBezTo>
                    <a:pt x="32691" y="43452"/>
                    <a:pt x="32239" y="41626"/>
                    <a:pt x="31837" y="40016"/>
                  </a:cubicBezTo>
                  <a:cubicBezTo>
                    <a:pt x="31558" y="38894"/>
                    <a:pt x="31319" y="37926"/>
                    <a:pt x="31202" y="36852"/>
                  </a:cubicBezTo>
                  <a:cubicBezTo>
                    <a:pt x="31061" y="35529"/>
                    <a:pt x="31108" y="34772"/>
                    <a:pt x="31181" y="33628"/>
                  </a:cubicBezTo>
                  <a:cubicBezTo>
                    <a:pt x="31252" y="32505"/>
                    <a:pt x="31340" y="31108"/>
                    <a:pt x="31305" y="28612"/>
                  </a:cubicBezTo>
                  <a:cubicBezTo>
                    <a:pt x="31307" y="28404"/>
                    <a:pt x="31516" y="27692"/>
                    <a:pt x="31671" y="27171"/>
                  </a:cubicBezTo>
                  <a:cubicBezTo>
                    <a:pt x="31825" y="26650"/>
                    <a:pt x="31998" y="26068"/>
                    <a:pt x="32134" y="25483"/>
                  </a:cubicBezTo>
                  <a:cubicBezTo>
                    <a:pt x="33384" y="27006"/>
                    <a:pt x="33018" y="27462"/>
                    <a:pt x="32897" y="27613"/>
                  </a:cubicBezTo>
                  <a:cubicBezTo>
                    <a:pt x="32467" y="28149"/>
                    <a:pt x="31514" y="29520"/>
                    <a:pt x="31914" y="30669"/>
                  </a:cubicBezTo>
                  <a:cubicBezTo>
                    <a:pt x="31988" y="30880"/>
                    <a:pt x="32100" y="31064"/>
                    <a:pt x="32245" y="31218"/>
                  </a:cubicBezTo>
                  <a:cubicBezTo>
                    <a:pt x="32270" y="31539"/>
                    <a:pt x="32362" y="31907"/>
                    <a:pt x="32608" y="32223"/>
                  </a:cubicBezTo>
                  <a:cubicBezTo>
                    <a:pt x="32710" y="32353"/>
                    <a:pt x="32830" y="32465"/>
                    <a:pt x="32965" y="32555"/>
                  </a:cubicBezTo>
                  <a:cubicBezTo>
                    <a:pt x="33042" y="32843"/>
                    <a:pt x="33183" y="33159"/>
                    <a:pt x="33437" y="33419"/>
                  </a:cubicBezTo>
                  <a:cubicBezTo>
                    <a:pt x="33639" y="33628"/>
                    <a:pt x="33891" y="33774"/>
                    <a:pt x="34168" y="33848"/>
                  </a:cubicBezTo>
                  <a:cubicBezTo>
                    <a:pt x="34476" y="34186"/>
                    <a:pt x="34941" y="34436"/>
                    <a:pt x="35549" y="34436"/>
                  </a:cubicBezTo>
                  <a:cubicBezTo>
                    <a:pt x="36000" y="34436"/>
                    <a:pt x="36482" y="34302"/>
                    <a:pt x="37023" y="34025"/>
                  </a:cubicBezTo>
                  <a:cubicBezTo>
                    <a:pt x="37390" y="33838"/>
                    <a:pt x="38503" y="33272"/>
                    <a:pt x="39829" y="28753"/>
                  </a:cubicBezTo>
                  <a:cubicBezTo>
                    <a:pt x="40240" y="27351"/>
                    <a:pt x="41095" y="24435"/>
                    <a:pt x="38736" y="21117"/>
                  </a:cubicBezTo>
                  <a:cubicBezTo>
                    <a:pt x="36537" y="18021"/>
                    <a:pt x="35399" y="16666"/>
                    <a:pt x="34221" y="15740"/>
                  </a:cubicBezTo>
                  <a:cubicBezTo>
                    <a:pt x="33551" y="15215"/>
                    <a:pt x="32713" y="14698"/>
                    <a:pt x="31914" y="14250"/>
                  </a:cubicBezTo>
                  <a:lnTo>
                    <a:pt x="31914" y="9756"/>
                  </a:lnTo>
                  <a:cubicBezTo>
                    <a:pt x="31914" y="8987"/>
                    <a:pt x="31288" y="8361"/>
                    <a:pt x="30520" y="8361"/>
                  </a:cubicBezTo>
                  <a:lnTo>
                    <a:pt x="29804" y="8361"/>
                  </a:lnTo>
                  <a:cubicBezTo>
                    <a:pt x="29709" y="6473"/>
                    <a:pt x="28630" y="5012"/>
                    <a:pt x="27586" y="3599"/>
                  </a:cubicBezTo>
                  <a:lnTo>
                    <a:pt x="27372" y="3309"/>
                  </a:lnTo>
                  <a:cubicBezTo>
                    <a:pt x="25054" y="159"/>
                    <a:pt x="21705" y="0"/>
                    <a:pt x="210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44"/>
            <p:cNvSpPr/>
            <p:nvPr/>
          </p:nvSpPr>
          <p:spPr>
            <a:xfrm>
              <a:off x="6861300" y="1530800"/>
              <a:ext cx="54525" cy="12950"/>
            </a:xfrm>
            <a:custGeom>
              <a:rect b="b" l="l" r="r" t="t"/>
              <a:pathLst>
                <a:path extrusionOk="0" h="518" w="2181">
                  <a:moveTo>
                    <a:pt x="2180" y="1"/>
                  </a:moveTo>
                  <a:cubicBezTo>
                    <a:pt x="2180" y="1"/>
                    <a:pt x="2144" y="9"/>
                    <a:pt x="2084" y="27"/>
                  </a:cubicBezTo>
                  <a:cubicBezTo>
                    <a:pt x="2026" y="49"/>
                    <a:pt x="1937" y="65"/>
                    <a:pt x="1841" y="92"/>
                  </a:cubicBezTo>
                  <a:cubicBezTo>
                    <a:pt x="1740" y="112"/>
                    <a:pt x="1623" y="136"/>
                    <a:pt x="1499" y="158"/>
                  </a:cubicBezTo>
                  <a:cubicBezTo>
                    <a:pt x="1373" y="175"/>
                    <a:pt x="1240" y="198"/>
                    <a:pt x="1106" y="211"/>
                  </a:cubicBezTo>
                  <a:cubicBezTo>
                    <a:pt x="972" y="230"/>
                    <a:pt x="836" y="244"/>
                    <a:pt x="708" y="258"/>
                  </a:cubicBezTo>
                  <a:cubicBezTo>
                    <a:pt x="581" y="273"/>
                    <a:pt x="460" y="285"/>
                    <a:pt x="354" y="303"/>
                  </a:cubicBezTo>
                  <a:cubicBezTo>
                    <a:pt x="146" y="327"/>
                    <a:pt x="1" y="359"/>
                    <a:pt x="1" y="359"/>
                  </a:cubicBezTo>
                  <a:cubicBezTo>
                    <a:pt x="1" y="359"/>
                    <a:pt x="135" y="425"/>
                    <a:pt x="347" y="468"/>
                  </a:cubicBezTo>
                  <a:cubicBezTo>
                    <a:pt x="453" y="488"/>
                    <a:pt x="580" y="508"/>
                    <a:pt x="715" y="514"/>
                  </a:cubicBezTo>
                  <a:cubicBezTo>
                    <a:pt x="754" y="517"/>
                    <a:pt x="794" y="518"/>
                    <a:pt x="834" y="518"/>
                  </a:cubicBezTo>
                  <a:cubicBezTo>
                    <a:pt x="935" y="518"/>
                    <a:pt x="1038" y="510"/>
                    <a:pt x="1142" y="500"/>
                  </a:cubicBezTo>
                  <a:cubicBezTo>
                    <a:pt x="1286" y="480"/>
                    <a:pt x="1431" y="452"/>
                    <a:pt x="1561" y="406"/>
                  </a:cubicBezTo>
                  <a:cubicBezTo>
                    <a:pt x="1693" y="363"/>
                    <a:pt x="1810" y="304"/>
                    <a:pt x="1906" y="246"/>
                  </a:cubicBezTo>
                  <a:cubicBezTo>
                    <a:pt x="2000" y="183"/>
                    <a:pt x="2072" y="126"/>
                    <a:pt x="2113" y="76"/>
                  </a:cubicBezTo>
                  <a:cubicBezTo>
                    <a:pt x="2157" y="29"/>
                    <a:pt x="2180" y="1"/>
                    <a:pt x="21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44"/>
            <p:cNvSpPr/>
            <p:nvPr/>
          </p:nvSpPr>
          <p:spPr>
            <a:xfrm>
              <a:off x="7063150" y="2320475"/>
              <a:ext cx="134650" cy="63350"/>
            </a:xfrm>
            <a:custGeom>
              <a:rect b="b" l="l" r="r" t="t"/>
              <a:pathLst>
                <a:path extrusionOk="0" h="2534" w="5386">
                  <a:moveTo>
                    <a:pt x="0" y="1"/>
                  </a:moveTo>
                  <a:lnTo>
                    <a:pt x="0" y="1"/>
                  </a:lnTo>
                  <a:cubicBezTo>
                    <a:pt x="0" y="1"/>
                    <a:pt x="4" y="102"/>
                    <a:pt x="53" y="274"/>
                  </a:cubicBezTo>
                  <a:cubicBezTo>
                    <a:pt x="78" y="358"/>
                    <a:pt x="114" y="462"/>
                    <a:pt x="171" y="572"/>
                  </a:cubicBezTo>
                  <a:cubicBezTo>
                    <a:pt x="227" y="680"/>
                    <a:pt x="293" y="811"/>
                    <a:pt x="387" y="932"/>
                  </a:cubicBezTo>
                  <a:cubicBezTo>
                    <a:pt x="474" y="1059"/>
                    <a:pt x="587" y="1184"/>
                    <a:pt x="712" y="1309"/>
                  </a:cubicBezTo>
                  <a:cubicBezTo>
                    <a:pt x="842" y="1428"/>
                    <a:pt x="983" y="1557"/>
                    <a:pt x="1142" y="1663"/>
                  </a:cubicBezTo>
                  <a:cubicBezTo>
                    <a:pt x="1303" y="1768"/>
                    <a:pt x="1468" y="1885"/>
                    <a:pt x="1655" y="1963"/>
                  </a:cubicBezTo>
                  <a:cubicBezTo>
                    <a:pt x="1833" y="2060"/>
                    <a:pt x="2024" y="2131"/>
                    <a:pt x="2215" y="2202"/>
                  </a:cubicBezTo>
                  <a:cubicBezTo>
                    <a:pt x="2407" y="2276"/>
                    <a:pt x="2604" y="2319"/>
                    <a:pt x="2797" y="2367"/>
                  </a:cubicBezTo>
                  <a:cubicBezTo>
                    <a:pt x="2988" y="2425"/>
                    <a:pt x="3185" y="2445"/>
                    <a:pt x="3371" y="2470"/>
                  </a:cubicBezTo>
                  <a:cubicBezTo>
                    <a:pt x="3744" y="2532"/>
                    <a:pt x="4096" y="2527"/>
                    <a:pt x="4395" y="2532"/>
                  </a:cubicBezTo>
                  <a:cubicBezTo>
                    <a:pt x="4416" y="2533"/>
                    <a:pt x="4437" y="2534"/>
                    <a:pt x="4457" y="2534"/>
                  </a:cubicBezTo>
                  <a:cubicBezTo>
                    <a:pt x="4583" y="2534"/>
                    <a:pt x="4700" y="2518"/>
                    <a:pt x="4804" y="2511"/>
                  </a:cubicBezTo>
                  <a:cubicBezTo>
                    <a:pt x="4925" y="2499"/>
                    <a:pt x="5029" y="2487"/>
                    <a:pt x="5115" y="2479"/>
                  </a:cubicBezTo>
                  <a:cubicBezTo>
                    <a:pt x="5288" y="2458"/>
                    <a:pt x="5385" y="2442"/>
                    <a:pt x="5385" y="2442"/>
                  </a:cubicBezTo>
                  <a:cubicBezTo>
                    <a:pt x="5385" y="2442"/>
                    <a:pt x="5287" y="2419"/>
                    <a:pt x="5117" y="2389"/>
                  </a:cubicBezTo>
                  <a:cubicBezTo>
                    <a:pt x="5032" y="2372"/>
                    <a:pt x="4929" y="2356"/>
                    <a:pt x="4810" y="2336"/>
                  </a:cubicBezTo>
                  <a:cubicBezTo>
                    <a:pt x="4692" y="2315"/>
                    <a:pt x="4558" y="2303"/>
                    <a:pt x="4416" y="2270"/>
                  </a:cubicBezTo>
                  <a:cubicBezTo>
                    <a:pt x="4271" y="2242"/>
                    <a:pt x="4116" y="2210"/>
                    <a:pt x="3952" y="2183"/>
                  </a:cubicBezTo>
                  <a:cubicBezTo>
                    <a:pt x="3787" y="2162"/>
                    <a:pt x="3618" y="2111"/>
                    <a:pt x="3442" y="2074"/>
                  </a:cubicBezTo>
                  <a:cubicBezTo>
                    <a:pt x="3266" y="2039"/>
                    <a:pt x="3085" y="1994"/>
                    <a:pt x="2905" y="1940"/>
                  </a:cubicBezTo>
                  <a:cubicBezTo>
                    <a:pt x="2730" y="1889"/>
                    <a:pt x="2544" y="1845"/>
                    <a:pt x="2369" y="1771"/>
                  </a:cubicBezTo>
                  <a:cubicBezTo>
                    <a:pt x="2189" y="1712"/>
                    <a:pt x="2012" y="1647"/>
                    <a:pt x="1845" y="1565"/>
                  </a:cubicBezTo>
                  <a:cubicBezTo>
                    <a:pt x="1675" y="1493"/>
                    <a:pt x="1515" y="1410"/>
                    <a:pt x="1361" y="1324"/>
                  </a:cubicBezTo>
                  <a:cubicBezTo>
                    <a:pt x="1207" y="1236"/>
                    <a:pt x="1066" y="1142"/>
                    <a:pt x="936" y="1050"/>
                  </a:cubicBezTo>
                  <a:cubicBezTo>
                    <a:pt x="810" y="952"/>
                    <a:pt x="688" y="859"/>
                    <a:pt x="587" y="760"/>
                  </a:cubicBezTo>
                  <a:cubicBezTo>
                    <a:pt x="481" y="666"/>
                    <a:pt x="396" y="565"/>
                    <a:pt x="318" y="478"/>
                  </a:cubicBezTo>
                  <a:cubicBezTo>
                    <a:pt x="245" y="388"/>
                    <a:pt x="181" y="307"/>
                    <a:pt x="134" y="235"/>
                  </a:cubicBezTo>
                  <a:cubicBezTo>
                    <a:pt x="41" y="94"/>
                    <a:pt x="0"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44"/>
            <p:cNvSpPr/>
            <p:nvPr/>
          </p:nvSpPr>
          <p:spPr>
            <a:xfrm>
              <a:off x="7118000" y="1995600"/>
              <a:ext cx="161850" cy="11550"/>
            </a:xfrm>
            <a:custGeom>
              <a:rect b="b" l="l" r="r" t="t"/>
              <a:pathLst>
                <a:path extrusionOk="0" h="462" w="6474">
                  <a:moveTo>
                    <a:pt x="6473" y="1"/>
                  </a:moveTo>
                  <a:cubicBezTo>
                    <a:pt x="6473" y="1"/>
                    <a:pt x="6371" y="6"/>
                    <a:pt x="6192" y="25"/>
                  </a:cubicBezTo>
                  <a:cubicBezTo>
                    <a:pt x="6104" y="36"/>
                    <a:pt x="5998" y="45"/>
                    <a:pt x="5874" y="59"/>
                  </a:cubicBezTo>
                  <a:cubicBezTo>
                    <a:pt x="5749" y="65"/>
                    <a:pt x="5611" y="76"/>
                    <a:pt x="5459" y="89"/>
                  </a:cubicBezTo>
                  <a:cubicBezTo>
                    <a:pt x="5309" y="104"/>
                    <a:pt x="5144" y="108"/>
                    <a:pt x="4970" y="120"/>
                  </a:cubicBezTo>
                  <a:cubicBezTo>
                    <a:pt x="4799" y="136"/>
                    <a:pt x="4615" y="139"/>
                    <a:pt x="4427" y="149"/>
                  </a:cubicBezTo>
                  <a:cubicBezTo>
                    <a:pt x="4239" y="159"/>
                    <a:pt x="4043" y="158"/>
                    <a:pt x="3845" y="165"/>
                  </a:cubicBezTo>
                  <a:cubicBezTo>
                    <a:pt x="3646" y="173"/>
                    <a:pt x="3444" y="170"/>
                    <a:pt x="3242" y="171"/>
                  </a:cubicBezTo>
                  <a:cubicBezTo>
                    <a:pt x="3151" y="173"/>
                    <a:pt x="3060" y="173"/>
                    <a:pt x="2970" y="173"/>
                  </a:cubicBezTo>
                  <a:cubicBezTo>
                    <a:pt x="2658" y="173"/>
                    <a:pt x="2349" y="167"/>
                    <a:pt x="2055" y="161"/>
                  </a:cubicBezTo>
                  <a:cubicBezTo>
                    <a:pt x="1676" y="150"/>
                    <a:pt x="1322" y="139"/>
                    <a:pt x="1018" y="131"/>
                  </a:cubicBezTo>
                  <a:cubicBezTo>
                    <a:pt x="409" y="107"/>
                    <a:pt x="1" y="92"/>
                    <a:pt x="0" y="92"/>
                  </a:cubicBezTo>
                  <a:lnTo>
                    <a:pt x="0" y="92"/>
                  </a:lnTo>
                  <a:cubicBezTo>
                    <a:pt x="0" y="92"/>
                    <a:pt x="395" y="201"/>
                    <a:pt x="1001" y="295"/>
                  </a:cubicBezTo>
                  <a:cubicBezTo>
                    <a:pt x="1303" y="345"/>
                    <a:pt x="1659" y="385"/>
                    <a:pt x="2042" y="416"/>
                  </a:cubicBezTo>
                  <a:cubicBezTo>
                    <a:pt x="2424" y="447"/>
                    <a:pt x="2833" y="461"/>
                    <a:pt x="3242" y="461"/>
                  </a:cubicBezTo>
                  <a:cubicBezTo>
                    <a:pt x="3652" y="456"/>
                    <a:pt x="4061" y="443"/>
                    <a:pt x="4444" y="402"/>
                  </a:cubicBezTo>
                  <a:cubicBezTo>
                    <a:pt x="4635" y="386"/>
                    <a:pt x="4820" y="366"/>
                    <a:pt x="4995" y="338"/>
                  </a:cubicBezTo>
                  <a:cubicBezTo>
                    <a:pt x="5169" y="312"/>
                    <a:pt x="5333" y="291"/>
                    <a:pt x="5483" y="255"/>
                  </a:cubicBezTo>
                  <a:cubicBezTo>
                    <a:pt x="5786" y="198"/>
                    <a:pt x="6031" y="131"/>
                    <a:pt x="6205" y="81"/>
                  </a:cubicBezTo>
                  <a:cubicBezTo>
                    <a:pt x="6378" y="32"/>
                    <a:pt x="6473" y="1"/>
                    <a:pt x="64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44"/>
            <p:cNvSpPr/>
            <p:nvPr/>
          </p:nvSpPr>
          <p:spPr>
            <a:xfrm>
              <a:off x="7339275" y="2228625"/>
              <a:ext cx="105700" cy="26900"/>
            </a:xfrm>
            <a:custGeom>
              <a:rect b="b" l="l" r="r" t="t"/>
              <a:pathLst>
                <a:path extrusionOk="0" h="1076" w="4228">
                  <a:moveTo>
                    <a:pt x="3697" y="1"/>
                  </a:moveTo>
                  <a:cubicBezTo>
                    <a:pt x="3646" y="1"/>
                    <a:pt x="3592" y="2"/>
                    <a:pt x="3536" y="3"/>
                  </a:cubicBezTo>
                  <a:cubicBezTo>
                    <a:pt x="3328" y="14"/>
                    <a:pt x="3086" y="34"/>
                    <a:pt x="2831" y="76"/>
                  </a:cubicBezTo>
                  <a:cubicBezTo>
                    <a:pt x="2575" y="115"/>
                    <a:pt x="2306" y="177"/>
                    <a:pt x="2038" y="244"/>
                  </a:cubicBezTo>
                  <a:cubicBezTo>
                    <a:pt x="1772" y="319"/>
                    <a:pt x="1507" y="397"/>
                    <a:pt x="1265" y="487"/>
                  </a:cubicBezTo>
                  <a:cubicBezTo>
                    <a:pt x="1021" y="574"/>
                    <a:pt x="799" y="668"/>
                    <a:pt x="611" y="754"/>
                  </a:cubicBezTo>
                  <a:cubicBezTo>
                    <a:pt x="423" y="840"/>
                    <a:pt x="273" y="923"/>
                    <a:pt x="166" y="980"/>
                  </a:cubicBezTo>
                  <a:cubicBezTo>
                    <a:pt x="59" y="1036"/>
                    <a:pt x="0" y="1075"/>
                    <a:pt x="0" y="1075"/>
                  </a:cubicBezTo>
                  <a:cubicBezTo>
                    <a:pt x="0" y="1075"/>
                    <a:pt x="68" y="1060"/>
                    <a:pt x="186" y="1031"/>
                  </a:cubicBezTo>
                  <a:cubicBezTo>
                    <a:pt x="301" y="1003"/>
                    <a:pt x="468" y="961"/>
                    <a:pt x="668" y="910"/>
                  </a:cubicBezTo>
                  <a:cubicBezTo>
                    <a:pt x="1061" y="805"/>
                    <a:pt x="1585" y="666"/>
                    <a:pt x="2111" y="525"/>
                  </a:cubicBezTo>
                  <a:cubicBezTo>
                    <a:pt x="2373" y="453"/>
                    <a:pt x="2635" y="389"/>
                    <a:pt x="2881" y="328"/>
                  </a:cubicBezTo>
                  <a:cubicBezTo>
                    <a:pt x="3128" y="268"/>
                    <a:pt x="3358" y="216"/>
                    <a:pt x="3558" y="170"/>
                  </a:cubicBezTo>
                  <a:cubicBezTo>
                    <a:pt x="3758" y="131"/>
                    <a:pt x="3924" y="87"/>
                    <a:pt x="4041" y="71"/>
                  </a:cubicBezTo>
                  <a:cubicBezTo>
                    <a:pt x="4159" y="49"/>
                    <a:pt x="4228" y="33"/>
                    <a:pt x="4228" y="33"/>
                  </a:cubicBezTo>
                  <a:cubicBezTo>
                    <a:pt x="4228" y="33"/>
                    <a:pt x="4022" y="1"/>
                    <a:pt x="36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44"/>
            <p:cNvSpPr/>
            <p:nvPr/>
          </p:nvSpPr>
          <p:spPr>
            <a:xfrm>
              <a:off x="7611550" y="1680975"/>
              <a:ext cx="53900" cy="48325"/>
            </a:xfrm>
            <a:custGeom>
              <a:rect b="b" l="l" r="r" t="t"/>
              <a:pathLst>
                <a:path extrusionOk="0" h="1933" w="2156">
                  <a:moveTo>
                    <a:pt x="2155" y="0"/>
                  </a:moveTo>
                  <a:cubicBezTo>
                    <a:pt x="2155" y="0"/>
                    <a:pt x="2108" y="6"/>
                    <a:pt x="2027" y="20"/>
                  </a:cubicBezTo>
                  <a:cubicBezTo>
                    <a:pt x="1945" y="38"/>
                    <a:pt x="1825" y="57"/>
                    <a:pt x="1691" y="106"/>
                  </a:cubicBezTo>
                  <a:cubicBezTo>
                    <a:pt x="1624" y="132"/>
                    <a:pt x="1546" y="152"/>
                    <a:pt x="1475" y="188"/>
                  </a:cubicBezTo>
                  <a:cubicBezTo>
                    <a:pt x="1401" y="225"/>
                    <a:pt x="1320" y="260"/>
                    <a:pt x="1241" y="305"/>
                  </a:cubicBezTo>
                  <a:cubicBezTo>
                    <a:pt x="1084" y="394"/>
                    <a:pt x="925" y="507"/>
                    <a:pt x="778" y="632"/>
                  </a:cubicBezTo>
                  <a:cubicBezTo>
                    <a:pt x="635" y="763"/>
                    <a:pt x="497" y="900"/>
                    <a:pt x="394" y="1050"/>
                  </a:cubicBezTo>
                  <a:cubicBezTo>
                    <a:pt x="283" y="1194"/>
                    <a:pt x="200" y="1342"/>
                    <a:pt x="140" y="1475"/>
                  </a:cubicBezTo>
                  <a:cubicBezTo>
                    <a:pt x="18" y="1738"/>
                    <a:pt x="0" y="1933"/>
                    <a:pt x="0" y="1933"/>
                  </a:cubicBezTo>
                  <a:cubicBezTo>
                    <a:pt x="0" y="1933"/>
                    <a:pt x="108" y="1773"/>
                    <a:pt x="281" y="1562"/>
                  </a:cubicBezTo>
                  <a:cubicBezTo>
                    <a:pt x="368" y="1456"/>
                    <a:pt x="470" y="1335"/>
                    <a:pt x="588" y="1214"/>
                  </a:cubicBezTo>
                  <a:cubicBezTo>
                    <a:pt x="643" y="1151"/>
                    <a:pt x="709" y="1093"/>
                    <a:pt x="771" y="1032"/>
                  </a:cubicBezTo>
                  <a:cubicBezTo>
                    <a:pt x="831" y="967"/>
                    <a:pt x="901" y="912"/>
                    <a:pt x="967" y="852"/>
                  </a:cubicBezTo>
                  <a:cubicBezTo>
                    <a:pt x="1100" y="731"/>
                    <a:pt x="1245" y="625"/>
                    <a:pt x="1379" y="521"/>
                  </a:cubicBezTo>
                  <a:cubicBezTo>
                    <a:pt x="1448" y="473"/>
                    <a:pt x="1515" y="426"/>
                    <a:pt x="1578" y="380"/>
                  </a:cubicBezTo>
                  <a:cubicBezTo>
                    <a:pt x="1642" y="333"/>
                    <a:pt x="1706" y="298"/>
                    <a:pt x="1763" y="258"/>
                  </a:cubicBezTo>
                  <a:cubicBezTo>
                    <a:pt x="1877" y="179"/>
                    <a:pt x="1978" y="121"/>
                    <a:pt x="2047" y="74"/>
                  </a:cubicBezTo>
                  <a:cubicBezTo>
                    <a:pt x="2115" y="30"/>
                    <a:pt x="2155" y="0"/>
                    <a:pt x="21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44"/>
            <p:cNvSpPr/>
            <p:nvPr/>
          </p:nvSpPr>
          <p:spPr>
            <a:xfrm>
              <a:off x="7116950" y="1254600"/>
              <a:ext cx="34850" cy="195550"/>
            </a:xfrm>
            <a:custGeom>
              <a:rect b="b" l="l" r="r" t="t"/>
              <a:pathLst>
                <a:path extrusionOk="0" h="7822" w="1394">
                  <a:moveTo>
                    <a:pt x="1393" y="1"/>
                  </a:moveTo>
                  <a:cubicBezTo>
                    <a:pt x="1393" y="1"/>
                    <a:pt x="1324" y="107"/>
                    <a:pt x="1200" y="292"/>
                  </a:cubicBezTo>
                  <a:cubicBezTo>
                    <a:pt x="1142" y="386"/>
                    <a:pt x="1062" y="495"/>
                    <a:pt x="993" y="635"/>
                  </a:cubicBezTo>
                  <a:cubicBezTo>
                    <a:pt x="921" y="772"/>
                    <a:pt x="831" y="925"/>
                    <a:pt x="751" y="1101"/>
                  </a:cubicBezTo>
                  <a:cubicBezTo>
                    <a:pt x="679" y="1279"/>
                    <a:pt x="592" y="1469"/>
                    <a:pt x="514" y="1675"/>
                  </a:cubicBezTo>
                  <a:cubicBezTo>
                    <a:pt x="447" y="1885"/>
                    <a:pt x="355" y="2100"/>
                    <a:pt x="304" y="2335"/>
                  </a:cubicBezTo>
                  <a:cubicBezTo>
                    <a:pt x="244" y="2568"/>
                    <a:pt x="182" y="2807"/>
                    <a:pt x="143" y="3058"/>
                  </a:cubicBezTo>
                  <a:cubicBezTo>
                    <a:pt x="92" y="3307"/>
                    <a:pt x="71" y="3562"/>
                    <a:pt x="40" y="3817"/>
                  </a:cubicBezTo>
                  <a:cubicBezTo>
                    <a:pt x="25" y="4074"/>
                    <a:pt x="2" y="4329"/>
                    <a:pt x="8" y="4583"/>
                  </a:cubicBezTo>
                  <a:cubicBezTo>
                    <a:pt x="1" y="4834"/>
                    <a:pt x="17" y="5082"/>
                    <a:pt x="33" y="5323"/>
                  </a:cubicBezTo>
                  <a:cubicBezTo>
                    <a:pt x="48" y="5563"/>
                    <a:pt x="80" y="5793"/>
                    <a:pt x="114" y="6009"/>
                  </a:cubicBezTo>
                  <a:cubicBezTo>
                    <a:pt x="149" y="6225"/>
                    <a:pt x="185" y="6430"/>
                    <a:pt x="230" y="6617"/>
                  </a:cubicBezTo>
                  <a:cubicBezTo>
                    <a:pt x="310" y="6993"/>
                    <a:pt x="424" y="7293"/>
                    <a:pt x="498" y="7501"/>
                  </a:cubicBezTo>
                  <a:cubicBezTo>
                    <a:pt x="580" y="7708"/>
                    <a:pt x="633" y="7822"/>
                    <a:pt x="633" y="7822"/>
                  </a:cubicBezTo>
                  <a:cubicBezTo>
                    <a:pt x="633" y="7822"/>
                    <a:pt x="604" y="7699"/>
                    <a:pt x="547" y="7485"/>
                  </a:cubicBezTo>
                  <a:cubicBezTo>
                    <a:pt x="498" y="7270"/>
                    <a:pt x="440" y="6960"/>
                    <a:pt x="389" y="6586"/>
                  </a:cubicBezTo>
                  <a:cubicBezTo>
                    <a:pt x="327" y="6214"/>
                    <a:pt x="304" y="5775"/>
                    <a:pt x="286" y="5308"/>
                  </a:cubicBezTo>
                  <a:cubicBezTo>
                    <a:pt x="277" y="5073"/>
                    <a:pt x="279" y="4831"/>
                    <a:pt x="286" y="4585"/>
                  </a:cubicBezTo>
                  <a:cubicBezTo>
                    <a:pt x="284" y="4338"/>
                    <a:pt x="311" y="4090"/>
                    <a:pt x="327" y="3841"/>
                  </a:cubicBezTo>
                  <a:cubicBezTo>
                    <a:pt x="357" y="3593"/>
                    <a:pt x="373" y="3345"/>
                    <a:pt x="418" y="3103"/>
                  </a:cubicBezTo>
                  <a:cubicBezTo>
                    <a:pt x="453" y="2860"/>
                    <a:pt x="499" y="2623"/>
                    <a:pt x="551" y="2395"/>
                  </a:cubicBezTo>
                  <a:cubicBezTo>
                    <a:pt x="594" y="2165"/>
                    <a:pt x="666" y="1948"/>
                    <a:pt x="714" y="1738"/>
                  </a:cubicBezTo>
                  <a:cubicBezTo>
                    <a:pt x="773" y="1532"/>
                    <a:pt x="843" y="1341"/>
                    <a:pt x="901" y="1161"/>
                  </a:cubicBezTo>
                  <a:cubicBezTo>
                    <a:pt x="969" y="986"/>
                    <a:pt x="1031" y="825"/>
                    <a:pt x="1086" y="683"/>
                  </a:cubicBezTo>
                  <a:cubicBezTo>
                    <a:pt x="1137" y="538"/>
                    <a:pt x="1204" y="420"/>
                    <a:pt x="1250" y="319"/>
                  </a:cubicBezTo>
                  <a:cubicBezTo>
                    <a:pt x="1341" y="118"/>
                    <a:pt x="1393" y="1"/>
                    <a:pt x="13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44"/>
            <p:cNvSpPr/>
            <p:nvPr/>
          </p:nvSpPr>
          <p:spPr>
            <a:xfrm>
              <a:off x="7328425" y="1645175"/>
              <a:ext cx="58650" cy="101800"/>
            </a:xfrm>
            <a:custGeom>
              <a:rect b="b" l="l" r="r" t="t"/>
              <a:pathLst>
                <a:path extrusionOk="0" h="4072" w="2346">
                  <a:moveTo>
                    <a:pt x="3" y="1"/>
                  </a:moveTo>
                  <a:lnTo>
                    <a:pt x="3" y="177"/>
                  </a:lnTo>
                  <a:lnTo>
                    <a:pt x="1" y="4071"/>
                  </a:lnTo>
                  <a:lnTo>
                    <a:pt x="358" y="345"/>
                  </a:lnTo>
                  <a:lnTo>
                    <a:pt x="2345" y="18"/>
                  </a:lnTo>
                  <a:lnTo>
                    <a:pt x="175" y="2"/>
                  </a:lnTo>
                  <a:lnTo>
                    <a:pt x="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44"/>
            <p:cNvSpPr/>
            <p:nvPr/>
          </p:nvSpPr>
          <p:spPr>
            <a:xfrm>
              <a:off x="7217800" y="1644500"/>
              <a:ext cx="31600" cy="101800"/>
            </a:xfrm>
            <a:custGeom>
              <a:rect b="b" l="l" r="r" t="t"/>
              <a:pathLst>
                <a:path extrusionOk="0" h="4072" w="1264">
                  <a:moveTo>
                    <a:pt x="4" y="1"/>
                  </a:moveTo>
                  <a:lnTo>
                    <a:pt x="4" y="177"/>
                  </a:lnTo>
                  <a:lnTo>
                    <a:pt x="1" y="4071"/>
                  </a:lnTo>
                  <a:lnTo>
                    <a:pt x="361" y="321"/>
                  </a:lnTo>
                  <a:lnTo>
                    <a:pt x="1263" y="18"/>
                  </a:lnTo>
                  <a:lnTo>
                    <a:pt x="159" y="5"/>
                  </a:lnTo>
                  <a:lnTo>
                    <a:pt x="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44"/>
            <p:cNvSpPr/>
            <p:nvPr/>
          </p:nvSpPr>
          <p:spPr>
            <a:xfrm>
              <a:off x="7254300" y="1644500"/>
              <a:ext cx="31550" cy="101800"/>
            </a:xfrm>
            <a:custGeom>
              <a:rect b="b" l="l" r="r" t="t"/>
              <a:pathLst>
                <a:path extrusionOk="0" h="4072" w="1262">
                  <a:moveTo>
                    <a:pt x="5" y="1"/>
                  </a:moveTo>
                  <a:lnTo>
                    <a:pt x="5" y="177"/>
                  </a:lnTo>
                  <a:lnTo>
                    <a:pt x="1" y="4071"/>
                  </a:lnTo>
                  <a:lnTo>
                    <a:pt x="360" y="321"/>
                  </a:lnTo>
                  <a:lnTo>
                    <a:pt x="1262" y="18"/>
                  </a:lnTo>
                  <a:lnTo>
                    <a:pt x="159" y="5"/>
                  </a:lnTo>
                  <a:lnTo>
                    <a:pt x="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44"/>
            <p:cNvSpPr/>
            <p:nvPr/>
          </p:nvSpPr>
          <p:spPr>
            <a:xfrm>
              <a:off x="7288650" y="1645025"/>
              <a:ext cx="31850" cy="31775"/>
            </a:xfrm>
            <a:custGeom>
              <a:rect b="b" l="l" r="r" t="t"/>
              <a:pathLst>
                <a:path extrusionOk="0" h="1271" w="1274">
                  <a:moveTo>
                    <a:pt x="658" y="0"/>
                  </a:moveTo>
                  <a:cubicBezTo>
                    <a:pt x="592" y="0"/>
                    <a:pt x="521" y="9"/>
                    <a:pt x="457" y="32"/>
                  </a:cubicBezTo>
                  <a:cubicBezTo>
                    <a:pt x="360" y="66"/>
                    <a:pt x="270" y="120"/>
                    <a:pt x="195" y="191"/>
                  </a:cubicBezTo>
                  <a:cubicBezTo>
                    <a:pt x="123" y="267"/>
                    <a:pt x="67" y="356"/>
                    <a:pt x="35" y="453"/>
                  </a:cubicBezTo>
                  <a:cubicBezTo>
                    <a:pt x="16" y="501"/>
                    <a:pt x="8" y="549"/>
                    <a:pt x="3" y="604"/>
                  </a:cubicBezTo>
                  <a:cubicBezTo>
                    <a:pt x="0" y="635"/>
                    <a:pt x="3" y="649"/>
                    <a:pt x="2" y="670"/>
                  </a:cubicBezTo>
                  <a:cubicBezTo>
                    <a:pt x="0" y="700"/>
                    <a:pt x="4" y="720"/>
                    <a:pt x="7" y="745"/>
                  </a:cubicBezTo>
                  <a:cubicBezTo>
                    <a:pt x="30" y="935"/>
                    <a:pt x="143" y="1088"/>
                    <a:pt x="259" y="1168"/>
                  </a:cubicBezTo>
                  <a:cubicBezTo>
                    <a:pt x="378" y="1252"/>
                    <a:pt x="497" y="1270"/>
                    <a:pt x="574" y="1270"/>
                  </a:cubicBezTo>
                  <a:cubicBezTo>
                    <a:pt x="648" y="1269"/>
                    <a:pt x="685" y="1255"/>
                    <a:pt x="692" y="1254"/>
                  </a:cubicBezTo>
                  <a:lnTo>
                    <a:pt x="692" y="1254"/>
                  </a:lnTo>
                  <a:cubicBezTo>
                    <a:pt x="693" y="1254"/>
                    <a:pt x="693" y="1254"/>
                    <a:pt x="693" y="1254"/>
                  </a:cubicBezTo>
                  <a:cubicBezTo>
                    <a:pt x="693" y="1254"/>
                    <a:pt x="693" y="1254"/>
                    <a:pt x="692" y="1254"/>
                  </a:cubicBezTo>
                  <a:cubicBezTo>
                    <a:pt x="692" y="1254"/>
                    <a:pt x="692" y="1254"/>
                    <a:pt x="692" y="1254"/>
                  </a:cubicBezTo>
                  <a:lnTo>
                    <a:pt x="692" y="1254"/>
                  </a:lnTo>
                  <a:cubicBezTo>
                    <a:pt x="685" y="1252"/>
                    <a:pt x="642" y="1241"/>
                    <a:pt x="586" y="1215"/>
                  </a:cubicBezTo>
                  <a:cubicBezTo>
                    <a:pt x="521" y="1185"/>
                    <a:pt x="438" y="1134"/>
                    <a:pt x="371" y="1048"/>
                  </a:cubicBezTo>
                  <a:cubicBezTo>
                    <a:pt x="304" y="964"/>
                    <a:pt x="257" y="847"/>
                    <a:pt x="258" y="727"/>
                  </a:cubicBezTo>
                  <a:cubicBezTo>
                    <a:pt x="259" y="713"/>
                    <a:pt x="258" y="693"/>
                    <a:pt x="259" y="685"/>
                  </a:cubicBezTo>
                  <a:cubicBezTo>
                    <a:pt x="264" y="668"/>
                    <a:pt x="264" y="639"/>
                    <a:pt x="269" y="631"/>
                  </a:cubicBezTo>
                  <a:cubicBezTo>
                    <a:pt x="276" y="608"/>
                    <a:pt x="284" y="576"/>
                    <a:pt x="296" y="547"/>
                  </a:cubicBezTo>
                  <a:cubicBezTo>
                    <a:pt x="317" y="490"/>
                    <a:pt x="352" y="437"/>
                    <a:pt x="398" y="395"/>
                  </a:cubicBezTo>
                  <a:cubicBezTo>
                    <a:pt x="441" y="349"/>
                    <a:pt x="493" y="314"/>
                    <a:pt x="551" y="292"/>
                  </a:cubicBezTo>
                  <a:cubicBezTo>
                    <a:pt x="606" y="272"/>
                    <a:pt x="661" y="257"/>
                    <a:pt x="726" y="257"/>
                  </a:cubicBezTo>
                  <a:cubicBezTo>
                    <a:pt x="728" y="257"/>
                    <a:pt x="731" y="257"/>
                    <a:pt x="734" y="257"/>
                  </a:cubicBezTo>
                  <a:cubicBezTo>
                    <a:pt x="735" y="257"/>
                    <a:pt x="737" y="257"/>
                    <a:pt x="738" y="257"/>
                  </a:cubicBezTo>
                  <a:cubicBezTo>
                    <a:pt x="851" y="257"/>
                    <a:pt x="970" y="303"/>
                    <a:pt x="1050" y="369"/>
                  </a:cubicBezTo>
                  <a:cubicBezTo>
                    <a:pt x="1135" y="437"/>
                    <a:pt x="1189" y="520"/>
                    <a:pt x="1218" y="584"/>
                  </a:cubicBezTo>
                  <a:cubicBezTo>
                    <a:pt x="1246" y="650"/>
                    <a:pt x="1257" y="692"/>
                    <a:pt x="1257" y="692"/>
                  </a:cubicBezTo>
                  <a:cubicBezTo>
                    <a:pt x="1257" y="692"/>
                    <a:pt x="1271" y="651"/>
                    <a:pt x="1273" y="572"/>
                  </a:cubicBezTo>
                  <a:cubicBezTo>
                    <a:pt x="1273" y="497"/>
                    <a:pt x="1256" y="376"/>
                    <a:pt x="1171" y="258"/>
                  </a:cubicBezTo>
                  <a:cubicBezTo>
                    <a:pt x="1091" y="141"/>
                    <a:pt x="943" y="30"/>
                    <a:pt x="746" y="5"/>
                  </a:cubicBezTo>
                  <a:cubicBezTo>
                    <a:pt x="718" y="2"/>
                    <a:pt x="689" y="0"/>
                    <a:pt x="6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44"/>
            <p:cNvSpPr/>
            <p:nvPr/>
          </p:nvSpPr>
          <p:spPr>
            <a:xfrm>
              <a:off x="7288600" y="1680575"/>
              <a:ext cx="31900" cy="31775"/>
            </a:xfrm>
            <a:custGeom>
              <a:rect b="b" l="l" r="r" t="t"/>
              <a:pathLst>
                <a:path extrusionOk="0" h="1271" w="1276">
                  <a:moveTo>
                    <a:pt x="658" y="0"/>
                  </a:moveTo>
                  <a:cubicBezTo>
                    <a:pt x="591" y="0"/>
                    <a:pt x="521" y="9"/>
                    <a:pt x="456" y="32"/>
                  </a:cubicBezTo>
                  <a:cubicBezTo>
                    <a:pt x="361" y="66"/>
                    <a:pt x="271" y="120"/>
                    <a:pt x="194" y="191"/>
                  </a:cubicBezTo>
                  <a:cubicBezTo>
                    <a:pt x="123" y="267"/>
                    <a:pt x="67" y="356"/>
                    <a:pt x="36" y="453"/>
                  </a:cubicBezTo>
                  <a:cubicBezTo>
                    <a:pt x="17" y="502"/>
                    <a:pt x="8" y="549"/>
                    <a:pt x="5" y="605"/>
                  </a:cubicBezTo>
                  <a:cubicBezTo>
                    <a:pt x="2" y="634"/>
                    <a:pt x="5" y="648"/>
                    <a:pt x="4" y="670"/>
                  </a:cubicBezTo>
                  <a:cubicBezTo>
                    <a:pt x="1" y="700"/>
                    <a:pt x="6" y="720"/>
                    <a:pt x="8" y="746"/>
                  </a:cubicBezTo>
                  <a:cubicBezTo>
                    <a:pt x="32" y="935"/>
                    <a:pt x="145" y="1088"/>
                    <a:pt x="261" y="1169"/>
                  </a:cubicBezTo>
                  <a:cubicBezTo>
                    <a:pt x="380" y="1252"/>
                    <a:pt x="499" y="1271"/>
                    <a:pt x="576" y="1271"/>
                  </a:cubicBezTo>
                  <a:cubicBezTo>
                    <a:pt x="650" y="1269"/>
                    <a:pt x="687" y="1255"/>
                    <a:pt x="694" y="1254"/>
                  </a:cubicBezTo>
                  <a:lnTo>
                    <a:pt x="694" y="1254"/>
                  </a:lnTo>
                  <a:cubicBezTo>
                    <a:pt x="695" y="1254"/>
                    <a:pt x="695" y="1254"/>
                    <a:pt x="695" y="1254"/>
                  </a:cubicBezTo>
                  <a:cubicBezTo>
                    <a:pt x="695" y="1254"/>
                    <a:pt x="695" y="1254"/>
                    <a:pt x="694" y="1254"/>
                  </a:cubicBezTo>
                  <a:cubicBezTo>
                    <a:pt x="694" y="1254"/>
                    <a:pt x="694" y="1254"/>
                    <a:pt x="694" y="1254"/>
                  </a:cubicBezTo>
                  <a:lnTo>
                    <a:pt x="694" y="1254"/>
                  </a:lnTo>
                  <a:cubicBezTo>
                    <a:pt x="687" y="1252"/>
                    <a:pt x="644" y="1241"/>
                    <a:pt x="588" y="1216"/>
                  </a:cubicBezTo>
                  <a:cubicBezTo>
                    <a:pt x="523" y="1185"/>
                    <a:pt x="440" y="1134"/>
                    <a:pt x="373" y="1048"/>
                  </a:cubicBezTo>
                  <a:cubicBezTo>
                    <a:pt x="306" y="963"/>
                    <a:pt x="259" y="848"/>
                    <a:pt x="260" y="727"/>
                  </a:cubicBezTo>
                  <a:cubicBezTo>
                    <a:pt x="261" y="713"/>
                    <a:pt x="260" y="693"/>
                    <a:pt x="261" y="685"/>
                  </a:cubicBezTo>
                  <a:cubicBezTo>
                    <a:pt x="266" y="668"/>
                    <a:pt x="266" y="639"/>
                    <a:pt x="271" y="631"/>
                  </a:cubicBezTo>
                  <a:cubicBezTo>
                    <a:pt x="278" y="607"/>
                    <a:pt x="286" y="576"/>
                    <a:pt x="298" y="547"/>
                  </a:cubicBezTo>
                  <a:cubicBezTo>
                    <a:pt x="319" y="490"/>
                    <a:pt x="354" y="437"/>
                    <a:pt x="400" y="395"/>
                  </a:cubicBezTo>
                  <a:cubicBezTo>
                    <a:pt x="443" y="349"/>
                    <a:pt x="495" y="314"/>
                    <a:pt x="553" y="292"/>
                  </a:cubicBezTo>
                  <a:cubicBezTo>
                    <a:pt x="608" y="272"/>
                    <a:pt x="663" y="257"/>
                    <a:pt x="728" y="257"/>
                  </a:cubicBezTo>
                  <a:cubicBezTo>
                    <a:pt x="730" y="257"/>
                    <a:pt x="733" y="257"/>
                    <a:pt x="736" y="257"/>
                  </a:cubicBezTo>
                  <a:cubicBezTo>
                    <a:pt x="737" y="257"/>
                    <a:pt x="739" y="257"/>
                    <a:pt x="740" y="257"/>
                  </a:cubicBezTo>
                  <a:cubicBezTo>
                    <a:pt x="853" y="257"/>
                    <a:pt x="972" y="303"/>
                    <a:pt x="1052" y="370"/>
                  </a:cubicBezTo>
                  <a:cubicBezTo>
                    <a:pt x="1137" y="437"/>
                    <a:pt x="1191" y="520"/>
                    <a:pt x="1220" y="584"/>
                  </a:cubicBezTo>
                  <a:cubicBezTo>
                    <a:pt x="1248" y="649"/>
                    <a:pt x="1259" y="692"/>
                    <a:pt x="1259" y="692"/>
                  </a:cubicBezTo>
                  <a:cubicBezTo>
                    <a:pt x="1259" y="692"/>
                    <a:pt x="1273" y="652"/>
                    <a:pt x="1275" y="572"/>
                  </a:cubicBezTo>
                  <a:cubicBezTo>
                    <a:pt x="1275" y="497"/>
                    <a:pt x="1258" y="376"/>
                    <a:pt x="1173" y="258"/>
                  </a:cubicBezTo>
                  <a:cubicBezTo>
                    <a:pt x="1091" y="140"/>
                    <a:pt x="944" y="28"/>
                    <a:pt x="745" y="6"/>
                  </a:cubicBezTo>
                  <a:cubicBezTo>
                    <a:pt x="717" y="2"/>
                    <a:pt x="688" y="0"/>
                    <a:pt x="6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44"/>
            <p:cNvSpPr/>
            <p:nvPr/>
          </p:nvSpPr>
          <p:spPr>
            <a:xfrm>
              <a:off x="7288650" y="1716050"/>
              <a:ext cx="31800" cy="31750"/>
            </a:xfrm>
            <a:custGeom>
              <a:rect b="b" l="l" r="r" t="t"/>
              <a:pathLst>
                <a:path extrusionOk="0" h="1270" w="1272">
                  <a:moveTo>
                    <a:pt x="656" y="1"/>
                  </a:moveTo>
                  <a:cubicBezTo>
                    <a:pt x="589" y="1"/>
                    <a:pt x="519" y="10"/>
                    <a:pt x="454" y="33"/>
                  </a:cubicBezTo>
                  <a:cubicBezTo>
                    <a:pt x="359" y="66"/>
                    <a:pt x="269" y="120"/>
                    <a:pt x="192" y="193"/>
                  </a:cubicBezTo>
                  <a:cubicBezTo>
                    <a:pt x="121" y="268"/>
                    <a:pt x="65" y="357"/>
                    <a:pt x="34" y="455"/>
                  </a:cubicBezTo>
                  <a:cubicBezTo>
                    <a:pt x="15" y="503"/>
                    <a:pt x="7" y="550"/>
                    <a:pt x="3" y="605"/>
                  </a:cubicBezTo>
                  <a:cubicBezTo>
                    <a:pt x="0" y="636"/>
                    <a:pt x="3" y="649"/>
                    <a:pt x="2" y="671"/>
                  </a:cubicBezTo>
                  <a:cubicBezTo>
                    <a:pt x="0" y="700"/>
                    <a:pt x="4" y="720"/>
                    <a:pt x="7" y="746"/>
                  </a:cubicBezTo>
                  <a:cubicBezTo>
                    <a:pt x="30" y="935"/>
                    <a:pt x="143" y="1088"/>
                    <a:pt x="259" y="1168"/>
                  </a:cubicBezTo>
                  <a:cubicBezTo>
                    <a:pt x="378" y="1251"/>
                    <a:pt x="497" y="1270"/>
                    <a:pt x="574" y="1270"/>
                  </a:cubicBezTo>
                  <a:cubicBezTo>
                    <a:pt x="648" y="1268"/>
                    <a:pt x="685" y="1254"/>
                    <a:pt x="692" y="1253"/>
                  </a:cubicBezTo>
                  <a:lnTo>
                    <a:pt x="692" y="1253"/>
                  </a:lnTo>
                  <a:cubicBezTo>
                    <a:pt x="693" y="1253"/>
                    <a:pt x="693" y="1254"/>
                    <a:pt x="693" y="1254"/>
                  </a:cubicBezTo>
                  <a:cubicBezTo>
                    <a:pt x="693" y="1253"/>
                    <a:pt x="693" y="1253"/>
                    <a:pt x="692" y="1253"/>
                  </a:cubicBezTo>
                  <a:cubicBezTo>
                    <a:pt x="692" y="1253"/>
                    <a:pt x="692" y="1253"/>
                    <a:pt x="692" y="1253"/>
                  </a:cubicBezTo>
                  <a:lnTo>
                    <a:pt x="692" y="1253"/>
                  </a:lnTo>
                  <a:cubicBezTo>
                    <a:pt x="685" y="1251"/>
                    <a:pt x="642" y="1240"/>
                    <a:pt x="586" y="1215"/>
                  </a:cubicBezTo>
                  <a:cubicBezTo>
                    <a:pt x="521" y="1184"/>
                    <a:pt x="438" y="1133"/>
                    <a:pt x="371" y="1047"/>
                  </a:cubicBezTo>
                  <a:cubicBezTo>
                    <a:pt x="304" y="962"/>
                    <a:pt x="257" y="847"/>
                    <a:pt x="258" y="726"/>
                  </a:cubicBezTo>
                  <a:cubicBezTo>
                    <a:pt x="259" y="712"/>
                    <a:pt x="258" y="692"/>
                    <a:pt x="259" y="684"/>
                  </a:cubicBezTo>
                  <a:cubicBezTo>
                    <a:pt x="262" y="669"/>
                    <a:pt x="262" y="643"/>
                    <a:pt x="266" y="632"/>
                  </a:cubicBezTo>
                  <a:cubicBezTo>
                    <a:pt x="273" y="609"/>
                    <a:pt x="282" y="577"/>
                    <a:pt x="293" y="549"/>
                  </a:cubicBezTo>
                  <a:cubicBezTo>
                    <a:pt x="316" y="491"/>
                    <a:pt x="351" y="437"/>
                    <a:pt x="396" y="395"/>
                  </a:cubicBezTo>
                  <a:cubicBezTo>
                    <a:pt x="439" y="350"/>
                    <a:pt x="492" y="315"/>
                    <a:pt x="548" y="293"/>
                  </a:cubicBezTo>
                  <a:cubicBezTo>
                    <a:pt x="605" y="274"/>
                    <a:pt x="658" y="257"/>
                    <a:pt x="725" y="257"/>
                  </a:cubicBezTo>
                  <a:cubicBezTo>
                    <a:pt x="727" y="257"/>
                    <a:pt x="730" y="257"/>
                    <a:pt x="732" y="257"/>
                  </a:cubicBezTo>
                  <a:cubicBezTo>
                    <a:pt x="734" y="257"/>
                    <a:pt x="735" y="257"/>
                    <a:pt x="737" y="257"/>
                  </a:cubicBezTo>
                  <a:cubicBezTo>
                    <a:pt x="850" y="257"/>
                    <a:pt x="968" y="304"/>
                    <a:pt x="1049" y="370"/>
                  </a:cubicBezTo>
                  <a:cubicBezTo>
                    <a:pt x="1132" y="437"/>
                    <a:pt x="1186" y="522"/>
                    <a:pt x="1217" y="585"/>
                  </a:cubicBezTo>
                  <a:cubicBezTo>
                    <a:pt x="1245" y="651"/>
                    <a:pt x="1256" y="692"/>
                    <a:pt x="1256" y="692"/>
                  </a:cubicBezTo>
                  <a:cubicBezTo>
                    <a:pt x="1256" y="692"/>
                    <a:pt x="1269" y="652"/>
                    <a:pt x="1272" y="573"/>
                  </a:cubicBezTo>
                  <a:cubicBezTo>
                    <a:pt x="1272" y="498"/>
                    <a:pt x="1253" y="377"/>
                    <a:pt x="1170" y="260"/>
                  </a:cubicBezTo>
                  <a:cubicBezTo>
                    <a:pt x="1089" y="142"/>
                    <a:pt x="942" y="32"/>
                    <a:pt x="743" y="6"/>
                  </a:cubicBezTo>
                  <a:cubicBezTo>
                    <a:pt x="715" y="3"/>
                    <a:pt x="686" y="1"/>
                    <a:pt x="6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44"/>
            <p:cNvSpPr/>
            <p:nvPr/>
          </p:nvSpPr>
          <p:spPr>
            <a:xfrm>
              <a:off x="7220650" y="1650825"/>
              <a:ext cx="177575" cy="109975"/>
            </a:xfrm>
            <a:custGeom>
              <a:rect b="b" l="l" r="r" t="t"/>
              <a:pathLst>
                <a:path extrusionOk="0" h="4399" w="7103">
                  <a:moveTo>
                    <a:pt x="7035" y="0"/>
                  </a:moveTo>
                  <a:cubicBezTo>
                    <a:pt x="7035" y="0"/>
                    <a:pt x="7019" y="701"/>
                    <a:pt x="6995" y="1754"/>
                  </a:cubicBezTo>
                  <a:cubicBezTo>
                    <a:pt x="6988" y="2281"/>
                    <a:pt x="6981" y="2894"/>
                    <a:pt x="6973" y="3552"/>
                  </a:cubicBezTo>
                  <a:cubicBezTo>
                    <a:pt x="6972" y="3715"/>
                    <a:pt x="6975" y="3889"/>
                    <a:pt x="6968" y="4047"/>
                  </a:cubicBezTo>
                  <a:cubicBezTo>
                    <a:pt x="6952" y="4167"/>
                    <a:pt x="6845" y="4262"/>
                    <a:pt x="6705" y="4262"/>
                  </a:cubicBezTo>
                  <a:cubicBezTo>
                    <a:pt x="6691" y="4262"/>
                    <a:pt x="6676" y="4261"/>
                    <a:pt x="6662" y="4259"/>
                  </a:cubicBezTo>
                  <a:cubicBezTo>
                    <a:pt x="6315" y="4257"/>
                    <a:pt x="5965" y="4255"/>
                    <a:pt x="5614" y="4253"/>
                  </a:cubicBezTo>
                  <a:cubicBezTo>
                    <a:pt x="4912" y="4257"/>
                    <a:pt x="4211" y="4260"/>
                    <a:pt x="3553" y="4264"/>
                  </a:cubicBezTo>
                  <a:cubicBezTo>
                    <a:pt x="2895" y="4272"/>
                    <a:pt x="2280" y="4279"/>
                    <a:pt x="1755" y="4286"/>
                  </a:cubicBezTo>
                  <a:cubicBezTo>
                    <a:pt x="702" y="4311"/>
                    <a:pt x="1" y="4326"/>
                    <a:pt x="1" y="4326"/>
                  </a:cubicBezTo>
                  <a:cubicBezTo>
                    <a:pt x="1" y="4326"/>
                    <a:pt x="702" y="4342"/>
                    <a:pt x="1755" y="4366"/>
                  </a:cubicBezTo>
                  <a:cubicBezTo>
                    <a:pt x="2281" y="4373"/>
                    <a:pt x="2894" y="4380"/>
                    <a:pt x="3553" y="4388"/>
                  </a:cubicBezTo>
                  <a:cubicBezTo>
                    <a:pt x="4211" y="4392"/>
                    <a:pt x="4912" y="4394"/>
                    <a:pt x="5614" y="4398"/>
                  </a:cubicBezTo>
                  <a:cubicBezTo>
                    <a:pt x="5965" y="4396"/>
                    <a:pt x="6315" y="4394"/>
                    <a:pt x="6662" y="4393"/>
                  </a:cubicBezTo>
                  <a:cubicBezTo>
                    <a:pt x="6671" y="4394"/>
                    <a:pt x="6681" y="4394"/>
                    <a:pt x="6691" y="4394"/>
                  </a:cubicBezTo>
                  <a:cubicBezTo>
                    <a:pt x="6768" y="4394"/>
                    <a:pt x="6875" y="4375"/>
                    <a:pt x="6945" y="4319"/>
                  </a:cubicBezTo>
                  <a:cubicBezTo>
                    <a:pt x="7028" y="4257"/>
                    <a:pt x="7086" y="4165"/>
                    <a:pt x="7098" y="4059"/>
                  </a:cubicBezTo>
                  <a:cubicBezTo>
                    <a:pt x="7102" y="3879"/>
                    <a:pt x="7098" y="3720"/>
                    <a:pt x="7098" y="3552"/>
                  </a:cubicBezTo>
                  <a:cubicBezTo>
                    <a:pt x="7089" y="2894"/>
                    <a:pt x="7082" y="2279"/>
                    <a:pt x="7075" y="1754"/>
                  </a:cubicBezTo>
                  <a:cubicBezTo>
                    <a:pt x="7052" y="701"/>
                    <a:pt x="7035" y="0"/>
                    <a:pt x="70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4" name="Shape 374"/>
        <p:cNvGrpSpPr/>
        <p:nvPr/>
      </p:nvGrpSpPr>
      <p:grpSpPr>
        <a:xfrm>
          <a:off x="0" y="0"/>
          <a:ext cx="0" cy="0"/>
          <a:chOff x="0" y="0"/>
          <a:chExt cx="0" cy="0"/>
        </a:xfrm>
      </p:grpSpPr>
      <p:sp>
        <p:nvSpPr>
          <p:cNvPr id="375" name="Google Shape;375;p45"/>
          <p:cNvSpPr txBox="1"/>
          <p:nvPr>
            <p:ph type="title"/>
          </p:nvPr>
        </p:nvSpPr>
        <p:spPr>
          <a:xfrm>
            <a:off x="1087669" y="1790100"/>
            <a:ext cx="3538800" cy="501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solidFill>
                  <a:schemeClr val="dk1"/>
                </a:solidFill>
              </a:rPr>
              <a:t>PROBLEM</a:t>
            </a:r>
            <a:endParaRPr>
              <a:solidFill>
                <a:schemeClr val="dk1"/>
              </a:solidFill>
            </a:endParaRPr>
          </a:p>
        </p:txBody>
      </p:sp>
      <p:sp>
        <p:nvSpPr>
          <p:cNvPr id="376" name="Google Shape;376;p45"/>
          <p:cNvSpPr txBox="1"/>
          <p:nvPr>
            <p:ph idx="1" type="subTitle"/>
          </p:nvPr>
        </p:nvSpPr>
        <p:spPr>
          <a:xfrm>
            <a:off x="1086482" y="2291400"/>
            <a:ext cx="3541200" cy="1062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Jupiter</a:t>
            </a:r>
            <a:r>
              <a:rPr b="1" lang="en"/>
              <a:t> </a:t>
            </a:r>
            <a:r>
              <a:rPr lang="en"/>
              <a:t>is a gas giant and the biggest planet in the Solar System. It's the fourth-brightest object in the night sky. It was named after the Roman god of the skies and lightning</a:t>
            </a:r>
            <a:endParaRPr/>
          </a:p>
        </p:txBody>
      </p:sp>
      <p:sp>
        <p:nvSpPr>
          <p:cNvPr id="377" name="Google Shape;377;p45"/>
          <p:cNvSpPr/>
          <p:nvPr/>
        </p:nvSpPr>
        <p:spPr>
          <a:xfrm>
            <a:off x="713213" y="4493647"/>
            <a:ext cx="1043597" cy="220717"/>
          </a:xfrm>
          <a:prstGeom prst="rect">
            <a:avLst/>
          </a:prstGeom>
        </p:spPr>
        <p:txBody>
          <a:bodyPr>
            <a:prstTxWarp prst="textPlain"/>
          </a:bodyPr>
          <a:lstStyle/>
          <a:p>
            <a:pPr lvl="0" algn="ctr"/>
            <a:r>
              <a:rPr b="0" i="0">
                <a:ln cap="flat" cmpd="sng" w="19050">
                  <a:solidFill>
                    <a:schemeClr val="dk2"/>
                  </a:solidFill>
                  <a:prstDash val="solid"/>
                  <a:round/>
                  <a:headEnd len="sm" w="sm" type="none"/>
                  <a:tailEnd len="sm" w="sm" type="none"/>
                </a:ln>
                <a:noFill/>
                <a:latin typeface="Audiowide"/>
              </a:rPr>
              <a:t>0007</a:t>
            </a:r>
          </a:p>
        </p:txBody>
      </p:sp>
      <p:grpSp>
        <p:nvGrpSpPr>
          <p:cNvPr id="378" name="Google Shape;378;p45"/>
          <p:cNvGrpSpPr/>
          <p:nvPr/>
        </p:nvGrpSpPr>
        <p:grpSpPr>
          <a:xfrm>
            <a:off x="5083938" y="611230"/>
            <a:ext cx="2973581" cy="3921041"/>
            <a:chOff x="5124350" y="437518"/>
            <a:chExt cx="2973581" cy="3921041"/>
          </a:xfrm>
        </p:grpSpPr>
        <p:grpSp>
          <p:nvGrpSpPr>
            <p:cNvPr id="379" name="Google Shape;379;p45"/>
            <p:cNvGrpSpPr/>
            <p:nvPr/>
          </p:nvGrpSpPr>
          <p:grpSpPr>
            <a:xfrm rot="-5262972">
              <a:off x="7180357" y="1633928"/>
              <a:ext cx="373475" cy="855544"/>
              <a:chOff x="7218887" y="1995052"/>
              <a:chExt cx="292391" cy="669747"/>
            </a:xfrm>
          </p:grpSpPr>
          <p:sp>
            <p:nvSpPr>
              <p:cNvPr id="380" name="Google Shape;380;p45"/>
              <p:cNvSpPr/>
              <p:nvPr/>
            </p:nvSpPr>
            <p:spPr>
              <a:xfrm>
                <a:off x="7218887" y="1995052"/>
                <a:ext cx="292232" cy="669747"/>
              </a:xfrm>
              <a:custGeom>
                <a:rect b="b" l="l" r="r" t="t"/>
                <a:pathLst>
                  <a:path extrusionOk="0" h="13013" w="5678">
                    <a:moveTo>
                      <a:pt x="5677" y="0"/>
                    </a:moveTo>
                    <a:cubicBezTo>
                      <a:pt x="5201" y="82"/>
                      <a:pt x="4757" y="317"/>
                      <a:pt x="4312" y="708"/>
                    </a:cubicBezTo>
                    <a:cubicBezTo>
                      <a:pt x="3373" y="1533"/>
                      <a:pt x="2220" y="1631"/>
                      <a:pt x="1708" y="2604"/>
                    </a:cubicBezTo>
                    <a:cubicBezTo>
                      <a:pt x="1197" y="3578"/>
                      <a:pt x="0" y="4600"/>
                      <a:pt x="298" y="6301"/>
                    </a:cubicBezTo>
                    <a:cubicBezTo>
                      <a:pt x="596" y="8005"/>
                      <a:pt x="555" y="9466"/>
                      <a:pt x="1280" y="10827"/>
                    </a:cubicBezTo>
                    <a:cubicBezTo>
                      <a:pt x="2006" y="12190"/>
                      <a:pt x="2647" y="12482"/>
                      <a:pt x="3587" y="12482"/>
                    </a:cubicBezTo>
                    <a:cubicBezTo>
                      <a:pt x="4201" y="12482"/>
                      <a:pt x="4710" y="12888"/>
                      <a:pt x="5678" y="13013"/>
                    </a:cubicBezTo>
                    <a:lnTo>
                      <a:pt x="5678" y="11777"/>
                    </a:lnTo>
                    <a:cubicBezTo>
                      <a:pt x="5619" y="11818"/>
                      <a:pt x="5550" y="11854"/>
                      <a:pt x="5472" y="11883"/>
                    </a:cubicBezTo>
                    <a:cubicBezTo>
                      <a:pt x="5448" y="11878"/>
                      <a:pt x="5427" y="11873"/>
                      <a:pt x="5401" y="11867"/>
                    </a:cubicBezTo>
                    <a:cubicBezTo>
                      <a:pt x="5172" y="11814"/>
                      <a:pt x="4914" y="11738"/>
                      <a:pt x="4651" y="11642"/>
                    </a:cubicBezTo>
                    <a:cubicBezTo>
                      <a:pt x="4702" y="11622"/>
                      <a:pt x="4749" y="11584"/>
                      <a:pt x="4765" y="11528"/>
                    </a:cubicBezTo>
                    <a:cubicBezTo>
                      <a:pt x="4779" y="11475"/>
                      <a:pt x="4765" y="11416"/>
                      <a:pt x="4735" y="11373"/>
                    </a:cubicBezTo>
                    <a:cubicBezTo>
                      <a:pt x="4704" y="11329"/>
                      <a:pt x="4663" y="11299"/>
                      <a:pt x="4618" y="11274"/>
                    </a:cubicBezTo>
                    <a:cubicBezTo>
                      <a:pt x="4553" y="11238"/>
                      <a:pt x="4482" y="11212"/>
                      <a:pt x="4410" y="11212"/>
                    </a:cubicBezTo>
                    <a:cubicBezTo>
                      <a:pt x="4401" y="11212"/>
                      <a:pt x="4391" y="11212"/>
                      <a:pt x="4382" y="11213"/>
                    </a:cubicBezTo>
                    <a:cubicBezTo>
                      <a:pt x="4301" y="11221"/>
                      <a:pt x="4219" y="11270"/>
                      <a:pt x="4179" y="11350"/>
                    </a:cubicBezTo>
                    <a:cubicBezTo>
                      <a:pt x="4164" y="11379"/>
                      <a:pt x="4159" y="11407"/>
                      <a:pt x="4155" y="11431"/>
                    </a:cubicBezTo>
                    <a:cubicBezTo>
                      <a:pt x="4070" y="11391"/>
                      <a:pt x="3986" y="11348"/>
                      <a:pt x="3903" y="11299"/>
                    </a:cubicBezTo>
                    <a:cubicBezTo>
                      <a:pt x="3925" y="11242"/>
                      <a:pt x="3924" y="11174"/>
                      <a:pt x="3923" y="11111"/>
                    </a:cubicBezTo>
                    <a:cubicBezTo>
                      <a:pt x="3916" y="10968"/>
                      <a:pt x="3904" y="10812"/>
                      <a:pt x="3818" y="10706"/>
                    </a:cubicBezTo>
                    <a:cubicBezTo>
                      <a:pt x="3770" y="10644"/>
                      <a:pt x="3701" y="10608"/>
                      <a:pt x="3634" y="10577"/>
                    </a:cubicBezTo>
                    <a:cubicBezTo>
                      <a:pt x="3560" y="10543"/>
                      <a:pt x="3480" y="10515"/>
                      <a:pt x="3401" y="10515"/>
                    </a:cubicBezTo>
                    <a:cubicBezTo>
                      <a:pt x="3372" y="10515"/>
                      <a:pt x="3344" y="10519"/>
                      <a:pt x="3316" y="10527"/>
                    </a:cubicBezTo>
                    <a:cubicBezTo>
                      <a:pt x="3254" y="10545"/>
                      <a:pt x="3192" y="10596"/>
                      <a:pt x="3179" y="10668"/>
                    </a:cubicBezTo>
                    <a:cubicBezTo>
                      <a:pt x="3168" y="10717"/>
                      <a:pt x="3181" y="10766"/>
                      <a:pt x="3199" y="10813"/>
                    </a:cubicBezTo>
                    <a:cubicBezTo>
                      <a:pt x="3153" y="10776"/>
                      <a:pt x="3108" y="10738"/>
                      <a:pt x="3067" y="10696"/>
                    </a:cubicBezTo>
                    <a:cubicBezTo>
                      <a:pt x="2969" y="10594"/>
                      <a:pt x="2871" y="10496"/>
                      <a:pt x="2788" y="10389"/>
                    </a:cubicBezTo>
                    <a:cubicBezTo>
                      <a:pt x="2705" y="10283"/>
                      <a:pt x="2627" y="10179"/>
                      <a:pt x="2561" y="10077"/>
                    </a:cubicBezTo>
                    <a:cubicBezTo>
                      <a:pt x="2428" y="9872"/>
                      <a:pt x="2331" y="9681"/>
                      <a:pt x="2266" y="9541"/>
                    </a:cubicBezTo>
                    <a:cubicBezTo>
                      <a:pt x="2201" y="9396"/>
                      <a:pt x="2165" y="9313"/>
                      <a:pt x="2165" y="9313"/>
                    </a:cubicBezTo>
                    <a:cubicBezTo>
                      <a:pt x="2165" y="9313"/>
                      <a:pt x="2131" y="9400"/>
                      <a:pt x="2104" y="9562"/>
                    </a:cubicBezTo>
                    <a:cubicBezTo>
                      <a:pt x="2079" y="9723"/>
                      <a:pt x="2066" y="9963"/>
                      <a:pt x="2123" y="10247"/>
                    </a:cubicBezTo>
                    <a:cubicBezTo>
                      <a:pt x="2150" y="10388"/>
                      <a:pt x="2190" y="10542"/>
                      <a:pt x="2259" y="10695"/>
                    </a:cubicBezTo>
                    <a:cubicBezTo>
                      <a:pt x="2325" y="10849"/>
                      <a:pt x="2405" y="11012"/>
                      <a:pt x="2515" y="11160"/>
                    </a:cubicBezTo>
                    <a:cubicBezTo>
                      <a:pt x="2587" y="11255"/>
                      <a:pt x="2667" y="11350"/>
                      <a:pt x="2750" y="11443"/>
                    </a:cubicBezTo>
                    <a:cubicBezTo>
                      <a:pt x="2521" y="11272"/>
                      <a:pt x="2284" y="10973"/>
                      <a:pt x="2002" y="10444"/>
                    </a:cubicBezTo>
                    <a:cubicBezTo>
                      <a:pt x="1554" y="9605"/>
                      <a:pt x="1440" y="8678"/>
                      <a:pt x="1308" y="7606"/>
                    </a:cubicBezTo>
                    <a:cubicBezTo>
                      <a:pt x="1252" y="7146"/>
                      <a:pt x="1193" y="6669"/>
                      <a:pt x="1104" y="6163"/>
                    </a:cubicBezTo>
                    <a:cubicBezTo>
                      <a:pt x="938" y="5213"/>
                      <a:pt x="1408" y="4535"/>
                      <a:pt x="1904" y="3817"/>
                    </a:cubicBezTo>
                    <a:cubicBezTo>
                      <a:pt x="2090" y="3551"/>
                      <a:pt x="2280" y="3276"/>
                      <a:pt x="2432" y="2988"/>
                    </a:cubicBezTo>
                    <a:cubicBezTo>
                      <a:pt x="2604" y="2659"/>
                      <a:pt x="2926" y="2483"/>
                      <a:pt x="3480" y="2199"/>
                    </a:cubicBezTo>
                    <a:cubicBezTo>
                      <a:pt x="3823" y="2023"/>
                      <a:pt x="4205" y="1825"/>
                      <a:pt x="4581" y="1543"/>
                    </a:cubicBezTo>
                    <a:cubicBezTo>
                      <a:pt x="4589" y="1645"/>
                      <a:pt x="4609" y="1751"/>
                      <a:pt x="4625" y="1819"/>
                    </a:cubicBezTo>
                    <a:cubicBezTo>
                      <a:pt x="4645" y="1899"/>
                      <a:pt x="4677" y="1977"/>
                      <a:pt x="4738" y="2024"/>
                    </a:cubicBezTo>
                    <a:cubicBezTo>
                      <a:pt x="4774" y="2052"/>
                      <a:pt x="4817" y="2065"/>
                      <a:pt x="4860" y="2065"/>
                    </a:cubicBezTo>
                    <a:cubicBezTo>
                      <a:pt x="4910" y="2065"/>
                      <a:pt x="4962" y="2048"/>
                      <a:pt x="5005" y="2017"/>
                    </a:cubicBezTo>
                    <a:cubicBezTo>
                      <a:pt x="5086" y="1962"/>
                      <a:pt x="5141" y="1868"/>
                      <a:pt x="5180" y="1772"/>
                    </a:cubicBezTo>
                    <a:cubicBezTo>
                      <a:pt x="5229" y="1645"/>
                      <a:pt x="5255" y="1492"/>
                      <a:pt x="5194" y="1373"/>
                    </a:cubicBezTo>
                    <a:cubicBezTo>
                      <a:pt x="5153" y="1289"/>
                      <a:pt x="5075" y="1237"/>
                      <a:pt x="4997" y="1205"/>
                    </a:cubicBezTo>
                    <a:cubicBezTo>
                      <a:pt x="5086" y="1135"/>
                      <a:pt x="5174" y="1075"/>
                      <a:pt x="5260" y="1022"/>
                    </a:cubicBezTo>
                    <a:cubicBezTo>
                      <a:pt x="5393" y="1048"/>
                      <a:pt x="5544" y="1088"/>
                      <a:pt x="5677" y="1148"/>
                    </a:cubicBezTo>
                    <a:lnTo>
                      <a:pt x="56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45"/>
              <p:cNvSpPr/>
              <p:nvPr/>
            </p:nvSpPr>
            <p:spPr>
              <a:xfrm>
                <a:off x="7435827" y="2376743"/>
                <a:ext cx="75451" cy="169328"/>
              </a:xfrm>
              <a:custGeom>
                <a:rect b="b" l="l" r="r" t="t"/>
                <a:pathLst>
                  <a:path extrusionOk="0" h="3290" w="1466">
                    <a:moveTo>
                      <a:pt x="1447" y="0"/>
                    </a:moveTo>
                    <a:cubicBezTo>
                      <a:pt x="1298" y="0"/>
                      <a:pt x="1141" y="128"/>
                      <a:pt x="1013" y="460"/>
                    </a:cubicBezTo>
                    <a:cubicBezTo>
                      <a:pt x="665" y="1371"/>
                      <a:pt x="0" y="3182"/>
                      <a:pt x="233" y="3182"/>
                    </a:cubicBezTo>
                    <a:cubicBezTo>
                      <a:pt x="243" y="3182"/>
                      <a:pt x="254" y="3179"/>
                      <a:pt x="266" y="3173"/>
                    </a:cubicBezTo>
                    <a:cubicBezTo>
                      <a:pt x="314" y="3150"/>
                      <a:pt x="349" y="3140"/>
                      <a:pt x="377" y="3140"/>
                    </a:cubicBezTo>
                    <a:cubicBezTo>
                      <a:pt x="487" y="3140"/>
                      <a:pt x="469" y="3290"/>
                      <a:pt x="549" y="3290"/>
                    </a:cubicBezTo>
                    <a:cubicBezTo>
                      <a:pt x="585" y="3290"/>
                      <a:pt x="641" y="3260"/>
                      <a:pt x="736" y="3173"/>
                    </a:cubicBezTo>
                    <a:cubicBezTo>
                      <a:pt x="1077" y="2864"/>
                      <a:pt x="1306" y="2595"/>
                      <a:pt x="1466" y="2351"/>
                    </a:cubicBezTo>
                    <a:lnTo>
                      <a:pt x="1466" y="1"/>
                    </a:lnTo>
                    <a:cubicBezTo>
                      <a:pt x="1459" y="1"/>
                      <a:pt x="1453" y="0"/>
                      <a:pt x="14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45"/>
              <p:cNvSpPr/>
              <p:nvPr/>
            </p:nvSpPr>
            <p:spPr>
              <a:xfrm>
                <a:off x="7446275" y="2144465"/>
                <a:ext cx="64849" cy="110861"/>
              </a:xfrm>
              <a:custGeom>
                <a:rect b="b" l="l" r="r" t="t"/>
                <a:pathLst>
                  <a:path extrusionOk="0" h="2154" w="1260">
                    <a:moveTo>
                      <a:pt x="862" y="0"/>
                    </a:moveTo>
                    <a:cubicBezTo>
                      <a:pt x="670" y="0"/>
                      <a:pt x="503" y="318"/>
                      <a:pt x="551" y="629"/>
                    </a:cubicBezTo>
                    <a:cubicBezTo>
                      <a:pt x="626" y="1106"/>
                      <a:pt x="0" y="1288"/>
                      <a:pt x="776" y="1992"/>
                    </a:cubicBezTo>
                    <a:cubicBezTo>
                      <a:pt x="908" y="2112"/>
                      <a:pt x="1088" y="2138"/>
                      <a:pt x="1260" y="2153"/>
                    </a:cubicBezTo>
                    <a:lnTo>
                      <a:pt x="1260" y="581"/>
                    </a:lnTo>
                    <a:cubicBezTo>
                      <a:pt x="1225" y="488"/>
                      <a:pt x="1193" y="401"/>
                      <a:pt x="1163" y="323"/>
                    </a:cubicBezTo>
                    <a:cubicBezTo>
                      <a:pt x="1075" y="91"/>
                      <a:pt x="965" y="0"/>
                      <a:pt x="8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45"/>
              <p:cNvSpPr/>
              <p:nvPr/>
            </p:nvSpPr>
            <p:spPr>
              <a:xfrm>
                <a:off x="7304016" y="2101283"/>
                <a:ext cx="137058" cy="223163"/>
              </a:xfrm>
              <a:custGeom>
                <a:rect b="b" l="l" r="r" t="t"/>
                <a:pathLst>
                  <a:path extrusionOk="0" h="4336" w="2663">
                    <a:moveTo>
                      <a:pt x="2662" y="0"/>
                    </a:moveTo>
                    <a:cubicBezTo>
                      <a:pt x="2662" y="0"/>
                      <a:pt x="2586" y="34"/>
                      <a:pt x="2461" y="121"/>
                    </a:cubicBezTo>
                    <a:cubicBezTo>
                      <a:pt x="2345" y="215"/>
                      <a:pt x="2188" y="370"/>
                      <a:pt x="2048" y="602"/>
                    </a:cubicBezTo>
                    <a:cubicBezTo>
                      <a:pt x="2018" y="662"/>
                      <a:pt x="1988" y="724"/>
                      <a:pt x="1963" y="793"/>
                    </a:cubicBezTo>
                    <a:cubicBezTo>
                      <a:pt x="1941" y="857"/>
                      <a:pt x="1920" y="923"/>
                      <a:pt x="1895" y="990"/>
                    </a:cubicBezTo>
                    <a:cubicBezTo>
                      <a:pt x="1850" y="1120"/>
                      <a:pt x="1808" y="1275"/>
                      <a:pt x="1748" y="1389"/>
                    </a:cubicBezTo>
                    <a:cubicBezTo>
                      <a:pt x="1647" y="1639"/>
                      <a:pt x="1476" y="1884"/>
                      <a:pt x="1266" y="2101"/>
                    </a:cubicBezTo>
                    <a:cubicBezTo>
                      <a:pt x="1076" y="2336"/>
                      <a:pt x="841" y="2552"/>
                      <a:pt x="618" y="2765"/>
                    </a:cubicBezTo>
                    <a:cubicBezTo>
                      <a:pt x="512" y="2879"/>
                      <a:pt x="409" y="2991"/>
                      <a:pt x="315" y="3102"/>
                    </a:cubicBezTo>
                    <a:cubicBezTo>
                      <a:pt x="222" y="3211"/>
                      <a:pt x="121" y="3331"/>
                      <a:pt x="60" y="3469"/>
                    </a:cubicBezTo>
                    <a:cubicBezTo>
                      <a:pt x="2" y="3611"/>
                      <a:pt x="1" y="3758"/>
                      <a:pt x="19" y="3865"/>
                    </a:cubicBezTo>
                    <a:cubicBezTo>
                      <a:pt x="37" y="3975"/>
                      <a:pt x="70" y="4061"/>
                      <a:pt x="97" y="4131"/>
                    </a:cubicBezTo>
                    <a:cubicBezTo>
                      <a:pt x="168" y="4264"/>
                      <a:pt x="213" y="4335"/>
                      <a:pt x="213" y="4335"/>
                    </a:cubicBezTo>
                    <a:cubicBezTo>
                      <a:pt x="213" y="4335"/>
                      <a:pt x="203" y="4249"/>
                      <a:pt x="203" y="4107"/>
                    </a:cubicBezTo>
                    <a:cubicBezTo>
                      <a:pt x="195" y="3969"/>
                      <a:pt x="199" y="3756"/>
                      <a:pt x="330" y="3615"/>
                    </a:cubicBezTo>
                    <a:cubicBezTo>
                      <a:pt x="442" y="3465"/>
                      <a:pt x="692" y="3297"/>
                      <a:pt x="934" y="3120"/>
                    </a:cubicBezTo>
                    <a:cubicBezTo>
                      <a:pt x="1169" y="2926"/>
                      <a:pt x="1436" y="2718"/>
                      <a:pt x="1679" y="2462"/>
                    </a:cubicBezTo>
                    <a:cubicBezTo>
                      <a:pt x="1905" y="2192"/>
                      <a:pt x="2094" y="1876"/>
                      <a:pt x="2198" y="1547"/>
                    </a:cubicBezTo>
                    <a:cubicBezTo>
                      <a:pt x="2245" y="1373"/>
                      <a:pt x="2250" y="1233"/>
                      <a:pt x="2271" y="1091"/>
                    </a:cubicBezTo>
                    <a:cubicBezTo>
                      <a:pt x="2289" y="944"/>
                      <a:pt x="2304" y="822"/>
                      <a:pt x="2336" y="716"/>
                    </a:cubicBezTo>
                    <a:cubicBezTo>
                      <a:pt x="2382" y="490"/>
                      <a:pt x="2467" y="309"/>
                      <a:pt x="2541" y="192"/>
                    </a:cubicBezTo>
                    <a:cubicBezTo>
                      <a:pt x="2608" y="66"/>
                      <a:pt x="2662" y="0"/>
                      <a:pt x="26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45"/>
              <p:cNvSpPr/>
              <p:nvPr/>
            </p:nvSpPr>
            <p:spPr>
              <a:xfrm>
                <a:off x="7315236" y="2364082"/>
                <a:ext cx="27587" cy="36490"/>
              </a:xfrm>
              <a:custGeom>
                <a:rect b="b" l="l" r="r" t="t"/>
                <a:pathLst>
                  <a:path extrusionOk="0" h="709" w="536">
                    <a:moveTo>
                      <a:pt x="138" y="1"/>
                    </a:moveTo>
                    <a:cubicBezTo>
                      <a:pt x="57" y="1"/>
                      <a:pt x="1" y="88"/>
                      <a:pt x="10" y="218"/>
                    </a:cubicBezTo>
                    <a:cubicBezTo>
                      <a:pt x="19" y="371"/>
                      <a:pt x="124" y="594"/>
                      <a:pt x="239" y="673"/>
                    </a:cubicBezTo>
                    <a:cubicBezTo>
                      <a:pt x="273" y="696"/>
                      <a:pt x="314" y="708"/>
                      <a:pt x="354" y="708"/>
                    </a:cubicBezTo>
                    <a:cubicBezTo>
                      <a:pt x="410" y="708"/>
                      <a:pt x="464" y="685"/>
                      <a:pt x="496" y="634"/>
                    </a:cubicBezTo>
                    <a:cubicBezTo>
                      <a:pt x="536" y="568"/>
                      <a:pt x="529" y="478"/>
                      <a:pt x="505" y="404"/>
                    </a:cubicBezTo>
                    <a:cubicBezTo>
                      <a:pt x="480" y="329"/>
                      <a:pt x="438" y="263"/>
                      <a:pt x="406" y="191"/>
                    </a:cubicBezTo>
                    <a:cubicBezTo>
                      <a:pt x="387" y="150"/>
                      <a:pt x="372" y="105"/>
                      <a:pt x="337" y="82"/>
                    </a:cubicBezTo>
                    <a:cubicBezTo>
                      <a:pt x="305" y="60"/>
                      <a:pt x="265" y="60"/>
                      <a:pt x="234" y="38"/>
                    </a:cubicBezTo>
                    <a:cubicBezTo>
                      <a:pt x="200" y="12"/>
                      <a:pt x="167" y="1"/>
                      <a:pt x="1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45"/>
              <p:cNvSpPr/>
              <p:nvPr/>
            </p:nvSpPr>
            <p:spPr>
              <a:xfrm>
                <a:off x="7308597" y="2396352"/>
                <a:ext cx="11117" cy="24499"/>
              </a:xfrm>
              <a:custGeom>
                <a:rect b="b" l="l" r="r" t="t"/>
                <a:pathLst>
                  <a:path extrusionOk="0" h="476" w="216">
                    <a:moveTo>
                      <a:pt x="53" y="0"/>
                    </a:moveTo>
                    <a:cubicBezTo>
                      <a:pt x="35" y="0"/>
                      <a:pt x="15" y="16"/>
                      <a:pt x="15" y="38"/>
                    </a:cubicBezTo>
                    <a:lnTo>
                      <a:pt x="10" y="35"/>
                    </a:lnTo>
                    <a:lnTo>
                      <a:pt x="10" y="35"/>
                    </a:lnTo>
                    <a:cubicBezTo>
                      <a:pt x="4" y="116"/>
                      <a:pt x="0" y="197"/>
                      <a:pt x="15" y="277"/>
                    </a:cubicBezTo>
                    <a:cubicBezTo>
                      <a:pt x="32" y="356"/>
                      <a:pt x="71" y="431"/>
                      <a:pt x="135" y="469"/>
                    </a:cubicBezTo>
                    <a:cubicBezTo>
                      <a:pt x="142" y="473"/>
                      <a:pt x="150" y="476"/>
                      <a:pt x="157" y="476"/>
                    </a:cubicBezTo>
                    <a:cubicBezTo>
                      <a:pt x="159" y="476"/>
                      <a:pt x="160" y="476"/>
                      <a:pt x="161" y="475"/>
                    </a:cubicBezTo>
                    <a:cubicBezTo>
                      <a:pt x="175" y="470"/>
                      <a:pt x="180" y="455"/>
                      <a:pt x="183" y="441"/>
                    </a:cubicBezTo>
                    <a:cubicBezTo>
                      <a:pt x="215" y="304"/>
                      <a:pt x="187" y="153"/>
                      <a:pt x="110" y="44"/>
                    </a:cubicBezTo>
                    <a:cubicBezTo>
                      <a:pt x="98" y="26"/>
                      <a:pt x="81" y="7"/>
                      <a:pt x="61" y="1"/>
                    </a:cubicBezTo>
                    <a:cubicBezTo>
                      <a:pt x="58" y="1"/>
                      <a:pt x="56" y="0"/>
                      <a:pt x="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45"/>
              <p:cNvSpPr/>
              <p:nvPr/>
            </p:nvSpPr>
            <p:spPr>
              <a:xfrm>
                <a:off x="7373807" y="2341744"/>
                <a:ext cx="36027" cy="46012"/>
              </a:xfrm>
              <a:custGeom>
                <a:rect b="b" l="l" r="r" t="t"/>
                <a:pathLst>
                  <a:path extrusionOk="0" h="894" w="700">
                    <a:moveTo>
                      <a:pt x="278" y="0"/>
                    </a:moveTo>
                    <a:cubicBezTo>
                      <a:pt x="170" y="0"/>
                      <a:pt x="62" y="44"/>
                      <a:pt x="30" y="172"/>
                    </a:cubicBezTo>
                    <a:cubicBezTo>
                      <a:pt x="1" y="294"/>
                      <a:pt x="43" y="531"/>
                      <a:pt x="71" y="646"/>
                    </a:cubicBezTo>
                    <a:cubicBezTo>
                      <a:pt x="91" y="727"/>
                      <a:pt x="123" y="806"/>
                      <a:pt x="184" y="853"/>
                    </a:cubicBezTo>
                    <a:cubicBezTo>
                      <a:pt x="219" y="881"/>
                      <a:pt x="262" y="893"/>
                      <a:pt x="305" y="893"/>
                    </a:cubicBezTo>
                    <a:cubicBezTo>
                      <a:pt x="355" y="893"/>
                      <a:pt x="407" y="876"/>
                      <a:pt x="451" y="846"/>
                    </a:cubicBezTo>
                    <a:cubicBezTo>
                      <a:pt x="531" y="791"/>
                      <a:pt x="586" y="697"/>
                      <a:pt x="625" y="599"/>
                    </a:cubicBezTo>
                    <a:cubicBezTo>
                      <a:pt x="674" y="474"/>
                      <a:pt x="699" y="321"/>
                      <a:pt x="639" y="202"/>
                    </a:cubicBezTo>
                    <a:cubicBezTo>
                      <a:pt x="597" y="116"/>
                      <a:pt x="518" y="65"/>
                      <a:pt x="437" y="31"/>
                    </a:cubicBezTo>
                    <a:cubicBezTo>
                      <a:pt x="392" y="13"/>
                      <a:pt x="335" y="0"/>
                      <a:pt x="2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45"/>
              <p:cNvSpPr/>
              <p:nvPr/>
            </p:nvSpPr>
            <p:spPr>
              <a:xfrm>
                <a:off x="7409784" y="2333767"/>
                <a:ext cx="18271" cy="20072"/>
              </a:xfrm>
              <a:custGeom>
                <a:rect b="b" l="l" r="r" t="t"/>
                <a:pathLst>
                  <a:path extrusionOk="0" h="390" w="355">
                    <a:moveTo>
                      <a:pt x="177" y="0"/>
                    </a:moveTo>
                    <a:cubicBezTo>
                      <a:pt x="130" y="0"/>
                      <a:pt x="84" y="22"/>
                      <a:pt x="51" y="60"/>
                    </a:cubicBezTo>
                    <a:lnTo>
                      <a:pt x="58" y="59"/>
                    </a:lnTo>
                    <a:lnTo>
                      <a:pt x="58" y="59"/>
                    </a:lnTo>
                    <a:cubicBezTo>
                      <a:pt x="0" y="179"/>
                      <a:pt x="67" y="351"/>
                      <a:pt x="186" y="385"/>
                    </a:cubicBezTo>
                    <a:cubicBezTo>
                      <a:pt x="194" y="388"/>
                      <a:pt x="203" y="389"/>
                      <a:pt x="212" y="389"/>
                    </a:cubicBezTo>
                    <a:cubicBezTo>
                      <a:pt x="221" y="389"/>
                      <a:pt x="229" y="388"/>
                      <a:pt x="237" y="385"/>
                    </a:cubicBezTo>
                    <a:cubicBezTo>
                      <a:pt x="250" y="378"/>
                      <a:pt x="261" y="367"/>
                      <a:pt x="269" y="355"/>
                    </a:cubicBezTo>
                    <a:cubicBezTo>
                      <a:pt x="322" y="284"/>
                      <a:pt x="355" y="179"/>
                      <a:pt x="316" y="95"/>
                    </a:cubicBezTo>
                    <a:cubicBezTo>
                      <a:pt x="293" y="42"/>
                      <a:pt x="243" y="7"/>
                      <a:pt x="192" y="1"/>
                    </a:cubicBezTo>
                    <a:cubicBezTo>
                      <a:pt x="187" y="0"/>
                      <a:pt x="182" y="0"/>
                      <a:pt x="1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45"/>
              <p:cNvSpPr/>
              <p:nvPr/>
            </p:nvSpPr>
            <p:spPr>
              <a:xfrm>
                <a:off x="7400108" y="2420440"/>
                <a:ext cx="40865" cy="34946"/>
              </a:xfrm>
              <a:custGeom>
                <a:rect b="b" l="l" r="r" t="t"/>
                <a:pathLst>
                  <a:path extrusionOk="0" h="679" w="794">
                    <a:moveTo>
                      <a:pt x="335" y="1"/>
                    </a:moveTo>
                    <a:cubicBezTo>
                      <a:pt x="144" y="1"/>
                      <a:pt x="32" y="83"/>
                      <a:pt x="6" y="326"/>
                    </a:cubicBezTo>
                    <a:cubicBezTo>
                      <a:pt x="0" y="365"/>
                      <a:pt x="0" y="405"/>
                      <a:pt x="11" y="444"/>
                    </a:cubicBezTo>
                    <a:cubicBezTo>
                      <a:pt x="35" y="538"/>
                      <a:pt x="116" y="594"/>
                      <a:pt x="196" y="631"/>
                    </a:cubicBezTo>
                    <a:cubicBezTo>
                      <a:pt x="267" y="660"/>
                      <a:pt x="341" y="678"/>
                      <a:pt x="416" y="678"/>
                    </a:cubicBezTo>
                    <a:cubicBezTo>
                      <a:pt x="438" y="678"/>
                      <a:pt x="459" y="677"/>
                      <a:pt x="481" y="674"/>
                    </a:cubicBezTo>
                    <a:cubicBezTo>
                      <a:pt x="576" y="657"/>
                      <a:pt x="669" y="604"/>
                      <a:pt x="724" y="512"/>
                    </a:cubicBezTo>
                    <a:cubicBezTo>
                      <a:pt x="779" y="424"/>
                      <a:pt x="794" y="298"/>
                      <a:pt x="751" y="201"/>
                    </a:cubicBezTo>
                    <a:cubicBezTo>
                      <a:pt x="719" y="127"/>
                      <a:pt x="658" y="75"/>
                      <a:pt x="591" y="46"/>
                    </a:cubicBezTo>
                    <a:cubicBezTo>
                      <a:pt x="524" y="16"/>
                      <a:pt x="453" y="7"/>
                      <a:pt x="382" y="2"/>
                    </a:cubicBezTo>
                    <a:cubicBezTo>
                      <a:pt x="366" y="1"/>
                      <a:pt x="350" y="1"/>
                      <a:pt x="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45"/>
              <p:cNvSpPr/>
              <p:nvPr/>
            </p:nvSpPr>
            <p:spPr>
              <a:xfrm>
                <a:off x="7350492" y="2469695"/>
                <a:ext cx="28719" cy="24447"/>
              </a:xfrm>
              <a:custGeom>
                <a:rect b="b" l="l" r="r" t="t"/>
                <a:pathLst>
                  <a:path extrusionOk="0" h="475" w="558">
                    <a:moveTo>
                      <a:pt x="235" y="0"/>
                    </a:moveTo>
                    <a:cubicBezTo>
                      <a:pt x="102" y="0"/>
                      <a:pt x="23" y="59"/>
                      <a:pt x="4" y="228"/>
                    </a:cubicBezTo>
                    <a:cubicBezTo>
                      <a:pt x="0" y="255"/>
                      <a:pt x="0" y="283"/>
                      <a:pt x="7" y="310"/>
                    </a:cubicBezTo>
                    <a:cubicBezTo>
                      <a:pt x="24" y="376"/>
                      <a:pt x="81" y="416"/>
                      <a:pt x="138" y="440"/>
                    </a:cubicBezTo>
                    <a:cubicBezTo>
                      <a:pt x="186" y="461"/>
                      <a:pt x="238" y="474"/>
                      <a:pt x="288" y="474"/>
                    </a:cubicBezTo>
                    <a:cubicBezTo>
                      <a:pt x="304" y="474"/>
                      <a:pt x="320" y="473"/>
                      <a:pt x="336" y="470"/>
                    </a:cubicBezTo>
                    <a:cubicBezTo>
                      <a:pt x="403" y="459"/>
                      <a:pt x="467" y="420"/>
                      <a:pt x="508" y="358"/>
                    </a:cubicBezTo>
                    <a:cubicBezTo>
                      <a:pt x="547" y="295"/>
                      <a:pt x="557" y="208"/>
                      <a:pt x="526" y="140"/>
                    </a:cubicBezTo>
                    <a:cubicBezTo>
                      <a:pt x="502" y="90"/>
                      <a:pt x="461" y="52"/>
                      <a:pt x="414" y="32"/>
                    </a:cubicBezTo>
                    <a:cubicBezTo>
                      <a:pt x="367" y="12"/>
                      <a:pt x="317" y="5"/>
                      <a:pt x="267" y="1"/>
                    </a:cubicBezTo>
                    <a:cubicBezTo>
                      <a:pt x="256" y="1"/>
                      <a:pt x="246" y="0"/>
                      <a:pt x="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45"/>
              <p:cNvSpPr/>
              <p:nvPr/>
            </p:nvSpPr>
            <p:spPr>
              <a:xfrm>
                <a:off x="7401703" y="2465629"/>
                <a:ext cx="26145" cy="12610"/>
              </a:xfrm>
              <a:custGeom>
                <a:rect b="b" l="l" r="r" t="t"/>
                <a:pathLst>
                  <a:path extrusionOk="0" h="245" w="508">
                    <a:moveTo>
                      <a:pt x="310" y="1"/>
                    </a:moveTo>
                    <a:cubicBezTo>
                      <a:pt x="263" y="1"/>
                      <a:pt x="216" y="12"/>
                      <a:pt x="177" y="39"/>
                    </a:cubicBezTo>
                    <a:cubicBezTo>
                      <a:pt x="0" y="163"/>
                      <a:pt x="269" y="244"/>
                      <a:pt x="349" y="244"/>
                    </a:cubicBezTo>
                    <a:cubicBezTo>
                      <a:pt x="399" y="244"/>
                      <a:pt x="459" y="236"/>
                      <a:pt x="485" y="185"/>
                    </a:cubicBezTo>
                    <a:cubicBezTo>
                      <a:pt x="508" y="139"/>
                      <a:pt x="492" y="78"/>
                      <a:pt x="454" y="44"/>
                    </a:cubicBezTo>
                    <a:cubicBezTo>
                      <a:pt x="419" y="10"/>
                      <a:pt x="371" y="1"/>
                      <a:pt x="325" y="1"/>
                    </a:cubicBezTo>
                    <a:cubicBezTo>
                      <a:pt x="320" y="1"/>
                      <a:pt x="315" y="1"/>
                      <a:pt x="3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45"/>
              <p:cNvSpPr/>
              <p:nvPr/>
            </p:nvSpPr>
            <p:spPr>
              <a:xfrm>
                <a:off x="7353838" y="2144825"/>
                <a:ext cx="24396" cy="31138"/>
              </a:xfrm>
              <a:custGeom>
                <a:rect b="b" l="l" r="r" t="t"/>
                <a:pathLst>
                  <a:path extrusionOk="0" h="605" w="474">
                    <a:moveTo>
                      <a:pt x="430" y="0"/>
                    </a:moveTo>
                    <a:cubicBezTo>
                      <a:pt x="422" y="0"/>
                      <a:pt x="414" y="2"/>
                      <a:pt x="408" y="6"/>
                    </a:cubicBezTo>
                    <a:cubicBezTo>
                      <a:pt x="298" y="38"/>
                      <a:pt x="206" y="51"/>
                      <a:pt x="149" y="168"/>
                    </a:cubicBezTo>
                    <a:cubicBezTo>
                      <a:pt x="95" y="281"/>
                      <a:pt x="22" y="390"/>
                      <a:pt x="5" y="521"/>
                    </a:cubicBezTo>
                    <a:cubicBezTo>
                      <a:pt x="1" y="542"/>
                      <a:pt x="1" y="562"/>
                      <a:pt x="9" y="578"/>
                    </a:cubicBezTo>
                    <a:cubicBezTo>
                      <a:pt x="20" y="595"/>
                      <a:pt x="38" y="602"/>
                      <a:pt x="55" y="603"/>
                    </a:cubicBezTo>
                    <a:cubicBezTo>
                      <a:pt x="59" y="604"/>
                      <a:pt x="63" y="604"/>
                      <a:pt x="67" y="604"/>
                    </a:cubicBezTo>
                    <a:cubicBezTo>
                      <a:pt x="106" y="604"/>
                      <a:pt x="143" y="582"/>
                      <a:pt x="175" y="556"/>
                    </a:cubicBezTo>
                    <a:cubicBezTo>
                      <a:pt x="310" y="450"/>
                      <a:pt x="397" y="282"/>
                      <a:pt x="460" y="112"/>
                    </a:cubicBezTo>
                    <a:cubicBezTo>
                      <a:pt x="467" y="93"/>
                      <a:pt x="474" y="73"/>
                      <a:pt x="474" y="51"/>
                    </a:cubicBezTo>
                    <a:cubicBezTo>
                      <a:pt x="474" y="31"/>
                      <a:pt x="463" y="10"/>
                      <a:pt x="444" y="3"/>
                    </a:cubicBezTo>
                    <a:cubicBezTo>
                      <a:pt x="439" y="1"/>
                      <a:pt x="435" y="0"/>
                      <a:pt x="4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5"/>
              <p:cNvSpPr/>
              <p:nvPr/>
            </p:nvSpPr>
            <p:spPr>
              <a:xfrm>
                <a:off x="7411276" y="2261402"/>
                <a:ext cx="56872" cy="42100"/>
              </a:xfrm>
              <a:custGeom>
                <a:rect b="b" l="l" r="r" t="t"/>
                <a:pathLst>
                  <a:path extrusionOk="0" h="818" w="1105">
                    <a:moveTo>
                      <a:pt x="192" y="1"/>
                    </a:moveTo>
                    <a:cubicBezTo>
                      <a:pt x="69" y="1"/>
                      <a:pt x="1" y="281"/>
                      <a:pt x="13" y="440"/>
                    </a:cubicBezTo>
                    <a:cubicBezTo>
                      <a:pt x="26" y="592"/>
                      <a:pt x="126" y="741"/>
                      <a:pt x="260" y="754"/>
                    </a:cubicBezTo>
                    <a:cubicBezTo>
                      <a:pt x="267" y="755"/>
                      <a:pt x="273" y="755"/>
                      <a:pt x="280" y="755"/>
                    </a:cubicBezTo>
                    <a:cubicBezTo>
                      <a:pt x="392" y="755"/>
                      <a:pt x="504" y="673"/>
                      <a:pt x="610" y="673"/>
                    </a:cubicBezTo>
                    <a:cubicBezTo>
                      <a:pt x="635" y="673"/>
                      <a:pt x="660" y="677"/>
                      <a:pt x="684" y="688"/>
                    </a:cubicBezTo>
                    <a:cubicBezTo>
                      <a:pt x="717" y="703"/>
                      <a:pt x="743" y="729"/>
                      <a:pt x="774" y="749"/>
                    </a:cubicBezTo>
                    <a:cubicBezTo>
                      <a:pt x="868" y="811"/>
                      <a:pt x="980" y="816"/>
                      <a:pt x="1087" y="817"/>
                    </a:cubicBezTo>
                    <a:cubicBezTo>
                      <a:pt x="1103" y="730"/>
                      <a:pt x="1105" y="629"/>
                      <a:pt x="1052" y="562"/>
                    </a:cubicBezTo>
                    <a:cubicBezTo>
                      <a:pt x="1003" y="499"/>
                      <a:pt x="924" y="484"/>
                      <a:pt x="850" y="484"/>
                    </a:cubicBezTo>
                    <a:cubicBezTo>
                      <a:pt x="844" y="484"/>
                      <a:pt x="837" y="484"/>
                      <a:pt x="831" y="484"/>
                    </a:cubicBezTo>
                    <a:cubicBezTo>
                      <a:pt x="809" y="485"/>
                      <a:pt x="787" y="485"/>
                      <a:pt x="765" y="485"/>
                    </a:cubicBezTo>
                    <a:cubicBezTo>
                      <a:pt x="707" y="485"/>
                      <a:pt x="649" y="480"/>
                      <a:pt x="600" y="447"/>
                    </a:cubicBezTo>
                    <a:cubicBezTo>
                      <a:pt x="561" y="421"/>
                      <a:pt x="530" y="379"/>
                      <a:pt x="502" y="341"/>
                    </a:cubicBezTo>
                    <a:cubicBezTo>
                      <a:pt x="441" y="259"/>
                      <a:pt x="382" y="177"/>
                      <a:pt x="322" y="95"/>
                    </a:cubicBezTo>
                    <a:cubicBezTo>
                      <a:pt x="273" y="28"/>
                      <a:pt x="230" y="1"/>
                      <a:pt x="1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45"/>
              <p:cNvSpPr/>
              <p:nvPr/>
            </p:nvSpPr>
            <p:spPr>
              <a:xfrm>
                <a:off x="7446841" y="2260733"/>
                <a:ext cx="19661" cy="17087"/>
              </a:xfrm>
              <a:custGeom>
                <a:rect b="b" l="l" r="r" t="t"/>
                <a:pathLst>
                  <a:path extrusionOk="0" h="332" w="382">
                    <a:moveTo>
                      <a:pt x="177" y="0"/>
                    </a:moveTo>
                    <a:cubicBezTo>
                      <a:pt x="94" y="0"/>
                      <a:pt x="0" y="33"/>
                      <a:pt x="13" y="135"/>
                    </a:cubicBezTo>
                    <a:cubicBezTo>
                      <a:pt x="30" y="246"/>
                      <a:pt x="140" y="302"/>
                      <a:pt x="227" y="325"/>
                    </a:cubicBezTo>
                    <a:cubicBezTo>
                      <a:pt x="242" y="329"/>
                      <a:pt x="257" y="332"/>
                      <a:pt x="271" y="332"/>
                    </a:cubicBezTo>
                    <a:cubicBezTo>
                      <a:pt x="289" y="332"/>
                      <a:pt x="306" y="328"/>
                      <a:pt x="321" y="316"/>
                    </a:cubicBezTo>
                    <a:cubicBezTo>
                      <a:pt x="345" y="297"/>
                      <a:pt x="355" y="264"/>
                      <a:pt x="363" y="233"/>
                    </a:cubicBezTo>
                    <a:cubicBezTo>
                      <a:pt x="373" y="198"/>
                      <a:pt x="381" y="163"/>
                      <a:pt x="375" y="125"/>
                    </a:cubicBezTo>
                    <a:cubicBezTo>
                      <a:pt x="360" y="54"/>
                      <a:pt x="293" y="15"/>
                      <a:pt x="228" y="4"/>
                    </a:cubicBezTo>
                    <a:cubicBezTo>
                      <a:pt x="212" y="2"/>
                      <a:pt x="195" y="0"/>
                      <a:pt x="1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 name="Google Shape;394;p45"/>
            <p:cNvGrpSpPr/>
            <p:nvPr/>
          </p:nvGrpSpPr>
          <p:grpSpPr>
            <a:xfrm flipH="1" rot="3900710">
              <a:off x="5559221" y="1117269"/>
              <a:ext cx="219384" cy="548278"/>
              <a:chOff x="5670049" y="2273034"/>
              <a:chExt cx="171747" cy="429239"/>
            </a:xfrm>
          </p:grpSpPr>
          <p:sp>
            <p:nvSpPr>
              <p:cNvPr id="395" name="Google Shape;395;p45"/>
              <p:cNvSpPr/>
              <p:nvPr/>
            </p:nvSpPr>
            <p:spPr>
              <a:xfrm>
                <a:off x="5670049" y="2273034"/>
                <a:ext cx="171747" cy="429239"/>
              </a:xfrm>
              <a:custGeom>
                <a:rect b="b" l="l" r="r" t="t"/>
                <a:pathLst>
                  <a:path extrusionOk="0" h="8340" w="3337">
                    <a:moveTo>
                      <a:pt x="1959" y="4487"/>
                    </a:moveTo>
                    <a:cubicBezTo>
                      <a:pt x="2042" y="4487"/>
                      <a:pt x="1927" y="4744"/>
                      <a:pt x="1901" y="4780"/>
                    </a:cubicBezTo>
                    <a:cubicBezTo>
                      <a:pt x="1872" y="4817"/>
                      <a:pt x="1831" y="4855"/>
                      <a:pt x="1783" y="4855"/>
                    </a:cubicBezTo>
                    <a:cubicBezTo>
                      <a:pt x="1782" y="4855"/>
                      <a:pt x="1780" y="4855"/>
                      <a:pt x="1779" y="4855"/>
                    </a:cubicBezTo>
                    <a:cubicBezTo>
                      <a:pt x="1775" y="4855"/>
                      <a:pt x="1769" y="4855"/>
                      <a:pt x="1768" y="4852"/>
                    </a:cubicBezTo>
                    <a:cubicBezTo>
                      <a:pt x="1765" y="4848"/>
                      <a:pt x="1765" y="4844"/>
                      <a:pt x="1766" y="4839"/>
                    </a:cubicBezTo>
                    <a:cubicBezTo>
                      <a:pt x="1781" y="4765"/>
                      <a:pt x="1840" y="4526"/>
                      <a:pt x="1936" y="4492"/>
                    </a:cubicBezTo>
                    <a:cubicBezTo>
                      <a:pt x="1945" y="4489"/>
                      <a:pt x="1953" y="4487"/>
                      <a:pt x="1959" y="4487"/>
                    </a:cubicBezTo>
                    <a:close/>
                    <a:moveTo>
                      <a:pt x="518" y="6140"/>
                    </a:moveTo>
                    <a:cubicBezTo>
                      <a:pt x="544" y="6140"/>
                      <a:pt x="574" y="6141"/>
                      <a:pt x="608" y="6144"/>
                    </a:cubicBezTo>
                    <a:cubicBezTo>
                      <a:pt x="637" y="6250"/>
                      <a:pt x="655" y="6378"/>
                      <a:pt x="749" y="6452"/>
                    </a:cubicBezTo>
                    <a:cubicBezTo>
                      <a:pt x="884" y="6558"/>
                      <a:pt x="978" y="6594"/>
                      <a:pt x="1053" y="6594"/>
                    </a:cubicBezTo>
                    <a:cubicBezTo>
                      <a:pt x="1202" y="6594"/>
                      <a:pt x="1271" y="6451"/>
                      <a:pt x="1431" y="6449"/>
                    </a:cubicBezTo>
                    <a:cubicBezTo>
                      <a:pt x="1487" y="6449"/>
                      <a:pt x="1541" y="6433"/>
                      <a:pt x="1587" y="6410"/>
                    </a:cubicBezTo>
                    <a:lnTo>
                      <a:pt x="1587" y="6410"/>
                    </a:lnTo>
                    <a:cubicBezTo>
                      <a:pt x="1585" y="6499"/>
                      <a:pt x="1452" y="6594"/>
                      <a:pt x="1306" y="6597"/>
                    </a:cubicBezTo>
                    <a:cubicBezTo>
                      <a:pt x="1147" y="6598"/>
                      <a:pt x="1079" y="6741"/>
                      <a:pt x="930" y="6741"/>
                    </a:cubicBezTo>
                    <a:cubicBezTo>
                      <a:pt x="855" y="6741"/>
                      <a:pt x="761" y="6705"/>
                      <a:pt x="625" y="6599"/>
                    </a:cubicBezTo>
                    <a:cubicBezTo>
                      <a:pt x="492" y="6496"/>
                      <a:pt x="510" y="6276"/>
                      <a:pt x="437" y="6176"/>
                    </a:cubicBezTo>
                    <a:cubicBezTo>
                      <a:pt x="418" y="6150"/>
                      <a:pt x="452" y="6140"/>
                      <a:pt x="518" y="6140"/>
                    </a:cubicBezTo>
                    <a:close/>
                    <a:moveTo>
                      <a:pt x="1" y="0"/>
                    </a:moveTo>
                    <a:lnTo>
                      <a:pt x="1" y="699"/>
                    </a:lnTo>
                    <a:cubicBezTo>
                      <a:pt x="167" y="775"/>
                      <a:pt x="335" y="846"/>
                      <a:pt x="504" y="903"/>
                    </a:cubicBezTo>
                    <a:cubicBezTo>
                      <a:pt x="778" y="991"/>
                      <a:pt x="954" y="1213"/>
                      <a:pt x="1243" y="1598"/>
                    </a:cubicBezTo>
                    <a:cubicBezTo>
                      <a:pt x="1423" y="1839"/>
                      <a:pt x="1621" y="2102"/>
                      <a:pt x="1887" y="2354"/>
                    </a:cubicBezTo>
                    <a:cubicBezTo>
                      <a:pt x="1809" y="2375"/>
                      <a:pt x="1733" y="2403"/>
                      <a:pt x="1682" y="2424"/>
                    </a:cubicBezTo>
                    <a:cubicBezTo>
                      <a:pt x="1623" y="2450"/>
                      <a:pt x="1566" y="2485"/>
                      <a:pt x="1540" y="2537"/>
                    </a:cubicBezTo>
                    <a:cubicBezTo>
                      <a:pt x="1505" y="2604"/>
                      <a:pt x="1526" y="2686"/>
                      <a:pt x="1580" y="2740"/>
                    </a:cubicBezTo>
                    <a:cubicBezTo>
                      <a:pt x="1634" y="2794"/>
                      <a:pt x="1710" y="2824"/>
                      <a:pt x="1791" y="2841"/>
                    </a:cubicBezTo>
                    <a:cubicBezTo>
                      <a:pt x="1829" y="2849"/>
                      <a:pt x="1869" y="2854"/>
                      <a:pt x="1909" y="2854"/>
                    </a:cubicBezTo>
                    <a:cubicBezTo>
                      <a:pt x="1977" y="2854"/>
                      <a:pt x="2044" y="2839"/>
                      <a:pt x="2097" y="2800"/>
                    </a:cubicBezTo>
                    <a:cubicBezTo>
                      <a:pt x="2156" y="2759"/>
                      <a:pt x="2185" y="2693"/>
                      <a:pt x="2199" y="2627"/>
                    </a:cubicBezTo>
                    <a:cubicBezTo>
                      <a:pt x="2265" y="2686"/>
                      <a:pt x="2321" y="2745"/>
                      <a:pt x="2373" y="2806"/>
                    </a:cubicBezTo>
                    <a:cubicBezTo>
                      <a:pt x="2370" y="3089"/>
                      <a:pt x="2303" y="3479"/>
                      <a:pt x="1975" y="3479"/>
                    </a:cubicBezTo>
                    <a:cubicBezTo>
                      <a:pt x="1962" y="3479"/>
                      <a:pt x="1948" y="3479"/>
                      <a:pt x="1933" y="3477"/>
                    </a:cubicBezTo>
                    <a:cubicBezTo>
                      <a:pt x="1918" y="3476"/>
                      <a:pt x="1904" y="3475"/>
                      <a:pt x="1890" y="3475"/>
                    </a:cubicBezTo>
                    <a:cubicBezTo>
                      <a:pt x="1515" y="3475"/>
                      <a:pt x="1520" y="3990"/>
                      <a:pt x="1251" y="4553"/>
                    </a:cubicBezTo>
                    <a:cubicBezTo>
                      <a:pt x="1238" y="4552"/>
                      <a:pt x="1225" y="4551"/>
                      <a:pt x="1213" y="4551"/>
                    </a:cubicBezTo>
                    <a:cubicBezTo>
                      <a:pt x="1092" y="4551"/>
                      <a:pt x="970" y="4592"/>
                      <a:pt x="880" y="4668"/>
                    </a:cubicBezTo>
                    <a:cubicBezTo>
                      <a:pt x="757" y="4774"/>
                      <a:pt x="706" y="4940"/>
                      <a:pt x="753" y="5081"/>
                    </a:cubicBezTo>
                    <a:cubicBezTo>
                      <a:pt x="763" y="5115"/>
                      <a:pt x="781" y="5149"/>
                      <a:pt x="808" y="5176"/>
                    </a:cubicBezTo>
                    <a:cubicBezTo>
                      <a:pt x="694" y="5286"/>
                      <a:pt x="598" y="5377"/>
                      <a:pt x="514" y="5450"/>
                    </a:cubicBezTo>
                    <a:cubicBezTo>
                      <a:pt x="466" y="5417"/>
                      <a:pt x="408" y="5394"/>
                      <a:pt x="351" y="5394"/>
                    </a:cubicBezTo>
                    <a:cubicBezTo>
                      <a:pt x="328" y="5394"/>
                      <a:pt x="305" y="5398"/>
                      <a:pt x="283" y="5407"/>
                    </a:cubicBezTo>
                    <a:cubicBezTo>
                      <a:pt x="218" y="5432"/>
                      <a:pt x="178" y="5487"/>
                      <a:pt x="148" y="5544"/>
                    </a:cubicBezTo>
                    <a:cubicBezTo>
                      <a:pt x="117" y="5598"/>
                      <a:pt x="91" y="5653"/>
                      <a:pt x="69" y="5709"/>
                    </a:cubicBezTo>
                    <a:cubicBezTo>
                      <a:pt x="58" y="5710"/>
                      <a:pt x="47" y="5711"/>
                      <a:pt x="36" y="5711"/>
                    </a:cubicBezTo>
                    <a:cubicBezTo>
                      <a:pt x="24" y="5711"/>
                      <a:pt x="13" y="5710"/>
                      <a:pt x="2" y="5709"/>
                    </a:cubicBezTo>
                    <a:lnTo>
                      <a:pt x="2" y="7764"/>
                    </a:lnTo>
                    <a:cubicBezTo>
                      <a:pt x="70" y="7734"/>
                      <a:pt x="142" y="7706"/>
                      <a:pt x="211" y="7686"/>
                    </a:cubicBezTo>
                    <a:cubicBezTo>
                      <a:pt x="405" y="7627"/>
                      <a:pt x="593" y="7582"/>
                      <a:pt x="777" y="7534"/>
                    </a:cubicBezTo>
                    <a:cubicBezTo>
                      <a:pt x="962" y="7486"/>
                      <a:pt x="1143" y="7439"/>
                      <a:pt x="1310" y="7381"/>
                    </a:cubicBezTo>
                    <a:cubicBezTo>
                      <a:pt x="1478" y="7324"/>
                      <a:pt x="1636" y="7252"/>
                      <a:pt x="1762" y="7151"/>
                    </a:cubicBezTo>
                    <a:cubicBezTo>
                      <a:pt x="1887" y="7051"/>
                      <a:pt x="1972" y="6920"/>
                      <a:pt x="2003" y="6769"/>
                    </a:cubicBezTo>
                    <a:cubicBezTo>
                      <a:pt x="2038" y="6621"/>
                      <a:pt x="2036" y="6453"/>
                      <a:pt x="2066" y="6300"/>
                    </a:cubicBezTo>
                    <a:cubicBezTo>
                      <a:pt x="2126" y="5991"/>
                      <a:pt x="2232" y="5732"/>
                      <a:pt x="2314" y="5497"/>
                    </a:cubicBezTo>
                    <a:cubicBezTo>
                      <a:pt x="2399" y="5263"/>
                      <a:pt x="2473" y="5060"/>
                      <a:pt x="2533" y="4893"/>
                    </a:cubicBezTo>
                    <a:cubicBezTo>
                      <a:pt x="2650" y="4557"/>
                      <a:pt x="2713" y="4362"/>
                      <a:pt x="2713" y="4362"/>
                    </a:cubicBezTo>
                    <a:lnTo>
                      <a:pt x="2713" y="4362"/>
                    </a:lnTo>
                    <a:cubicBezTo>
                      <a:pt x="2713" y="4362"/>
                      <a:pt x="2669" y="4561"/>
                      <a:pt x="2572" y="4903"/>
                    </a:cubicBezTo>
                    <a:cubicBezTo>
                      <a:pt x="2521" y="5075"/>
                      <a:pt x="2459" y="5282"/>
                      <a:pt x="2388" y="5520"/>
                    </a:cubicBezTo>
                    <a:cubicBezTo>
                      <a:pt x="2320" y="5756"/>
                      <a:pt x="2231" y="6025"/>
                      <a:pt x="2183" y="6317"/>
                    </a:cubicBezTo>
                    <a:cubicBezTo>
                      <a:pt x="2159" y="6465"/>
                      <a:pt x="2169" y="6619"/>
                      <a:pt x="2136" y="6794"/>
                    </a:cubicBezTo>
                    <a:cubicBezTo>
                      <a:pt x="2109" y="6969"/>
                      <a:pt x="2006" y="7145"/>
                      <a:pt x="1862" y="7267"/>
                    </a:cubicBezTo>
                    <a:cubicBezTo>
                      <a:pt x="1570" y="7512"/>
                      <a:pt x="1188" y="7609"/>
                      <a:pt x="825" y="7709"/>
                    </a:cubicBezTo>
                    <a:cubicBezTo>
                      <a:pt x="640" y="7761"/>
                      <a:pt x="450" y="7807"/>
                      <a:pt x="269" y="7863"/>
                    </a:cubicBezTo>
                    <a:cubicBezTo>
                      <a:pt x="177" y="7891"/>
                      <a:pt x="88" y="7929"/>
                      <a:pt x="2" y="7972"/>
                    </a:cubicBezTo>
                    <a:lnTo>
                      <a:pt x="2" y="8340"/>
                    </a:lnTo>
                    <a:cubicBezTo>
                      <a:pt x="399" y="8095"/>
                      <a:pt x="472" y="8149"/>
                      <a:pt x="1389" y="7891"/>
                    </a:cubicBezTo>
                    <a:cubicBezTo>
                      <a:pt x="2629" y="7545"/>
                      <a:pt x="2465" y="7036"/>
                      <a:pt x="2535" y="6554"/>
                    </a:cubicBezTo>
                    <a:cubicBezTo>
                      <a:pt x="2606" y="6073"/>
                      <a:pt x="2908" y="5384"/>
                      <a:pt x="3191" y="4363"/>
                    </a:cubicBezTo>
                    <a:cubicBezTo>
                      <a:pt x="3307" y="3948"/>
                      <a:pt x="3336" y="3589"/>
                      <a:pt x="3281" y="3265"/>
                    </a:cubicBezTo>
                    <a:cubicBezTo>
                      <a:pt x="3202" y="2792"/>
                      <a:pt x="2936" y="2397"/>
                      <a:pt x="2488" y="2038"/>
                    </a:cubicBezTo>
                    <a:cubicBezTo>
                      <a:pt x="1734" y="1428"/>
                      <a:pt x="1510" y="562"/>
                      <a:pt x="700" y="299"/>
                    </a:cubicBezTo>
                    <a:cubicBezTo>
                      <a:pt x="477" y="226"/>
                      <a:pt x="245" y="11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5"/>
              <p:cNvSpPr/>
              <p:nvPr/>
            </p:nvSpPr>
            <p:spPr>
              <a:xfrm>
                <a:off x="5670100" y="2508914"/>
                <a:ext cx="16367" cy="10551"/>
              </a:xfrm>
              <a:custGeom>
                <a:rect b="b" l="l" r="r" t="t"/>
                <a:pathLst>
                  <a:path extrusionOk="0" h="205" w="318">
                    <a:moveTo>
                      <a:pt x="76" y="0"/>
                    </a:moveTo>
                    <a:cubicBezTo>
                      <a:pt x="53" y="0"/>
                      <a:pt x="28" y="1"/>
                      <a:pt x="1" y="2"/>
                    </a:cubicBezTo>
                    <a:lnTo>
                      <a:pt x="1" y="205"/>
                    </a:lnTo>
                    <a:cubicBezTo>
                      <a:pt x="180" y="84"/>
                      <a:pt x="318" y="36"/>
                      <a:pt x="318" y="36"/>
                    </a:cubicBezTo>
                    <a:cubicBezTo>
                      <a:pt x="318" y="36"/>
                      <a:pt x="244" y="7"/>
                      <a:pt x="103" y="1"/>
                    </a:cubicBezTo>
                    <a:cubicBezTo>
                      <a:pt x="94" y="0"/>
                      <a:pt x="85" y="0"/>
                      <a:pt x="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5"/>
              <p:cNvSpPr/>
              <p:nvPr/>
            </p:nvSpPr>
            <p:spPr>
              <a:xfrm>
                <a:off x="5670049" y="2420954"/>
                <a:ext cx="57952" cy="44880"/>
              </a:xfrm>
              <a:custGeom>
                <a:rect b="b" l="l" r="r" t="t"/>
                <a:pathLst>
                  <a:path extrusionOk="0" h="872" w="1126">
                    <a:moveTo>
                      <a:pt x="1" y="0"/>
                    </a:moveTo>
                    <a:lnTo>
                      <a:pt x="1" y="872"/>
                    </a:lnTo>
                    <a:cubicBezTo>
                      <a:pt x="257" y="735"/>
                      <a:pt x="536" y="574"/>
                      <a:pt x="731" y="457"/>
                    </a:cubicBezTo>
                    <a:cubicBezTo>
                      <a:pt x="1125" y="224"/>
                      <a:pt x="893" y="0"/>
                      <a:pt x="599" y="0"/>
                    </a:cubicBezTo>
                    <a:cubicBezTo>
                      <a:pt x="540" y="0"/>
                      <a:pt x="478" y="10"/>
                      <a:pt x="418" y="30"/>
                    </a:cubicBezTo>
                    <a:cubicBezTo>
                      <a:pt x="373" y="45"/>
                      <a:pt x="330" y="50"/>
                      <a:pt x="288" y="50"/>
                    </a:cubicBezTo>
                    <a:cubicBezTo>
                      <a:pt x="188" y="50"/>
                      <a:pt x="95" y="17"/>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45"/>
              <p:cNvSpPr/>
              <p:nvPr/>
            </p:nvSpPr>
            <p:spPr>
              <a:xfrm>
                <a:off x="5670049" y="2355744"/>
                <a:ext cx="74834" cy="31292"/>
              </a:xfrm>
              <a:custGeom>
                <a:rect b="b" l="l" r="r" t="t"/>
                <a:pathLst>
                  <a:path extrusionOk="0" h="608" w="1454">
                    <a:moveTo>
                      <a:pt x="1" y="1"/>
                    </a:moveTo>
                    <a:lnTo>
                      <a:pt x="1" y="410"/>
                    </a:lnTo>
                    <a:cubicBezTo>
                      <a:pt x="70" y="428"/>
                      <a:pt x="142" y="444"/>
                      <a:pt x="211" y="453"/>
                    </a:cubicBezTo>
                    <a:cubicBezTo>
                      <a:pt x="258" y="458"/>
                      <a:pt x="300" y="460"/>
                      <a:pt x="341" y="460"/>
                    </a:cubicBezTo>
                    <a:cubicBezTo>
                      <a:pt x="423" y="460"/>
                      <a:pt x="496" y="453"/>
                      <a:pt x="571" y="452"/>
                    </a:cubicBezTo>
                    <a:cubicBezTo>
                      <a:pt x="637" y="449"/>
                      <a:pt x="696" y="446"/>
                      <a:pt x="751" y="446"/>
                    </a:cubicBezTo>
                    <a:cubicBezTo>
                      <a:pt x="791" y="446"/>
                      <a:pt x="829" y="447"/>
                      <a:pt x="865" y="452"/>
                    </a:cubicBezTo>
                    <a:cubicBezTo>
                      <a:pt x="1041" y="457"/>
                      <a:pt x="1192" y="500"/>
                      <a:pt x="1291" y="541"/>
                    </a:cubicBezTo>
                    <a:cubicBezTo>
                      <a:pt x="1397" y="576"/>
                      <a:pt x="1454" y="608"/>
                      <a:pt x="1454" y="608"/>
                    </a:cubicBezTo>
                    <a:cubicBezTo>
                      <a:pt x="1454" y="608"/>
                      <a:pt x="1419" y="554"/>
                      <a:pt x="1335" y="471"/>
                    </a:cubicBezTo>
                    <a:cubicBezTo>
                      <a:pt x="1248" y="394"/>
                      <a:pt x="1110" y="294"/>
                      <a:pt x="915" y="218"/>
                    </a:cubicBezTo>
                    <a:cubicBezTo>
                      <a:pt x="867" y="204"/>
                      <a:pt x="813" y="189"/>
                      <a:pt x="758" y="178"/>
                    </a:cubicBezTo>
                    <a:cubicBezTo>
                      <a:pt x="707" y="170"/>
                      <a:pt x="653" y="162"/>
                      <a:pt x="600" y="153"/>
                    </a:cubicBezTo>
                    <a:cubicBezTo>
                      <a:pt x="493" y="135"/>
                      <a:pt x="371" y="123"/>
                      <a:pt x="276" y="92"/>
                    </a:cubicBezTo>
                    <a:cubicBezTo>
                      <a:pt x="183" y="72"/>
                      <a:pt x="93" y="4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45"/>
              <p:cNvSpPr/>
              <p:nvPr/>
            </p:nvSpPr>
            <p:spPr>
              <a:xfrm>
                <a:off x="5677563" y="2464034"/>
                <a:ext cx="35718" cy="23006"/>
              </a:xfrm>
              <a:custGeom>
                <a:rect b="b" l="l" r="r" t="t"/>
                <a:pathLst>
                  <a:path extrusionOk="0" h="447" w="694">
                    <a:moveTo>
                      <a:pt x="641" y="1"/>
                    </a:moveTo>
                    <a:cubicBezTo>
                      <a:pt x="568" y="1"/>
                      <a:pt x="439" y="56"/>
                      <a:pt x="412" y="72"/>
                    </a:cubicBezTo>
                    <a:cubicBezTo>
                      <a:pt x="283" y="139"/>
                      <a:pt x="163" y="207"/>
                      <a:pt x="61" y="307"/>
                    </a:cubicBezTo>
                    <a:cubicBezTo>
                      <a:pt x="31" y="335"/>
                      <a:pt x="1" y="377"/>
                      <a:pt x="18" y="411"/>
                    </a:cubicBezTo>
                    <a:cubicBezTo>
                      <a:pt x="35" y="438"/>
                      <a:pt x="72" y="447"/>
                      <a:pt x="108" y="447"/>
                    </a:cubicBezTo>
                    <a:cubicBezTo>
                      <a:pt x="177" y="446"/>
                      <a:pt x="244" y="419"/>
                      <a:pt x="304" y="389"/>
                    </a:cubicBezTo>
                    <a:cubicBezTo>
                      <a:pt x="401" y="341"/>
                      <a:pt x="498" y="288"/>
                      <a:pt x="576" y="221"/>
                    </a:cubicBezTo>
                    <a:cubicBezTo>
                      <a:pt x="635" y="173"/>
                      <a:pt x="687" y="109"/>
                      <a:pt x="693" y="39"/>
                    </a:cubicBezTo>
                    <a:cubicBezTo>
                      <a:pt x="694" y="11"/>
                      <a:pt x="673" y="1"/>
                      <a:pt x="6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45"/>
              <p:cNvSpPr/>
              <p:nvPr/>
            </p:nvSpPr>
            <p:spPr>
              <a:xfrm>
                <a:off x="5729134" y="2443703"/>
                <a:ext cx="14411" cy="19043"/>
              </a:xfrm>
              <a:custGeom>
                <a:rect b="b" l="l" r="r" t="t"/>
                <a:pathLst>
                  <a:path extrusionOk="0" h="370" w="280">
                    <a:moveTo>
                      <a:pt x="195" y="1"/>
                    </a:moveTo>
                    <a:cubicBezTo>
                      <a:pt x="188" y="1"/>
                      <a:pt x="180" y="2"/>
                      <a:pt x="171" y="5"/>
                    </a:cubicBezTo>
                    <a:cubicBezTo>
                      <a:pt x="76" y="40"/>
                      <a:pt x="17" y="277"/>
                      <a:pt x="2" y="350"/>
                    </a:cubicBezTo>
                    <a:cubicBezTo>
                      <a:pt x="1" y="356"/>
                      <a:pt x="1" y="361"/>
                      <a:pt x="3" y="364"/>
                    </a:cubicBezTo>
                    <a:cubicBezTo>
                      <a:pt x="7" y="369"/>
                      <a:pt x="13" y="369"/>
                      <a:pt x="16" y="369"/>
                    </a:cubicBezTo>
                    <a:cubicBezTo>
                      <a:pt x="17" y="369"/>
                      <a:pt x="19" y="369"/>
                      <a:pt x="21" y="369"/>
                    </a:cubicBezTo>
                    <a:cubicBezTo>
                      <a:pt x="69" y="369"/>
                      <a:pt x="110" y="332"/>
                      <a:pt x="138" y="294"/>
                    </a:cubicBezTo>
                    <a:cubicBezTo>
                      <a:pt x="165" y="258"/>
                      <a:pt x="279" y="1"/>
                      <a:pt x="1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45"/>
              <p:cNvSpPr/>
              <p:nvPr/>
            </p:nvSpPr>
            <p:spPr>
              <a:xfrm>
                <a:off x="5676894" y="2329906"/>
                <a:ext cx="26300" cy="15286"/>
              </a:xfrm>
              <a:custGeom>
                <a:rect b="b" l="l" r="r" t="t"/>
                <a:pathLst>
                  <a:path extrusionOk="0" h="297" w="511">
                    <a:moveTo>
                      <a:pt x="72" y="0"/>
                    </a:moveTo>
                    <a:cubicBezTo>
                      <a:pt x="68" y="0"/>
                      <a:pt x="63" y="0"/>
                      <a:pt x="58" y="1"/>
                    </a:cubicBezTo>
                    <a:cubicBezTo>
                      <a:pt x="44" y="1"/>
                      <a:pt x="27" y="2"/>
                      <a:pt x="15" y="13"/>
                    </a:cubicBezTo>
                    <a:cubicBezTo>
                      <a:pt x="3" y="21"/>
                      <a:pt x="1" y="35"/>
                      <a:pt x="2" y="49"/>
                    </a:cubicBezTo>
                    <a:cubicBezTo>
                      <a:pt x="3" y="82"/>
                      <a:pt x="26" y="111"/>
                      <a:pt x="52" y="135"/>
                    </a:cubicBezTo>
                    <a:cubicBezTo>
                      <a:pt x="150" y="223"/>
                      <a:pt x="291" y="268"/>
                      <a:pt x="428" y="292"/>
                    </a:cubicBezTo>
                    <a:cubicBezTo>
                      <a:pt x="437" y="295"/>
                      <a:pt x="448" y="296"/>
                      <a:pt x="458" y="296"/>
                    </a:cubicBezTo>
                    <a:cubicBezTo>
                      <a:pt x="464" y="296"/>
                      <a:pt x="469" y="296"/>
                      <a:pt x="475" y="295"/>
                    </a:cubicBezTo>
                    <a:cubicBezTo>
                      <a:pt x="489" y="291"/>
                      <a:pt x="507" y="280"/>
                      <a:pt x="508" y="268"/>
                    </a:cubicBezTo>
                    <a:cubicBezTo>
                      <a:pt x="511" y="257"/>
                      <a:pt x="505" y="249"/>
                      <a:pt x="501" y="238"/>
                    </a:cubicBezTo>
                    <a:cubicBezTo>
                      <a:pt x="465" y="160"/>
                      <a:pt x="444" y="91"/>
                      <a:pt x="346" y="64"/>
                    </a:cubicBezTo>
                    <a:cubicBezTo>
                      <a:pt x="257" y="38"/>
                      <a:pt x="168" y="0"/>
                      <a:pt x="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2" name="Google Shape;402;p45"/>
            <p:cNvSpPr/>
            <p:nvPr/>
          </p:nvSpPr>
          <p:spPr>
            <a:xfrm>
              <a:off x="5554666" y="2343420"/>
              <a:ext cx="1780467" cy="434437"/>
            </a:xfrm>
            <a:custGeom>
              <a:rect b="b" l="l" r="r" t="t"/>
              <a:pathLst>
                <a:path extrusionOk="0" h="8441" w="34594">
                  <a:moveTo>
                    <a:pt x="17294" y="1"/>
                  </a:moveTo>
                  <a:cubicBezTo>
                    <a:pt x="10475" y="1"/>
                    <a:pt x="4319" y="2904"/>
                    <a:pt x="0" y="7540"/>
                  </a:cubicBezTo>
                  <a:cubicBezTo>
                    <a:pt x="249" y="7805"/>
                    <a:pt x="566" y="8040"/>
                    <a:pt x="943" y="8224"/>
                  </a:cubicBezTo>
                  <a:lnTo>
                    <a:pt x="1392" y="8441"/>
                  </a:lnTo>
                  <a:cubicBezTo>
                    <a:pt x="2944" y="6790"/>
                    <a:pt x="4868" y="5246"/>
                    <a:pt x="7141" y="4037"/>
                  </a:cubicBezTo>
                  <a:cubicBezTo>
                    <a:pt x="9605" y="2723"/>
                    <a:pt x="12478" y="1812"/>
                    <a:pt x="15531" y="1566"/>
                  </a:cubicBezTo>
                  <a:cubicBezTo>
                    <a:pt x="16151" y="1514"/>
                    <a:pt x="16777" y="1488"/>
                    <a:pt x="17408" y="1488"/>
                  </a:cubicBezTo>
                  <a:cubicBezTo>
                    <a:pt x="19877" y="1488"/>
                    <a:pt x="22408" y="1893"/>
                    <a:pt x="24824" y="2760"/>
                  </a:cubicBezTo>
                  <a:cubicBezTo>
                    <a:pt x="27857" y="3843"/>
                    <a:pt x="30681" y="5635"/>
                    <a:pt x="33004" y="7938"/>
                  </a:cubicBezTo>
                  <a:cubicBezTo>
                    <a:pt x="33137" y="8071"/>
                    <a:pt x="33260" y="8212"/>
                    <a:pt x="33388" y="8348"/>
                  </a:cubicBezTo>
                  <a:lnTo>
                    <a:pt x="33649" y="8222"/>
                  </a:lnTo>
                  <a:cubicBezTo>
                    <a:pt x="34026" y="8039"/>
                    <a:pt x="34342" y="7804"/>
                    <a:pt x="34593" y="7537"/>
                  </a:cubicBezTo>
                  <a:cubicBezTo>
                    <a:pt x="30270" y="2904"/>
                    <a:pt x="24117" y="1"/>
                    <a:pt x="172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45"/>
            <p:cNvSpPr/>
            <p:nvPr/>
          </p:nvSpPr>
          <p:spPr>
            <a:xfrm>
              <a:off x="5700888" y="2797785"/>
              <a:ext cx="96553" cy="61040"/>
            </a:xfrm>
            <a:custGeom>
              <a:rect b="b" l="l" r="r" t="t"/>
              <a:pathLst>
                <a:path extrusionOk="0" h="1186" w="1876">
                  <a:moveTo>
                    <a:pt x="958" y="1"/>
                  </a:moveTo>
                  <a:cubicBezTo>
                    <a:pt x="663" y="1"/>
                    <a:pt x="327" y="109"/>
                    <a:pt x="1" y="312"/>
                  </a:cubicBezTo>
                  <a:lnTo>
                    <a:pt x="1807" y="1185"/>
                  </a:lnTo>
                  <a:cubicBezTo>
                    <a:pt x="1876" y="784"/>
                    <a:pt x="1796" y="428"/>
                    <a:pt x="1553" y="209"/>
                  </a:cubicBezTo>
                  <a:cubicBezTo>
                    <a:pt x="1396" y="68"/>
                    <a:pt x="1190" y="1"/>
                    <a:pt x="9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45"/>
            <p:cNvSpPr/>
            <p:nvPr/>
          </p:nvSpPr>
          <p:spPr>
            <a:xfrm>
              <a:off x="5995493" y="2756765"/>
              <a:ext cx="147197" cy="118427"/>
            </a:xfrm>
            <a:custGeom>
              <a:rect b="b" l="l" r="r" t="t"/>
              <a:pathLst>
                <a:path extrusionOk="0" h="2301" w="2860">
                  <a:moveTo>
                    <a:pt x="1842" y="0"/>
                  </a:moveTo>
                  <a:cubicBezTo>
                    <a:pt x="1800" y="0"/>
                    <a:pt x="1758" y="2"/>
                    <a:pt x="1715" y="5"/>
                  </a:cubicBezTo>
                  <a:cubicBezTo>
                    <a:pt x="1557" y="16"/>
                    <a:pt x="1379" y="50"/>
                    <a:pt x="1216" y="109"/>
                  </a:cubicBezTo>
                  <a:cubicBezTo>
                    <a:pt x="1053" y="167"/>
                    <a:pt x="880" y="238"/>
                    <a:pt x="725" y="345"/>
                  </a:cubicBezTo>
                  <a:cubicBezTo>
                    <a:pt x="570" y="451"/>
                    <a:pt x="421" y="578"/>
                    <a:pt x="294" y="732"/>
                  </a:cubicBezTo>
                  <a:cubicBezTo>
                    <a:pt x="172" y="888"/>
                    <a:pt x="72" y="1074"/>
                    <a:pt x="27" y="1287"/>
                  </a:cubicBezTo>
                  <a:cubicBezTo>
                    <a:pt x="6" y="1397"/>
                    <a:pt x="0" y="1503"/>
                    <a:pt x="27" y="1625"/>
                  </a:cubicBezTo>
                  <a:lnTo>
                    <a:pt x="51" y="1716"/>
                  </a:lnTo>
                  <a:lnTo>
                    <a:pt x="74" y="1774"/>
                  </a:lnTo>
                  <a:cubicBezTo>
                    <a:pt x="98" y="1840"/>
                    <a:pt x="128" y="1876"/>
                    <a:pt x="155" y="1924"/>
                  </a:cubicBezTo>
                  <a:cubicBezTo>
                    <a:pt x="282" y="2107"/>
                    <a:pt x="469" y="2204"/>
                    <a:pt x="634" y="2252"/>
                  </a:cubicBezTo>
                  <a:cubicBezTo>
                    <a:pt x="754" y="2290"/>
                    <a:pt x="869" y="2301"/>
                    <a:pt x="976" y="2301"/>
                  </a:cubicBezTo>
                  <a:cubicBezTo>
                    <a:pt x="1018" y="2301"/>
                    <a:pt x="1060" y="2299"/>
                    <a:pt x="1100" y="2296"/>
                  </a:cubicBezTo>
                  <a:cubicBezTo>
                    <a:pt x="1382" y="2274"/>
                    <a:pt x="1592" y="2180"/>
                    <a:pt x="1731" y="2111"/>
                  </a:cubicBezTo>
                  <a:cubicBezTo>
                    <a:pt x="1802" y="2076"/>
                    <a:pt x="1851" y="2041"/>
                    <a:pt x="1886" y="2018"/>
                  </a:cubicBezTo>
                  <a:cubicBezTo>
                    <a:pt x="1919" y="1996"/>
                    <a:pt x="1938" y="1984"/>
                    <a:pt x="1938" y="1984"/>
                  </a:cubicBezTo>
                  <a:lnTo>
                    <a:pt x="1938" y="1984"/>
                  </a:lnTo>
                  <a:cubicBezTo>
                    <a:pt x="1938" y="1984"/>
                    <a:pt x="1851" y="2004"/>
                    <a:pt x="1702" y="2022"/>
                  </a:cubicBezTo>
                  <a:cubicBezTo>
                    <a:pt x="1616" y="2033"/>
                    <a:pt x="1506" y="2043"/>
                    <a:pt x="1383" y="2043"/>
                  </a:cubicBezTo>
                  <a:cubicBezTo>
                    <a:pt x="1297" y="2043"/>
                    <a:pt x="1204" y="2038"/>
                    <a:pt x="1107" y="2024"/>
                  </a:cubicBezTo>
                  <a:cubicBezTo>
                    <a:pt x="990" y="2008"/>
                    <a:pt x="869" y="1974"/>
                    <a:pt x="758" y="1922"/>
                  </a:cubicBezTo>
                  <a:cubicBezTo>
                    <a:pt x="648" y="1868"/>
                    <a:pt x="560" y="1787"/>
                    <a:pt x="508" y="1699"/>
                  </a:cubicBezTo>
                  <a:cubicBezTo>
                    <a:pt x="501" y="1676"/>
                    <a:pt x="481" y="1646"/>
                    <a:pt x="481" y="1633"/>
                  </a:cubicBezTo>
                  <a:lnTo>
                    <a:pt x="464" y="1574"/>
                  </a:lnTo>
                  <a:lnTo>
                    <a:pt x="464" y="1544"/>
                  </a:lnTo>
                  <a:cubicBezTo>
                    <a:pt x="461" y="1504"/>
                    <a:pt x="466" y="1440"/>
                    <a:pt x="480" y="1383"/>
                  </a:cubicBezTo>
                  <a:cubicBezTo>
                    <a:pt x="508" y="1265"/>
                    <a:pt x="574" y="1142"/>
                    <a:pt x="668" y="1030"/>
                  </a:cubicBezTo>
                  <a:cubicBezTo>
                    <a:pt x="846" y="800"/>
                    <a:pt x="1107" y="625"/>
                    <a:pt x="1374" y="498"/>
                  </a:cubicBezTo>
                  <a:cubicBezTo>
                    <a:pt x="1510" y="439"/>
                    <a:pt x="1635" y="391"/>
                    <a:pt x="1769" y="357"/>
                  </a:cubicBezTo>
                  <a:cubicBezTo>
                    <a:pt x="1899" y="326"/>
                    <a:pt x="2025" y="309"/>
                    <a:pt x="2142" y="305"/>
                  </a:cubicBezTo>
                  <a:cubicBezTo>
                    <a:pt x="2155" y="305"/>
                    <a:pt x="2167" y="304"/>
                    <a:pt x="2179" y="304"/>
                  </a:cubicBezTo>
                  <a:cubicBezTo>
                    <a:pt x="2398" y="304"/>
                    <a:pt x="2578" y="360"/>
                    <a:pt x="2690" y="434"/>
                  </a:cubicBezTo>
                  <a:cubicBezTo>
                    <a:pt x="2751" y="473"/>
                    <a:pt x="2794" y="512"/>
                    <a:pt x="2819" y="544"/>
                  </a:cubicBezTo>
                  <a:cubicBezTo>
                    <a:pt x="2846" y="575"/>
                    <a:pt x="2859" y="591"/>
                    <a:pt x="2859" y="591"/>
                  </a:cubicBezTo>
                  <a:cubicBezTo>
                    <a:pt x="2859" y="591"/>
                    <a:pt x="2853" y="568"/>
                    <a:pt x="2841" y="531"/>
                  </a:cubicBezTo>
                  <a:cubicBezTo>
                    <a:pt x="2828" y="492"/>
                    <a:pt x="2806" y="431"/>
                    <a:pt x="2753" y="368"/>
                  </a:cubicBezTo>
                  <a:cubicBezTo>
                    <a:pt x="2659" y="235"/>
                    <a:pt x="2450" y="87"/>
                    <a:pt x="2170" y="34"/>
                  </a:cubicBezTo>
                  <a:cubicBezTo>
                    <a:pt x="2068" y="13"/>
                    <a:pt x="1957" y="0"/>
                    <a:pt x="18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45"/>
            <p:cNvSpPr/>
            <p:nvPr/>
          </p:nvSpPr>
          <p:spPr>
            <a:xfrm>
              <a:off x="6617643" y="2479503"/>
              <a:ext cx="94546" cy="54092"/>
            </a:xfrm>
            <a:custGeom>
              <a:rect b="b" l="l" r="r" t="t"/>
              <a:pathLst>
                <a:path extrusionOk="0" h="1051" w="1837">
                  <a:moveTo>
                    <a:pt x="1808" y="766"/>
                  </a:moveTo>
                  <a:lnTo>
                    <a:pt x="1808" y="766"/>
                  </a:lnTo>
                  <a:cubicBezTo>
                    <a:pt x="1808" y="767"/>
                    <a:pt x="1808" y="768"/>
                    <a:pt x="1808" y="768"/>
                  </a:cubicBezTo>
                  <a:cubicBezTo>
                    <a:pt x="1808" y="768"/>
                    <a:pt x="1808" y="767"/>
                    <a:pt x="1808" y="766"/>
                  </a:cubicBezTo>
                  <a:close/>
                  <a:moveTo>
                    <a:pt x="755" y="1"/>
                  </a:moveTo>
                  <a:cubicBezTo>
                    <a:pt x="677" y="1"/>
                    <a:pt x="599" y="7"/>
                    <a:pt x="519" y="21"/>
                  </a:cubicBezTo>
                  <a:cubicBezTo>
                    <a:pt x="411" y="44"/>
                    <a:pt x="299" y="79"/>
                    <a:pt x="196" y="155"/>
                  </a:cubicBezTo>
                  <a:cubicBezTo>
                    <a:pt x="88" y="229"/>
                    <a:pt x="1" y="363"/>
                    <a:pt x="12" y="516"/>
                  </a:cubicBezTo>
                  <a:cubicBezTo>
                    <a:pt x="24" y="663"/>
                    <a:pt x="106" y="760"/>
                    <a:pt x="178" y="823"/>
                  </a:cubicBezTo>
                  <a:cubicBezTo>
                    <a:pt x="252" y="890"/>
                    <a:pt x="330" y="931"/>
                    <a:pt x="401" y="964"/>
                  </a:cubicBezTo>
                  <a:cubicBezTo>
                    <a:pt x="547" y="1025"/>
                    <a:pt x="675" y="1043"/>
                    <a:pt x="762" y="1048"/>
                  </a:cubicBezTo>
                  <a:cubicBezTo>
                    <a:pt x="791" y="1050"/>
                    <a:pt x="817" y="1050"/>
                    <a:pt x="837" y="1050"/>
                  </a:cubicBezTo>
                  <a:cubicBezTo>
                    <a:pt x="878" y="1050"/>
                    <a:pt x="901" y="1048"/>
                    <a:pt x="901" y="1048"/>
                  </a:cubicBezTo>
                  <a:lnTo>
                    <a:pt x="780" y="988"/>
                  </a:lnTo>
                  <a:cubicBezTo>
                    <a:pt x="706" y="949"/>
                    <a:pt x="600" y="890"/>
                    <a:pt x="494" y="808"/>
                  </a:cubicBezTo>
                  <a:cubicBezTo>
                    <a:pt x="441" y="766"/>
                    <a:pt x="392" y="715"/>
                    <a:pt x="350" y="661"/>
                  </a:cubicBezTo>
                  <a:cubicBezTo>
                    <a:pt x="307" y="608"/>
                    <a:pt x="287" y="546"/>
                    <a:pt x="291" y="508"/>
                  </a:cubicBezTo>
                  <a:cubicBezTo>
                    <a:pt x="292" y="500"/>
                    <a:pt x="295" y="487"/>
                    <a:pt x="298" y="486"/>
                  </a:cubicBezTo>
                  <a:cubicBezTo>
                    <a:pt x="306" y="455"/>
                    <a:pt x="312" y="455"/>
                    <a:pt x="312" y="455"/>
                  </a:cubicBezTo>
                  <a:cubicBezTo>
                    <a:pt x="326" y="441"/>
                    <a:pt x="345" y="424"/>
                    <a:pt x="372" y="406"/>
                  </a:cubicBezTo>
                  <a:cubicBezTo>
                    <a:pt x="424" y="371"/>
                    <a:pt x="500" y="346"/>
                    <a:pt x="580" y="332"/>
                  </a:cubicBezTo>
                  <a:cubicBezTo>
                    <a:pt x="658" y="316"/>
                    <a:pt x="739" y="309"/>
                    <a:pt x="821" y="309"/>
                  </a:cubicBezTo>
                  <a:cubicBezTo>
                    <a:pt x="909" y="309"/>
                    <a:pt x="998" y="317"/>
                    <a:pt x="1083" y="330"/>
                  </a:cubicBezTo>
                  <a:cubicBezTo>
                    <a:pt x="1167" y="345"/>
                    <a:pt x="1240" y="357"/>
                    <a:pt x="1317" y="379"/>
                  </a:cubicBezTo>
                  <a:cubicBezTo>
                    <a:pt x="1388" y="404"/>
                    <a:pt x="1458" y="426"/>
                    <a:pt x="1518" y="453"/>
                  </a:cubicBezTo>
                  <a:cubicBezTo>
                    <a:pt x="1637" y="511"/>
                    <a:pt x="1724" y="581"/>
                    <a:pt x="1767" y="647"/>
                  </a:cubicBezTo>
                  <a:cubicBezTo>
                    <a:pt x="1804" y="706"/>
                    <a:pt x="1808" y="756"/>
                    <a:pt x="1808" y="766"/>
                  </a:cubicBezTo>
                  <a:lnTo>
                    <a:pt x="1808" y="766"/>
                  </a:lnTo>
                  <a:cubicBezTo>
                    <a:pt x="1811" y="757"/>
                    <a:pt x="1837" y="711"/>
                    <a:pt x="1827" y="627"/>
                  </a:cubicBezTo>
                  <a:cubicBezTo>
                    <a:pt x="1815" y="533"/>
                    <a:pt x="1743" y="405"/>
                    <a:pt x="1620" y="303"/>
                  </a:cubicBezTo>
                  <a:cubicBezTo>
                    <a:pt x="1421" y="132"/>
                    <a:pt x="1104" y="1"/>
                    <a:pt x="7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45"/>
            <p:cNvSpPr/>
            <p:nvPr/>
          </p:nvSpPr>
          <p:spPr>
            <a:xfrm>
              <a:off x="6236983" y="2535861"/>
              <a:ext cx="104633" cy="63562"/>
            </a:xfrm>
            <a:custGeom>
              <a:rect b="b" l="l" r="r" t="t"/>
              <a:pathLst>
                <a:path extrusionOk="0" h="1235" w="2033">
                  <a:moveTo>
                    <a:pt x="1182" y="1"/>
                  </a:moveTo>
                  <a:cubicBezTo>
                    <a:pt x="1095" y="1"/>
                    <a:pt x="1004" y="9"/>
                    <a:pt x="911" y="26"/>
                  </a:cubicBezTo>
                  <a:cubicBezTo>
                    <a:pt x="382" y="120"/>
                    <a:pt x="0" y="462"/>
                    <a:pt x="59" y="790"/>
                  </a:cubicBezTo>
                  <a:cubicBezTo>
                    <a:pt x="108" y="1060"/>
                    <a:pt x="439" y="1234"/>
                    <a:pt x="851" y="1234"/>
                  </a:cubicBezTo>
                  <a:cubicBezTo>
                    <a:pt x="938" y="1234"/>
                    <a:pt x="1029" y="1227"/>
                    <a:pt x="1122" y="1210"/>
                  </a:cubicBezTo>
                  <a:cubicBezTo>
                    <a:pt x="1651" y="1116"/>
                    <a:pt x="2032" y="774"/>
                    <a:pt x="1973" y="446"/>
                  </a:cubicBezTo>
                  <a:cubicBezTo>
                    <a:pt x="1924" y="176"/>
                    <a:pt x="1592" y="1"/>
                    <a:pt x="11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45"/>
            <p:cNvSpPr/>
            <p:nvPr/>
          </p:nvSpPr>
          <p:spPr>
            <a:xfrm>
              <a:off x="6175581" y="3018946"/>
              <a:ext cx="89965" cy="62018"/>
            </a:xfrm>
            <a:custGeom>
              <a:rect b="b" l="l" r="r" t="t"/>
              <a:pathLst>
                <a:path extrusionOk="0" h="1205" w="1748">
                  <a:moveTo>
                    <a:pt x="889" y="0"/>
                  </a:moveTo>
                  <a:cubicBezTo>
                    <a:pt x="755" y="0"/>
                    <a:pt x="614" y="27"/>
                    <a:pt x="478" y="83"/>
                  </a:cubicBezTo>
                  <a:cubicBezTo>
                    <a:pt x="271" y="169"/>
                    <a:pt x="108" y="307"/>
                    <a:pt x="1" y="472"/>
                  </a:cubicBezTo>
                  <a:lnTo>
                    <a:pt x="1516" y="1204"/>
                  </a:lnTo>
                  <a:cubicBezTo>
                    <a:pt x="1689" y="981"/>
                    <a:pt x="1748" y="702"/>
                    <a:pt x="1646" y="454"/>
                  </a:cubicBezTo>
                  <a:cubicBezTo>
                    <a:pt x="1527" y="167"/>
                    <a:pt x="1226" y="0"/>
                    <a:pt x="8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5"/>
            <p:cNvSpPr/>
            <p:nvPr/>
          </p:nvSpPr>
          <p:spPr>
            <a:xfrm>
              <a:off x="6467561" y="2683062"/>
              <a:ext cx="560841" cy="286623"/>
            </a:xfrm>
            <a:custGeom>
              <a:rect b="b" l="l" r="r" t="t"/>
              <a:pathLst>
                <a:path extrusionOk="0" h="5569" w="10897">
                  <a:moveTo>
                    <a:pt x="4005" y="1"/>
                  </a:moveTo>
                  <a:cubicBezTo>
                    <a:pt x="2913" y="1"/>
                    <a:pt x="3502" y="3700"/>
                    <a:pt x="1750" y="3700"/>
                  </a:cubicBezTo>
                  <a:cubicBezTo>
                    <a:pt x="1749" y="3700"/>
                    <a:pt x="1747" y="3700"/>
                    <a:pt x="1746" y="3700"/>
                  </a:cubicBezTo>
                  <a:cubicBezTo>
                    <a:pt x="1" y="3700"/>
                    <a:pt x="2275" y="5568"/>
                    <a:pt x="3958" y="5568"/>
                  </a:cubicBezTo>
                  <a:cubicBezTo>
                    <a:pt x="3958" y="5568"/>
                    <a:pt x="3959" y="5568"/>
                    <a:pt x="3959" y="5568"/>
                  </a:cubicBezTo>
                  <a:cubicBezTo>
                    <a:pt x="5641" y="5568"/>
                    <a:pt x="5687" y="3218"/>
                    <a:pt x="8301" y="3218"/>
                  </a:cubicBezTo>
                  <a:cubicBezTo>
                    <a:pt x="8302" y="3218"/>
                    <a:pt x="8302" y="3218"/>
                    <a:pt x="8303" y="3218"/>
                  </a:cubicBezTo>
                  <a:cubicBezTo>
                    <a:pt x="10896" y="3218"/>
                    <a:pt x="9054" y="1274"/>
                    <a:pt x="7394" y="1274"/>
                  </a:cubicBezTo>
                  <a:cubicBezTo>
                    <a:pt x="5733" y="1272"/>
                    <a:pt x="5095" y="1"/>
                    <a:pt x="40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45"/>
            <p:cNvSpPr/>
            <p:nvPr/>
          </p:nvSpPr>
          <p:spPr>
            <a:xfrm>
              <a:off x="6372036" y="2457475"/>
              <a:ext cx="165931" cy="110243"/>
            </a:xfrm>
            <a:custGeom>
              <a:rect b="b" l="l" r="r" t="t"/>
              <a:pathLst>
                <a:path extrusionOk="0" h="2142" w="3224">
                  <a:moveTo>
                    <a:pt x="1357" y="1"/>
                  </a:moveTo>
                  <a:cubicBezTo>
                    <a:pt x="1159" y="1"/>
                    <a:pt x="961" y="17"/>
                    <a:pt x="764" y="37"/>
                  </a:cubicBezTo>
                  <a:cubicBezTo>
                    <a:pt x="508" y="62"/>
                    <a:pt x="215" y="116"/>
                    <a:pt x="81" y="336"/>
                  </a:cubicBezTo>
                  <a:cubicBezTo>
                    <a:pt x="18" y="440"/>
                    <a:pt x="0" y="564"/>
                    <a:pt x="3" y="685"/>
                  </a:cubicBezTo>
                  <a:cubicBezTo>
                    <a:pt x="10" y="1041"/>
                    <a:pt x="175" y="1380"/>
                    <a:pt x="409" y="1648"/>
                  </a:cubicBezTo>
                  <a:cubicBezTo>
                    <a:pt x="591" y="1856"/>
                    <a:pt x="825" y="2029"/>
                    <a:pt x="1092" y="2102"/>
                  </a:cubicBezTo>
                  <a:cubicBezTo>
                    <a:pt x="1192" y="2129"/>
                    <a:pt x="1294" y="2141"/>
                    <a:pt x="1396" y="2141"/>
                  </a:cubicBezTo>
                  <a:cubicBezTo>
                    <a:pt x="1777" y="2141"/>
                    <a:pt x="2160" y="1967"/>
                    <a:pt x="2478" y="1742"/>
                  </a:cubicBezTo>
                  <a:cubicBezTo>
                    <a:pt x="2650" y="1621"/>
                    <a:pt x="2814" y="1480"/>
                    <a:pt x="2906" y="1295"/>
                  </a:cubicBezTo>
                  <a:cubicBezTo>
                    <a:pt x="3223" y="660"/>
                    <a:pt x="2470" y="178"/>
                    <a:pt x="1949" y="61"/>
                  </a:cubicBezTo>
                  <a:cubicBezTo>
                    <a:pt x="1754" y="17"/>
                    <a:pt x="1556" y="1"/>
                    <a:pt x="13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45"/>
            <p:cNvSpPr/>
            <p:nvPr/>
          </p:nvSpPr>
          <p:spPr>
            <a:xfrm>
              <a:off x="5852977" y="2815902"/>
              <a:ext cx="61607" cy="47968"/>
            </a:xfrm>
            <a:custGeom>
              <a:rect b="b" l="l" r="r" t="t"/>
              <a:pathLst>
                <a:path extrusionOk="0" h="932" w="1197">
                  <a:moveTo>
                    <a:pt x="642" y="0"/>
                  </a:moveTo>
                  <a:cubicBezTo>
                    <a:pt x="387" y="0"/>
                    <a:pt x="133" y="342"/>
                    <a:pt x="42" y="550"/>
                  </a:cubicBezTo>
                  <a:cubicBezTo>
                    <a:pt x="11" y="622"/>
                    <a:pt x="0" y="706"/>
                    <a:pt x="33" y="777"/>
                  </a:cubicBezTo>
                  <a:cubicBezTo>
                    <a:pt x="69" y="861"/>
                    <a:pt x="161" y="915"/>
                    <a:pt x="255" y="927"/>
                  </a:cubicBezTo>
                  <a:cubicBezTo>
                    <a:pt x="275" y="930"/>
                    <a:pt x="295" y="931"/>
                    <a:pt x="315" y="931"/>
                  </a:cubicBezTo>
                  <a:cubicBezTo>
                    <a:pt x="388" y="931"/>
                    <a:pt x="461" y="914"/>
                    <a:pt x="532" y="894"/>
                  </a:cubicBezTo>
                  <a:cubicBezTo>
                    <a:pt x="707" y="844"/>
                    <a:pt x="885" y="765"/>
                    <a:pt x="993" y="617"/>
                  </a:cubicBezTo>
                  <a:cubicBezTo>
                    <a:pt x="1197" y="338"/>
                    <a:pt x="981" y="21"/>
                    <a:pt x="658" y="1"/>
                  </a:cubicBezTo>
                  <a:cubicBezTo>
                    <a:pt x="653" y="0"/>
                    <a:pt x="648" y="0"/>
                    <a:pt x="6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45"/>
            <p:cNvSpPr/>
            <p:nvPr/>
          </p:nvSpPr>
          <p:spPr>
            <a:xfrm>
              <a:off x="6869169" y="2880135"/>
              <a:ext cx="83017" cy="52960"/>
            </a:xfrm>
            <a:custGeom>
              <a:rect b="b" l="l" r="r" t="t"/>
              <a:pathLst>
                <a:path extrusionOk="0" h="1029" w="1613">
                  <a:moveTo>
                    <a:pt x="917" y="0"/>
                  </a:moveTo>
                  <a:cubicBezTo>
                    <a:pt x="815" y="0"/>
                    <a:pt x="721" y="11"/>
                    <a:pt x="659" y="28"/>
                  </a:cubicBezTo>
                  <a:cubicBezTo>
                    <a:pt x="279" y="134"/>
                    <a:pt x="1" y="970"/>
                    <a:pt x="519" y="1022"/>
                  </a:cubicBezTo>
                  <a:cubicBezTo>
                    <a:pt x="559" y="1026"/>
                    <a:pt x="600" y="1028"/>
                    <a:pt x="640" y="1028"/>
                  </a:cubicBezTo>
                  <a:cubicBezTo>
                    <a:pt x="832" y="1028"/>
                    <a:pt x="1023" y="980"/>
                    <a:pt x="1178" y="872"/>
                  </a:cubicBezTo>
                  <a:cubicBezTo>
                    <a:pt x="1373" y="733"/>
                    <a:pt x="1612" y="343"/>
                    <a:pt x="1401" y="124"/>
                  </a:cubicBezTo>
                  <a:cubicBezTo>
                    <a:pt x="1314" y="35"/>
                    <a:pt x="1103" y="0"/>
                    <a:pt x="9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5"/>
            <p:cNvSpPr/>
            <p:nvPr/>
          </p:nvSpPr>
          <p:spPr>
            <a:xfrm>
              <a:off x="6413159" y="2981322"/>
              <a:ext cx="90531" cy="71746"/>
            </a:xfrm>
            <a:custGeom>
              <a:rect b="b" l="l" r="r" t="t"/>
              <a:pathLst>
                <a:path extrusionOk="0" h="1394" w="1759">
                  <a:moveTo>
                    <a:pt x="704" y="1"/>
                  </a:moveTo>
                  <a:cubicBezTo>
                    <a:pt x="371" y="1"/>
                    <a:pt x="5" y="231"/>
                    <a:pt x="2" y="571"/>
                  </a:cubicBezTo>
                  <a:cubicBezTo>
                    <a:pt x="0" y="752"/>
                    <a:pt x="106" y="913"/>
                    <a:pt x="209" y="1062"/>
                  </a:cubicBezTo>
                  <a:cubicBezTo>
                    <a:pt x="231" y="1097"/>
                    <a:pt x="258" y="1135"/>
                    <a:pt x="298" y="1150"/>
                  </a:cubicBezTo>
                  <a:cubicBezTo>
                    <a:pt x="329" y="1160"/>
                    <a:pt x="362" y="1158"/>
                    <a:pt x="392" y="1159"/>
                  </a:cubicBezTo>
                  <a:cubicBezTo>
                    <a:pt x="583" y="1163"/>
                    <a:pt x="751" y="1272"/>
                    <a:pt x="930" y="1334"/>
                  </a:cubicBezTo>
                  <a:cubicBezTo>
                    <a:pt x="1045" y="1373"/>
                    <a:pt x="1167" y="1393"/>
                    <a:pt x="1289" y="1393"/>
                  </a:cubicBezTo>
                  <a:cubicBezTo>
                    <a:pt x="1360" y="1393"/>
                    <a:pt x="1430" y="1386"/>
                    <a:pt x="1499" y="1373"/>
                  </a:cubicBezTo>
                  <a:cubicBezTo>
                    <a:pt x="1551" y="1363"/>
                    <a:pt x="1606" y="1344"/>
                    <a:pt x="1633" y="1299"/>
                  </a:cubicBezTo>
                  <a:cubicBezTo>
                    <a:pt x="1758" y="1076"/>
                    <a:pt x="1230" y="218"/>
                    <a:pt x="1009" y="81"/>
                  </a:cubicBezTo>
                  <a:cubicBezTo>
                    <a:pt x="920" y="26"/>
                    <a:pt x="814" y="1"/>
                    <a:pt x="7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45"/>
            <p:cNvSpPr/>
            <p:nvPr/>
          </p:nvSpPr>
          <p:spPr>
            <a:xfrm>
              <a:off x="6426644" y="2812505"/>
              <a:ext cx="43078" cy="52034"/>
            </a:xfrm>
            <a:custGeom>
              <a:rect b="b" l="l" r="r" t="t"/>
              <a:pathLst>
                <a:path extrusionOk="0" h="1011" w="837">
                  <a:moveTo>
                    <a:pt x="604" y="0"/>
                  </a:moveTo>
                  <a:cubicBezTo>
                    <a:pt x="434" y="0"/>
                    <a:pt x="261" y="302"/>
                    <a:pt x="169" y="420"/>
                  </a:cubicBezTo>
                  <a:cubicBezTo>
                    <a:pt x="73" y="545"/>
                    <a:pt x="0" y="717"/>
                    <a:pt x="69" y="859"/>
                  </a:cubicBezTo>
                  <a:cubicBezTo>
                    <a:pt x="118" y="961"/>
                    <a:pt x="229" y="1010"/>
                    <a:pt x="344" y="1010"/>
                  </a:cubicBezTo>
                  <a:cubicBezTo>
                    <a:pt x="416" y="1010"/>
                    <a:pt x="489" y="991"/>
                    <a:pt x="548" y="953"/>
                  </a:cubicBezTo>
                  <a:cubicBezTo>
                    <a:pt x="703" y="852"/>
                    <a:pt x="779" y="666"/>
                    <a:pt x="811" y="487"/>
                  </a:cubicBezTo>
                  <a:cubicBezTo>
                    <a:pt x="833" y="369"/>
                    <a:pt x="837" y="241"/>
                    <a:pt x="779" y="136"/>
                  </a:cubicBezTo>
                  <a:cubicBezTo>
                    <a:pt x="724" y="39"/>
                    <a:pt x="664" y="0"/>
                    <a:pt x="6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45"/>
            <p:cNvSpPr/>
            <p:nvPr/>
          </p:nvSpPr>
          <p:spPr>
            <a:xfrm>
              <a:off x="5962914" y="2552640"/>
              <a:ext cx="75915" cy="76584"/>
            </a:xfrm>
            <a:custGeom>
              <a:rect b="b" l="l" r="r" t="t"/>
              <a:pathLst>
                <a:path extrusionOk="0" h="1488" w="1475">
                  <a:moveTo>
                    <a:pt x="1163" y="0"/>
                  </a:moveTo>
                  <a:cubicBezTo>
                    <a:pt x="1083" y="0"/>
                    <a:pt x="988" y="38"/>
                    <a:pt x="887" y="128"/>
                  </a:cubicBezTo>
                  <a:cubicBezTo>
                    <a:pt x="675" y="319"/>
                    <a:pt x="554" y="656"/>
                    <a:pt x="341" y="869"/>
                  </a:cubicBezTo>
                  <a:cubicBezTo>
                    <a:pt x="188" y="1014"/>
                    <a:pt x="1" y="1185"/>
                    <a:pt x="26" y="1394"/>
                  </a:cubicBezTo>
                  <a:cubicBezTo>
                    <a:pt x="30" y="1417"/>
                    <a:pt x="34" y="1443"/>
                    <a:pt x="52" y="1460"/>
                  </a:cubicBezTo>
                  <a:cubicBezTo>
                    <a:pt x="71" y="1478"/>
                    <a:pt x="98" y="1484"/>
                    <a:pt x="124" y="1487"/>
                  </a:cubicBezTo>
                  <a:cubicBezTo>
                    <a:pt x="130" y="1487"/>
                    <a:pt x="135" y="1488"/>
                    <a:pt x="141" y="1488"/>
                  </a:cubicBezTo>
                  <a:cubicBezTo>
                    <a:pt x="238" y="1488"/>
                    <a:pt x="330" y="1432"/>
                    <a:pt x="413" y="1376"/>
                  </a:cubicBezTo>
                  <a:cubicBezTo>
                    <a:pt x="659" y="1208"/>
                    <a:pt x="893" y="1018"/>
                    <a:pt x="1106" y="810"/>
                  </a:cubicBezTo>
                  <a:cubicBezTo>
                    <a:pt x="1192" y="726"/>
                    <a:pt x="1275" y="638"/>
                    <a:pt x="1329" y="535"/>
                  </a:cubicBezTo>
                  <a:cubicBezTo>
                    <a:pt x="1475" y="252"/>
                    <a:pt x="1368" y="0"/>
                    <a:pt x="11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45"/>
            <p:cNvSpPr/>
            <p:nvPr/>
          </p:nvSpPr>
          <p:spPr>
            <a:xfrm>
              <a:off x="7062021" y="2692532"/>
              <a:ext cx="128823" cy="86671"/>
            </a:xfrm>
            <a:custGeom>
              <a:rect b="b" l="l" r="r" t="t"/>
              <a:pathLst>
                <a:path extrusionOk="0" h="1684" w="2503">
                  <a:moveTo>
                    <a:pt x="125" y="0"/>
                  </a:moveTo>
                  <a:cubicBezTo>
                    <a:pt x="47" y="0"/>
                    <a:pt x="1" y="44"/>
                    <a:pt x="38" y="186"/>
                  </a:cubicBezTo>
                  <a:cubicBezTo>
                    <a:pt x="67" y="295"/>
                    <a:pt x="245" y="516"/>
                    <a:pt x="312" y="629"/>
                  </a:cubicBezTo>
                  <a:cubicBezTo>
                    <a:pt x="438" y="845"/>
                    <a:pt x="618" y="1016"/>
                    <a:pt x="837" y="1135"/>
                  </a:cubicBezTo>
                  <a:cubicBezTo>
                    <a:pt x="1107" y="1280"/>
                    <a:pt x="1409" y="1351"/>
                    <a:pt x="1702" y="1450"/>
                  </a:cubicBezTo>
                  <a:cubicBezTo>
                    <a:pt x="1903" y="1517"/>
                    <a:pt x="2098" y="1596"/>
                    <a:pt x="2298" y="1664"/>
                  </a:cubicBezTo>
                  <a:cubicBezTo>
                    <a:pt x="2324" y="1673"/>
                    <a:pt x="2352" y="1683"/>
                    <a:pt x="2380" y="1683"/>
                  </a:cubicBezTo>
                  <a:cubicBezTo>
                    <a:pt x="2389" y="1683"/>
                    <a:pt x="2399" y="1682"/>
                    <a:pt x="2408" y="1679"/>
                  </a:cubicBezTo>
                  <a:cubicBezTo>
                    <a:pt x="2482" y="1659"/>
                    <a:pt x="2502" y="1564"/>
                    <a:pt x="2497" y="1486"/>
                  </a:cubicBezTo>
                  <a:cubicBezTo>
                    <a:pt x="2477" y="1196"/>
                    <a:pt x="2286" y="935"/>
                    <a:pt x="2050" y="761"/>
                  </a:cubicBezTo>
                  <a:cubicBezTo>
                    <a:pt x="1812" y="586"/>
                    <a:pt x="1533" y="485"/>
                    <a:pt x="1256" y="385"/>
                  </a:cubicBezTo>
                  <a:cubicBezTo>
                    <a:pt x="989" y="289"/>
                    <a:pt x="721" y="193"/>
                    <a:pt x="453" y="96"/>
                  </a:cubicBezTo>
                  <a:cubicBezTo>
                    <a:pt x="353" y="60"/>
                    <a:pt x="217" y="0"/>
                    <a:pt x="1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45"/>
            <p:cNvSpPr/>
            <p:nvPr/>
          </p:nvSpPr>
          <p:spPr>
            <a:xfrm>
              <a:off x="6833296" y="2561699"/>
              <a:ext cx="107876" cy="52909"/>
            </a:xfrm>
            <a:custGeom>
              <a:rect b="b" l="l" r="r" t="t"/>
              <a:pathLst>
                <a:path extrusionOk="0" h="1028" w="2096">
                  <a:moveTo>
                    <a:pt x="148" y="1"/>
                  </a:moveTo>
                  <a:cubicBezTo>
                    <a:pt x="86" y="1"/>
                    <a:pt x="41" y="19"/>
                    <a:pt x="30" y="69"/>
                  </a:cubicBezTo>
                  <a:cubicBezTo>
                    <a:pt x="1" y="217"/>
                    <a:pt x="418" y="479"/>
                    <a:pt x="512" y="540"/>
                  </a:cubicBezTo>
                  <a:cubicBezTo>
                    <a:pt x="949" y="836"/>
                    <a:pt x="1467" y="1010"/>
                    <a:pt x="1995" y="1028"/>
                  </a:cubicBezTo>
                  <a:cubicBezTo>
                    <a:pt x="2096" y="893"/>
                    <a:pt x="2041" y="691"/>
                    <a:pt x="1918" y="575"/>
                  </a:cubicBezTo>
                  <a:cubicBezTo>
                    <a:pt x="1797" y="460"/>
                    <a:pt x="1630" y="409"/>
                    <a:pt x="1470" y="363"/>
                  </a:cubicBezTo>
                  <a:cubicBezTo>
                    <a:pt x="1165" y="277"/>
                    <a:pt x="862" y="188"/>
                    <a:pt x="557" y="104"/>
                  </a:cubicBezTo>
                  <a:cubicBezTo>
                    <a:pt x="477" y="81"/>
                    <a:pt x="278" y="1"/>
                    <a:pt x="1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45"/>
            <p:cNvSpPr/>
            <p:nvPr/>
          </p:nvSpPr>
          <p:spPr>
            <a:xfrm>
              <a:off x="5507718" y="1810945"/>
              <a:ext cx="16371" cy="139971"/>
            </a:xfrm>
            <a:custGeom>
              <a:rect b="b" l="l" r="r" t="t"/>
              <a:pathLst>
                <a:path extrusionOk="0" h="2129" w="249">
                  <a:moveTo>
                    <a:pt x="11" y="0"/>
                  </a:moveTo>
                  <a:cubicBezTo>
                    <a:pt x="9" y="73"/>
                    <a:pt x="7" y="148"/>
                    <a:pt x="7" y="233"/>
                  </a:cubicBezTo>
                  <a:cubicBezTo>
                    <a:pt x="1" y="658"/>
                    <a:pt x="18" y="1233"/>
                    <a:pt x="50" y="1808"/>
                  </a:cubicBezTo>
                  <a:cubicBezTo>
                    <a:pt x="56" y="1887"/>
                    <a:pt x="58" y="1966"/>
                    <a:pt x="64" y="2043"/>
                  </a:cubicBezTo>
                  <a:cubicBezTo>
                    <a:pt x="125" y="2074"/>
                    <a:pt x="189" y="2103"/>
                    <a:pt x="249" y="2129"/>
                  </a:cubicBezTo>
                  <a:cubicBezTo>
                    <a:pt x="206" y="1575"/>
                    <a:pt x="178" y="1026"/>
                    <a:pt x="175" y="605"/>
                  </a:cubicBezTo>
                  <a:cubicBezTo>
                    <a:pt x="175" y="496"/>
                    <a:pt x="178" y="394"/>
                    <a:pt x="178" y="302"/>
                  </a:cubicBezTo>
                  <a:cubicBezTo>
                    <a:pt x="178" y="231"/>
                    <a:pt x="179" y="168"/>
                    <a:pt x="183" y="112"/>
                  </a:cubicBezTo>
                  <a:cubicBezTo>
                    <a:pt x="156" y="94"/>
                    <a:pt x="127" y="77"/>
                    <a:pt x="100" y="58"/>
                  </a:cubicBezTo>
                  <a:cubicBezTo>
                    <a:pt x="72" y="38"/>
                    <a:pt x="42" y="20"/>
                    <a:pt x="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45"/>
            <p:cNvSpPr/>
            <p:nvPr/>
          </p:nvSpPr>
          <p:spPr>
            <a:xfrm>
              <a:off x="5271819" y="1751511"/>
              <a:ext cx="231620" cy="189543"/>
            </a:xfrm>
            <a:custGeom>
              <a:rect b="b" l="l" r="r" t="t"/>
              <a:pathLst>
                <a:path extrusionOk="0" h="2883" w="3523">
                  <a:moveTo>
                    <a:pt x="1347" y="0"/>
                  </a:moveTo>
                  <a:cubicBezTo>
                    <a:pt x="1106" y="237"/>
                    <a:pt x="834" y="519"/>
                    <a:pt x="571" y="806"/>
                  </a:cubicBezTo>
                  <a:cubicBezTo>
                    <a:pt x="374" y="1021"/>
                    <a:pt x="179" y="1239"/>
                    <a:pt x="0" y="1441"/>
                  </a:cubicBezTo>
                  <a:cubicBezTo>
                    <a:pt x="1819" y="1729"/>
                    <a:pt x="2588" y="2387"/>
                    <a:pt x="3523" y="2882"/>
                  </a:cubicBezTo>
                  <a:cubicBezTo>
                    <a:pt x="3516" y="2823"/>
                    <a:pt x="3509" y="2767"/>
                    <a:pt x="3503" y="2708"/>
                  </a:cubicBezTo>
                  <a:cubicBezTo>
                    <a:pt x="3435" y="2130"/>
                    <a:pt x="3382" y="1549"/>
                    <a:pt x="3362" y="1112"/>
                  </a:cubicBezTo>
                  <a:cubicBezTo>
                    <a:pt x="3355" y="1004"/>
                    <a:pt x="3354" y="903"/>
                    <a:pt x="3351" y="814"/>
                  </a:cubicBezTo>
                  <a:cubicBezTo>
                    <a:pt x="3351" y="793"/>
                    <a:pt x="3350" y="773"/>
                    <a:pt x="3350" y="752"/>
                  </a:cubicBezTo>
                  <a:cubicBezTo>
                    <a:pt x="2673" y="363"/>
                    <a:pt x="1934" y="104"/>
                    <a:pt x="1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45"/>
            <p:cNvSpPr/>
            <p:nvPr/>
          </p:nvSpPr>
          <p:spPr>
            <a:xfrm>
              <a:off x="5551965" y="1843752"/>
              <a:ext cx="103943" cy="120576"/>
            </a:xfrm>
            <a:custGeom>
              <a:rect b="b" l="l" r="r" t="t"/>
              <a:pathLst>
                <a:path extrusionOk="0" h="1834" w="1581">
                  <a:moveTo>
                    <a:pt x="254" y="1"/>
                  </a:moveTo>
                  <a:cubicBezTo>
                    <a:pt x="238" y="76"/>
                    <a:pt x="221" y="158"/>
                    <a:pt x="204" y="251"/>
                  </a:cubicBezTo>
                  <a:cubicBezTo>
                    <a:pt x="133" y="655"/>
                    <a:pt x="58" y="1212"/>
                    <a:pt x="0" y="1773"/>
                  </a:cubicBezTo>
                  <a:cubicBezTo>
                    <a:pt x="173" y="1816"/>
                    <a:pt x="330" y="1833"/>
                    <a:pt x="473" y="1833"/>
                  </a:cubicBezTo>
                  <a:cubicBezTo>
                    <a:pt x="996" y="1833"/>
                    <a:pt x="1322" y="1593"/>
                    <a:pt x="1502" y="1438"/>
                  </a:cubicBezTo>
                  <a:cubicBezTo>
                    <a:pt x="1581" y="1368"/>
                    <a:pt x="1567" y="1246"/>
                    <a:pt x="1533" y="1137"/>
                  </a:cubicBezTo>
                  <a:lnTo>
                    <a:pt x="1081" y="350"/>
                  </a:lnTo>
                  <a:cubicBezTo>
                    <a:pt x="1055" y="271"/>
                    <a:pt x="983" y="212"/>
                    <a:pt x="903" y="204"/>
                  </a:cubicBezTo>
                  <a:cubicBezTo>
                    <a:pt x="778" y="191"/>
                    <a:pt x="536" y="119"/>
                    <a:pt x="2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45"/>
            <p:cNvSpPr/>
            <p:nvPr/>
          </p:nvSpPr>
          <p:spPr>
            <a:xfrm>
              <a:off x="5124350" y="437518"/>
              <a:ext cx="2973581" cy="1818375"/>
            </a:xfrm>
            <a:custGeom>
              <a:rect b="b" l="l" r="r" t="t"/>
              <a:pathLst>
                <a:path extrusionOk="0" h="27658" w="45229">
                  <a:moveTo>
                    <a:pt x="31389" y="679"/>
                  </a:moveTo>
                  <a:cubicBezTo>
                    <a:pt x="31389" y="679"/>
                    <a:pt x="31384" y="813"/>
                    <a:pt x="31376" y="1049"/>
                  </a:cubicBezTo>
                  <a:cubicBezTo>
                    <a:pt x="31364" y="1284"/>
                    <a:pt x="31354" y="1623"/>
                    <a:pt x="31330" y="2025"/>
                  </a:cubicBezTo>
                  <a:cubicBezTo>
                    <a:pt x="31307" y="2428"/>
                    <a:pt x="31287" y="2900"/>
                    <a:pt x="31252" y="3402"/>
                  </a:cubicBezTo>
                  <a:cubicBezTo>
                    <a:pt x="31219" y="3903"/>
                    <a:pt x="31182" y="4440"/>
                    <a:pt x="31146" y="4976"/>
                  </a:cubicBezTo>
                  <a:cubicBezTo>
                    <a:pt x="31105" y="5512"/>
                    <a:pt x="31062" y="6045"/>
                    <a:pt x="31021" y="6547"/>
                  </a:cubicBezTo>
                  <a:cubicBezTo>
                    <a:pt x="30984" y="7049"/>
                    <a:pt x="30937" y="7514"/>
                    <a:pt x="30900" y="7915"/>
                  </a:cubicBezTo>
                  <a:cubicBezTo>
                    <a:pt x="30866" y="8314"/>
                    <a:pt x="30827" y="8647"/>
                    <a:pt x="30805" y="8881"/>
                  </a:cubicBezTo>
                  <a:cubicBezTo>
                    <a:pt x="30780" y="9113"/>
                    <a:pt x="30765" y="9246"/>
                    <a:pt x="30765" y="9246"/>
                  </a:cubicBezTo>
                  <a:cubicBezTo>
                    <a:pt x="30765" y="9246"/>
                    <a:pt x="30770" y="9112"/>
                    <a:pt x="30778" y="8875"/>
                  </a:cubicBezTo>
                  <a:cubicBezTo>
                    <a:pt x="30790" y="8640"/>
                    <a:pt x="30800" y="8303"/>
                    <a:pt x="30824" y="7901"/>
                  </a:cubicBezTo>
                  <a:cubicBezTo>
                    <a:pt x="30847" y="7498"/>
                    <a:pt x="30870" y="7025"/>
                    <a:pt x="30903" y="6523"/>
                  </a:cubicBezTo>
                  <a:cubicBezTo>
                    <a:pt x="30937" y="6022"/>
                    <a:pt x="30972" y="5485"/>
                    <a:pt x="31008" y="4949"/>
                  </a:cubicBezTo>
                  <a:cubicBezTo>
                    <a:pt x="31051" y="4413"/>
                    <a:pt x="31092" y="3880"/>
                    <a:pt x="31133" y="3378"/>
                  </a:cubicBezTo>
                  <a:cubicBezTo>
                    <a:pt x="31170" y="2875"/>
                    <a:pt x="31219" y="2409"/>
                    <a:pt x="31254" y="2009"/>
                  </a:cubicBezTo>
                  <a:cubicBezTo>
                    <a:pt x="31289" y="1609"/>
                    <a:pt x="31327" y="1277"/>
                    <a:pt x="31349" y="1045"/>
                  </a:cubicBezTo>
                  <a:cubicBezTo>
                    <a:pt x="31374" y="812"/>
                    <a:pt x="31389" y="679"/>
                    <a:pt x="31389" y="679"/>
                  </a:cubicBezTo>
                  <a:close/>
                  <a:moveTo>
                    <a:pt x="28459" y="2126"/>
                  </a:moveTo>
                  <a:cubicBezTo>
                    <a:pt x="28459" y="2126"/>
                    <a:pt x="28428" y="2255"/>
                    <a:pt x="28374" y="2479"/>
                  </a:cubicBezTo>
                  <a:cubicBezTo>
                    <a:pt x="28319" y="2705"/>
                    <a:pt x="28244" y="3027"/>
                    <a:pt x="28145" y="3411"/>
                  </a:cubicBezTo>
                  <a:cubicBezTo>
                    <a:pt x="28044" y="3794"/>
                    <a:pt x="27935" y="4245"/>
                    <a:pt x="27804" y="4722"/>
                  </a:cubicBezTo>
                  <a:cubicBezTo>
                    <a:pt x="27675" y="5201"/>
                    <a:pt x="27537" y="5709"/>
                    <a:pt x="27400" y="6219"/>
                  </a:cubicBezTo>
                  <a:cubicBezTo>
                    <a:pt x="27255" y="6727"/>
                    <a:pt x="27112" y="7236"/>
                    <a:pt x="26977" y="7710"/>
                  </a:cubicBezTo>
                  <a:cubicBezTo>
                    <a:pt x="26842" y="8185"/>
                    <a:pt x="26707" y="8627"/>
                    <a:pt x="26595" y="9004"/>
                  </a:cubicBezTo>
                  <a:cubicBezTo>
                    <a:pt x="26485" y="9384"/>
                    <a:pt x="26382" y="9696"/>
                    <a:pt x="26314" y="9916"/>
                  </a:cubicBezTo>
                  <a:cubicBezTo>
                    <a:pt x="26245" y="10136"/>
                    <a:pt x="26206" y="10260"/>
                    <a:pt x="26206" y="10260"/>
                  </a:cubicBezTo>
                  <a:cubicBezTo>
                    <a:pt x="26206" y="10260"/>
                    <a:pt x="26235" y="10131"/>
                    <a:pt x="26290" y="9905"/>
                  </a:cubicBezTo>
                  <a:cubicBezTo>
                    <a:pt x="26345" y="9681"/>
                    <a:pt x="26421" y="9359"/>
                    <a:pt x="26520" y="8975"/>
                  </a:cubicBezTo>
                  <a:cubicBezTo>
                    <a:pt x="26622" y="8592"/>
                    <a:pt x="26733" y="8142"/>
                    <a:pt x="26862" y="7666"/>
                  </a:cubicBezTo>
                  <a:cubicBezTo>
                    <a:pt x="26991" y="7186"/>
                    <a:pt x="27130" y="6679"/>
                    <a:pt x="27267" y="6168"/>
                  </a:cubicBezTo>
                  <a:cubicBezTo>
                    <a:pt x="27412" y="5661"/>
                    <a:pt x="27554" y="5152"/>
                    <a:pt x="27688" y="4678"/>
                  </a:cubicBezTo>
                  <a:cubicBezTo>
                    <a:pt x="27823" y="4201"/>
                    <a:pt x="27958" y="3760"/>
                    <a:pt x="28070" y="3382"/>
                  </a:cubicBezTo>
                  <a:cubicBezTo>
                    <a:pt x="28180" y="3002"/>
                    <a:pt x="28282" y="2690"/>
                    <a:pt x="28349" y="2470"/>
                  </a:cubicBezTo>
                  <a:cubicBezTo>
                    <a:pt x="28420" y="2250"/>
                    <a:pt x="28459" y="2126"/>
                    <a:pt x="28459" y="2126"/>
                  </a:cubicBezTo>
                  <a:close/>
                  <a:moveTo>
                    <a:pt x="27888" y="12564"/>
                  </a:moveTo>
                  <a:cubicBezTo>
                    <a:pt x="27896" y="12571"/>
                    <a:pt x="27903" y="12578"/>
                    <a:pt x="27910" y="12586"/>
                  </a:cubicBezTo>
                  <a:cubicBezTo>
                    <a:pt x="27879" y="12599"/>
                    <a:pt x="27851" y="12613"/>
                    <a:pt x="27821" y="12626"/>
                  </a:cubicBezTo>
                  <a:lnTo>
                    <a:pt x="27796" y="12602"/>
                  </a:lnTo>
                  <a:cubicBezTo>
                    <a:pt x="27825" y="12590"/>
                    <a:pt x="27857" y="12576"/>
                    <a:pt x="27888" y="12564"/>
                  </a:cubicBezTo>
                  <a:close/>
                  <a:moveTo>
                    <a:pt x="14329" y="9997"/>
                  </a:moveTo>
                  <a:lnTo>
                    <a:pt x="17719" y="11145"/>
                  </a:lnTo>
                  <a:lnTo>
                    <a:pt x="14669" y="10287"/>
                  </a:lnTo>
                  <a:lnTo>
                    <a:pt x="18974" y="11877"/>
                  </a:lnTo>
                  <a:lnTo>
                    <a:pt x="16338" y="12871"/>
                  </a:lnTo>
                  <a:cubicBezTo>
                    <a:pt x="16025" y="12472"/>
                    <a:pt x="15408" y="11717"/>
                    <a:pt x="14786" y="11133"/>
                  </a:cubicBezTo>
                  <a:cubicBezTo>
                    <a:pt x="14665" y="11020"/>
                    <a:pt x="14567" y="10917"/>
                    <a:pt x="14488" y="10823"/>
                  </a:cubicBezTo>
                  <a:cubicBezTo>
                    <a:pt x="13973" y="10214"/>
                    <a:pt x="14280" y="10025"/>
                    <a:pt x="14324" y="9999"/>
                  </a:cubicBezTo>
                  <a:cubicBezTo>
                    <a:pt x="14328" y="9998"/>
                    <a:pt x="14329" y="9997"/>
                    <a:pt x="14329" y="9997"/>
                  </a:cubicBezTo>
                  <a:close/>
                  <a:moveTo>
                    <a:pt x="34364" y="10870"/>
                  </a:moveTo>
                  <a:lnTo>
                    <a:pt x="34364" y="10870"/>
                  </a:lnTo>
                  <a:cubicBezTo>
                    <a:pt x="34364" y="10870"/>
                    <a:pt x="34371" y="10890"/>
                    <a:pt x="34385" y="10925"/>
                  </a:cubicBezTo>
                  <a:cubicBezTo>
                    <a:pt x="34399" y="10962"/>
                    <a:pt x="34421" y="11013"/>
                    <a:pt x="34440" y="11085"/>
                  </a:cubicBezTo>
                  <a:cubicBezTo>
                    <a:pt x="34485" y="11221"/>
                    <a:pt x="34528" y="11426"/>
                    <a:pt x="34524" y="11667"/>
                  </a:cubicBezTo>
                  <a:cubicBezTo>
                    <a:pt x="34525" y="11788"/>
                    <a:pt x="34503" y="11916"/>
                    <a:pt x="34472" y="12047"/>
                  </a:cubicBezTo>
                  <a:cubicBezTo>
                    <a:pt x="34434" y="12178"/>
                    <a:pt x="34385" y="12309"/>
                    <a:pt x="34309" y="12433"/>
                  </a:cubicBezTo>
                  <a:cubicBezTo>
                    <a:pt x="34229" y="12554"/>
                    <a:pt x="34134" y="12668"/>
                    <a:pt x="34015" y="12758"/>
                  </a:cubicBezTo>
                  <a:cubicBezTo>
                    <a:pt x="33895" y="12852"/>
                    <a:pt x="33762" y="12924"/>
                    <a:pt x="33621" y="12985"/>
                  </a:cubicBezTo>
                  <a:cubicBezTo>
                    <a:pt x="33069" y="13229"/>
                    <a:pt x="32519" y="13476"/>
                    <a:pt x="32105" y="13661"/>
                  </a:cubicBezTo>
                  <a:cubicBezTo>
                    <a:pt x="31690" y="13844"/>
                    <a:pt x="31412" y="13965"/>
                    <a:pt x="31412" y="13965"/>
                  </a:cubicBezTo>
                  <a:cubicBezTo>
                    <a:pt x="31412" y="13965"/>
                    <a:pt x="31685" y="13836"/>
                    <a:pt x="32093" y="13641"/>
                  </a:cubicBezTo>
                  <a:cubicBezTo>
                    <a:pt x="32501" y="13448"/>
                    <a:pt x="33046" y="13191"/>
                    <a:pt x="33592" y="12934"/>
                  </a:cubicBezTo>
                  <a:cubicBezTo>
                    <a:pt x="33660" y="12904"/>
                    <a:pt x="33724" y="12869"/>
                    <a:pt x="33792" y="12832"/>
                  </a:cubicBezTo>
                  <a:cubicBezTo>
                    <a:pt x="33855" y="12793"/>
                    <a:pt x="33914" y="12755"/>
                    <a:pt x="33969" y="12708"/>
                  </a:cubicBezTo>
                  <a:cubicBezTo>
                    <a:pt x="34083" y="12618"/>
                    <a:pt x="34170" y="12507"/>
                    <a:pt x="34248" y="12392"/>
                  </a:cubicBezTo>
                  <a:cubicBezTo>
                    <a:pt x="34323" y="12276"/>
                    <a:pt x="34374" y="12151"/>
                    <a:pt x="34412" y="12026"/>
                  </a:cubicBezTo>
                  <a:cubicBezTo>
                    <a:pt x="34443" y="11900"/>
                    <a:pt x="34467" y="11777"/>
                    <a:pt x="34471" y="11661"/>
                  </a:cubicBezTo>
                  <a:cubicBezTo>
                    <a:pt x="34479" y="11544"/>
                    <a:pt x="34472" y="11435"/>
                    <a:pt x="34463" y="11338"/>
                  </a:cubicBezTo>
                  <a:cubicBezTo>
                    <a:pt x="34451" y="11242"/>
                    <a:pt x="34439" y="11157"/>
                    <a:pt x="34423" y="11087"/>
                  </a:cubicBezTo>
                  <a:cubicBezTo>
                    <a:pt x="34409" y="11017"/>
                    <a:pt x="34391" y="10964"/>
                    <a:pt x="34381" y="10926"/>
                  </a:cubicBezTo>
                  <a:cubicBezTo>
                    <a:pt x="34371" y="10890"/>
                    <a:pt x="34364" y="10870"/>
                    <a:pt x="34364" y="10870"/>
                  </a:cubicBezTo>
                  <a:close/>
                  <a:moveTo>
                    <a:pt x="18195" y="12697"/>
                  </a:moveTo>
                  <a:lnTo>
                    <a:pt x="18195" y="12697"/>
                  </a:lnTo>
                  <a:cubicBezTo>
                    <a:pt x="18181" y="12703"/>
                    <a:pt x="18166" y="12709"/>
                    <a:pt x="18150" y="12715"/>
                  </a:cubicBezTo>
                  <a:cubicBezTo>
                    <a:pt x="17712" y="12872"/>
                    <a:pt x="17254" y="13045"/>
                    <a:pt x="16780" y="13229"/>
                  </a:cubicBezTo>
                  <a:cubicBezTo>
                    <a:pt x="15911" y="13563"/>
                    <a:pt x="14993" y="13930"/>
                    <a:pt x="14074" y="14303"/>
                  </a:cubicBezTo>
                  <a:cubicBezTo>
                    <a:pt x="14024" y="14299"/>
                    <a:pt x="13973" y="14295"/>
                    <a:pt x="13926" y="14294"/>
                  </a:cubicBezTo>
                  <a:cubicBezTo>
                    <a:pt x="14576" y="14032"/>
                    <a:pt x="15241" y="13769"/>
                    <a:pt x="15918" y="13502"/>
                  </a:cubicBezTo>
                  <a:lnTo>
                    <a:pt x="17725" y="12797"/>
                  </a:lnTo>
                  <a:cubicBezTo>
                    <a:pt x="17837" y="12764"/>
                    <a:pt x="17995" y="12724"/>
                    <a:pt x="18195" y="12697"/>
                  </a:cubicBezTo>
                  <a:close/>
                  <a:moveTo>
                    <a:pt x="23230" y="10886"/>
                  </a:moveTo>
                  <a:cubicBezTo>
                    <a:pt x="23602" y="10886"/>
                    <a:pt x="24040" y="10943"/>
                    <a:pt x="24504" y="11121"/>
                  </a:cubicBezTo>
                  <a:cubicBezTo>
                    <a:pt x="25791" y="11614"/>
                    <a:pt x="26668" y="11999"/>
                    <a:pt x="27271" y="12443"/>
                  </a:cubicBezTo>
                  <a:cubicBezTo>
                    <a:pt x="27208" y="12473"/>
                    <a:pt x="27147" y="12501"/>
                    <a:pt x="27085" y="12528"/>
                  </a:cubicBezTo>
                  <a:cubicBezTo>
                    <a:pt x="25682" y="13171"/>
                    <a:pt x="24277" y="13811"/>
                    <a:pt x="23230" y="14301"/>
                  </a:cubicBezTo>
                  <a:cubicBezTo>
                    <a:pt x="23192" y="14317"/>
                    <a:pt x="23157" y="14334"/>
                    <a:pt x="23122" y="14350"/>
                  </a:cubicBezTo>
                  <a:cubicBezTo>
                    <a:pt x="22556" y="13805"/>
                    <a:pt x="21675" y="13349"/>
                    <a:pt x="20259" y="12755"/>
                  </a:cubicBezTo>
                  <a:cubicBezTo>
                    <a:pt x="19851" y="12582"/>
                    <a:pt x="19464" y="12493"/>
                    <a:pt x="19115" y="12454"/>
                  </a:cubicBezTo>
                  <a:cubicBezTo>
                    <a:pt x="19217" y="12415"/>
                    <a:pt x="19318" y="12379"/>
                    <a:pt x="19416" y="12341"/>
                  </a:cubicBezTo>
                  <a:cubicBezTo>
                    <a:pt x="19795" y="12199"/>
                    <a:pt x="20144" y="12067"/>
                    <a:pt x="20451" y="11952"/>
                  </a:cubicBezTo>
                  <a:cubicBezTo>
                    <a:pt x="20762" y="11839"/>
                    <a:pt x="21032" y="11740"/>
                    <a:pt x="21253" y="11661"/>
                  </a:cubicBezTo>
                  <a:cubicBezTo>
                    <a:pt x="21699" y="11497"/>
                    <a:pt x="21951" y="11403"/>
                    <a:pt x="21951" y="11403"/>
                  </a:cubicBezTo>
                  <a:lnTo>
                    <a:pt x="21951" y="11403"/>
                  </a:lnTo>
                  <a:cubicBezTo>
                    <a:pt x="21951" y="11403"/>
                    <a:pt x="21693" y="11487"/>
                    <a:pt x="21242" y="11634"/>
                  </a:cubicBezTo>
                  <a:cubicBezTo>
                    <a:pt x="20791" y="11779"/>
                    <a:pt x="20147" y="11994"/>
                    <a:pt x="19381" y="12266"/>
                  </a:cubicBezTo>
                  <a:cubicBezTo>
                    <a:pt x="19228" y="12319"/>
                    <a:pt x="19070" y="12375"/>
                    <a:pt x="18909" y="12434"/>
                  </a:cubicBezTo>
                  <a:cubicBezTo>
                    <a:pt x="18825" y="12429"/>
                    <a:pt x="18745" y="12427"/>
                    <a:pt x="18667" y="12427"/>
                  </a:cubicBezTo>
                  <a:lnTo>
                    <a:pt x="19986" y="11916"/>
                  </a:lnTo>
                  <a:cubicBezTo>
                    <a:pt x="20331" y="11784"/>
                    <a:pt x="21768" y="11228"/>
                    <a:pt x="22430" y="10976"/>
                  </a:cubicBezTo>
                  <a:cubicBezTo>
                    <a:pt x="22630" y="10929"/>
                    <a:pt x="22905" y="10886"/>
                    <a:pt x="23230" y="10886"/>
                  </a:cubicBezTo>
                  <a:close/>
                  <a:moveTo>
                    <a:pt x="25818" y="8446"/>
                  </a:moveTo>
                  <a:lnTo>
                    <a:pt x="23497" y="9508"/>
                  </a:lnTo>
                  <a:lnTo>
                    <a:pt x="26391" y="8481"/>
                  </a:lnTo>
                  <a:lnTo>
                    <a:pt x="26391" y="8481"/>
                  </a:lnTo>
                  <a:cubicBezTo>
                    <a:pt x="26375" y="8534"/>
                    <a:pt x="26359" y="8588"/>
                    <a:pt x="26344" y="8643"/>
                  </a:cubicBezTo>
                  <a:cubicBezTo>
                    <a:pt x="26226" y="9051"/>
                    <a:pt x="26112" y="9460"/>
                    <a:pt x="26015" y="9810"/>
                  </a:cubicBezTo>
                  <a:lnTo>
                    <a:pt x="24773" y="10422"/>
                  </a:lnTo>
                  <a:lnTo>
                    <a:pt x="25714" y="10165"/>
                  </a:lnTo>
                  <a:lnTo>
                    <a:pt x="25119" y="10459"/>
                  </a:lnTo>
                  <a:lnTo>
                    <a:pt x="25896" y="10245"/>
                  </a:lnTo>
                  <a:lnTo>
                    <a:pt x="25896" y="10245"/>
                  </a:lnTo>
                  <a:cubicBezTo>
                    <a:pt x="25804" y="10577"/>
                    <a:pt x="25748" y="10794"/>
                    <a:pt x="25748" y="10794"/>
                  </a:cubicBezTo>
                  <a:lnTo>
                    <a:pt x="28201" y="11059"/>
                  </a:lnTo>
                  <a:cubicBezTo>
                    <a:pt x="28389" y="10976"/>
                    <a:pt x="28596" y="10882"/>
                    <a:pt x="28816" y="10788"/>
                  </a:cubicBezTo>
                  <a:cubicBezTo>
                    <a:pt x="29118" y="10656"/>
                    <a:pt x="29442" y="10522"/>
                    <a:pt x="29766" y="10388"/>
                  </a:cubicBezTo>
                  <a:cubicBezTo>
                    <a:pt x="30092" y="10257"/>
                    <a:pt x="30417" y="10124"/>
                    <a:pt x="30725" y="10006"/>
                  </a:cubicBezTo>
                  <a:cubicBezTo>
                    <a:pt x="31032" y="9887"/>
                    <a:pt x="31322" y="9783"/>
                    <a:pt x="31569" y="9691"/>
                  </a:cubicBezTo>
                  <a:cubicBezTo>
                    <a:pt x="31816" y="9599"/>
                    <a:pt x="32027" y="9529"/>
                    <a:pt x="32172" y="9478"/>
                  </a:cubicBezTo>
                  <a:cubicBezTo>
                    <a:pt x="32317" y="9429"/>
                    <a:pt x="32402" y="9401"/>
                    <a:pt x="32402" y="9401"/>
                  </a:cubicBezTo>
                  <a:lnTo>
                    <a:pt x="32402" y="9401"/>
                  </a:lnTo>
                  <a:cubicBezTo>
                    <a:pt x="32402" y="9401"/>
                    <a:pt x="32322" y="9439"/>
                    <a:pt x="32186" y="9507"/>
                  </a:cubicBezTo>
                  <a:cubicBezTo>
                    <a:pt x="32046" y="9570"/>
                    <a:pt x="31850" y="9668"/>
                    <a:pt x="31609" y="9775"/>
                  </a:cubicBezTo>
                  <a:cubicBezTo>
                    <a:pt x="31369" y="9880"/>
                    <a:pt x="31091" y="10010"/>
                    <a:pt x="30789" y="10139"/>
                  </a:cubicBezTo>
                  <a:cubicBezTo>
                    <a:pt x="30487" y="10269"/>
                    <a:pt x="30162" y="10404"/>
                    <a:pt x="29838" y="10537"/>
                  </a:cubicBezTo>
                  <a:cubicBezTo>
                    <a:pt x="29513" y="10668"/>
                    <a:pt x="29187" y="10798"/>
                    <a:pt x="28878" y="10918"/>
                  </a:cubicBezTo>
                  <a:cubicBezTo>
                    <a:pt x="28571" y="11038"/>
                    <a:pt x="28280" y="11141"/>
                    <a:pt x="28033" y="11234"/>
                  </a:cubicBezTo>
                  <a:cubicBezTo>
                    <a:pt x="27788" y="11326"/>
                    <a:pt x="27575" y="11395"/>
                    <a:pt x="27432" y="11447"/>
                  </a:cubicBezTo>
                  <a:cubicBezTo>
                    <a:pt x="27362" y="11470"/>
                    <a:pt x="27308" y="11487"/>
                    <a:pt x="27271" y="11501"/>
                  </a:cubicBezTo>
                  <a:lnTo>
                    <a:pt x="29300" y="11185"/>
                  </a:lnTo>
                  <a:lnTo>
                    <a:pt x="29296" y="11177"/>
                  </a:lnTo>
                  <a:lnTo>
                    <a:pt x="29813" y="11232"/>
                  </a:lnTo>
                  <a:cubicBezTo>
                    <a:pt x="29746" y="11267"/>
                    <a:pt x="29677" y="11302"/>
                    <a:pt x="29609" y="11338"/>
                  </a:cubicBezTo>
                  <a:cubicBezTo>
                    <a:pt x="29454" y="11414"/>
                    <a:pt x="29296" y="11493"/>
                    <a:pt x="29135" y="11571"/>
                  </a:cubicBezTo>
                  <a:cubicBezTo>
                    <a:pt x="28788" y="11737"/>
                    <a:pt x="28425" y="11909"/>
                    <a:pt x="28056" y="12078"/>
                  </a:cubicBezTo>
                  <a:cubicBezTo>
                    <a:pt x="28106" y="12117"/>
                    <a:pt x="28157" y="12155"/>
                    <a:pt x="28207" y="12199"/>
                  </a:cubicBezTo>
                  <a:cubicBezTo>
                    <a:pt x="28268" y="12251"/>
                    <a:pt x="28329" y="12307"/>
                    <a:pt x="28388" y="12363"/>
                  </a:cubicBezTo>
                  <a:cubicBezTo>
                    <a:pt x="28400" y="12359"/>
                    <a:pt x="28412" y="12354"/>
                    <a:pt x="28423" y="12349"/>
                  </a:cubicBezTo>
                  <a:lnTo>
                    <a:pt x="28423" y="12349"/>
                  </a:lnTo>
                  <a:cubicBezTo>
                    <a:pt x="28412" y="12355"/>
                    <a:pt x="28401" y="12360"/>
                    <a:pt x="28389" y="12366"/>
                  </a:cubicBezTo>
                  <a:cubicBezTo>
                    <a:pt x="28432" y="12406"/>
                    <a:pt x="28475" y="12448"/>
                    <a:pt x="28515" y="12489"/>
                  </a:cubicBezTo>
                  <a:cubicBezTo>
                    <a:pt x="28611" y="12595"/>
                    <a:pt x="28705" y="12703"/>
                    <a:pt x="28789" y="12817"/>
                  </a:cubicBezTo>
                  <a:cubicBezTo>
                    <a:pt x="28875" y="12927"/>
                    <a:pt x="28945" y="13048"/>
                    <a:pt x="29011" y="13165"/>
                  </a:cubicBezTo>
                  <a:cubicBezTo>
                    <a:pt x="29074" y="13280"/>
                    <a:pt x="29125" y="13400"/>
                    <a:pt x="29168" y="13511"/>
                  </a:cubicBezTo>
                  <a:cubicBezTo>
                    <a:pt x="29208" y="13624"/>
                    <a:pt x="29241" y="13733"/>
                    <a:pt x="29261" y="13833"/>
                  </a:cubicBezTo>
                  <a:cubicBezTo>
                    <a:pt x="29288" y="13933"/>
                    <a:pt x="29293" y="14027"/>
                    <a:pt x="29305" y="14107"/>
                  </a:cubicBezTo>
                  <a:cubicBezTo>
                    <a:pt x="29309" y="14188"/>
                    <a:pt x="29313" y="14259"/>
                    <a:pt x="29313" y="14317"/>
                  </a:cubicBezTo>
                  <a:cubicBezTo>
                    <a:pt x="29306" y="14431"/>
                    <a:pt x="29302" y="14497"/>
                    <a:pt x="29302" y="14497"/>
                  </a:cubicBezTo>
                  <a:cubicBezTo>
                    <a:pt x="29302" y="14497"/>
                    <a:pt x="29292" y="14431"/>
                    <a:pt x="29272" y="14317"/>
                  </a:cubicBezTo>
                  <a:cubicBezTo>
                    <a:pt x="29261" y="14260"/>
                    <a:pt x="29241" y="14192"/>
                    <a:pt x="29226" y="14114"/>
                  </a:cubicBezTo>
                  <a:cubicBezTo>
                    <a:pt x="29200" y="14037"/>
                    <a:pt x="29182" y="13948"/>
                    <a:pt x="29147" y="13856"/>
                  </a:cubicBezTo>
                  <a:cubicBezTo>
                    <a:pt x="29114" y="13762"/>
                    <a:pt x="29073" y="13663"/>
                    <a:pt x="29026" y="13561"/>
                  </a:cubicBezTo>
                  <a:cubicBezTo>
                    <a:pt x="28977" y="13457"/>
                    <a:pt x="28920" y="13353"/>
                    <a:pt x="28854" y="13247"/>
                  </a:cubicBezTo>
                  <a:cubicBezTo>
                    <a:pt x="28789" y="13140"/>
                    <a:pt x="28716" y="13034"/>
                    <a:pt x="28635" y="12931"/>
                  </a:cubicBezTo>
                  <a:cubicBezTo>
                    <a:pt x="28556" y="12825"/>
                    <a:pt x="28467" y="12726"/>
                    <a:pt x="28374" y="12629"/>
                  </a:cubicBezTo>
                  <a:cubicBezTo>
                    <a:pt x="28192" y="12433"/>
                    <a:pt x="27986" y="12258"/>
                    <a:pt x="27786" y="12101"/>
                  </a:cubicBezTo>
                  <a:cubicBezTo>
                    <a:pt x="27686" y="12026"/>
                    <a:pt x="27589" y="11951"/>
                    <a:pt x="27494" y="11885"/>
                  </a:cubicBezTo>
                  <a:cubicBezTo>
                    <a:pt x="27453" y="11857"/>
                    <a:pt x="27413" y="11831"/>
                    <a:pt x="27374" y="11804"/>
                  </a:cubicBezTo>
                  <a:cubicBezTo>
                    <a:pt x="27335" y="11783"/>
                    <a:pt x="27295" y="11761"/>
                    <a:pt x="27255" y="11743"/>
                  </a:cubicBezTo>
                  <a:cubicBezTo>
                    <a:pt x="27146" y="11687"/>
                    <a:pt x="27034" y="11636"/>
                    <a:pt x="26924" y="11588"/>
                  </a:cubicBezTo>
                  <a:cubicBezTo>
                    <a:pt x="26480" y="11395"/>
                    <a:pt x="26031" y="11234"/>
                    <a:pt x="25694" y="11114"/>
                  </a:cubicBezTo>
                  <a:cubicBezTo>
                    <a:pt x="25356" y="10997"/>
                    <a:pt x="25130" y="10926"/>
                    <a:pt x="25130" y="10926"/>
                  </a:cubicBezTo>
                  <a:lnTo>
                    <a:pt x="25130" y="10926"/>
                  </a:lnTo>
                  <a:cubicBezTo>
                    <a:pt x="25130" y="10926"/>
                    <a:pt x="25349" y="11023"/>
                    <a:pt x="25675" y="11177"/>
                  </a:cubicBezTo>
                  <a:cubicBezTo>
                    <a:pt x="26000" y="11332"/>
                    <a:pt x="26434" y="11541"/>
                    <a:pt x="26850" y="11777"/>
                  </a:cubicBezTo>
                  <a:cubicBezTo>
                    <a:pt x="26954" y="11837"/>
                    <a:pt x="27057" y="11897"/>
                    <a:pt x="27154" y="11960"/>
                  </a:cubicBezTo>
                  <a:cubicBezTo>
                    <a:pt x="27202" y="11991"/>
                    <a:pt x="27252" y="12023"/>
                    <a:pt x="27296" y="12057"/>
                  </a:cubicBezTo>
                  <a:cubicBezTo>
                    <a:pt x="27343" y="12088"/>
                    <a:pt x="27387" y="12120"/>
                    <a:pt x="27424" y="12153"/>
                  </a:cubicBezTo>
                  <a:cubicBezTo>
                    <a:pt x="27477" y="12198"/>
                    <a:pt x="27535" y="12249"/>
                    <a:pt x="27592" y="12300"/>
                  </a:cubicBezTo>
                  <a:cubicBezTo>
                    <a:pt x="27561" y="12315"/>
                    <a:pt x="27527" y="12329"/>
                    <a:pt x="27495" y="12345"/>
                  </a:cubicBezTo>
                  <a:cubicBezTo>
                    <a:pt x="26861" y="11849"/>
                    <a:pt x="25932" y="11432"/>
                    <a:pt x="24562" y="10909"/>
                  </a:cubicBezTo>
                  <a:cubicBezTo>
                    <a:pt x="24062" y="10717"/>
                    <a:pt x="23594" y="10654"/>
                    <a:pt x="23197" y="10654"/>
                  </a:cubicBezTo>
                  <a:cubicBezTo>
                    <a:pt x="23009" y="10654"/>
                    <a:pt x="22836" y="10669"/>
                    <a:pt x="22683" y="10690"/>
                  </a:cubicBezTo>
                  <a:cubicBezTo>
                    <a:pt x="22679" y="10620"/>
                    <a:pt x="22675" y="10549"/>
                    <a:pt x="22675" y="10476"/>
                  </a:cubicBezTo>
                  <a:cubicBezTo>
                    <a:pt x="22709" y="10473"/>
                    <a:pt x="22746" y="10472"/>
                    <a:pt x="22788" y="10468"/>
                  </a:cubicBezTo>
                  <a:cubicBezTo>
                    <a:pt x="22865" y="10463"/>
                    <a:pt x="22955" y="10460"/>
                    <a:pt x="23053" y="10460"/>
                  </a:cubicBezTo>
                  <a:cubicBezTo>
                    <a:pt x="23161" y="10460"/>
                    <a:pt x="23279" y="10464"/>
                    <a:pt x="23398" y="10472"/>
                  </a:cubicBezTo>
                  <a:cubicBezTo>
                    <a:pt x="23622" y="10487"/>
                    <a:pt x="23850" y="10516"/>
                    <a:pt x="24022" y="10550"/>
                  </a:cubicBezTo>
                  <a:cubicBezTo>
                    <a:pt x="24193" y="10582"/>
                    <a:pt x="24310" y="10614"/>
                    <a:pt x="24310" y="10614"/>
                  </a:cubicBezTo>
                  <a:cubicBezTo>
                    <a:pt x="24310" y="10614"/>
                    <a:pt x="24205" y="10546"/>
                    <a:pt x="24042" y="10463"/>
                  </a:cubicBezTo>
                  <a:cubicBezTo>
                    <a:pt x="23880" y="10379"/>
                    <a:pt x="23656" y="10280"/>
                    <a:pt x="23426" y="10193"/>
                  </a:cubicBezTo>
                  <a:cubicBezTo>
                    <a:pt x="23196" y="10106"/>
                    <a:pt x="22960" y="10036"/>
                    <a:pt x="22780" y="9991"/>
                  </a:cubicBezTo>
                  <a:cubicBezTo>
                    <a:pt x="22765" y="9987"/>
                    <a:pt x="22750" y="9985"/>
                    <a:pt x="22736" y="9982"/>
                  </a:cubicBezTo>
                  <a:cubicBezTo>
                    <a:pt x="22806" y="9735"/>
                    <a:pt x="22941" y="9529"/>
                    <a:pt x="23190" y="9435"/>
                  </a:cubicBezTo>
                  <a:cubicBezTo>
                    <a:pt x="24159" y="9069"/>
                    <a:pt x="25048" y="8734"/>
                    <a:pt x="25818" y="8446"/>
                  </a:cubicBezTo>
                  <a:close/>
                  <a:moveTo>
                    <a:pt x="27570" y="12695"/>
                  </a:moveTo>
                  <a:cubicBezTo>
                    <a:pt x="27582" y="12705"/>
                    <a:pt x="27596" y="12717"/>
                    <a:pt x="27608" y="12730"/>
                  </a:cubicBezTo>
                  <a:cubicBezTo>
                    <a:pt x="27033" y="12990"/>
                    <a:pt x="26445" y="13260"/>
                    <a:pt x="25854" y="13531"/>
                  </a:cubicBezTo>
                  <a:cubicBezTo>
                    <a:pt x="25021" y="13917"/>
                    <a:pt x="24191" y="14303"/>
                    <a:pt x="23411" y="14670"/>
                  </a:cubicBezTo>
                  <a:cubicBezTo>
                    <a:pt x="23345" y="14585"/>
                    <a:pt x="23276" y="14505"/>
                    <a:pt x="23198" y="14427"/>
                  </a:cubicBezTo>
                  <a:cubicBezTo>
                    <a:pt x="23225" y="14416"/>
                    <a:pt x="23250" y="14404"/>
                    <a:pt x="23278" y="14395"/>
                  </a:cubicBezTo>
                  <a:cubicBezTo>
                    <a:pt x="24354" y="13960"/>
                    <a:pt x="25796" y="13394"/>
                    <a:pt x="27238" y="12825"/>
                  </a:cubicBezTo>
                  <a:lnTo>
                    <a:pt x="27570" y="12695"/>
                  </a:lnTo>
                  <a:close/>
                  <a:moveTo>
                    <a:pt x="27285" y="13397"/>
                  </a:moveTo>
                  <a:lnTo>
                    <a:pt x="27073" y="13494"/>
                  </a:lnTo>
                  <a:cubicBezTo>
                    <a:pt x="26059" y="13958"/>
                    <a:pt x="24978" y="14455"/>
                    <a:pt x="23897" y="14952"/>
                  </a:cubicBezTo>
                  <a:cubicBezTo>
                    <a:pt x="23818" y="14988"/>
                    <a:pt x="23742" y="15025"/>
                    <a:pt x="23662" y="15061"/>
                  </a:cubicBezTo>
                  <a:cubicBezTo>
                    <a:pt x="23633" y="15000"/>
                    <a:pt x="23599" y="14944"/>
                    <a:pt x="23564" y="14886"/>
                  </a:cubicBezTo>
                  <a:cubicBezTo>
                    <a:pt x="24357" y="14565"/>
                    <a:pt x="25197" y="14227"/>
                    <a:pt x="26039" y="13891"/>
                  </a:cubicBezTo>
                  <a:cubicBezTo>
                    <a:pt x="26458" y="13726"/>
                    <a:pt x="26874" y="13561"/>
                    <a:pt x="27285" y="13397"/>
                  </a:cubicBezTo>
                  <a:close/>
                  <a:moveTo>
                    <a:pt x="27914" y="13913"/>
                  </a:moveTo>
                  <a:cubicBezTo>
                    <a:pt x="27046" y="14277"/>
                    <a:pt x="25585" y="14898"/>
                    <a:pt x="23899" y="15625"/>
                  </a:cubicBezTo>
                  <a:cubicBezTo>
                    <a:pt x="23888" y="15589"/>
                    <a:pt x="23876" y="15551"/>
                    <a:pt x="23862" y="15516"/>
                  </a:cubicBezTo>
                  <a:cubicBezTo>
                    <a:pt x="23952" y="15478"/>
                    <a:pt x="24044" y="15443"/>
                    <a:pt x="24134" y="15407"/>
                  </a:cubicBezTo>
                  <a:cubicBezTo>
                    <a:pt x="25244" y="14967"/>
                    <a:pt x="26353" y="14529"/>
                    <a:pt x="27393" y="14118"/>
                  </a:cubicBezTo>
                  <a:cubicBezTo>
                    <a:pt x="27570" y="14047"/>
                    <a:pt x="27743" y="13980"/>
                    <a:pt x="27914" y="13913"/>
                  </a:cubicBezTo>
                  <a:close/>
                  <a:moveTo>
                    <a:pt x="13530" y="14529"/>
                  </a:moveTo>
                  <a:cubicBezTo>
                    <a:pt x="12636" y="14901"/>
                    <a:pt x="11750" y="15281"/>
                    <a:pt x="10917" y="15644"/>
                  </a:cubicBezTo>
                  <a:cubicBezTo>
                    <a:pt x="10412" y="15862"/>
                    <a:pt x="9929" y="16080"/>
                    <a:pt x="9473" y="16287"/>
                  </a:cubicBezTo>
                  <a:cubicBezTo>
                    <a:pt x="9386" y="16280"/>
                    <a:pt x="9301" y="16277"/>
                    <a:pt x="9221" y="16277"/>
                  </a:cubicBezTo>
                  <a:cubicBezTo>
                    <a:pt x="9206" y="16277"/>
                    <a:pt x="9190" y="16277"/>
                    <a:pt x="9175" y="16277"/>
                  </a:cubicBezTo>
                  <a:cubicBezTo>
                    <a:pt x="10408" y="15732"/>
                    <a:pt x="11781" y="15160"/>
                    <a:pt x="13240" y="14569"/>
                  </a:cubicBezTo>
                  <a:cubicBezTo>
                    <a:pt x="13321" y="14552"/>
                    <a:pt x="13416" y="14537"/>
                    <a:pt x="13530" y="14529"/>
                  </a:cubicBezTo>
                  <a:close/>
                  <a:moveTo>
                    <a:pt x="27697" y="16205"/>
                  </a:moveTo>
                  <a:cubicBezTo>
                    <a:pt x="27704" y="16207"/>
                    <a:pt x="27723" y="16212"/>
                    <a:pt x="27751" y="16233"/>
                  </a:cubicBezTo>
                  <a:cubicBezTo>
                    <a:pt x="27784" y="16260"/>
                    <a:pt x="27820" y="16311"/>
                    <a:pt x="27839" y="16381"/>
                  </a:cubicBezTo>
                  <a:cubicBezTo>
                    <a:pt x="27857" y="16448"/>
                    <a:pt x="27860" y="16529"/>
                    <a:pt x="27845" y="16609"/>
                  </a:cubicBezTo>
                  <a:cubicBezTo>
                    <a:pt x="27831" y="16690"/>
                    <a:pt x="27796" y="16770"/>
                    <a:pt x="27738" y="16839"/>
                  </a:cubicBezTo>
                  <a:cubicBezTo>
                    <a:pt x="27708" y="16871"/>
                    <a:pt x="27673" y="16901"/>
                    <a:pt x="27625" y="16915"/>
                  </a:cubicBezTo>
                  <a:cubicBezTo>
                    <a:pt x="27609" y="16922"/>
                    <a:pt x="27589" y="16926"/>
                    <a:pt x="27568" y="16926"/>
                  </a:cubicBezTo>
                  <a:cubicBezTo>
                    <a:pt x="27534" y="16926"/>
                    <a:pt x="27497" y="16917"/>
                    <a:pt x="27471" y="16899"/>
                  </a:cubicBezTo>
                  <a:cubicBezTo>
                    <a:pt x="27417" y="16864"/>
                    <a:pt x="27396" y="16819"/>
                    <a:pt x="27381" y="16778"/>
                  </a:cubicBezTo>
                  <a:cubicBezTo>
                    <a:pt x="27366" y="16738"/>
                    <a:pt x="27362" y="16699"/>
                    <a:pt x="27361" y="16666"/>
                  </a:cubicBezTo>
                  <a:cubicBezTo>
                    <a:pt x="27359" y="16598"/>
                    <a:pt x="27375" y="16546"/>
                    <a:pt x="27386" y="16512"/>
                  </a:cubicBezTo>
                  <a:cubicBezTo>
                    <a:pt x="27397" y="16479"/>
                    <a:pt x="27408" y="16461"/>
                    <a:pt x="27408" y="16461"/>
                  </a:cubicBezTo>
                  <a:lnTo>
                    <a:pt x="27408" y="16461"/>
                  </a:lnTo>
                  <a:cubicBezTo>
                    <a:pt x="27408" y="16461"/>
                    <a:pt x="27406" y="16482"/>
                    <a:pt x="27404" y="16518"/>
                  </a:cubicBezTo>
                  <a:cubicBezTo>
                    <a:pt x="27402" y="16550"/>
                    <a:pt x="27406" y="16604"/>
                    <a:pt x="27418" y="16663"/>
                  </a:cubicBezTo>
                  <a:cubicBezTo>
                    <a:pt x="27425" y="16692"/>
                    <a:pt x="27434" y="16723"/>
                    <a:pt x="27448" y="16753"/>
                  </a:cubicBezTo>
                  <a:cubicBezTo>
                    <a:pt x="27461" y="16781"/>
                    <a:pt x="27487" y="16808"/>
                    <a:pt x="27503" y="16819"/>
                  </a:cubicBezTo>
                  <a:cubicBezTo>
                    <a:pt x="27519" y="16826"/>
                    <a:pt x="27532" y="16830"/>
                    <a:pt x="27545" y="16830"/>
                  </a:cubicBezTo>
                  <a:cubicBezTo>
                    <a:pt x="27557" y="16830"/>
                    <a:pt x="27568" y="16827"/>
                    <a:pt x="27582" y="16821"/>
                  </a:cubicBezTo>
                  <a:cubicBezTo>
                    <a:pt x="27610" y="16812"/>
                    <a:pt x="27636" y="16790"/>
                    <a:pt x="27660" y="16764"/>
                  </a:cubicBezTo>
                  <a:cubicBezTo>
                    <a:pt x="27683" y="16738"/>
                    <a:pt x="27703" y="16707"/>
                    <a:pt x="27718" y="16676"/>
                  </a:cubicBezTo>
                  <a:lnTo>
                    <a:pt x="27741" y="16629"/>
                  </a:lnTo>
                  <a:cubicBezTo>
                    <a:pt x="27746" y="16610"/>
                    <a:pt x="27753" y="16593"/>
                    <a:pt x="27758" y="16577"/>
                  </a:cubicBezTo>
                  <a:cubicBezTo>
                    <a:pt x="27778" y="16510"/>
                    <a:pt x="27785" y="16441"/>
                    <a:pt x="27782" y="16382"/>
                  </a:cubicBezTo>
                  <a:cubicBezTo>
                    <a:pt x="27777" y="16323"/>
                    <a:pt x="27762" y="16273"/>
                    <a:pt x="27738" y="16244"/>
                  </a:cubicBezTo>
                  <a:cubicBezTo>
                    <a:pt x="27721" y="16221"/>
                    <a:pt x="27704" y="16209"/>
                    <a:pt x="27697" y="16205"/>
                  </a:cubicBezTo>
                  <a:close/>
                  <a:moveTo>
                    <a:pt x="18708" y="12661"/>
                  </a:moveTo>
                  <a:cubicBezTo>
                    <a:pt x="19132" y="12661"/>
                    <a:pt x="19645" y="12733"/>
                    <a:pt x="20199" y="12966"/>
                  </a:cubicBezTo>
                  <a:cubicBezTo>
                    <a:pt x="21551" y="13534"/>
                    <a:pt x="22387" y="13953"/>
                    <a:pt x="22924" y="14444"/>
                  </a:cubicBezTo>
                  <a:cubicBezTo>
                    <a:pt x="22051" y="14854"/>
                    <a:pt x="21494" y="15132"/>
                    <a:pt x="21494" y="15132"/>
                  </a:cubicBezTo>
                  <a:cubicBezTo>
                    <a:pt x="21494" y="15132"/>
                    <a:pt x="22078" y="14879"/>
                    <a:pt x="22990" y="14509"/>
                  </a:cubicBezTo>
                  <a:cubicBezTo>
                    <a:pt x="23074" y="14589"/>
                    <a:pt x="23149" y="14673"/>
                    <a:pt x="23218" y="14759"/>
                  </a:cubicBezTo>
                  <a:cubicBezTo>
                    <a:pt x="22473" y="15108"/>
                    <a:pt x="21778" y="15437"/>
                    <a:pt x="21178" y="15724"/>
                  </a:cubicBezTo>
                  <a:cubicBezTo>
                    <a:pt x="19908" y="16330"/>
                    <a:pt x="19068" y="16745"/>
                    <a:pt x="19068" y="16745"/>
                  </a:cubicBezTo>
                  <a:cubicBezTo>
                    <a:pt x="19068" y="16745"/>
                    <a:pt x="19933" y="16374"/>
                    <a:pt x="21238" y="15834"/>
                  </a:cubicBezTo>
                  <a:cubicBezTo>
                    <a:pt x="21863" y="15576"/>
                    <a:pt x="22588" y="15281"/>
                    <a:pt x="23366" y="14965"/>
                  </a:cubicBezTo>
                  <a:cubicBezTo>
                    <a:pt x="23404" y="15025"/>
                    <a:pt x="23439" y="15086"/>
                    <a:pt x="23473" y="15148"/>
                  </a:cubicBezTo>
                  <a:cubicBezTo>
                    <a:pt x="21943" y="15857"/>
                    <a:pt x="20438" y="16562"/>
                    <a:pt x="19144" y="17174"/>
                  </a:cubicBezTo>
                  <a:cubicBezTo>
                    <a:pt x="18692" y="16136"/>
                    <a:pt x="17786" y="15571"/>
                    <a:pt x="15692" y="14716"/>
                  </a:cubicBezTo>
                  <a:cubicBezTo>
                    <a:pt x="15182" y="14508"/>
                    <a:pt x="14744" y="14393"/>
                    <a:pt x="14370" y="14336"/>
                  </a:cubicBezTo>
                  <a:cubicBezTo>
                    <a:pt x="15209" y="13990"/>
                    <a:pt x="16045" y="13651"/>
                    <a:pt x="16839" y="13341"/>
                  </a:cubicBezTo>
                  <a:cubicBezTo>
                    <a:pt x="17310" y="13155"/>
                    <a:pt x="17766" y="12978"/>
                    <a:pt x="18199" y="12809"/>
                  </a:cubicBezTo>
                  <a:cubicBezTo>
                    <a:pt x="18327" y="12759"/>
                    <a:pt x="18451" y="12711"/>
                    <a:pt x="18573" y="12664"/>
                  </a:cubicBezTo>
                  <a:cubicBezTo>
                    <a:pt x="18617" y="12662"/>
                    <a:pt x="18662" y="12661"/>
                    <a:pt x="18708" y="12661"/>
                  </a:cubicBezTo>
                  <a:close/>
                  <a:moveTo>
                    <a:pt x="23661" y="15597"/>
                  </a:moveTo>
                  <a:cubicBezTo>
                    <a:pt x="23674" y="15636"/>
                    <a:pt x="23686" y="15673"/>
                    <a:pt x="23699" y="15712"/>
                  </a:cubicBezTo>
                  <a:cubicBezTo>
                    <a:pt x="22306" y="16311"/>
                    <a:pt x="20775" y="16976"/>
                    <a:pt x="19303" y="17626"/>
                  </a:cubicBezTo>
                  <a:cubicBezTo>
                    <a:pt x="19280" y="17544"/>
                    <a:pt x="19252" y="17466"/>
                    <a:pt x="19225" y="17389"/>
                  </a:cubicBezTo>
                  <a:cubicBezTo>
                    <a:pt x="20552" y="16847"/>
                    <a:pt x="22095" y="16222"/>
                    <a:pt x="23661" y="15597"/>
                  </a:cubicBezTo>
                  <a:close/>
                  <a:moveTo>
                    <a:pt x="25760" y="17058"/>
                  </a:moveTo>
                  <a:cubicBezTo>
                    <a:pt x="25769" y="17061"/>
                    <a:pt x="25788" y="17066"/>
                    <a:pt x="25816" y="17087"/>
                  </a:cubicBezTo>
                  <a:cubicBezTo>
                    <a:pt x="25851" y="17114"/>
                    <a:pt x="25890" y="17170"/>
                    <a:pt x="25909" y="17243"/>
                  </a:cubicBezTo>
                  <a:cubicBezTo>
                    <a:pt x="25928" y="17315"/>
                    <a:pt x="25932" y="17401"/>
                    <a:pt x="25916" y="17486"/>
                  </a:cubicBezTo>
                  <a:cubicBezTo>
                    <a:pt x="25912" y="17506"/>
                    <a:pt x="25906" y="17529"/>
                    <a:pt x="25900" y="17546"/>
                  </a:cubicBezTo>
                  <a:cubicBezTo>
                    <a:pt x="25894" y="17568"/>
                    <a:pt x="25885" y="17591"/>
                    <a:pt x="25877" y="17611"/>
                  </a:cubicBezTo>
                  <a:cubicBezTo>
                    <a:pt x="25858" y="17653"/>
                    <a:pt x="25832" y="17693"/>
                    <a:pt x="25802" y="17729"/>
                  </a:cubicBezTo>
                  <a:cubicBezTo>
                    <a:pt x="25769" y="17765"/>
                    <a:pt x="25730" y="17795"/>
                    <a:pt x="25682" y="17814"/>
                  </a:cubicBezTo>
                  <a:cubicBezTo>
                    <a:pt x="25665" y="17821"/>
                    <a:pt x="25644" y="17825"/>
                    <a:pt x="25622" y="17825"/>
                  </a:cubicBezTo>
                  <a:cubicBezTo>
                    <a:pt x="25585" y="17825"/>
                    <a:pt x="25546" y="17814"/>
                    <a:pt x="25518" y="17795"/>
                  </a:cubicBezTo>
                  <a:cubicBezTo>
                    <a:pt x="25460" y="17756"/>
                    <a:pt x="25438" y="17709"/>
                    <a:pt x="25420" y="17666"/>
                  </a:cubicBezTo>
                  <a:cubicBezTo>
                    <a:pt x="25405" y="17622"/>
                    <a:pt x="25400" y="17581"/>
                    <a:pt x="25400" y="17546"/>
                  </a:cubicBezTo>
                  <a:cubicBezTo>
                    <a:pt x="25399" y="17474"/>
                    <a:pt x="25415" y="17420"/>
                    <a:pt x="25427" y="17384"/>
                  </a:cubicBezTo>
                  <a:cubicBezTo>
                    <a:pt x="25439" y="17346"/>
                    <a:pt x="25451" y="17329"/>
                    <a:pt x="25451" y="17329"/>
                  </a:cubicBezTo>
                  <a:lnTo>
                    <a:pt x="25451" y="17329"/>
                  </a:lnTo>
                  <a:cubicBezTo>
                    <a:pt x="25451" y="17329"/>
                    <a:pt x="25448" y="17350"/>
                    <a:pt x="25447" y="17391"/>
                  </a:cubicBezTo>
                  <a:cubicBezTo>
                    <a:pt x="25446" y="17428"/>
                    <a:pt x="25447" y="17485"/>
                    <a:pt x="25460" y="17546"/>
                  </a:cubicBezTo>
                  <a:cubicBezTo>
                    <a:pt x="25467" y="17579"/>
                    <a:pt x="25478" y="17612"/>
                    <a:pt x="25494" y="17643"/>
                  </a:cubicBezTo>
                  <a:cubicBezTo>
                    <a:pt x="25507" y="17673"/>
                    <a:pt x="25536" y="17701"/>
                    <a:pt x="25553" y="17712"/>
                  </a:cubicBezTo>
                  <a:cubicBezTo>
                    <a:pt x="25569" y="17720"/>
                    <a:pt x="25583" y="17723"/>
                    <a:pt x="25596" y="17723"/>
                  </a:cubicBezTo>
                  <a:cubicBezTo>
                    <a:pt x="25609" y="17723"/>
                    <a:pt x="25622" y="17720"/>
                    <a:pt x="25636" y="17714"/>
                  </a:cubicBezTo>
                  <a:cubicBezTo>
                    <a:pt x="25667" y="17705"/>
                    <a:pt x="25695" y="17679"/>
                    <a:pt x="25720" y="17653"/>
                  </a:cubicBezTo>
                  <a:cubicBezTo>
                    <a:pt x="25744" y="17626"/>
                    <a:pt x="25765" y="17593"/>
                    <a:pt x="25783" y="17559"/>
                  </a:cubicBezTo>
                  <a:cubicBezTo>
                    <a:pt x="25784" y="17556"/>
                    <a:pt x="25804" y="17512"/>
                    <a:pt x="25806" y="17509"/>
                  </a:cubicBezTo>
                  <a:cubicBezTo>
                    <a:pt x="25812" y="17489"/>
                    <a:pt x="25819" y="17471"/>
                    <a:pt x="25824" y="17452"/>
                  </a:cubicBezTo>
                  <a:cubicBezTo>
                    <a:pt x="25846" y="17381"/>
                    <a:pt x="25854" y="17309"/>
                    <a:pt x="25850" y="17244"/>
                  </a:cubicBezTo>
                  <a:cubicBezTo>
                    <a:pt x="25844" y="17183"/>
                    <a:pt x="25828" y="17129"/>
                    <a:pt x="25803" y="17099"/>
                  </a:cubicBezTo>
                  <a:cubicBezTo>
                    <a:pt x="25789" y="17082"/>
                    <a:pt x="25777" y="17070"/>
                    <a:pt x="25768" y="17063"/>
                  </a:cubicBezTo>
                  <a:cubicBezTo>
                    <a:pt x="25765" y="17061"/>
                    <a:pt x="25762" y="17060"/>
                    <a:pt x="25760" y="17058"/>
                  </a:cubicBezTo>
                  <a:close/>
                  <a:moveTo>
                    <a:pt x="23819" y="17913"/>
                  </a:moveTo>
                  <a:lnTo>
                    <a:pt x="23819" y="17913"/>
                  </a:lnTo>
                  <a:cubicBezTo>
                    <a:pt x="23823" y="17915"/>
                    <a:pt x="23847" y="17917"/>
                    <a:pt x="23883" y="17944"/>
                  </a:cubicBezTo>
                  <a:cubicBezTo>
                    <a:pt x="23919" y="17973"/>
                    <a:pt x="23962" y="18034"/>
                    <a:pt x="23982" y="18110"/>
                  </a:cubicBezTo>
                  <a:cubicBezTo>
                    <a:pt x="24002" y="18187"/>
                    <a:pt x="24006" y="18278"/>
                    <a:pt x="23989" y="18370"/>
                  </a:cubicBezTo>
                  <a:cubicBezTo>
                    <a:pt x="23985" y="18391"/>
                    <a:pt x="23978" y="18413"/>
                    <a:pt x="23971" y="18435"/>
                  </a:cubicBezTo>
                  <a:cubicBezTo>
                    <a:pt x="23964" y="18458"/>
                    <a:pt x="23956" y="18480"/>
                    <a:pt x="23946" y="18503"/>
                  </a:cubicBezTo>
                  <a:cubicBezTo>
                    <a:pt x="23926" y="18547"/>
                    <a:pt x="23899" y="18590"/>
                    <a:pt x="23868" y="18627"/>
                  </a:cubicBezTo>
                  <a:cubicBezTo>
                    <a:pt x="23834" y="18665"/>
                    <a:pt x="23794" y="18699"/>
                    <a:pt x="23740" y="18717"/>
                  </a:cubicBezTo>
                  <a:cubicBezTo>
                    <a:pt x="23722" y="18725"/>
                    <a:pt x="23701" y="18729"/>
                    <a:pt x="23679" y="18729"/>
                  </a:cubicBezTo>
                  <a:cubicBezTo>
                    <a:pt x="23639" y="18729"/>
                    <a:pt x="23596" y="18717"/>
                    <a:pt x="23566" y="18697"/>
                  </a:cubicBezTo>
                  <a:cubicBezTo>
                    <a:pt x="23503" y="18657"/>
                    <a:pt x="23480" y="18606"/>
                    <a:pt x="23462" y="18560"/>
                  </a:cubicBezTo>
                  <a:cubicBezTo>
                    <a:pt x="23446" y="18516"/>
                    <a:pt x="23441" y="18472"/>
                    <a:pt x="23441" y="18433"/>
                  </a:cubicBezTo>
                  <a:cubicBezTo>
                    <a:pt x="23438" y="18356"/>
                    <a:pt x="23454" y="18297"/>
                    <a:pt x="23466" y="18258"/>
                  </a:cubicBezTo>
                  <a:cubicBezTo>
                    <a:pt x="23480" y="18221"/>
                    <a:pt x="23492" y="18200"/>
                    <a:pt x="23492" y="18200"/>
                  </a:cubicBezTo>
                  <a:lnTo>
                    <a:pt x="23492" y="18200"/>
                  </a:lnTo>
                  <a:cubicBezTo>
                    <a:pt x="23492" y="18200"/>
                    <a:pt x="23489" y="18223"/>
                    <a:pt x="23488" y="18265"/>
                  </a:cubicBezTo>
                  <a:cubicBezTo>
                    <a:pt x="23486" y="18305"/>
                    <a:pt x="23488" y="18366"/>
                    <a:pt x="23503" y="18433"/>
                  </a:cubicBezTo>
                  <a:cubicBezTo>
                    <a:pt x="23509" y="18466"/>
                    <a:pt x="23521" y="18503"/>
                    <a:pt x="23539" y="18536"/>
                  </a:cubicBezTo>
                  <a:cubicBezTo>
                    <a:pt x="23554" y="18567"/>
                    <a:pt x="23583" y="18598"/>
                    <a:pt x="23601" y="18610"/>
                  </a:cubicBezTo>
                  <a:cubicBezTo>
                    <a:pt x="23617" y="18619"/>
                    <a:pt x="23631" y="18622"/>
                    <a:pt x="23646" y="18622"/>
                  </a:cubicBezTo>
                  <a:cubicBezTo>
                    <a:pt x="23660" y="18622"/>
                    <a:pt x="23674" y="18619"/>
                    <a:pt x="23691" y="18613"/>
                  </a:cubicBezTo>
                  <a:cubicBezTo>
                    <a:pt x="23723" y="18601"/>
                    <a:pt x="23754" y="18576"/>
                    <a:pt x="23779" y="18547"/>
                  </a:cubicBezTo>
                  <a:cubicBezTo>
                    <a:pt x="23806" y="18519"/>
                    <a:pt x="23827" y="18484"/>
                    <a:pt x="23846" y="18449"/>
                  </a:cubicBezTo>
                  <a:cubicBezTo>
                    <a:pt x="23849" y="18441"/>
                    <a:pt x="23868" y="18402"/>
                    <a:pt x="23870" y="18395"/>
                  </a:cubicBezTo>
                  <a:cubicBezTo>
                    <a:pt x="23880" y="18372"/>
                    <a:pt x="23885" y="18354"/>
                    <a:pt x="23891" y="18336"/>
                  </a:cubicBezTo>
                  <a:cubicBezTo>
                    <a:pt x="23915" y="18258"/>
                    <a:pt x="23923" y="18182"/>
                    <a:pt x="23917" y="18114"/>
                  </a:cubicBezTo>
                  <a:cubicBezTo>
                    <a:pt x="23913" y="18047"/>
                    <a:pt x="23895" y="17991"/>
                    <a:pt x="23868" y="17957"/>
                  </a:cubicBezTo>
                  <a:cubicBezTo>
                    <a:pt x="23854" y="17940"/>
                    <a:pt x="23841" y="17928"/>
                    <a:pt x="23830" y="17921"/>
                  </a:cubicBezTo>
                  <a:cubicBezTo>
                    <a:pt x="23825" y="17917"/>
                    <a:pt x="23821" y="17914"/>
                    <a:pt x="23819" y="17913"/>
                  </a:cubicBezTo>
                  <a:close/>
                  <a:moveTo>
                    <a:pt x="21882" y="18765"/>
                  </a:moveTo>
                  <a:cubicBezTo>
                    <a:pt x="21884" y="18766"/>
                    <a:pt x="21911" y="18767"/>
                    <a:pt x="21949" y="18798"/>
                  </a:cubicBezTo>
                  <a:cubicBezTo>
                    <a:pt x="21989" y="18828"/>
                    <a:pt x="22033" y="18893"/>
                    <a:pt x="22054" y="18974"/>
                  </a:cubicBezTo>
                  <a:cubicBezTo>
                    <a:pt x="22075" y="19055"/>
                    <a:pt x="22078" y="19151"/>
                    <a:pt x="22060" y="19248"/>
                  </a:cubicBezTo>
                  <a:cubicBezTo>
                    <a:pt x="22055" y="19271"/>
                    <a:pt x="22050" y="19295"/>
                    <a:pt x="22043" y="19318"/>
                  </a:cubicBezTo>
                  <a:cubicBezTo>
                    <a:pt x="22035" y="19343"/>
                    <a:pt x="22027" y="19366"/>
                    <a:pt x="22016" y="19390"/>
                  </a:cubicBezTo>
                  <a:cubicBezTo>
                    <a:pt x="21994" y="19437"/>
                    <a:pt x="21968" y="19483"/>
                    <a:pt x="21933" y="19523"/>
                  </a:cubicBezTo>
                  <a:cubicBezTo>
                    <a:pt x="21896" y="19561"/>
                    <a:pt x="21853" y="19597"/>
                    <a:pt x="21798" y="19617"/>
                  </a:cubicBezTo>
                  <a:cubicBezTo>
                    <a:pt x="21779" y="19626"/>
                    <a:pt x="21755" y="19630"/>
                    <a:pt x="21731" y="19630"/>
                  </a:cubicBezTo>
                  <a:cubicBezTo>
                    <a:pt x="21689" y="19630"/>
                    <a:pt x="21645" y="19618"/>
                    <a:pt x="21613" y="19597"/>
                  </a:cubicBezTo>
                  <a:cubicBezTo>
                    <a:pt x="21547" y="19553"/>
                    <a:pt x="21523" y="19500"/>
                    <a:pt x="21504" y="19452"/>
                  </a:cubicBezTo>
                  <a:cubicBezTo>
                    <a:pt x="21487" y="19404"/>
                    <a:pt x="21480" y="19358"/>
                    <a:pt x="21480" y="19318"/>
                  </a:cubicBezTo>
                  <a:cubicBezTo>
                    <a:pt x="21479" y="19237"/>
                    <a:pt x="21498" y="19175"/>
                    <a:pt x="21511" y="19135"/>
                  </a:cubicBezTo>
                  <a:cubicBezTo>
                    <a:pt x="21524" y="19095"/>
                    <a:pt x="21538" y="19073"/>
                    <a:pt x="21538" y="19073"/>
                  </a:cubicBezTo>
                  <a:lnTo>
                    <a:pt x="21538" y="19073"/>
                  </a:lnTo>
                  <a:cubicBezTo>
                    <a:pt x="21538" y="19073"/>
                    <a:pt x="21537" y="19098"/>
                    <a:pt x="21534" y="19142"/>
                  </a:cubicBezTo>
                  <a:cubicBezTo>
                    <a:pt x="21530" y="19185"/>
                    <a:pt x="21533" y="19248"/>
                    <a:pt x="21546" y="19318"/>
                  </a:cubicBezTo>
                  <a:cubicBezTo>
                    <a:pt x="21553" y="19353"/>
                    <a:pt x="21566" y="19390"/>
                    <a:pt x="21584" y="19425"/>
                  </a:cubicBezTo>
                  <a:cubicBezTo>
                    <a:pt x="21598" y="19459"/>
                    <a:pt x="21631" y="19492"/>
                    <a:pt x="21648" y="19503"/>
                  </a:cubicBezTo>
                  <a:cubicBezTo>
                    <a:pt x="21666" y="19512"/>
                    <a:pt x="21681" y="19515"/>
                    <a:pt x="21696" y="19515"/>
                  </a:cubicBezTo>
                  <a:cubicBezTo>
                    <a:pt x="21711" y="19515"/>
                    <a:pt x="21727" y="19512"/>
                    <a:pt x="21745" y="19506"/>
                  </a:cubicBezTo>
                  <a:cubicBezTo>
                    <a:pt x="21778" y="19494"/>
                    <a:pt x="21809" y="19467"/>
                    <a:pt x="21836" y="19436"/>
                  </a:cubicBezTo>
                  <a:cubicBezTo>
                    <a:pt x="21866" y="19405"/>
                    <a:pt x="21888" y="19369"/>
                    <a:pt x="21907" y="19330"/>
                  </a:cubicBezTo>
                  <a:cubicBezTo>
                    <a:pt x="21913" y="19318"/>
                    <a:pt x="21929" y="19283"/>
                    <a:pt x="21934" y="19272"/>
                  </a:cubicBezTo>
                  <a:cubicBezTo>
                    <a:pt x="21942" y="19249"/>
                    <a:pt x="21949" y="19230"/>
                    <a:pt x="21956" y="19210"/>
                  </a:cubicBezTo>
                  <a:cubicBezTo>
                    <a:pt x="21981" y="19130"/>
                    <a:pt x="21989" y="19048"/>
                    <a:pt x="21984" y="18977"/>
                  </a:cubicBezTo>
                  <a:cubicBezTo>
                    <a:pt x="21980" y="18907"/>
                    <a:pt x="21960" y="18848"/>
                    <a:pt x="21933" y="18813"/>
                  </a:cubicBezTo>
                  <a:cubicBezTo>
                    <a:pt x="21919" y="18794"/>
                    <a:pt x="21906" y="18781"/>
                    <a:pt x="21895" y="18774"/>
                  </a:cubicBezTo>
                  <a:cubicBezTo>
                    <a:pt x="21887" y="18769"/>
                    <a:pt x="21883" y="18766"/>
                    <a:pt x="21882" y="18765"/>
                  </a:cubicBezTo>
                  <a:close/>
                  <a:moveTo>
                    <a:pt x="13925" y="14520"/>
                  </a:moveTo>
                  <a:cubicBezTo>
                    <a:pt x="14355" y="14537"/>
                    <a:pt x="14922" y="14638"/>
                    <a:pt x="15629" y="14926"/>
                  </a:cubicBezTo>
                  <a:cubicBezTo>
                    <a:pt x="17666" y="15759"/>
                    <a:pt x="18523" y="16284"/>
                    <a:pt x="18946" y="17268"/>
                  </a:cubicBezTo>
                  <a:cubicBezTo>
                    <a:pt x="18606" y="17430"/>
                    <a:pt x="18283" y="17583"/>
                    <a:pt x="17979" y="17728"/>
                  </a:cubicBezTo>
                  <a:cubicBezTo>
                    <a:pt x="16369" y="18493"/>
                    <a:pt x="15307" y="19021"/>
                    <a:pt x="15307" y="19021"/>
                  </a:cubicBezTo>
                  <a:cubicBezTo>
                    <a:pt x="15307" y="19021"/>
                    <a:pt x="16401" y="18551"/>
                    <a:pt x="18054" y="17869"/>
                  </a:cubicBezTo>
                  <a:cubicBezTo>
                    <a:pt x="18361" y="17744"/>
                    <a:pt x="18684" y="17610"/>
                    <a:pt x="19023" y="17471"/>
                  </a:cubicBezTo>
                  <a:cubicBezTo>
                    <a:pt x="19050" y="17550"/>
                    <a:pt x="19076" y="17631"/>
                    <a:pt x="19101" y="17714"/>
                  </a:cubicBezTo>
                  <a:cubicBezTo>
                    <a:pt x="17723" y="18323"/>
                    <a:pt x="16404" y="18912"/>
                    <a:pt x="15316" y="19412"/>
                  </a:cubicBezTo>
                  <a:cubicBezTo>
                    <a:pt x="15104" y="19511"/>
                    <a:pt x="14909" y="19612"/>
                    <a:pt x="14731" y="19718"/>
                  </a:cubicBezTo>
                  <a:cubicBezTo>
                    <a:pt x="14383" y="18268"/>
                    <a:pt x="13611" y="17697"/>
                    <a:pt x="11120" y="16679"/>
                  </a:cubicBezTo>
                  <a:cubicBezTo>
                    <a:pt x="10580" y="16459"/>
                    <a:pt x="10102" y="16349"/>
                    <a:pt x="9690" y="16303"/>
                  </a:cubicBezTo>
                  <a:cubicBezTo>
                    <a:pt x="10099" y="16128"/>
                    <a:pt x="10529" y="15943"/>
                    <a:pt x="10972" y="15754"/>
                  </a:cubicBezTo>
                  <a:cubicBezTo>
                    <a:pt x="11903" y="15356"/>
                    <a:pt x="12896" y="14939"/>
                    <a:pt x="13896" y="14532"/>
                  </a:cubicBezTo>
                  <a:cubicBezTo>
                    <a:pt x="13906" y="14528"/>
                    <a:pt x="13917" y="14524"/>
                    <a:pt x="13925" y="14520"/>
                  </a:cubicBezTo>
                  <a:close/>
                  <a:moveTo>
                    <a:pt x="19946" y="19625"/>
                  </a:moveTo>
                  <a:lnTo>
                    <a:pt x="19946" y="19625"/>
                  </a:lnTo>
                  <a:cubicBezTo>
                    <a:pt x="19954" y="19626"/>
                    <a:pt x="19980" y="19632"/>
                    <a:pt x="20014" y="19659"/>
                  </a:cubicBezTo>
                  <a:cubicBezTo>
                    <a:pt x="20055" y="19691"/>
                    <a:pt x="20101" y="19760"/>
                    <a:pt x="20122" y="19845"/>
                  </a:cubicBezTo>
                  <a:cubicBezTo>
                    <a:pt x="20147" y="19930"/>
                    <a:pt x="20149" y="20033"/>
                    <a:pt x="20129" y="20134"/>
                  </a:cubicBezTo>
                  <a:cubicBezTo>
                    <a:pt x="20124" y="20158"/>
                    <a:pt x="20117" y="20184"/>
                    <a:pt x="20110" y="20208"/>
                  </a:cubicBezTo>
                  <a:cubicBezTo>
                    <a:pt x="20102" y="20235"/>
                    <a:pt x="20094" y="20259"/>
                    <a:pt x="20082" y="20283"/>
                  </a:cubicBezTo>
                  <a:cubicBezTo>
                    <a:pt x="20058" y="20332"/>
                    <a:pt x="20030" y="20380"/>
                    <a:pt x="19994" y="20423"/>
                  </a:cubicBezTo>
                  <a:cubicBezTo>
                    <a:pt x="19955" y="20463"/>
                    <a:pt x="19912" y="20501"/>
                    <a:pt x="19851" y="20521"/>
                  </a:cubicBezTo>
                  <a:cubicBezTo>
                    <a:pt x="19831" y="20530"/>
                    <a:pt x="19806" y="20534"/>
                    <a:pt x="19780" y="20534"/>
                  </a:cubicBezTo>
                  <a:cubicBezTo>
                    <a:pt x="19735" y="20534"/>
                    <a:pt x="19688" y="20522"/>
                    <a:pt x="19655" y="20499"/>
                  </a:cubicBezTo>
                  <a:cubicBezTo>
                    <a:pt x="19587" y="20454"/>
                    <a:pt x="19560" y="20399"/>
                    <a:pt x="19542" y="20346"/>
                  </a:cubicBezTo>
                  <a:cubicBezTo>
                    <a:pt x="19524" y="20295"/>
                    <a:pt x="19518" y="20248"/>
                    <a:pt x="19517" y="20205"/>
                  </a:cubicBezTo>
                  <a:cubicBezTo>
                    <a:pt x="19515" y="20121"/>
                    <a:pt x="19533" y="20056"/>
                    <a:pt x="19549" y="20013"/>
                  </a:cubicBezTo>
                  <a:cubicBezTo>
                    <a:pt x="19564" y="19969"/>
                    <a:pt x="19577" y="19948"/>
                    <a:pt x="19577" y="19948"/>
                  </a:cubicBezTo>
                  <a:lnTo>
                    <a:pt x="19577" y="19948"/>
                  </a:lnTo>
                  <a:cubicBezTo>
                    <a:pt x="19577" y="19948"/>
                    <a:pt x="19576" y="19974"/>
                    <a:pt x="19573" y="20020"/>
                  </a:cubicBezTo>
                  <a:cubicBezTo>
                    <a:pt x="19572" y="20063"/>
                    <a:pt x="19573" y="20129"/>
                    <a:pt x="19588" y="20204"/>
                  </a:cubicBezTo>
                  <a:cubicBezTo>
                    <a:pt x="19597" y="20242"/>
                    <a:pt x="19609" y="20282"/>
                    <a:pt x="19627" y="20318"/>
                  </a:cubicBezTo>
                  <a:cubicBezTo>
                    <a:pt x="19644" y="20356"/>
                    <a:pt x="19678" y="20389"/>
                    <a:pt x="19698" y="20400"/>
                  </a:cubicBezTo>
                  <a:cubicBezTo>
                    <a:pt x="19717" y="20410"/>
                    <a:pt x="19733" y="20415"/>
                    <a:pt x="19749" y="20415"/>
                  </a:cubicBezTo>
                  <a:cubicBezTo>
                    <a:pt x="19765" y="20415"/>
                    <a:pt x="19780" y="20411"/>
                    <a:pt x="19799" y="20404"/>
                  </a:cubicBezTo>
                  <a:cubicBezTo>
                    <a:pt x="19834" y="20391"/>
                    <a:pt x="19867" y="20364"/>
                    <a:pt x="19896" y="20330"/>
                  </a:cubicBezTo>
                  <a:cubicBezTo>
                    <a:pt x="19926" y="20298"/>
                    <a:pt x="19951" y="20259"/>
                    <a:pt x="19971" y="20219"/>
                  </a:cubicBezTo>
                  <a:cubicBezTo>
                    <a:pt x="19977" y="20204"/>
                    <a:pt x="19994" y="20174"/>
                    <a:pt x="20000" y="20158"/>
                  </a:cubicBezTo>
                  <a:cubicBezTo>
                    <a:pt x="20008" y="20136"/>
                    <a:pt x="20016" y="20115"/>
                    <a:pt x="20022" y="20094"/>
                  </a:cubicBezTo>
                  <a:cubicBezTo>
                    <a:pt x="20047" y="20008"/>
                    <a:pt x="20057" y="19922"/>
                    <a:pt x="20051" y="19847"/>
                  </a:cubicBezTo>
                  <a:cubicBezTo>
                    <a:pt x="20045" y="19773"/>
                    <a:pt x="20024" y="19711"/>
                    <a:pt x="19996" y="19674"/>
                  </a:cubicBezTo>
                  <a:cubicBezTo>
                    <a:pt x="19981" y="19655"/>
                    <a:pt x="19968" y="19641"/>
                    <a:pt x="19957" y="19633"/>
                  </a:cubicBezTo>
                  <a:cubicBezTo>
                    <a:pt x="19952" y="19629"/>
                    <a:pt x="19948" y="19626"/>
                    <a:pt x="19946" y="19625"/>
                  </a:cubicBezTo>
                  <a:close/>
                  <a:moveTo>
                    <a:pt x="34148" y="16918"/>
                  </a:moveTo>
                  <a:lnTo>
                    <a:pt x="36259" y="17592"/>
                  </a:lnTo>
                  <a:lnTo>
                    <a:pt x="43831" y="19875"/>
                  </a:lnTo>
                  <a:lnTo>
                    <a:pt x="37971" y="17792"/>
                  </a:lnTo>
                  <a:lnTo>
                    <a:pt x="44412" y="19835"/>
                  </a:lnTo>
                  <a:cubicBezTo>
                    <a:pt x="44410" y="19836"/>
                    <a:pt x="43703" y="20572"/>
                    <a:pt x="42527" y="21206"/>
                  </a:cubicBezTo>
                  <a:cubicBezTo>
                    <a:pt x="42209" y="21243"/>
                    <a:pt x="41713" y="21276"/>
                    <a:pt x="40955" y="21276"/>
                  </a:cubicBezTo>
                  <a:cubicBezTo>
                    <a:pt x="39751" y="21276"/>
                    <a:pt x="37883" y="21193"/>
                    <a:pt x="35015" y="20909"/>
                  </a:cubicBezTo>
                  <a:cubicBezTo>
                    <a:pt x="33271" y="20738"/>
                    <a:pt x="31851" y="20626"/>
                    <a:pt x="30678" y="20565"/>
                  </a:cubicBezTo>
                  <a:lnTo>
                    <a:pt x="32635" y="20559"/>
                  </a:lnTo>
                  <a:lnTo>
                    <a:pt x="30272" y="20302"/>
                  </a:lnTo>
                  <a:cubicBezTo>
                    <a:pt x="30287" y="20297"/>
                    <a:pt x="30300" y="20291"/>
                    <a:pt x="30316" y="20285"/>
                  </a:cubicBezTo>
                  <a:cubicBezTo>
                    <a:pt x="30467" y="20232"/>
                    <a:pt x="30624" y="20172"/>
                    <a:pt x="30789" y="20103"/>
                  </a:cubicBezTo>
                  <a:cubicBezTo>
                    <a:pt x="30954" y="20037"/>
                    <a:pt x="31129" y="19964"/>
                    <a:pt x="31306" y="19886"/>
                  </a:cubicBezTo>
                  <a:cubicBezTo>
                    <a:pt x="31663" y="19731"/>
                    <a:pt x="32035" y="19554"/>
                    <a:pt x="32407" y="19375"/>
                  </a:cubicBezTo>
                  <a:cubicBezTo>
                    <a:pt x="33888" y="18654"/>
                    <a:pt x="35307" y="17834"/>
                    <a:pt x="35308" y="17834"/>
                  </a:cubicBezTo>
                  <a:lnTo>
                    <a:pt x="35308" y="17834"/>
                  </a:lnTo>
                  <a:cubicBezTo>
                    <a:pt x="35307" y="17834"/>
                    <a:pt x="33832" y="18560"/>
                    <a:pt x="32302" y="19181"/>
                  </a:cubicBezTo>
                  <a:cubicBezTo>
                    <a:pt x="31921" y="19335"/>
                    <a:pt x="31537" y="19486"/>
                    <a:pt x="31173" y="19614"/>
                  </a:cubicBezTo>
                  <a:cubicBezTo>
                    <a:pt x="30992" y="19682"/>
                    <a:pt x="30816" y="19742"/>
                    <a:pt x="30648" y="19796"/>
                  </a:cubicBezTo>
                  <a:cubicBezTo>
                    <a:pt x="30614" y="19808"/>
                    <a:pt x="30582" y="19819"/>
                    <a:pt x="30549" y="19828"/>
                  </a:cubicBezTo>
                  <a:cubicBezTo>
                    <a:pt x="32599" y="18942"/>
                    <a:pt x="34497" y="17986"/>
                    <a:pt x="35431" y="17499"/>
                  </a:cubicBezTo>
                  <a:lnTo>
                    <a:pt x="34148" y="16918"/>
                  </a:lnTo>
                  <a:close/>
                  <a:moveTo>
                    <a:pt x="18002" y="20477"/>
                  </a:moveTo>
                  <a:lnTo>
                    <a:pt x="18002" y="20477"/>
                  </a:lnTo>
                  <a:cubicBezTo>
                    <a:pt x="18009" y="20479"/>
                    <a:pt x="18036" y="20484"/>
                    <a:pt x="18075" y="20513"/>
                  </a:cubicBezTo>
                  <a:cubicBezTo>
                    <a:pt x="18120" y="20546"/>
                    <a:pt x="18167" y="20619"/>
                    <a:pt x="18190" y="20708"/>
                  </a:cubicBezTo>
                  <a:cubicBezTo>
                    <a:pt x="18216" y="20796"/>
                    <a:pt x="18220" y="20905"/>
                    <a:pt x="18199" y="21011"/>
                  </a:cubicBezTo>
                  <a:cubicBezTo>
                    <a:pt x="18194" y="21038"/>
                    <a:pt x="18187" y="21065"/>
                    <a:pt x="18181" y="21090"/>
                  </a:cubicBezTo>
                  <a:cubicBezTo>
                    <a:pt x="18173" y="21117"/>
                    <a:pt x="18162" y="21145"/>
                    <a:pt x="18150" y="21171"/>
                  </a:cubicBezTo>
                  <a:cubicBezTo>
                    <a:pt x="18127" y="21223"/>
                    <a:pt x="18096" y="21272"/>
                    <a:pt x="18058" y="21317"/>
                  </a:cubicBezTo>
                  <a:cubicBezTo>
                    <a:pt x="18018" y="21360"/>
                    <a:pt x="17971" y="21399"/>
                    <a:pt x="17908" y="21421"/>
                  </a:cubicBezTo>
                  <a:cubicBezTo>
                    <a:pt x="17886" y="21430"/>
                    <a:pt x="17860" y="21435"/>
                    <a:pt x="17832" y="21435"/>
                  </a:cubicBezTo>
                  <a:cubicBezTo>
                    <a:pt x="17787" y="21435"/>
                    <a:pt x="17738" y="21422"/>
                    <a:pt x="17704" y="21398"/>
                  </a:cubicBezTo>
                  <a:cubicBezTo>
                    <a:pt x="17631" y="21348"/>
                    <a:pt x="17603" y="21292"/>
                    <a:pt x="17583" y="21238"/>
                  </a:cubicBezTo>
                  <a:cubicBezTo>
                    <a:pt x="17564" y="21184"/>
                    <a:pt x="17558" y="21133"/>
                    <a:pt x="17558" y="21089"/>
                  </a:cubicBezTo>
                  <a:cubicBezTo>
                    <a:pt x="17556" y="20998"/>
                    <a:pt x="17574" y="20931"/>
                    <a:pt x="17590" y="20885"/>
                  </a:cubicBezTo>
                  <a:cubicBezTo>
                    <a:pt x="17605" y="20841"/>
                    <a:pt x="17618" y="20816"/>
                    <a:pt x="17618" y="20816"/>
                  </a:cubicBezTo>
                  <a:lnTo>
                    <a:pt x="17618" y="20816"/>
                  </a:lnTo>
                  <a:cubicBezTo>
                    <a:pt x="17618" y="20816"/>
                    <a:pt x="17614" y="20846"/>
                    <a:pt x="17614" y="20894"/>
                  </a:cubicBezTo>
                  <a:cubicBezTo>
                    <a:pt x="17615" y="20941"/>
                    <a:pt x="17617" y="21010"/>
                    <a:pt x="17631" y="21089"/>
                  </a:cubicBezTo>
                  <a:cubicBezTo>
                    <a:pt x="17639" y="21128"/>
                    <a:pt x="17653" y="21170"/>
                    <a:pt x="17672" y="21208"/>
                  </a:cubicBezTo>
                  <a:cubicBezTo>
                    <a:pt x="17689" y="21246"/>
                    <a:pt x="17724" y="21282"/>
                    <a:pt x="17746" y="21293"/>
                  </a:cubicBezTo>
                  <a:cubicBezTo>
                    <a:pt x="17765" y="21305"/>
                    <a:pt x="17782" y="21309"/>
                    <a:pt x="17799" y="21309"/>
                  </a:cubicBezTo>
                  <a:cubicBezTo>
                    <a:pt x="17815" y="21309"/>
                    <a:pt x="17832" y="21305"/>
                    <a:pt x="17852" y="21298"/>
                  </a:cubicBezTo>
                  <a:cubicBezTo>
                    <a:pt x="17888" y="21285"/>
                    <a:pt x="17923" y="21255"/>
                    <a:pt x="17954" y="21222"/>
                  </a:cubicBezTo>
                  <a:cubicBezTo>
                    <a:pt x="17986" y="21188"/>
                    <a:pt x="18010" y="21148"/>
                    <a:pt x="18033" y="21104"/>
                  </a:cubicBezTo>
                  <a:cubicBezTo>
                    <a:pt x="18041" y="21085"/>
                    <a:pt x="18053" y="21058"/>
                    <a:pt x="18061" y="21041"/>
                  </a:cubicBezTo>
                  <a:cubicBezTo>
                    <a:pt x="18072" y="21015"/>
                    <a:pt x="18079" y="20994"/>
                    <a:pt x="18085" y="20971"/>
                  </a:cubicBezTo>
                  <a:cubicBezTo>
                    <a:pt x="18112" y="20881"/>
                    <a:pt x="18122" y="20790"/>
                    <a:pt x="18116" y="20713"/>
                  </a:cubicBezTo>
                  <a:cubicBezTo>
                    <a:pt x="18110" y="20634"/>
                    <a:pt x="18088" y="20568"/>
                    <a:pt x="18058" y="20530"/>
                  </a:cubicBezTo>
                  <a:cubicBezTo>
                    <a:pt x="18042" y="20510"/>
                    <a:pt x="18029" y="20497"/>
                    <a:pt x="18018" y="20487"/>
                  </a:cubicBezTo>
                  <a:cubicBezTo>
                    <a:pt x="18010" y="20482"/>
                    <a:pt x="18004" y="20479"/>
                    <a:pt x="18002" y="20477"/>
                  </a:cubicBezTo>
                  <a:close/>
                  <a:moveTo>
                    <a:pt x="9236" y="16504"/>
                  </a:moveTo>
                  <a:cubicBezTo>
                    <a:pt x="9710" y="16504"/>
                    <a:pt x="10328" y="16589"/>
                    <a:pt x="11058" y="16887"/>
                  </a:cubicBezTo>
                  <a:cubicBezTo>
                    <a:pt x="13517" y="17893"/>
                    <a:pt x="14219" y="18411"/>
                    <a:pt x="14535" y="19840"/>
                  </a:cubicBezTo>
                  <a:cubicBezTo>
                    <a:pt x="13964" y="20209"/>
                    <a:pt x="13584" y="20614"/>
                    <a:pt x="13322" y="21031"/>
                  </a:cubicBezTo>
                  <a:lnTo>
                    <a:pt x="10234" y="22338"/>
                  </a:lnTo>
                  <a:cubicBezTo>
                    <a:pt x="9946" y="20385"/>
                    <a:pt x="9314" y="19774"/>
                    <a:pt x="6547" y="18642"/>
                  </a:cubicBezTo>
                  <a:cubicBezTo>
                    <a:pt x="5927" y="18389"/>
                    <a:pt x="5436" y="18305"/>
                    <a:pt x="5054" y="18305"/>
                  </a:cubicBezTo>
                  <a:cubicBezTo>
                    <a:pt x="5039" y="18305"/>
                    <a:pt x="5024" y="18305"/>
                    <a:pt x="5010" y="18305"/>
                  </a:cubicBezTo>
                  <a:cubicBezTo>
                    <a:pt x="5909" y="17788"/>
                    <a:pt x="7088" y="17209"/>
                    <a:pt x="8470" y="16589"/>
                  </a:cubicBezTo>
                  <a:cubicBezTo>
                    <a:pt x="8595" y="16558"/>
                    <a:pt x="8762" y="16529"/>
                    <a:pt x="8970" y="16512"/>
                  </a:cubicBezTo>
                  <a:lnTo>
                    <a:pt x="8970" y="16512"/>
                  </a:lnTo>
                  <a:cubicBezTo>
                    <a:pt x="8772" y="16604"/>
                    <a:pt x="8582" y="16691"/>
                    <a:pt x="8398" y="16774"/>
                  </a:cubicBezTo>
                  <a:cubicBezTo>
                    <a:pt x="7663" y="17110"/>
                    <a:pt x="7058" y="17403"/>
                    <a:pt x="6633" y="17606"/>
                  </a:cubicBezTo>
                  <a:cubicBezTo>
                    <a:pt x="6210" y="17812"/>
                    <a:pt x="5970" y="17929"/>
                    <a:pt x="5970" y="17929"/>
                  </a:cubicBezTo>
                  <a:cubicBezTo>
                    <a:pt x="5970" y="17929"/>
                    <a:pt x="6957" y="17497"/>
                    <a:pt x="8435" y="16847"/>
                  </a:cubicBezTo>
                  <a:cubicBezTo>
                    <a:pt x="8684" y="16738"/>
                    <a:pt x="8950" y="16621"/>
                    <a:pt x="9225" y="16504"/>
                  </a:cubicBezTo>
                  <a:cubicBezTo>
                    <a:pt x="9229" y="16504"/>
                    <a:pt x="9233" y="16504"/>
                    <a:pt x="9236" y="16504"/>
                  </a:cubicBezTo>
                  <a:close/>
                  <a:moveTo>
                    <a:pt x="16061" y="21334"/>
                  </a:moveTo>
                  <a:cubicBezTo>
                    <a:pt x="16067" y="21337"/>
                    <a:pt x="16095" y="21340"/>
                    <a:pt x="16139" y="21372"/>
                  </a:cubicBezTo>
                  <a:cubicBezTo>
                    <a:pt x="16187" y="21407"/>
                    <a:pt x="16236" y="21484"/>
                    <a:pt x="16260" y="21578"/>
                  </a:cubicBezTo>
                  <a:cubicBezTo>
                    <a:pt x="16286" y="21672"/>
                    <a:pt x="16290" y="21783"/>
                    <a:pt x="16268" y="21896"/>
                  </a:cubicBezTo>
                  <a:cubicBezTo>
                    <a:pt x="16263" y="21924"/>
                    <a:pt x="16255" y="21954"/>
                    <a:pt x="16248" y="21978"/>
                  </a:cubicBezTo>
                  <a:cubicBezTo>
                    <a:pt x="16240" y="22008"/>
                    <a:pt x="16229" y="22037"/>
                    <a:pt x="16216" y="22063"/>
                  </a:cubicBezTo>
                  <a:cubicBezTo>
                    <a:pt x="16192" y="22116"/>
                    <a:pt x="16160" y="22169"/>
                    <a:pt x="16119" y="22216"/>
                  </a:cubicBezTo>
                  <a:cubicBezTo>
                    <a:pt x="16078" y="22260"/>
                    <a:pt x="16027" y="22300"/>
                    <a:pt x="15961" y="22324"/>
                  </a:cubicBezTo>
                  <a:cubicBezTo>
                    <a:pt x="15939" y="22334"/>
                    <a:pt x="15912" y="22339"/>
                    <a:pt x="15885" y="22339"/>
                  </a:cubicBezTo>
                  <a:cubicBezTo>
                    <a:pt x="15836" y="22339"/>
                    <a:pt x="15784" y="22325"/>
                    <a:pt x="15746" y="22299"/>
                  </a:cubicBezTo>
                  <a:cubicBezTo>
                    <a:pt x="15671" y="22249"/>
                    <a:pt x="15641" y="22189"/>
                    <a:pt x="15621" y="22131"/>
                  </a:cubicBezTo>
                  <a:cubicBezTo>
                    <a:pt x="15601" y="22075"/>
                    <a:pt x="15594" y="22022"/>
                    <a:pt x="15594" y="21975"/>
                  </a:cubicBezTo>
                  <a:cubicBezTo>
                    <a:pt x="15592" y="21881"/>
                    <a:pt x="15612" y="21809"/>
                    <a:pt x="15628" y="21762"/>
                  </a:cubicBezTo>
                  <a:cubicBezTo>
                    <a:pt x="15644" y="21715"/>
                    <a:pt x="15657" y="21689"/>
                    <a:pt x="15657" y="21689"/>
                  </a:cubicBezTo>
                  <a:lnTo>
                    <a:pt x="15657" y="21689"/>
                  </a:lnTo>
                  <a:cubicBezTo>
                    <a:pt x="15657" y="21689"/>
                    <a:pt x="15655" y="21720"/>
                    <a:pt x="15655" y="21770"/>
                  </a:cubicBezTo>
                  <a:cubicBezTo>
                    <a:pt x="15656" y="21820"/>
                    <a:pt x="15657" y="21891"/>
                    <a:pt x="15675" y="21975"/>
                  </a:cubicBezTo>
                  <a:cubicBezTo>
                    <a:pt x="15683" y="22017"/>
                    <a:pt x="15698" y="22061"/>
                    <a:pt x="15718" y="22102"/>
                  </a:cubicBezTo>
                  <a:cubicBezTo>
                    <a:pt x="15737" y="22142"/>
                    <a:pt x="15773" y="22178"/>
                    <a:pt x="15796" y="22191"/>
                  </a:cubicBezTo>
                  <a:cubicBezTo>
                    <a:pt x="15817" y="22203"/>
                    <a:pt x="15835" y="22207"/>
                    <a:pt x="15853" y="22207"/>
                  </a:cubicBezTo>
                  <a:cubicBezTo>
                    <a:pt x="15870" y="22207"/>
                    <a:pt x="15886" y="22203"/>
                    <a:pt x="15906" y="22197"/>
                  </a:cubicBezTo>
                  <a:cubicBezTo>
                    <a:pt x="15945" y="22183"/>
                    <a:pt x="15981" y="22151"/>
                    <a:pt x="16013" y="22116"/>
                  </a:cubicBezTo>
                  <a:cubicBezTo>
                    <a:pt x="16047" y="22081"/>
                    <a:pt x="16074" y="22038"/>
                    <a:pt x="16095" y="21994"/>
                  </a:cubicBezTo>
                  <a:cubicBezTo>
                    <a:pt x="16106" y="21971"/>
                    <a:pt x="16115" y="21948"/>
                    <a:pt x="16126" y="21927"/>
                  </a:cubicBezTo>
                  <a:cubicBezTo>
                    <a:pt x="16135" y="21900"/>
                    <a:pt x="16145" y="21877"/>
                    <a:pt x="16152" y="21854"/>
                  </a:cubicBezTo>
                  <a:cubicBezTo>
                    <a:pt x="16180" y="21760"/>
                    <a:pt x="16189" y="21665"/>
                    <a:pt x="16182" y="21582"/>
                  </a:cubicBezTo>
                  <a:cubicBezTo>
                    <a:pt x="16176" y="21500"/>
                    <a:pt x="16153" y="21431"/>
                    <a:pt x="16121" y="21391"/>
                  </a:cubicBezTo>
                  <a:cubicBezTo>
                    <a:pt x="16106" y="21371"/>
                    <a:pt x="16091" y="21356"/>
                    <a:pt x="16079" y="21347"/>
                  </a:cubicBezTo>
                  <a:cubicBezTo>
                    <a:pt x="16070" y="21341"/>
                    <a:pt x="16064" y="21336"/>
                    <a:pt x="16061" y="21334"/>
                  </a:cubicBezTo>
                  <a:close/>
                  <a:moveTo>
                    <a:pt x="31623" y="16727"/>
                  </a:moveTo>
                  <a:cubicBezTo>
                    <a:pt x="31623" y="16727"/>
                    <a:pt x="31443" y="16860"/>
                    <a:pt x="31129" y="17091"/>
                  </a:cubicBezTo>
                  <a:cubicBezTo>
                    <a:pt x="30970" y="17205"/>
                    <a:pt x="30784" y="17352"/>
                    <a:pt x="30554" y="17498"/>
                  </a:cubicBezTo>
                  <a:cubicBezTo>
                    <a:pt x="30326" y="17647"/>
                    <a:pt x="30071" y="17819"/>
                    <a:pt x="29789" y="18000"/>
                  </a:cubicBezTo>
                  <a:cubicBezTo>
                    <a:pt x="29500" y="18172"/>
                    <a:pt x="29187" y="18362"/>
                    <a:pt x="28858" y="18559"/>
                  </a:cubicBezTo>
                  <a:cubicBezTo>
                    <a:pt x="28524" y="18751"/>
                    <a:pt x="28168" y="18948"/>
                    <a:pt x="27798" y="19151"/>
                  </a:cubicBezTo>
                  <a:cubicBezTo>
                    <a:pt x="27425" y="19346"/>
                    <a:pt x="27038" y="19547"/>
                    <a:pt x="26646" y="19750"/>
                  </a:cubicBezTo>
                  <a:cubicBezTo>
                    <a:pt x="26247" y="19945"/>
                    <a:pt x="25847" y="20150"/>
                    <a:pt x="25439" y="20344"/>
                  </a:cubicBezTo>
                  <a:cubicBezTo>
                    <a:pt x="25029" y="20532"/>
                    <a:pt x="24622" y="20726"/>
                    <a:pt x="24216" y="20904"/>
                  </a:cubicBezTo>
                  <a:cubicBezTo>
                    <a:pt x="23810" y="21085"/>
                    <a:pt x="23410" y="21264"/>
                    <a:pt x="23020" y="21427"/>
                  </a:cubicBezTo>
                  <a:cubicBezTo>
                    <a:pt x="22632" y="21597"/>
                    <a:pt x="22251" y="21750"/>
                    <a:pt x="21892" y="21897"/>
                  </a:cubicBezTo>
                  <a:cubicBezTo>
                    <a:pt x="21531" y="22042"/>
                    <a:pt x="21189" y="22178"/>
                    <a:pt x="20874" y="22304"/>
                  </a:cubicBezTo>
                  <a:cubicBezTo>
                    <a:pt x="20242" y="22551"/>
                    <a:pt x="19710" y="22743"/>
                    <a:pt x="19336" y="22880"/>
                  </a:cubicBezTo>
                  <a:cubicBezTo>
                    <a:pt x="18962" y="23015"/>
                    <a:pt x="18746" y="23086"/>
                    <a:pt x="18746" y="23086"/>
                  </a:cubicBezTo>
                  <a:cubicBezTo>
                    <a:pt x="18746" y="23086"/>
                    <a:pt x="18954" y="23001"/>
                    <a:pt x="19322" y="22854"/>
                  </a:cubicBezTo>
                  <a:cubicBezTo>
                    <a:pt x="19689" y="22707"/>
                    <a:pt x="20210" y="22488"/>
                    <a:pt x="20836" y="22230"/>
                  </a:cubicBezTo>
                  <a:cubicBezTo>
                    <a:pt x="21148" y="22097"/>
                    <a:pt x="21486" y="21955"/>
                    <a:pt x="21841" y="21803"/>
                  </a:cubicBezTo>
                  <a:cubicBezTo>
                    <a:pt x="22197" y="21649"/>
                    <a:pt x="22572" y="21485"/>
                    <a:pt x="22960" y="21317"/>
                  </a:cubicBezTo>
                  <a:cubicBezTo>
                    <a:pt x="23347" y="21149"/>
                    <a:pt x="23746" y="20969"/>
                    <a:pt x="24148" y="20785"/>
                  </a:cubicBezTo>
                  <a:cubicBezTo>
                    <a:pt x="24553" y="20604"/>
                    <a:pt x="24957" y="20407"/>
                    <a:pt x="25365" y="20216"/>
                  </a:cubicBezTo>
                  <a:cubicBezTo>
                    <a:pt x="25772" y="20027"/>
                    <a:pt x="26173" y="19825"/>
                    <a:pt x="26574" y="19633"/>
                  </a:cubicBezTo>
                  <a:cubicBezTo>
                    <a:pt x="26966" y="19432"/>
                    <a:pt x="27354" y="19234"/>
                    <a:pt x="27730" y="19042"/>
                  </a:cubicBezTo>
                  <a:cubicBezTo>
                    <a:pt x="28101" y="18842"/>
                    <a:pt x="28458" y="18652"/>
                    <a:pt x="28797" y="18468"/>
                  </a:cubicBezTo>
                  <a:cubicBezTo>
                    <a:pt x="29132" y="18277"/>
                    <a:pt x="29447" y="18097"/>
                    <a:pt x="29739" y="17931"/>
                  </a:cubicBezTo>
                  <a:cubicBezTo>
                    <a:pt x="30025" y="17756"/>
                    <a:pt x="30288" y="17595"/>
                    <a:pt x="30520" y="17452"/>
                  </a:cubicBezTo>
                  <a:cubicBezTo>
                    <a:pt x="30755" y="17315"/>
                    <a:pt x="30947" y="17176"/>
                    <a:pt x="31111" y="17068"/>
                  </a:cubicBezTo>
                  <a:cubicBezTo>
                    <a:pt x="31436" y="16852"/>
                    <a:pt x="31623" y="16727"/>
                    <a:pt x="31623" y="16727"/>
                  </a:cubicBezTo>
                  <a:close/>
                  <a:moveTo>
                    <a:pt x="29258" y="21392"/>
                  </a:moveTo>
                  <a:cubicBezTo>
                    <a:pt x="29641" y="21392"/>
                    <a:pt x="30024" y="21432"/>
                    <a:pt x="30394" y="21454"/>
                  </a:cubicBezTo>
                  <a:cubicBezTo>
                    <a:pt x="31908" y="21567"/>
                    <a:pt x="33323" y="21672"/>
                    <a:pt x="34533" y="21762"/>
                  </a:cubicBezTo>
                  <a:cubicBezTo>
                    <a:pt x="36957" y="21954"/>
                    <a:pt x="38574" y="22079"/>
                    <a:pt x="38574" y="22079"/>
                  </a:cubicBezTo>
                  <a:cubicBezTo>
                    <a:pt x="38574" y="22079"/>
                    <a:pt x="36962" y="21987"/>
                    <a:pt x="34540" y="21842"/>
                  </a:cubicBezTo>
                  <a:cubicBezTo>
                    <a:pt x="33328" y="21766"/>
                    <a:pt x="31917" y="21674"/>
                    <a:pt x="30402" y="21578"/>
                  </a:cubicBezTo>
                  <a:cubicBezTo>
                    <a:pt x="30037" y="21554"/>
                    <a:pt x="29665" y="21520"/>
                    <a:pt x="29295" y="21520"/>
                  </a:cubicBezTo>
                  <a:cubicBezTo>
                    <a:pt x="29281" y="21520"/>
                    <a:pt x="29268" y="21520"/>
                    <a:pt x="29254" y="21520"/>
                  </a:cubicBezTo>
                  <a:cubicBezTo>
                    <a:pt x="29159" y="21524"/>
                    <a:pt x="29065" y="21525"/>
                    <a:pt x="28969" y="21528"/>
                  </a:cubicBezTo>
                  <a:cubicBezTo>
                    <a:pt x="28873" y="21535"/>
                    <a:pt x="28777" y="21544"/>
                    <a:pt x="28682" y="21551"/>
                  </a:cubicBezTo>
                  <a:cubicBezTo>
                    <a:pt x="28489" y="21562"/>
                    <a:pt x="28298" y="21591"/>
                    <a:pt x="28105" y="21610"/>
                  </a:cubicBezTo>
                  <a:cubicBezTo>
                    <a:pt x="27335" y="21708"/>
                    <a:pt x="26563" y="21856"/>
                    <a:pt x="25797" y="22017"/>
                  </a:cubicBezTo>
                  <a:cubicBezTo>
                    <a:pt x="24265" y="22338"/>
                    <a:pt x="22752" y="22718"/>
                    <a:pt x="21339" y="23095"/>
                  </a:cubicBezTo>
                  <a:cubicBezTo>
                    <a:pt x="19928" y="23473"/>
                    <a:pt x="18616" y="23838"/>
                    <a:pt x="17496" y="24164"/>
                  </a:cubicBezTo>
                  <a:cubicBezTo>
                    <a:pt x="16376" y="24489"/>
                    <a:pt x="15443" y="24762"/>
                    <a:pt x="14791" y="24959"/>
                  </a:cubicBezTo>
                  <a:cubicBezTo>
                    <a:pt x="14141" y="25158"/>
                    <a:pt x="13769" y="25272"/>
                    <a:pt x="13769" y="25272"/>
                  </a:cubicBezTo>
                  <a:cubicBezTo>
                    <a:pt x="13769" y="25272"/>
                    <a:pt x="14137" y="25151"/>
                    <a:pt x="14782" y="24938"/>
                  </a:cubicBezTo>
                  <a:cubicBezTo>
                    <a:pt x="15428" y="24728"/>
                    <a:pt x="16349" y="24427"/>
                    <a:pt x="17465" y="24089"/>
                  </a:cubicBezTo>
                  <a:cubicBezTo>
                    <a:pt x="18581" y="23751"/>
                    <a:pt x="19885" y="23360"/>
                    <a:pt x="21296" y="22977"/>
                  </a:cubicBezTo>
                  <a:cubicBezTo>
                    <a:pt x="22706" y="22594"/>
                    <a:pt x="24220" y="22206"/>
                    <a:pt x="25755" y="21879"/>
                  </a:cubicBezTo>
                  <a:cubicBezTo>
                    <a:pt x="26523" y="21721"/>
                    <a:pt x="27297" y="21576"/>
                    <a:pt x="28072" y="21481"/>
                  </a:cubicBezTo>
                  <a:cubicBezTo>
                    <a:pt x="28267" y="21461"/>
                    <a:pt x="28460" y="21433"/>
                    <a:pt x="28655" y="21422"/>
                  </a:cubicBezTo>
                  <a:cubicBezTo>
                    <a:pt x="28752" y="21415"/>
                    <a:pt x="28850" y="21407"/>
                    <a:pt x="28945" y="21401"/>
                  </a:cubicBezTo>
                  <a:cubicBezTo>
                    <a:pt x="29045" y="21398"/>
                    <a:pt x="29141" y="21395"/>
                    <a:pt x="29239" y="21392"/>
                  </a:cubicBezTo>
                  <a:cubicBezTo>
                    <a:pt x="29246" y="21392"/>
                    <a:pt x="29252" y="21392"/>
                    <a:pt x="29258" y="21392"/>
                  </a:cubicBezTo>
                  <a:close/>
                  <a:moveTo>
                    <a:pt x="5086" y="18529"/>
                  </a:moveTo>
                  <a:cubicBezTo>
                    <a:pt x="5440" y="18529"/>
                    <a:pt x="5903" y="18607"/>
                    <a:pt x="6494" y="18849"/>
                  </a:cubicBezTo>
                  <a:cubicBezTo>
                    <a:pt x="9249" y="19976"/>
                    <a:pt x="9780" y="20521"/>
                    <a:pt x="10043" y="22502"/>
                  </a:cubicBezTo>
                  <a:lnTo>
                    <a:pt x="10058" y="22613"/>
                  </a:lnTo>
                  <a:lnTo>
                    <a:pt x="17924" y="19384"/>
                  </a:lnTo>
                  <a:lnTo>
                    <a:pt x="12958" y="21824"/>
                  </a:lnTo>
                  <a:cubicBezTo>
                    <a:pt x="12657" y="22707"/>
                    <a:pt x="12676" y="23585"/>
                    <a:pt x="12347" y="24245"/>
                  </a:cubicBezTo>
                  <a:lnTo>
                    <a:pt x="10070" y="25261"/>
                  </a:lnTo>
                  <a:lnTo>
                    <a:pt x="11709" y="24939"/>
                  </a:lnTo>
                  <a:lnTo>
                    <a:pt x="11695" y="24950"/>
                  </a:lnTo>
                  <a:cubicBezTo>
                    <a:pt x="10557" y="25288"/>
                    <a:pt x="9835" y="25512"/>
                    <a:pt x="9835" y="25512"/>
                  </a:cubicBezTo>
                  <a:cubicBezTo>
                    <a:pt x="9835" y="25512"/>
                    <a:pt x="9875" y="25214"/>
                    <a:pt x="9706" y="24715"/>
                  </a:cubicBezTo>
                  <a:cubicBezTo>
                    <a:pt x="9600" y="24406"/>
                    <a:pt x="9468" y="24213"/>
                    <a:pt x="9468" y="24213"/>
                  </a:cubicBezTo>
                  <a:lnTo>
                    <a:pt x="6080" y="25597"/>
                  </a:lnTo>
                  <a:lnTo>
                    <a:pt x="8928" y="24141"/>
                  </a:lnTo>
                  <a:lnTo>
                    <a:pt x="8928" y="24141"/>
                  </a:lnTo>
                  <a:lnTo>
                    <a:pt x="5939" y="25381"/>
                  </a:lnTo>
                  <a:cubicBezTo>
                    <a:pt x="5883" y="25285"/>
                    <a:pt x="5802" y="25187"/>
                    <a:pt x="5724" y="25077"/>
                  </a:cubicBezTo>
                  <a:cubicBezTo>
                    <a:pt x="5681" y="25021"/>
                    <a:pt x="5638" y="24963"/>
                    <a:pt x="5594" y="24903"/>
                  </a:cubicBezTo>
                  <a:cubicBezTo>
                    <a:pt x="5572" y="24872"/>
                    <a:pt x="5550" y="24842"/>
                    <a:pt x="5525" y="24810"/>
                  </a:cubicBezTo>
                  <a:cubicBezTo>
                    <a:pt x="5500" y="24782"/>
                    <a:pt x="5473" y="24751"/>
                    <a:pt x="5446" y="24721"/>
                  </a:cubicBezTo>
                  <a:cubicBezTo>
                    <a:pt x="5339" y="24602"/>
                    <a:pt x="5231" y="24473"/>
                    <a:pt x="5110" y="24348"/>
                  </a:cubicBezTo>
                  <a:cubicBezTo>
                    <a:pt x="4983" y="24229"/>
                    <a:pt x="4858" y="24101"/>
                    <a:pt x="4720" y="23983"/>
                  </a:cubicBezTo>
                  <a:cubicBezTo>
                    <a:pt x="4650" y="23925"/>
                    <a:pt x="4579" y="23869"/>
                    <a:pt x="4506" y="23811"/>
                  </a:cubicBezTo>
                  <a:cubicBezTo>
                    <a:pt x="4436" y="23755"/>
                    <a:pt x="4364" y="23696"/>
                    <a:pt x="4287" y="23647"/>
                  </a:cubicBezTo>
                  <a:cubicBezTo>
                    <a:pt x="4136" y="23544"/>
                    <a:pt x="3988" y="23436"/>
                    <a:pt x="3831" y="23353"/>
                  </a:cubicBezTo>
                  <a:cubicBezTo>
                    <a:pt x="3753" y="23309"/>
                    <a:pt x="3678" y="23262"/>
                    <a:pt x="3600" y="23224"/>
                  </a:cubicBezTo>
                  <a:cubicBezTo>
                    <a:pt x="3523" y="23187"/>
                    <a:pt x="3445" y="23148"/>
                    <a:pt x="3370" y="23113"/>
                  </a:cubicBezTo>
                  <a:cubicBezTo>
                    <a:pt x="3221" y="23039"/>
                    <a:pt x="3068" y="22985"/>
                    <a:pt x="2928" y="22929"/>
                  </a:cubicBezTo>
                  <a:cubicBezTo>
                    <a:pt x="2785" y="22882"/>
                    <a:pt x="2652" y="22831"/>
                    <a:pt x="2525" y="22801"/>
                  </a:cubicBezTo>
                  <a:cubicBezTo>
                    <a:pt x="2022" y="22660"/>
                    <a:pt x="1685" y="22649"/>
                    <a:pt x="1685" y="22649"/>
                  </a:cubicBezTo>
                  <a:lnTo>
                    <a:pt x="1685" y="22649"/>
                  </a:lnTo>
                  <a:cubicBezTo>
                    <a:pt x="1685" y="22649"/>
                    <a:pt x="1823" y="22668"/>
                    <a:pt x="2047" y="22733"/>
                  </a:cubicBezTo>
                  <a:lnTo>
                    <a:pt x="1673" y="23897"/>
                  </a:lnTo>
                  <a:lnTo>
                    <a:pt x="2186" y="22774"/>
                  </a:lnTo>
                  <a:cubicBezTo>
                    <a:pt x="2282" y="22804"/>
                    <a:pt x="2390" y="22843"/>
                    <a:pt x="2508" y="22888"/>
                  </a:cubicBezTo>
                  <a:cubicBezTo>
                    <a:pt x="2629" y="22931"/>
                    <a:pt x="2756" y="22995"/>
                    <a:pt x="2892" y="23055"/>
                  </a:cubicBezTo>
                  <a:cubicBezTo>
                    <a:pt x="3024" y="23125"/>
                    <a:pt x="3166" y="23191"/>
                    <a:pt x="3303" y="23278"/>
                  </a:cubicBezTo>
                  <a:cubicBezTo>
                    <a:pt x="3371" y="23320"/>
                    <a:pt x="3443" y="23364"/>
                    <a:pt x="3515" y="23407"/>
                  </a:cubicBezTo>
                  <a:cubicBezTo>
                    <a:pt x="3553" y="23432"/>
                    <a:pt x="3590" y="23458"/>
                    <a:pt x="3629" y="23486"/>
                  </a:cubicBezTo>
                  <a:lnTo>
                    <a:pt x="2787" y="24486"/>
                  </a:lnTo>
                  <a:lnTo>
                    <a:pt x="3848" y="23643"/>
                  </a:lnTo>
                  <a:cubicBezTo>
                    <a:pt x="3943" y="23717"/>
                    <a:pt x="4036" y="23796"/>
                    <a:pt x="4129" y="23874"/>
                  </a:cubicBezTo>
                  <a:cubicBezTo>
                    <a:pt x="4197" y="23928"/>
                    <a:pt x="4258" y="23988"/>
                    <a:pt x="4319" y="24049"/>
                  </a:cubicBezTo>
                  <a:cubicBezTo>
                    <a:pt x="4383" y="24109"/>
                    <a:pt x="4443" y="24167"/>
                    <a:pt x="4503" y="24227"/>
                  </a:cubicBezTo>
                  <a:cubicBezTo>
                    <a:pt x="4620" y="24351"/>
                    <a:pt x="4725" y="24481"/>
                    <a:pt x="4832" y="24601"/>
                  </a:cubicBezTo>
                  <a:cubicBezTo>
                    <a:pt x="4933" y="24727"/>
                    <a:pt x="5020" y="24856"/>
                    <a:pt x="5108" y="24971"/>
                  </a:cubicBezTo>
                  <a:cubicBezTo>
                    <a:pt x="5129" y="25002"/>
                    <a:pt x="5149" y="25030"/>
                    <a:pt x="5171" y="25059"/>
                  </a:cubicBezTo>
                  <a:cubicBezTo>
                    <a:pt x="5190" y="25089"/>
                    <a:pt x="5208" y="25119"/>
                    <a:pt x="5225" y="25150"/>
                  </a:cubicBezTo>
                  <a:cubicBezTo>
                    <a:pt x="5259" y="25208"/>
                    <a:pt x="5296" y="25265"/>
                    <a:pt x="5327" y="25320"/>
                  </a:cubicBezTo>
                  <a:cubicBezTo>
                    <a:pt x="5380" y="25413"/>
                    <a:pt x="5437" y="25495"/>
                    <a:pt x="5477" y="25576"/>
                  </a:cubicBezTo>
                  <a:lnTo>
                    <a:pt x="3950" y="26208"/>
                  </a:lnTo>
                  <a:cubicBezTo>
                    <a:pt x="2449" y="24528"/>
                    <a:pt x="1388" y="24164"/>
                    <a:pt x="906" y="24093"/>
                  </a:cubicBezTo>
                  <a:cubicBezTo>
                    <a:pt x="1220" y="23232"/>
                    <a:pt x="1584" y="22285"/>
                    <a:pt x="2045" y="21406"/>
                  </a:cubicBezTo>
                  <a:cubicBezTo>
                    <a:pt x="2078" y="21411"/>
                    <a:pt x="2113" y="21414"/>
                    <a:pt x="2147" y="21419"/>
                  </a:cubicBezTo>
                  <a:cubicBezTo>
                    <a:pt x="2321" y="21191"/>
                    <a:pt x="2512" y="20943"/>
                    <a:pt x="2709" y="20698"/>
                  </a:cubicBezTo>
                  <a:cubicBezTo>
                    <a:pt x="2918" y="20438"/>
                    <a:pt x="3130" y="20183"/>
                    <a:pt x="3328" y="19954"/>
                  </a:cubicBezTo>
                  <a:cubicBezTo>
                    <a:pt x="3239" y="19945"/>
                    <a:pt x="3155" y="19940"/>
                    <a:pt x="3078" y="19940"/>
                  </a:cubicBezTo>
                  <a:cubicBezTo>
                    <a:pt x="3041" y="19940"/>
                    <a:pt x="3006" y="19941"/>
                    <a:pt x="2973" y="19943"/>
                  </a:cubicBezTo>
                  <a:cubicBezTo>
                    <a:pt x="3132" y="19742"/>
                    <a:pt x="3300" y="19553"/>
                    <a:pt x="3477" y="19378"/>
                  </a:cubicBezTo>
                  <a:cubicBezTo>
                    <a:pt x="3712" y="19149"/>
                    <a:pt x="4060" y="18892"/>
                    <a:pt x="4502" y="18614"/>
                  </a:cubicBezTo>
                  <a:cubicBezTo>
                    <a:pt x="4648" y="18567"/>
                    <a:pt x="4841" y="18529"/>
                    <a:pt x="5086" y="18529"/>
                  </a:cubicBezTo>
                  <a:close/>
                  <a:moveTo>
                    <a:pt x="823" y="25154"/>
                  </a:moveTo>
                  <a:cubicBezTo>
                    <a:pt x="858" y="25154"/>
                    <a:pt x="896" y="25157"/>
                    <a:pt x="934" y="25163"/>
                  </a:cubicBezTo>
                  <a:cubicBezTo>
                    <a:pt x="1005" y="25171"/>
                    <a:pt x="1076" y="25198"/>
                    <a:pt x="1154" y="25224"/>
                  </a:cubicBezTo>
                  <a:cubicBezTo>
                    <a:pt x="1228" y="25257"/>
                    <a:pt x="1309" y="25288"/>
                    <a:pt x="1383" y="25339"/>
                  </a:cubicBezTo>
                  <a:cubicBezTo>
                    <a:pt x="1460" y="25385"/>
                    <a:pt x="1532" y="25440"/>
                    <a:pt x="1603" y="25499"/>
                  </a:cubicBezTo>
                  <a:cubicBezTo>
                    <a:pt x="1677" y="25554"/>
                    <a:pt x="1742" y="25620"/>
                    <a:pt x="1810" y="25683"/>
                  </a:cubicBezTo>
                  <a:cubicBezTo>
                    <a:pt x="1878" y="25745"/>
                    <a:pt x="1937" y="25816"/>
                    <a:pt x="1999" y="25879"/>
                  </a:cubicBezTo>
                  <a:cubicBezTo>
                    <a:pt x="2061" y="25943"/>
                    <a:pt x="2114" y="26013"/>
                    <a:pt x="2168" y="26079"/>
                  </a:cubicBezTo>
                  <a:cubicBezTo>
                    <a:pt x="2277" y="26208"/>
                    <a:pt x="2360" y="26342"/>
                    <a:pt x="2437" y="26450"/>
                  </a:cubicBezTo>
                  <a:cubicBezTo>
                    <a:pt x="2476" y="26503"/>
                    <a:pt x="2504" y="26560"/>
                    <a:pt x="2532" y="26604"/>
                  </a:cubicBezTo>
                  <a:cubicBezTo>
                    <a:pt x="2559" y="26651"/>
                    <a:pt x="2583" y="26691"/>
                    <a:pt x="2603" y="26725"/>
                  </a:cubicBezTo>
                  <a:cubicBezTo>
                    <a:pt x="2642" y="26792"/>
                    <a:pt x="2662" y="26831"/>
                    <a:pt x="2662" y="26831"/>
                  </a:cubicBezTo>
                  <a:cubicBezTo>
                    <a:pt x="2662" y="26831"/>
                    <a:pt x="2631" y="26799"/>
                    <a:pt x="2576" y="26743"/>
                  </a:cubicBezTo>
                  <a:cubicBezTo>
                    <a:pt x="2550" y="26714"/>
                    <a:pt x="2517" y="26681"/>
                    <a:pt x="2481" y="26642"/>
                  </a:cubicBezTo>
                  <a:cubicBezTo>
                    <a:pt x="2442" y="26603"/>
                    <a:pt x="2403" y="26557"/>
                    <a:pt x="2356" y="26513"/>
                  </a:cubicBezTo>
                  <a:cubicBezTo>
                    <a:pt x="2309" y="26467"/>
                    <a:pt x="2260" y="26416"/>
                    <a:pt x="2206" y="26365"/>
                  </a:cubicBezTo>
                  <a:cubicBezTo>
                    <a:pt x="2153" y="26311"/>
                    <a:pt x="2093" y="26260"/>
                    <a:pt x="2034" y="26205"/>
                  </a:cubicBezTo>
                  <a:cubicBezTo>
                    <a:pt x="1973" y="26152"/>
                    <a:pt x="1914" y="26093"/>
                    <a:pt x="1847" y="26043"/>
                  </a:cubicBezTo>
                  <a:cubicBezTo>
                    <a:pt x="1783" y="25990"/>
                    <a:pt x="1718" y="25935"/>
                    <a:pt x="1648" y="25890"/>
                  </a:cubicBezTo>
                  <a:cubicBezTo>
                    <a:pt x="1579" y="25843"/>
                    <a:pt x="1512" y="25792"/>
                    <a:pt x="1442" y="25754"/>
                  </a:cubicBezTo>
                  <a:cubicBezTo>
                    <a:pt x="1408" y="25734"/>
                    <a:pt x="1373" y="25711"/>
                    <a:pt x="1340" y="25691"/>
                  </a:cubicBezTo>
                  <a:cubicBezTo>
                    <a:pt x="1303" y="25675"/>
                    <a:pt x="1270" y="25657"/>
                    <a:pt x="1239" y="25640"/>
                  </a:cubicBezTo>
                  <a:cubicBezTo>
                    <a:pt x="1174" y="25601"/>
                    <a:pt x="1109" y="25574"/>
                    <a:pt x="1052" y="25539"/>
                  </a:cubicBezTo>
                  <a:cubicBezTo>
                    <a:pt x="992" y="25512"/>
                    <a:pt x="937" y="25482"/>
                    <a:pt x="884" y="25460"/>
                  </a:cubicBezTo>
                  <a:cubicBezTo>
                    <a:pt x="832" y="25433"/>
                    <a:pt x="784" y="25413"/>
                    <a:pt x="738" y="25388"/>
                  </a:cubicBezTo>
                  <a:cubicBezTo>
                    <a:pt x="692" y="25365"/>
                    <a:pt x="652" y="25345"/>
                    <a:pt x="619" y="25328"/>
                  </a:cubicBezTo>
                  <a:cubicBezTo>
                    <a:pt x="584" y="25311"/>
                    <a:pt x="555" y="25298"/>
                    <a:pt x="534" y="25287"/>
                  </a:cubicBezTo>
                  <a:cubicBezTo>
                    <a:pt x="511" y="25275"/>
                    <a:pt x="500" y="25272"/>
                    <a:pt x="500" y="25272"/>
                  </a:cubicBezTo>
                  <a:cubicBezTo>
                    <a:pt x="500" y="25272"/>
                    <a:pt x="506" y="25264"/>
                    <a:pt x="523" y="25247"/>
                  </a:cubicBezTo>
                  <a:cubicBezTo>
                    <a:pt x="539" y="25232"/>
                    <a:pt x="567" y="25213"/>
                    <a:pt x="604" y="25197"/>
                  </a:cubicBezTo>
                  <a:cubicBezTo>
                    <a:pt x="640" y="25179"/>
                    <a:pt x="687" y="25166"/>
                    <a:pt x="745" y="25158"/>
                  </a:cubicBezTo>
                  <a:cubicBezTo>
                    <a:pt x="769" y="25156"/>
                    <a:pt x="795" y="25154"/>
                    <a:pt x="823" y="25154"/>
                  </a:cubicBezTo>
                  <a:close/>
                  <a:moveTo>
                    <a:pt x="2803" y="27122"/>
                  </a:moveTo>
                  <a:cubicBezTo>
                    <a:pt x="2835" y="27126"/>
                    <a:pt x="2868" y="27128"/>
                    <a:pt x="2899" y="27132"/>
                  </a:cubicBezTo>
                  <a:cubicBezTo>
                    <a:pt x="2875" y="27131"/>
                    <a:pt x="2850" y="27128"/>
                    <a:pt x="2828" y="27125"/>
                  </a:cubicBezTo>
                  <a:cubicBezTo>
                    <a:pt x="2819" y="27124"/>
                    <a:pt x="2811" y="27123"/>
                    <a:pt x="2803" y="27122"/>
                  </a:cubicBezTo>
                  <a:close/>
                  <a:moveTo>
                    <a:pt x="31740" y="0"/>
                  </a:moveTo>
                  <a:lnTo>
                    <a:pt x="31056" y="247"/>
                  </a:lnTo>
                  <a:lnTo>
                    <a:pt x="29196" y="920"/>
                  </a:lnTo>
                  <a:cubicBezTo>
                    <a:pt x="28748" y="1083"/>
                    <a:pt x="28407" y="1429"/>
                    <a:pt x="28240" y="1875"/>
                  </a:cubicBezTo>
                  <a:cubicBezTo>
                    <a:pt x="28225" y="1914"/>
                    <a:pt x="28211" y="1953"/>
                    <a:pt x="28199" y="1995"/>
                  </a:cubicBezTo>
                  <a:lnTo>
                    <a:pt x="27616" y="4013"/>
                  </a:lnTo>
                  <a:lnTo>
                    <a:pt x="26558" y="7680"/>
                  </a:lnTo>
                  <a:cubicBezTo>
                    <a:pt x="25379" y="8119"/>
                    <a:pt x="24178" y="8572"/>
                    <a:pt x="22988" y="9023"/>
                  </a:cubicBezTo>
                  <a:cubicBezTo>
                    <a:pt x="22609" y="9166"/>
                    <a:pt x="22192" y="9552"/>
                    <a:pt x="22238" y="10559"/>
                  </a:cubicBezTo>
                  <a:cubicBezTo>
                    <a:pt x="21910" y="10684"/>
                    <a:pt x="21386" y="10886"/>
                    <a:pt x="20901" y="11072"/>
                  </a:cubicBezTo>
                  <a:cubicBezTo>
                    <a:pt x="20511" y="11224"/>
                    <a:pt x="20144" y="11365"/>
                    <a:pt x="19922" y="11448"/>
                  </a:cubicBezTo>
                  <a:lnTo>
                    <a:pt x="14421" y="9583"/>
                  </a:lnTo>
                  <a:lnTo>
                    <a:pt x="14269" y="9532"/>
                  </a:lnTo>
                  <a:lnTo>
                    <a:pt x="14132" y="9583"/>
                  </a:lnTo>
                  <a:cubicBezTo>
                    <a:pt x="13973" y="9644"/>
                    <a:pt x="13497" y="9825"/>
                    <a:pt x="13424" y="10307"/>
                  </a:cubicBezTo>
                  <a:cubicBezTo>
                    <a:pt x="13342" y="10849"/>
                    <a:pt x="13806" y="11348"/>
                    <a:pt x="14343" y="11925"/>
                  </a:cubicBezTo>
                  <a:cubicBezTo>
                    <a:pt x="14713" y="12327"/>
                    <a:pt x="15127" y="12770"/>
                    <a:pt x="15358" y="13228"/>
                  </a:cubicBezTo>
                  <a:cubicBezTo>
                    <a:pt x="9837" y="15405"/>
                    <a:pt x="6400" y="16929"/>
                    <a:pt x="4524" y="18047"/>
                  </a:cubicBezTo>
                  <a:cubicBezTo>
                    <a:pt x="3896" y="18419"/>
                    <a:pt x="3444" y="18748"/>
                    <a:pt x="3147" y="19041"/>
                  </a:cubicBezTo>
                  <a:cubicBezTo>
                    <a:pt x="2848" y="19335"/>
                    <a:pt x="2578" y="19666"/>
                    <a:pt x="2329" y="20020"/>
                  </a:cubicBezTo>
                  <a:cubicBezTo>
                    <a:pt x="1408" y="21336"/>
                    <a:pt x="812" y="22985"/>
                    <a:pt x="314" y="24371"/>
                  </a:cubicBezTo>
                  <a:lnTo>
                    <a:pt x="281" y="24460"/>
                  </a:lnTo>
                  <a:cubicBezTo>
                    <a:pt x="6" y="25225"/>
                    <a:pt x="1" y="25871"/>
                    <a:pt x="269" y="26380"/>
                  </a:cubicBezTo>
                  <a:cubicBezTo>
                    <a:pt x="482" y="26781"/>
                    <a:pt x="844" y="27072"/>
                    <a:pt x="1345" y="27241"/>
                  </a:cubicBezTo>
                  <a:cubicBezTo>
                    <a:pt x="1643" y="27341"/>
                    <a:pt x="1973" y="27422"/>
                    <a:pt x="2328" y="27488"/>
                  </a:cubicBezTo>
                  <a:cubicBezTo>
                    <a:pt x="2489" y="27516"/>
                    <a:pt x="2653" y="27543"/>
                    <a:pt x="2825" y="27564"/>
                  </a:cubicBezTo>
                  <a:cubicBezTo>
                    <a:pt x="3363" y="27631"/>
                    <a:pt x="3937" y="27657"/>
                    <a:pt x="4521" y="27657"/>
                  </a:cubicBezTo>
                  <a:cubicBezTo>
                    <a:pt x="5567" y="27657"/>
                    <a:pt x="6649" y="27574"/>
                    <a:pt x="7634" y="27477"/>
                  </a:cubicBezTo>
                  <a:cubicBezTo>
                    <a:pt x="8818" y="27363"/>
                    <a:pt x="10863" y="26725"/>
                    <a:pt x="13883" y="25527"/>
                  </a:cubicBezTo>
                  <a:cubicBezTo>
                    <a:pt x="13947" y="25508"/>
                    <a:pt x="14067" y="25472"/>
                    <a:pt x="14241" y="25418"/>
                  </a:cubicBezTo>
                  <a:cubicBezTo>
                    <a:pt x="21893" y="23082"/>
                    <a:pt x="27229" y="21815"/>
                    <a:pt x="29391" y="21815"/>
                  </a:cubicBezTo>
                  <a:cubicBezTo>
                    <a:pt x="29521" y="21815"/>
                    <a:pt x="29640" y="21820"/>
                    <a:pt x="29747" y="21829"/>
                  </a:cubicBezTo>
                  <a:cubicBezTo>
                    <a:pt x="30719" y="21914"/>
                    <a:pt x="32108" y="22017"/>
                    <a:pt x="33578" y="22126"/>
                  </a:cubicBezTo>
                  <a:cubicBezTo>
                    <a:pt x="35384" y="22260"/>
                    <a:pt x="37252" y="22400"/>
                    <a:pt x="38587" y="22520"/>
                  </a:cubicBezTo>
                  <a:cubicBezTo>
                    <a:pt x="38792" y="22539"/>
                    <a:pt x="38993" y="22547"/>
                    <a:pt x="39190" y="22547"/>
                  </a:cubicBezTo>
                  <a:cubicBezTo>
                    <a:pt x="39571" y="22547"/>
                    <a:pt x="39937" y="22515"/>
                    <a:pt x="40288" y="22459"/>
                  </a:cubicBezTo>
                  <a:cubicBezTo>
                    <a:pt x="41114" y="22326"/>
                    <a:pt x="41856" y="22057"/>
                    <a:pt x="42483" y="21748"/>
                  </a:cubicBezTo>
                  <a:cubicBezTo>
                    <a:pt x="43840" y="21081"/>
                    <a:pt x="44677" y="20224"/>
                    <a:pt x="44737" y="20162"/>
                  </a:cubicBezTo>
                  <a:lnTo>
                    <a:pt x="45229" y="19651"/>
                  </a:lnTo>
                  <a:lnTo>
                    <a:pt x="44489" y="19416"/>
                  </a:lnTo>
                  <a:lnTo>
                    <a:pt x="42488" y="18782"/>
                  </a:lnTo>
                  <a:lnTo>
                    <a:pt x="40294" y="18086"/>
                  </a:lnTo>
                  <a:lnTo>
                    <a:pt x="33225" y="15844"/>
                  </a:lnTo>
                  <a:cubicBezTo>
                    <a:pt x="33303" y="15308"/>
                    <a:pt x="33350" y="14524"/>
                    <a:pt x="33205" y="13574"/>
                  </a:cubicBezTo>
                  <a:cubicBezTo>
                    <a:pt x="33400" y="13484"/>
                    <a:pt x="33588" y="13400"/>
                    <a:pt x="33767" y="13315"/>
                  </a:cubicBezTo>
                  <a:cubicBezTo>
                    <a:pt x="34839" y="12822"/>
                    <a:pt x="34967" y="11638"/>
                    <a:pt x="34632" y="10749"/>
                  </a:cubicBezTo>
                  <a:cubicBezTo>
                    <a:pt x="34309" y="9885"/>
                    <a:pt x="33612" y="9288"/>
                    <a:pt x="32811" y="9190"/>
                  </a:cubicBezTo>
                  <a:cubicBezTo>
                    <a:pt x="32731" y="9180"/>
                    <a:pt x="32651" y="9175"/>
                    <a:pt x="32571" y="9175"/>
                  </a:cubicBezTo>
                  <a:cubicBezTo>
                    <a:pt x="32332" y="9175"/>
                    <a:pt x="32091" y="9219"/>
                    <a:pt x="31853" y="9308"/>
                  </a:cubicBezTo>
                  <a:cubicBezTo>
                    <a:pt x="31853" y="9308"/>
                    <a:pt x="31560" y="9415"/>
                    <a:pt x="31041" y="9609"/>
                  </a:cubicBezTo>
                  <a:lnTo>
                    <a:pt x="31404" y="4610"/>
                  </a:lnTo>
                  <a:lnTo>
                    <a:pt x="31565" y="2403"/>
                  </a:lnTo>
                  <a:lnTo>
                    <a:pt x="31685" y="751"/>
                  </a:lnTo>
                  <a:lnTo>
                    <a:pt x="3174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45"/>
            <p:cNvSpPr/>
            <p:nvPr/>
          </p:nvSpPr>
          <p:spPr>
            <a:xfrm>
              <a:off x="7417981" y="1721991"/>
              <a:ext cx="445028" cy="57987"/>
            </a:xfrm>
            <a:custGeom>
              <a:rect b="b" l="l" r="r" t="t"/>
              <a:pathLst>
                <a:path extrusionOk="0" h="882" w="6769">
                  <a:moveTo>
                    <a:pt x="6768" y="1"/>
                  </a:moveTo>
                  <a:cubicBezTo>
                    <a:pt x="6768" y="1"/>
                    <a:pt x="6661" y="9"/>
                    <a:pt x="6474" y="24"/>
                  </a:cubicBezTo>
                  <a:cubicBezTo>
                    <a:pt x="6287" y="41"/>
                    <a:pt x="6020" y="63"/>
                    <a:pt x="5702" y="98"/>
                  </a:cubicBezTo>
                  <a:cubicBezTo>
                    <a:pt x="5382" y="134"/>
                    <a:pt x="5010" y="169"/>
                    <a:pt x="4613" y="217"/>
                  </a:cubicBezTo>
                  <a:cubicBezTo>
                    <a:pt x="4214" y="265"/>
                    <a:pt x="3792" y="318"/>
                    <a:pt x="3367" y="370"/>
                  </a:cubicBezTo>
                  <a:cubicBezTo>
                    <a:pt x="2944" y="428"/>
                    <a:pt x="2523" y="486"/>
                    <a:pt x="2126" y="541"/>
                  </a:cubicBezTo>
                  <a:cubicBezTo>
                    <a:pt x="1730" y="594"/>
                    <a:pt x="1364" y="658"/>
                    <a:pt x="1048" y="705"/>
                  </a:cubicBezTo>
                  <a:cubicBezTo>
                    <a:pt x="732" y="750"/>
                    <a:pt x="470" y="800"/>
                    <a:pt x="287" y="830"/>
                  </a:cubicBezTo>
                  <a:cubicBezTo>
                    <a:pt x="103" y="862"/>
                    <a:pt x="0" y="882"/>
                    <a:pt x="0" y="882"/>
                  </a:cubicBezTo>
                  <a:cubicBezTo>
                    <a:pt x="0" y="882"/>
                    <a:pt x="108" y="874"/>
                    <a:pt x="294" y="858"/>
                  </a:cubicBezTo>
                  <a:cubicBezTo>
                    <a:pt x="479" y="840"/>
                    <a:pt x="748" y="820"/>
                    <a:pt x="1066" y="784"/>
                  </a:cubicBezTo>
                  <a:cubicBezTo>
                    <a:pt x="1385" y="749"/>
                    <a:pt x="1758" y="714"/>
                    <a:pt x="2155" y="666"/>
                  </a:cubicBezTo>
                  <a:cubicBezTo>
                    <a:pt x="2553" y="616"/>
                    <a:pt x="2976" y="565"/>
                    <a:pt x="3400" y="513"/>
                  </a:cubicBezTo>
                  <a:cubicBezTo>
                    <a:pt x="3823" y="453"/>
                    <a:pt x="4245" y="397"/>
                    <a:pt x="4641" y="341"/>
                  </a:cubicBezTo>
                  <a:cubicBezTo>
                    <a:pt x="5037" y="287"/>
                    <a:pt x="5404" y="225"/>
                    <a:pt x="5721" y="178"/>
                  </a:cubicBezTo>
                  <a:cubicBezTo>
                    <a:pt x="6036" y="131"/>
                    <a:pt x="6298" y="83"/>
                    <a:pt x="6481" y="52"/>
                  </a:cubicBezTo>
                  <a:cubicBezTo>
                    <a:pt x="6663" y="21"/>
                    <a:pt x="6768" y="1"/>
                    <a:pt x="67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45"/>
            <p:cNvSpPr/>
            <p:nvPr/>
          </p:nvSpPr>
          <p:spPr>
            <a:xfrm>
              <a:off x="7509697" y="1741781"/>
              <a:ext cx="335299" cy="43589"/>
            </a:xfrm>
            <a:custGeom>
              <a:rect b="b" l="l" r="r" t="t"/>
              <a:pathLst>
                <a:path extrusionOk="0" h="663" w="5100">
                  <a:moveTo>
                    <a:pt x="5099" y="1"/>
                  </a:moveTo>
                  <a:lnTo>
                    <a:pt x="5099" y="1"/>
                  </a:lnTo>
                  <a:cubicBezTo>
                    <a:pt x="5099" y="1"/>
                    <a:pt x="4777" y="25"/>
                    <a:pt x="4295" y="75"/>
                  </a:cubicBezTo>
                  <a:cubicBezTo>
                    <a:pt x="4054" y="101"/>
                    <a:pt x="3774" y="128"/>
                    <a:pt x="3474" y="165"/>
                  </a:cubicBezTo>
                  <a:cubicBezTo>
                    <a:pt x="3176" y="202"/>
                    <a:pt x="2857" y="240"/>
                    <a:pt x="2536" y="279"/>
                  </a:cubicBezTo>
                  <a:cubicBezTo>
                    <a:pt x="2217" y="323"/>
                    <a:pt x="1901" y="366"/>
                    <a:pt x="1601" y="408"/>
                  </a:cubicBezTo>
                  <a:cubicBezTo>
                    <a:pt x="1303" y="448"/>
                    <a:pt x="1028" y="495"/>
                    <a:pt x="789" y="531"/>
                  </a:cubicBezTo>
                  <a:cubicBezTo>
                    <a:pt x="313" y="606"/>
                    <a:pt x="0" y="663"/>
                    <a:pt x="0" y="663"/>
                  </a:cubicBezTo>
                  <a:cubicBezTo>
                    <a:pt x="0" y="663"/>
                    <a:pt x="323" y="639"/>
                    <a:pt x="803" y="589"/>
                  </a:cubicBezTo>
                  <a:cubicBezTo>
                    <a:pt x="1044" y="562"/>
                    <a:pt x="1326" y="535"/>
                    <a:pt x="1625" y="499"/>
                  </a:cubicBezTo>
                  <a:cubicBezTo>
                    <a:pt x="1923" y="461"/>
                    <a:pt x="2244" y="424"/>
                    <a:pt x="2563" y="385"/>
                  </a:cubicBezTo>
                  <a:cubicBezTo>
                    <a:pt x="2879" y="340"/>
                    <a:pt x="3199" y="298"/>
                    <a:pt x="3499" y="256"/>
                  </a:cubicBezTo>
                  <a:cubicBezTo>
                    <a:pt x="3797" y="214"/>
                    <a:pt x="4072" y="169"/>
                    <a:pt x="4311" y="132"/>
                  </a:cubicBezTo>
                  <a:cubicBezTo>
                    <a:pt x="4785" y="57"/>
                    <a:pt x="5099" y="1"/>
                    <a:pt x="50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45"/>
            <p:cNvSpPr/>
            <p:nvPr/>
          </p:nvSpPr>
          <p:spPr>
            <a:xfrm>
              <a:off x="5610611" y="1716074"/>
              <a:ext cx="167321" cy="320507"/>
            </a:xfrm>
            <a:custGeom>
              <a:rect b="b" l="l" r="r" t="t"/>
              <a:pathLst>
                <a:path extrusionOk="0" h="4875" w="2545">
                  <a:moveTo>
                    <a:pt x="0" y="1"/>
                  </a:moveTo>
                  <a:cubicBezTo>
                    <a:pt x="0" y="1"/>
                    <a:pt x="85" y="43"/>
                    <a:pt x="231" y="118"/>
                  </a:cubicBezTo>
                  <a:cubicBezTo>
                    <a:pt x="379" y="192"/>
                    <a:pt x="584" y="307"/>
                    <a:pt x="823" y="456"/>
                  </a:cubicBezTo>
                  <a:cubicBezTo>
                    <a:pt x="1061" y="609"/>
                    <a:pt x="1336" y="801"/>
                    <a:pt x="1568" y="1059"/>
                  </a:cubicBezTo>
                  <a:cubicBezTo>
                    <a:pt x="1629" y="1121"/>
                    <a:pt x="1680" y="1193"/>
                    <a:pt x="1730" y="1265"/>
                  </a:cubicBezTo>
                  <a:cubicBezTo>
                    <a:pt x="1782" y="1341"/>
                    <a:pt x="1828" y="1420"/>
                    <a:pt x="1871" y="1497"/>
                  </a:cubicBezTo>
                  <a:cubicBezTo>
                    <a:pt x="1957" y="1657"/>
                    <a:pt x="2029" y="1829"/>
                    <a:pt x="2090" y="2001"/>
                  </a:cubicBezTo>
                  <a:cubicBezTo>
                    <a:pt x="2149" y="2175"/>
                    <a:pt x="2200" y="2350"/>
                    <a:pt x="2239" y="2527"/>
                  </a:cubicBezTo>
                  <a:cubicBezTo>
                    <a:pt x="2279" y="2702"/>
                    <a:pt x="2312" y="2876"/>
                    <a:pt x="2341" y="3044"/>
                  </a:cubicBezTo>
                  <a:cubicBezTo>
                    <a:pt x="2366" y="3212"/>
                    <a:pt x="2392" y="3376"/>
                    <a:pt x="2410" y="3530"/>
                  </a:cubicBezTo>
                  <a:cubicBezTo>
                    <a:pt x="2428" y="3684"/>
                    <a:pt x="2445" y="3832"/>
                    <a:pt x="2455" y="3968"/>
                  </a:cubicBezTo>
                  <a:cubicBezTo>
                    <a:pt x="2479" y="4240"/>
                    <a:pt x="2499" y="4467"/>
                    <a:pt x="2509" y="4625"/>
                  </a:cubicBezTo>
                  <a:cubicBezTo>
                    <a:pt x="2521" y="4784"/>
                    <a:pt x="2527" y="4874"/>
                    <a:pt x="2527" y="4874"/>
                  </a:cubicBezTo>
                  <a:cubicBezTo>
                    <a:pt x="2527" y="4874"/>
                    <a:pt x="2531" y="4786"/>
                    <a:pt x="2535" y="4629"/>
                  </a:cubicBezTo>
                  <a:cubicBezTo>
                    <a:pt x="2538" y="4470"/>
                    <a:pt x="2545" y="4246"/>
                    <a:pt x="2533" y="3973"/>
                  </a:cubicBezTo>
                  <a:cubicBezTo>
                    <a:pt x="2513" y="3431"/>
                    <a:pt x="2466" y="2692"/>
                    <a:pt x="2218" y="1967"/>
                  </a:cubicBezTo>
                  <a:cubicBezTo>
                    <a:pt x="2153" y="1788"/>
                    <a:pt x="2077" y="1610"/>
                    <a:pt x="1985" y="1442"/>
                  </a:cubicBezTo>
                  <a:cubicBezTo>
                    <a:pt x="1936" y="1356"/>
                    <a:pt x="1888" y="1274"/>
                    <a:pt x="1834" y="1200"/>
                  </a:cubicBezTo>
                  <a:cubicBezTo>
                    <a:pt x="1777" y="1121"/>
                    <a:pt x="1719" y="1046"/>
                    <a:pt x="1653" y="980"/>
                  </a:cubicBezTo>
                  <a:cubicBezTo>
                    <a:pt x="1527" y="844"/>
                    <a:pt x="1386" y="736"/>
                    <a:pt x="1250" y="637"/>
                  </a:cubicBezTo>
                  <a:cubicBezTo>
                    <a:pt x="1116" y="541"/>
                    <a:pt x="982" y="462"/>
                    <a:pt x="857" y="389"/>
                  </a:cubicBezTo>
                  <a:cubicBezTo>
                    <a:pt x="608" y="248"/>
                    <a:pt x="391" y="157"/>
                    <a:pt x="239" y="92"/>
                  </a:cubicBezTo>
                  <a:cubicBezTo>
                    <a:pt x="87" y="31"/>
                    <a:pt x="0"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 name="Google Shape;424;p45"/>
            <p:cNvGrpSpPr/>
            <p:nvPr/>
          </p:nvGrpSpPr>
          <p:grpSpPr>
            <a:xfrm flipH="1" rot="10800000">
              <a:off x="5524090" y="2724292"/>
              <a:ext cx="1911035" cy="1634266"/>
              <a:chOff x="6053275" y="679734"/>
              <a:chExt cx="2377500" cy="2033175"/>
            </a:xfrm>
          </p:grpSpPr>
          <p:sp>
            <p:nvSpPr>
              <p:cNvPr id="425" name="Google Shape;425;p45"/>
              <p:cNvSpPr/>
              <p:nvPr/>
            </p:nvSpPr>
            <p:spPr>
              <a:xfrm flipH="1" rot="5400000">
                <a:off x="6658825" y="940959"/>
                <a:ext cx="1166400" cy="2377500"/>
              </a:xfrm>
              <a:prstGeom prst="chevron">
                <a:avLst>
                  <a:gd fmla="val 47815" name="adj"/>
                </a:avLst>
              </a:pr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6" name="Google Shape;426;p45"/>
              <p:cNvSpPr/>
              <p:nvPr/>
            </p:nvSpPr>
            <p:spPr>
              <a:xfrm flipH="1" rot="5400000">
                <a:off x="6658825" y="74184"/>
                <a:ext cx="1166400" cy="2377500"/>
              </a:xfrm>
              <a:prstGeom prst="chevron">
                <a:avLst>
                  <a:gd fmla="val 47815" name="adj"/>
                </a:avLst>
              </a:pr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430" name="Shape 430"/>
        <p:cNvGrpSpPr/>
        <p:nvPr/>
      </p:nvGrpSpPr>
      <p:grpSpPr>
        <a:xfrm>
          <a:off x="0" y="0"/>
          <a:ext cx="0" cy="0"/>
          <a:chOff x="0" y="0"/>
          <a:chExt cx="0" cy="0"/>
        </a:xfrm>
      </p:grpSpPr>
      <p:sp>
        <p:nvSpPr>
          <p:cNvPr id="431" name="Google Shape;431;p46"/>
          <p:cNvSpPr txBox="1"/>
          <p:nvPr>
            <p:ph idx="1" type="subTitle"/>
          </p:nvPr>
        </p:nvSpPr>
        <p:spPr>
          <a:xfrm>
            <a:off x="4937874" y="1220603"/>
            <a:ext cx="3492900" cy="1591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Venus has a beautiful name and is the second planet from the Sun. It’s terribly hot—even hotter than Mercury—and its atmosphere is extremely poisonous. It’s the second-brightest natural object in the night sky after the Moon</a:t>
            </a:r>
            <a:endParaRPr/>
          </a:p>
        </p:txBody>
      </p:sp>
      <p:sp>
        <p:nvSpPr>
          <p:cNvPr id="432" name="Google Shape;432;p46"/>
          <p:cNvSpPr txBox="1"/>
          <p:nvPr>
            <p:ph idx="2" type="subTitle"/>
          </p:nvPr>
        </p:nvSpPr>
        <p:spPr>
          <a:xfrm>
            <a:off x="713232" y="2922908"/>
            <a:ext cx="3496800" cy="1593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Mercury is the closest planet to the Sun and the smallest one in the Solar System—it’s only a bit larger than the Moon. The planet’s name has nothing to do with the liquid metal, since Mercury was named after the Roman messenger god</a:t>
            </a:r>
            <a:endParaRPr sz="1500">
              <a:latin typeface="Titillium Web"/>
              <a:ea typeface="Titillium Web"/>
              <a:cs typeface="Titillium Web"/>
              <a:sym typeface="Titillium Web"/>
            </a:endParaRPr>
          </a:p>
        </p:txBody>
      </p:sp>
      <p:sp>
        <p:nvSpPr>
          <p:cNvPr id="433" name="Google Shape;433;p46"/>
          <p:cNvSpPr txBox="1"/>
          <p:nvPr>
            <p:ph type="title"/>
          </p:nvPr>
        </p:nvSpPr>
        <p:spPr>
          <a:xfrm>
            <a:off x="4937874" y="627502"/>
            <a:ext cx="3492900" cy="593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US</a:t>
            </a:r>
            <a:endParaRPr/>
          </a:p>
        </p:txBody>
      </p:sp>
      <p:grpSp>
        <p:nvGrpSpPr>
          <p:cNvPr id="434" name="Google Shape;434;p46"/>
          <p:cNvGrpSpPr/>
          <p:nvPr/>
        </p:nvGrpSpPr>
        <p:grpSpPr>
          <a:xfrm>
            <a:off x="5848464" y="3086711"/>
            <a:ext cx="1671600" cy="1429287"/>
            <a:chOff x="5848464" y="3086711"/>
            <a:chExt cx="1671600" cy="1429287"/>
          </a:xfrm>
        </p:grpSpPr>
        <p:sp>
          <p:nvSpPr>
            <p:cNvPr id="435" name="Google Shape;435;p46"/>
            <p:cNvSpPr/>
            <p:nvPr/>
          </p:nvSpPr>
          <p:spPr>
            <a:xfrm flipH="1" rot="5400000">
              <a:off x="6274314" y="3270248"/>
              <a:ext cx="819900" cy="1671600"/>
            </a:xfrm>
            <a:prstGeom prst="chevron">
              <a:avLst>
                <a:gd fmla="val 47815"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6" name="Google Shape;436;p46"/>
            <p:cNvSpPr/>
            <p:nvPr/>
          </p:nvSpPr>
          <p:spPr>
            <a:xfrm flipH="1" rot="5400000">
              <a:off x="6274314" y="2660861"/>
              <a:ext cx="819900" cy="1671600"/>
            </a:xfrm>
            <a:prstGeom prst="chevron">
              <a:avLst>
                <a:gd fmla="val 47815"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37" name="Google Shape;437;p46"/>
          <p:cNvGrpSpPr/>
          <p:nvPr/>
        </p:nvGrpSpPr>
        <p:grpSpPr>
          <a:xfrm>
            <a:off x="1623936" y="627592"/>
            <a:ext cx="1671600" cy="1429287"/>
            <a:chOff x="1623936" y="627592"/>
            <a:chExt cx="1671600" cy="1429287"/>
          </a:xfrm>
        </p:grpSpPr>
        <p:sp>
          <p:nvSpPr>
            <p:cNvPr id="438" name="Google Shape;438;p46"/>
            <p:cNvSpPr/>
            <p:nvPr/>
          </p:nvSpPr>
          <p:spPr>
            <a:xfrm rot="5400000">
              <a:off x="2049786" y="201742"/>
              <a:ext cx="819900" cy="1671600"/>
            </a:xfrm>
            <a:prstGeom prst="chevron">
              <a:avLst>
                <a:gd fmla="val 47815"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9" name="Google Shape;439;p46"/>
            <p:cNvSpPr/>
            <p:nvPr/>
          </p:nvSpPr>
          <p:spPr>
            <a:xfrm rot="5400000">
              <a:off x="2049786" y="811129"/>
              <a:ext cx="819900" cy="1671600"/>
            </a:xfrm>
            <a:prstGeom prst="chevron">
              <a:avLst>
                <a:gd fmla="val 47815"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sp>
        <p:nvSpPr>
          <p:cNvPr id="440" name="Google Shape;440;p46"/>
          <p:cNvSpPr/>
          <p:nvPr/>
        </p:nvSpPr>
        <p:spPr>
          <a:xfrm rot="5400000">
            <a:off x="8027221" y="3958984"/>
            <a:ext cx="1043597" cy="220717"/>
          </a:xfrm>
          <a:prstGeom prst="rect">
            <a:avLst/>
          </a:prstGeom>
        </p:spPr>
        <p:txBody>
          <a:bodyPr>
            <a:prstTxWarp prst="textPlain"/>
          </a:bodyPr>
          <a:lstStyle/>
          <a:p>
            <a:pPr lvl="0" algn="ctr"/>
            <a:r>
              <a:rPr b="0" i="0">
                <a:ln cap="flat" cmpd="sng" w="19050">
                  <a:solidFill>
                    <a:schemeClr val="lt1"/>
                  </a:solidFill>
                  <a:prstDash val="solid"/>
                  <a:round/>
                  <a:headEnd len="sm" w="sm" type="none"/>
                  <a:tailEnd len="sm" w="sm" type="none"/>
                </a:ln>
                <a:noFill/>
                <a:latin typeface="Audiowide"/>
              </a:rPr>
              <a:t>0007</a:t>
            </a:r>
          </a:p>
        </p:txBody>
      </p:sp>
      <p:sp>
        <p:nvSpPr>
          <p:cNvPr id="441" name="Google Shape;441;p46"/>
          <p:cNvSpPr txBox="1"/>
          <p:nvPr>
            <p:ph idx="3" type="title"/>
          </p:nvPr>
        </p:nvSpPr>
        <p:spPr>
          <a:xfrm>
            <a:off x="715174" y="2330064"/>
            <a:ext cx="3492900" cy="593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THEM</a:t>
            </a:r>
            <a:endParaRPr/>
          </a:p>
        </p:txBody>
      </p:sp>
      <p:sp>
        <p:nvSpPr>
          <p:cNvPr id="442" name="Google Shape;442;p46"/>
          <p:cNvSpPr/>
          <p:nvPr/>
        </p:nvSpPr>
        <p:spPr>
          <a:xfrm rot="5400000">
            <a:off x="8006021" y="3945676"/>
            <a:ext cx="1070235" cy="220717"/>
          </a:xfrm>
          <a:prstGeom prst="rect">
            <a:avLst/>
          </a:prstGeom>
        </p:spPr>
        <p:txBody>
          <a:bodyPr>
            <a:prstTxWarp prst="textPlain"/>
          </a:bodyPr>
          <a:lstStyle/>
          <a:p>
            <a:pPr lvl="0" algn="ctr"/>
            <a:r>
              <a:rPr b="0" i="0">
                <a:ln cap="flat" cmpd="sng" w="19050">
                  <a:solidFill>
                    <a:schemeClr val="dk2"/>
                  </a:solidFill>
                  <a:prstDash val="solid"/>
                  <a:round/>
                  <a:headEnd len="sm" w="sm" type="none"/>
                  <a:tailEnd len="sm" w="sm" type="none"/>
                </a:ln>
                <a:noFill/>
                <a:latin typeface="Audiowide"/>
              </a:rPr>
              <a:t>0008</a:t>
            </a: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6" name="Shape 446"/>
        <p:cNvGrpSpPr/>
        <p:nvPr/>
      </p:nvGrpSpPr>
      <p:grpSpPr>
        <a:xfrm>
          <a:off x="0" y="0"/>
          <a:ext cx="0" cy="0"/>
          <a:chOff x="0" y="0"/>
          <a:chExt cx="0" cy="0"/>
        </a:xfrm>
      </p:grpSpPr>
      <p:sp>
        <p:nvSpPr>
          <p:cNvPr id="447" name="Google Shape;447;p47"/>
          <p:cNvSpPr txBox="1"/>
          <p:nvPr>
            <p:ph type="title"/>
          </p:nvPr>
        </p:nvSpPr>
        <p:spPr>
          <a:xfrm>
            <a:off x="4495469" y="1478863"/>
            <a:ext cx="3261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SOLUTION</a:t>
            </a:r>
            <a:endParaRPr>
              <a:solidFill>
                <a:schemeClr val="dk1"/>
              </a:solidFill>
            </a:endParaRPr>
          </a:p>
        </p:txBody>
      </p:sp>
      <p:sp>
        <p:nvSpPr>
          <p:cNvPr id="448" name="Google Shape;448;p47"/>
          <p:cNvSpPr txBox="1"/>
          <p:nvPr>
            <p:ph idx="1" type="subTitle"/>
          </p:nvPr>
        </p:nvSpPr>
        <p:spPr>
          <a:xfrm>
            <a:off x="4495619" y="2139738"/>
            <a:ext cx="3261000" cy="152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a:t>
            </a:r>
            <a:r>
              <a:rPr b="1" lang="en"/>
              <a:t> </a:t>
            </a:r>
            <a:r>
              <a:rPr lang="en"/>
              <a:t>has a beautiful name and is the second planet from the Sun. It’s terribly hot, even hotter than Mercury, and its atmosphere is extremely poisonous. </a:t>
            </a:r>
            <a:r>
              <a:rPr lang="en"/>
              <a:t>It’s the second-brightest natural object in the night sky after the Moon</a:t>
            </a:r>
            <a:endParaRPr/>
          </a:p>
        </p:txBody>
      </p:sp>
      <p:grpSp>
        <p:nvGrpSpPr>
          <p:cNvPr id="449" name="Google Shape;449;p47"/>
          <p:cNvGrpSpPr/>
          <p:nvPr/>
        </p:nvGrpSpPr>
        <p:grpSpPr>
          <a:xfrm>
            <a:off x="1387381" y="869835"/>
            <a:ext cx="2520860" cy="3403829"/>
            <a:chOff x="1418187" y="615721"/>
            <a:chExt cx="2520860" cy="3403829"/>
          </a:xfrm>
        </p:grpSpPr>
        <p:grpSp>
          <p:nvGrpSpPr>
            <p:cNvPr id="450" name="Google Shape;450;p47"/>
            <p:cNvGrpSpPr/>
            <p:nvPr/>
          </p:nvGrpSpPr>
          <p:grpSpPr>
            <a:xfrm>
              <a:off x="1418187" y="615721"/>
              <a:ext cx="2520860" cy="2843805"/>
              <a:chOff x="1921106" y="1451626"/>
              <a:chExt cx="2137772" cy="2411639"/>
            </a:xfrm>
          </p:grpSpPr>
          <p:grpSp>
            <p:nvGrpSpPr>
              <p:cNvPr id="451" name="Google Shape;451;p47"/>
              <p:cNvGrpSpPr/>
              <p:nvPr/>
            </p:nvGrpSpPr>
            <p:grpSpPr>
              <a:xfrm rot="-740692">
                <a:off x="3356492" y="1505389"/>
                <a:ext cx="606771" cy="960069"/>
                <a:chOff x="3538168" y="1805936"/>
                <a:chExt cx="606758" cy="960048"/>
              </a:xfrm>
            </p:grpSpPr>
            <p:sp>
              <p:nvSpPr>
                <p:cNvPr id="452" name="Google Shape;452;p47"/>
                <p:cNvSpPr/>
                <p:nvPr/>
              </p:nvSpPr>
              <p:spPr>
                <a:xfrm>
                  <a:off x="3538168" y="1805936"/>
                  <a:ext cx="563878" cy="960048"/>
                </a:xfrm>
                <a:custGeom>
                  <a:rect b="b" l="l" r="r" t="t"/>
                  <a:pathLst>
                    <a:path extrusionOk="0" h="16544" w="9717">
                      <a:moveTo>
                        <a:pt x="625" y="1"/>
                      </a:moveTo>
                      <a:cubicBezTo>
                        <a:pt x="222" y="1270"/>
                        <a:pt x="4" y="2621"/>
                        <a:pt x="4" y="4023"/>
                      </a:cubicBezTo>
                      <a:cubicBezTo>
                        <a:pt x="1" y="9774"/>
                        <a:pt x="3662" y="14679"/>
                        <a:pt x="8773" y="16544"/>
                      </a:cubicBezTo>
                      <a:lnTo>
                        <a:pt x="9490" y="14034"/>
                      </a:lnTo>
                      <a:lnTo>
                        <a:pt x="9490" y="14033"/>
                      </a:lnTo>
                      <a:lnTo>
                        <a:pt x="9487" y="14006"/>
                      </a:lnTo>
                      <a:cubicBezTo>
                        <a:pt x="9482" y="13987"/>
                        <a:pt x="9488" y="13972"/>
                        <a:pt x="9488" y="13957"/>
                      </a:cubicBezTo>
                      <a:cubicBezTo>
                        <a:pt x="9488" y="13948"/>
                        <a:pt x="9488" y="13940"/>
                        <a:pt x="9490" y="13933"/>
                      </a:cubicBezTo>
                      <a:lnTo>
                        <a:pt x="9498" y="13912"/>
                      </a:lnTo>
                      <a:cubicBezTo>
                        <a:pt x="9508" y="13878"/>
                        <a:pt x="9529" y="13845"/>
                        <a:pt x="9555" y="13810"/>
                      </a:cubicBezTo>
                      <a:lnTo>
                        <a:pt x="9717" y="13247"/>
                      </a:lnTo>
                      <a:lnTo>
                        <a:pt x="9717" y="13247"/>
                      </a:lnTo>
                      <a:cubicBezTo>
                        <a:pt x="9608" y="13281"/>
                        <a:pt x="9500" y="13324"/>
                        <a:pt x="9393" y="13393"/>
                      </a:cubicBezTo>
                      <a:cubicBezTo>
                        <a:pt x="9269" y="13470"/>
                        <a:pt x="9149" y="13596"/>
                        <a:pt x="9087" y="13763"/>
                      </a:cubicBezTo>
                      <a:lnTo>
                        <a:pt x="9064" y="13825"/>
                      </a:lnTo>
                      <a:cubicBezTo>
                        <a:pt x="9059" y="13846"/>
                        <a:pt x="9055" y="13868"/>
                        <a:pt x="9052" y="13890"/>
                      </a:cubicBezTo>
                      <a:cubicBezTo>
                        <a:pt x="9046" y="13933"/>
                        <a:pt x="9037" y="13979"/>
                        <a:pt x="9044" y="14021"/>
                      </a:cubicBezTo>
                      <a:lnTo>
                        <a:pt x="9048" y="14085"/>
                      </a:lnTo>
                      <a:lnTo>
                        <a:pt x="9052" y="14116"/>
                      </a:lnTo>
                      <a:lnTo>
                        <a:pt x="9053" y="14132"/>
                      </a:lnTo>
                      <a:lnTo>
                        <a:pt x="9053" y="14135"/>
                      </a:lnTo>
                      <a:cubicBezTo>
                        <a:pt x="9052" y="14132"/>
                        <a:pt x="9052" y="14130"/>
                        <a:pt x="9052" y="14130"/>
                      </a:cubicBezTo>
                      <a:lnTo>
                        <a:pt x="9052" y="14130"/>
                      </a:lnTo>
                      <a:cubicBezTo>
                        <a:pt x="9052" y="14130"/>
                        <a:pt x="9059" y="14160"/>
                        <a:pt x="9060" y="14160"/>
                      </a:cubicBezTo>
                      <a:cubicBezTo>
                        <a:pt x="9060" y="14160"/>
                        <a:pt x="9060" y="14160"/>
                        <a:pt x="9060" y="14160"/>
                      </a:cubicBezTo>
                      <a:lnTo>
                        <a:pt x="9061" y="14166"/>
                      </a:lnTo>
                      <a:lnTo>
                        <a:pt x="9087" y="14250"/>
                      </a:lnTo>
                      <a:cubicBezTo>
                        <a:pt x="6969" y="13995"/>
                        <a:pt x="5367" y="13400"/>
                        <a:pt x="5327" y="13384"/>
                      </a:cubicBezTo>
                      <a:cubicBezTo>
                        <a:pt x="4640" y="12797"/>
                        <a:pt x="4017" y="12135"/>
                        <a:pt x="3475" y="11413"/>
                      </a:cubicBezTo>
                      <a:lnTo>
                        <a:pt x="3475" y="11413"/>
                      </a:lnTo>
                      <a:cubicBezTo>
                        <a:pt x="3507" y="11421"/>
                        <a:pt x="3542" y="11425"/>
                        <a:pt x="3576" y="11425"/>
                      </a:cubicBezTo>
                      <a:cubicBezTo>
                        <a:pt x="3690" y="11425"/>
                        <a:pt x="3809" y="11381"/>
                        <a:pt x="3883" y="11288"/>
                      </a:cubicBezTo>
                      <a:cubicBezTo>
                        <a:pt x="3984" y="11158"/>
                        <a:pt x="3984" y="11017"/>
                        <a:pt x="3977" y="10900"/>
                      </a:cubicBezTo>
                      <a:cubicBezTo>
                        <a:pt x="3969" y="10782"/>
                        <a:pt x="3938" y="10677"/>
                        <a:pt x="3907" y="10584"/>
                      </a:cubicBezTo>
                      <a:cubicBezTo>
                        <a:pt x="3841" y="10399"/>
                        <a:pt x="3754" y="10261"/>
                        <a:pt x="3688" y="10171"/>
                      </a:cubicBezTo>
                      <a:cubicBezTo>
                        <a:pt x="3623" y="10079"/>
                        <a:pt x="3578" y="10032"/>
                        <a:pt x="3578" y="10032"/>
                      </a:cubicBezTo>
                      <a:lnTo>
                        <a:pt x="3578" y="10032"/>
                      </a:lnTo>
                      <a:cubicBezTo>
                        <a:pt x="3578" y="10032"/>
                        <a:pt x="3608" y="10090"/>
                        <a:pt x="3649" y="10191"/>
                      </a:cubicBezTo>
                      <a:cubicBezTo>
                        <a:pt x="3692" y="10291"/>
                        <a:pt x="3747" y="10439"/>
                        <a:pt x="3784" y="10618"/>
                      </a:cubicBezTo>
                      <a:cubicBezTo>
                        <a:pt x="3803" y="10708"/>
                        <a:pt x="3815" y="10806"/>
                        <a:pt x="3813" y="10904"/>
                      </a:cubicBezTo>
                      <a:cubicBezTo>
                        <a:pt x="3811" y="10987"/>
                        <a:pt x="3793" y="11072"/>
                        <a:pt x="3754" y="11132"/>
                      </a:cubicBezTo>
                      <a:cubicBezTo>
                        <a:pt x="3713" y="11025"/>
                        <a:pt x="3529" y="10886"/>
                        <a:pt x="3276" y="10618"/>
                      </a:cubicBezTo>
                      <a:cubicBezTo>
                        <a:pt x="3009" y="10338"/>
                        <a:pt x="2897" y="10087"/>
                        <a:pt x="2875" y="9862"/>
                      </a:cubicBezTo>
                      <a:cubicBezTo>
                        <a:pt x="2861" y="9729"/>
                        <a:pt x="2836" y="9671"/>
                        <a:pt x="2809" y="9650"/>
                      </a:cubicBezTo>
                      <a:cubicBezTo>
                        <a:pt x="2829" y="9628"/>
                        <a:pt x="2856" y="9611"/>
                        <a:pt x="2880" y="9601"/>
                      </a:cubicBezTo>
                      <a:cubicBezTo>
                        <a:pt x="2914" y="9589"/>
                        <a:pt x="2931" y="9584"/>
                        <a:pt x="2961" y="9581"/>
                      </a:cubicBezTo>
                      <a:cubicBezTo>
                        <a:pt x="2972" y="9580"/>
                        <a:pt x="2983" y="9579"/>
                        <a:pt x="2994" y="9579"/>
                      </a:cubicBezTo>
                      <a:cubicBezTo>
                        <a:pt x="3030" y="9579"/>
                        <a:pt x="3061" y="9585"/>
                        <a:pt x="3083" y="9590"/>
                      </a:cubicBezTo>
                      <a:cubicBezTo>
                        <a:pt x="3111" y="9597"/>
                        <a:pt x="3126" y="9604"/>
                        <a:pt x="3126" y="9604"/>
                      </a:cubicBezTo>
                      <a:cubicBezTo>
                        <a:pt x="3126" y="9604"/>
                        <a:pt x="3115" y="9593"/>
                        <a:pt x="3089" y="9576"/>
                      </a:cubicBezTo>
                      <a:cubicBezTo>
                        <a:pt x="3064" y="9560"/>
                        <a:pt x="3024" y="9537"/>
                        <a:pt x="2963" y="9526"/>
                      </a:cubicBezTo>
                      <a:cubicBezTo>
                        <a:pt x="2948" y="9522"/>
                        <a:pt x="2934" y="9521"/>
                        <a:pt x="2915" y="9521"/>
                      </a:cubicBezTo>
                      <a:cubicBezTo>
                        <a:pt x="2896" y="9521"/>
                        <a:pt x="2877" y="9522"/>
                        <a:pt x="2862" y="9523"/>
                      </a:cubicBezTo>
                      <a:cubicBezTo>
                        <a:pt x="2821" y="9533"/>
                        <a:pt x="2782" y="9547"/>
                        <a:pt x="2743" y="9576"/>
                      </a:cubicBezTo>
                      <a:cubicBezTo>
                        <a:pt x="2668" y="9633"/>
                        <a:pt x="2621" y="9729"/>
                        <a:pt x="2598" y="9829"/>
                      </a:cubicBezTo>
                      <a:cubicBezTo>
                        <a:pt x="2582" y="9893"/>
                        <a:pt x="2578" y="9960"/>
                        <a:pt x="2578" y="10030"/>
                      </a:cubicBezTo>
                      <a:cubicBezTo>
                        <a:pt x="1581" y="8252"/>
                        <a:pt x="1015" y="6202"/>
                        <a:pt x="1015" y="4021"/>
                      </a:cubicBezTo>
                      <a:cubicBezTo>
                        <a:pt x="1015" y="2872"/>
                        <a:pt x="1177" y="1760"/>
                        <a:pt x="1473" y="706"/>
                      </a:cubicBezTo>
                      <a:lnTo>
                        <a:pt x="6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47"/>
                <p:cNvSpPr/>
                <p:nvPr/>
              </p:nvSpPr>
              <p:spPr>
                <a:xfrm>
                  <a:off x="3617262" y="1883173"/>
                  <a:ext cx="102481" cy="247092"/>
                </a:xfrm>
                <a:custGeom>
                  <a:rect b="b" l="l" r="r" t="t"/>
                  <a:pathLst>
                    <a:path extrusionOk="0" h="4258" w="1766">
                      <a:moveTo>
                        <a:pt x="854" y="1"/>
                      </a:moveTo>
                      <a:cubicBezTo>
                        <a:pt x="846" y="5"/>
                        <a:pt x="835" y="6"/>
                        <a:pt x="827" y="9"/>
                      </a:cubicBezTo>
                      <a:cubicBezTo>
                        <a:pt x="746" y="41"/>
                        <a:pt x="674" y="99"/>
                        <a:pt x="611" y="162"/>
                      </a:cubicBezTo>
                      <a:cubicBezTo>
                        <a:pt x="482" y="292"/>
                        <a:pt x="378" y="456"/>
                        <a:pt x="296" y="637"/>
                      </a:cubicBezTo>
                      <a:cubicBezTo>
                        <a:pt x="214" y="819"/>
                        <a:pt x="145" y="1019"/>
                        <a:pt x="100" y="1228"/>
                      </a:cubicBezTo>
                      <a:cubicBezTo>
                        <a:pt x="55" y="1436"/>
                        <a:pt x="20" y="1662"/>
                        <a:pt x="10" y="1885"/>
                      </a:cubicBezTo>
                      <a:cubicBezTo>
                        <a:pt x="1" y="2109"/>
                        <a:pt x="8" y="2339"/>
                        <a:pt x="36" y="2570"/>
                      </a:cubicBezTo>
                      <a:cubicBezTo>
                        <a:pt x="68" y="2799"/>
                        <a:pt x="122" y="3028"/>
                        <a:pt x="214" y="3245"/>
                      </a:cubicBezTo>
                      <a:cubicBezTo>
                        <a:pt x="261" y="3355"/>
                        <a:pt x="318" y="3463"/>
                        <a:pt x="398" y="3559"/>
                      </a:cubicBezTo>
                      <a:cubicBezTo>
                        <a:pt x="478" y="3656"/>
                        <a:pt x="580" y="3749"/>
                        <a:pt x="719" y="3794"/>
                      </a:cubicBezTo>
                      <a:cubicBezTo>
                        <a:pt x="741" y="3801"/>
                        <a:pt x="762" y="3805"/>
                        <a:pt x="785" y="3808"/>
                      </a:cubicBezTo>
                      <a:cubicBezTo>
                        <a:pt x="841" y="3840"/>
                        <a:pt x="909" y="3887"/>
                        <a:pt x="970" y="3946"/>
                      </a:cubicBezTo>
                      <a:cubicBezTo>
                        <a:pt x="1042" y="4009"/>
                        <a:pt x="1103" y="4087"/>
                        <a:pt x="1142" y="4149"/>
                      </a:cubicBezTo>
                      <a:cubicBezTo>
                        <a:pt x="1183" y="4211"/>
                        <a:pt x="1203" y="4258"/>
                        <a:pt x="1203" y="4258"/>
                      </a:cubicBezTo>
                      <a:cubicBezTo>
                        <a:pt x="1203" y="4258"/>
                        <a:pt x="1197" y="4208"/>
                        <a:pt x="1179" y="4134"/>
                      </a:cubicBezTo>
                      <a:cubicBezTo>
                        <a:pt x="1161" y="4060"/>
                        <a:pt x="1123" y="3962"/>
                        <a:pt x="1071" y="3870"/>
                      </a:cubicBezTo>
                      <a:cubicBezTo>
                        <a:pt x="1058" y="3845"/>
                        <a:pt x="1043" y="3820"/>
                        <a:pt x="1027" y="3796"/>
                      </a:cubicBezTo>
                      <a:cubicBezTo>
                        <a:pt x="1062" y="3785"/>
                        <a:pt x="1095" y="3772"/>
                        <a:pt x="1125" y="3753"/>
                      </a:cubicBezTo>
                      <a:cubicBezTo>
                        <a:pt x="1236" y="3688"/>
                        <a:pt x="1316" y="3604"/>
                        <a:pt x="1379" y="3519"/>
                      </a:cubicBezTo>
                      <a:cubicBezTo>
                        <a:pt x="1505" y="3350"/>
                        <a:pt x="1575" y="3171"/>
                        <a:pt x="1628" y="3009"/>
                      </a:cubicBezTo>
                      <a:cubicBezTo>
                        <a:pt x="1733" y="2680"/>
                        <a:pt x="1755" y="2398"/>
                        <a:pt x="1761" y="2203"/>
                      </a:cubicBezTo>
                      <a:cubicBezTo>
                        <a:pt x="1765" y="2106"/>
                        <a:pt x="1761" y="2028"/>
                        <a:pt x="1760" y="1976"/>
                      </a:cubicBezTo>
                      <a:cubicBezTo>
                        <a:pt x="1759" y="1925"/>
                        <a:pt x="1756" y="1896"/>
                        <a:pt x="1756" y="1896"/>
                      </a:cubicBezTo>
                      <a:cubicBezTo>
                        <a:pt x="1756" y="1896"/>
                        <a:pt x="1739" y="2007"/>
                        <a:pt x="1694" y="2195"/>
                      </a:cubicBezTo>
                      <a:cubicBezTo>
                        <a:pt x="1651" y="2382"/>
                        <a:pt x="1580" y="2648"/>
                        <a:pt x="1450" y="2940"/>
                      </a:cubicBezTo>
                      <a:cubicBezTo>
                        <a:pt x="1383" y="3084"/>
                        <a:pt x="1297" y="3236"/>
                        <a:pt x="1185" y="3363"/>
                      </a:cubicBezTo>
                      <a:cubicBezTo>
                        <a:pt x="1145" y="3409"/>
                        <a:pt x="1101" y="3449"/>
                        <a:pt x="1054" y="3479"/>
                      </a:cubicBezTo>
                      <a:cubicBezTo>
                        <a:pt x="1042" y="3343"/>
                        <a:pt x="930" y="3122"/>
                        <a:pt x="809" y="2740"/>
                      </a:cubicBezTo>
                      <a:cubicBezTo>
                        <a:pt x="621" y="2148"/>
                        <a:pt x="628" y="1567"/>
                        <a:pt x="773" y="982"/>
                      </a:cubicBezTo>
                      <a:cubicBezTo>
                        <a:pt x="907" y="443"/>
                        <a:pt x="895" y="244"/>
                        <a:pt x="839" y="193"/>
                      </a:cubicBezTo>
                      <a:cubicBezTo>
                        <a:pt x="883" y="152"/>
                        <a:pt x="933" y="126"/>
                        <a:pt x="982" y="108"/>
                      </a:cubicBezTo>
                      <a:lnTo>
                        <a:pt x="8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7"/>
                <p:cNvSpPr/>
                <p:nvPr/>
              </p:nvSpPr>
              <p:spPr>
                <a:xfrm>
                  <a:off x="3999444" y="2159800"/>
                  <a:ext cx="145481" cy="121225"/>
                </a:xfrm>
                <a:custGeom>
                  <a:rect b="b" l="l" r="r" t="t"/>
                  <a:pathLst>
                    <a:path extrusionOk="0" h="2089" w="2507">
                      <a:moveTo>
                        <a:pt x="0" y="1"/>
                      </a:moveTo>
                      <a:lnTo>
                        <a:pt x="0" y="1"/>
                      </a:lnTo>
                      <a:cubicBezTo>
                        <a:pt x="3" y="30"/>
                        <a:pt x="8" y="59"/>
                        <a:pt x="14" y="86"/>
                      </a:cubicBezTo>
                      <a:cubicBezTo>
                        <a:pt x="61" y="296"/>
                        <a:pt x="121" y="509"/>
                        <a:pt x="223" y="703"/>
                      </a:cubicBezTo>
                      <a:cubicBezTo>
                        <a:pt x="413" y="1098"/>
                        <a:pt x="715" y="1431"/>
                        <a:pt x="1068" y="1676"/>
                      </a:cubicBezTo>
                      <a:cubicBezTo>
                        <a:pt x="1247" y="1791"/>
                        <a:pt x="1435" y="1894"/>
                        <a:pt x="1636" y="1958"/>
                      </a:cubicBezTo>
                      <a:cubicBezTo>
                        <a:pt x="1734" y="1995"/>
                        <a:pt x="1837" y="2015"/>
                        <a:pt x="1937" y="2041"/>
                      </a:cubicBezTo>
                      <a:cubicBezTo>
                        <a:pt x="2039" y="2061"/>
                        <a:pt x="2138" y="2073"/>
                        <a:pt x="2244" y="2082"/>
                      </a:cubicBezTo>
                      <a:lnTo>
                        <a:pt x="2405" y="2088"/>
                      </a:lnTo>
                      <a:cubicBezTo>
                        <a:pt x="2422" y="2088"/>
                        <a:pt x="2441" y="2088"/>
                        <a:pt x="2458" y="2088"/>
                      </a:cubicBezTo>
                      <a:cubicBezTo>
                        <a:pt x="2467" y="2088"/>
                        <a:pt x="2476" y="2088"/>
                        <a:pt x="2485" y="2088"/>
                      </a:cubicBezTo>
                      <a:lnTo>
                        <a:pt x="2506" y="208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7"/>
                <p:cNvSpPr/>
                <p:nvPr/>
              </p:nvSpPr>
              <p:spPr>
                <a:xfrm>
                  <a:off x="3723978" y="2187712"/>
                  <a:ext cx="66444" cy="87393"/>
                </a:xfrm>
                <a:custGeom>
                  <a:rect b="b" l="l" r="r" t="t"/>
                  <a:pathLst>
                    <a:path extrusionOk="0" h="1506" w="1145">
                      <a:moveTo>
                        <a:pt x="373" y="1"/>
                      </a:moveTo>
                      <a:cubicBezTo>
                        <a:pt x="349" y="1"/>
                        <a:pt x="316" y="9"/>
                        <a:pt x="272" y="26"/>
                      </a:cubicBezTo>
                      <a:cubicBezTo>
                        <a:pt x="0" y="130"/>
                        <a:pt x="10" y="647"/>
                        <a:pt x="265" y="1041"/>
                      </a:cubicBezTo>
                      <a:cubicBezTo>
                        <a:pt x="423" y="1286"/>
                        <a:pt x="641" y="1450"/>
                        <a:pt x="846" y="1499"/>
                      </a:cubicBezTo>
                      <a:cubicBezTo>
                        <a:pt x="846" y="1499"/>
                        <a:pt x="879" y="1505"/>
                        <a:pt x="916" y="1505"/>
                      </a:cubicBezTo>
                      <a:cubicBezTo>
                        <a:pt x="1014" y="1505"/>
                        <a:pt x="1145" y="1464"/>
                        <a:pt x="806" y="1168"/>
                      </a:cubicBezTo>
                      <a:cubicBezTo>
                        <a:pt x="591" y="980"/>
                        <a:pt x="460" y="742"/>
                        <a:pt x="445" y="430"/>
                      </a:cubicBezTo>
                      <a:cubicBezTo>
                        <a:pt x="430" y="144"/>
                        <a:pt x="474" y="1"/>
                        <a:pt x="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47"/>
                <p:cNvSpPr/>
                <p:nvPr/>
              </p:nvSpPr>
              <p:spPr>
                <a:xfrm>
                  <a:off x="3845666" y="2345900"/>
                  <a:ext cx="200900" cy="197418"/>
                </a:xfrm>
                <a:custGeom>
                  <a:rect b="b" l="l" r="r" t="t"/>
                  <a:pathLst>
                    <a:path extrusionOk="0" h="3402" w="3462">
                      <a:moveTo>
                        <a:pt x="639" y="1"/>
                      </a:moveTo>
                      <a:cubicBezTo>
                        <a:pt x="639" y="1"/>
                        <a:pt x="612" y="9"/>
                        <a:pt x="561" y="26"/>
                      </a:cubicBezTo>
                      <a:cubicBezTo>
                        <a:pt x="537" y="33"/>
                        <a:pt x="506" y="46"/>
                        <a:pt x="471" y="64"/>
                      </a:cubicBezTo>
                      <a:lnTo>
                        <a:pt x="413" y="93"/>
                      </a:lnTo>
                      <a:cubicBezTo>
                        <a:pt x="396" y="107"/>
                        <a:pt x="377" y="120"/>
                        <a:pt x="357" y="135"/>
                      </a:cubicBezTo>
                      <a:cubicBezTo>
                        <a:pt x="276" y="195"/>
                        <a:pt x="185" y="289"/>
                        <a:pt x="123" y="422"/>
                      </a:cubicBezTo>
                      <a:cubicBezTo>
                        <a:pt x="57" y="553"/>
                        <a:pt x="16" y="715"/>
                        <a:pt x="9" y="894"/>
                      </a:cubicBezTo>
                      <a:cubicBezTo>
                        <a:pt x="1" y="1071"/>
                        <a:pt x="24" y="1266"/>
                        <a:pt x="81" y="1460"/>
                      </a:cubicBezTo>
                      <a:cubicBezTo>
                        <a:pt x="99" y="1506"/>
                        <a:pt x="114" y="1554"/>
                        <a:pt x="128" y="1605"/>
                      </a:cubicBezTo>
                      <a:cubicBezTo>
                        <a:pt x="149" y="1655"/>
                        <a:pt x="169" y="1705"/>
                        <a:pt x="189" y="1756"/>
                      </a:cubicBezTo>
                      <a:cubicBezTo>
                        <a:pt x="209" y="1803"/>
                        <a:pt x="233" y="1849"/>
                        <a:pt x="255" y="1894"/>
                      </a:cubicBezTo>
                      <a:cubicBezTo>
                        <a:pt x="283" y="1949"/>
                        <a:pt x="308" y="1990"/>
                        <a:pt x="337" y="2041"/>
                      </a:cubicBezTo>
                      <a:cubicBezTo>
                        <a:pt x="451" y="2229"/>
                        <a:pt x="585" y="2413"/>
                        <a:pt x="746" y="2578"/>
                      </a:cubicBezTo>
                      <a:cubicBezTo>
                        <a:pt x="906" y="2742"/>
                        <a:pt x="1085" y="2895"/>
                        <a:pt x="1283" y="3025"/>
                      </a:cubicBezTo>
                      <a:cubicBezTo>
                        <a:pt x="1481" y="3152"/>
                        <a:pt x="1697" y="3257"/>
                        <a:pt x="1924" y="3327"/>
                      </a:cubicBezTo>
                      <a:cubicBezTo>
                        <a:pt x="1982" y="3346"/>
                        <a:pt x="2041" y="3358"/>
                        <a:pt x="2097" y="3371"/>
                      </a:cubicBezTo>
                      <a:cubicBezTo>
                        <a:pt x="2157" y="3381"/>
                        <a:pt x="2223" y="3390"/>
                        <a:pt x="2280" y="3397"/>
                      </a:cubicBezTo>
                      <a:lnTo>
                        <a:pt x="2360" y="3400"/>
                      </a:lnTo>
                      <a:lnTo>
                        <a:pt x="2401" y="3401"/>
                      </a:lnTo>
                      <a:cubicBezTo>
                        <a:pt x="2408" y="3402"/>
                        <a:pt x="2414" y="3402"/>
                        <a:pt x="2419" y="3402"/>
                      </a:cubicBezTo>
                      <a:cubicBezTo>
                        <a:pt x="2434" y="3402"/>
                        <a:pt x="2439" y="3400"/>
                        <a:pt x="2453" y="3400"/>
                      </a:cubicBezTo>
                      <a:cubicBezTo>
                        <a:pt x="2513" y="3393"/>
                        <a:pt x="2572" y="3397"/>
                        <a:pt x="2632" y="3383"/>
                      </a:cubicBezTo>
                      <a:cubicBezTo>
                        <a:pt x="2867" y="3347"/>
                        <a:pt x="3089" y="3226"/>
                        <a:pt x="3232" y="3054"/>
                      </a:cubicBezTo>
                      <a:cubicBezTo>
                        <a:pt x="3380" y="2883"/>
                        <a:pt x="3439" y="2676"/>
                        <a:pt x="3451" y="2497"/>
                      </a:cubicBezTo>
                      <a:cubicBezTo>
                        <a:pt x="3461" y="2316"/>
                        <a:pt x="3439" y="2152"/>
                        <a:pt x="3398" y="2018"/>
                      </a:cubicBezTo>
                      <a:cubicBezTo>
                        <a:pt x="3361" y="1882"/>
                        <a:pt x="3312" y="1772"/>
                        <a:pt x="3267" y="1682"/>
                      </a:cubicBezTo>
                      <a:cubicBezTo>
                        <a:pt x="3226" y="1592"/>
                        <a:pt x="3179" y="1530"/>
                        <a:pt x="3153" y="1485"/>
                      </a:cubicBezTo>
                      <a:cubicBezTo>
                        <a:pt x="3124" y="1440"/>
                        <a:pt x="3110" y="1418"/>
                        <a:pt x="3110" y="1417"/>
                      </a:cubicBezTo>
                      <a:lnTo>
                        <a:pt x="3110" y="1417"/>
                      </a:lnTo>
                      <a:cubicBezTo>
                        <a:pt x="3110" y="1418"/>
                        <a:pt x="3118" y="1444"/>
                        <a:pt x="3135" y="1493"/>
                      </a:cubicBezTo>
                      <a:cubicBezTo>
                        <a:pt x="3151" y="1541"/>
                        <a:pt x="3178" y="1615"/>
                        <a:pt x="3200" y="1709"/>
                      </a:cubicBezTo>
                      <a:cubicBezTo>
                        <a:pt x="3226" y="1800"/>
                        <a:pt x="3249" y="1916"/>
                        <a:pt x="3264" y="2045"/>
                      </a:cubicBezTo>
                      <a:cubicBezTo>
                        <a:pt x="3267" y="2077"/>
                        <a:pt x="3269" y="2110"/>
                        <a:pt x="3272" y="2145"/>
                      </a:cubicBezTo>
                      <a:cubicBezTo>
                        <a:pt x="3273" y="2179"/>
                        <a:pt x="3271" y="2215"/>
                        <a:pt x="3271" y="2251"/>
                      </a:cubicBezTo>
                      <a:cubicBezTo>
                        <a:pt x="3271" y="2286"/>
                        <a:pt x="3269" y="2324"/>
                        <a:pt x="3264" y="2360"/>
                      </a:cubicBezTo>
                      <a:cubicBezTo>
                        <a:pt x="3257" y="2398"/>
                        <a:pt x="3259" y="2437"/>
                        <a:pt x="3247" y="2472"/>
                      </a:cubicBezTo>
                      <a:cubicBezTo>
                        <a:pt x="3217" y="2621"/>
                        <a:pt x="3149" y="2768"/>
                        <a:pt x="3034" y="2880"/>
                      </a:cubicBezTo>
                      <a:cubicBezTo>
                        <a:pt x="2920" y="2990"/>
                        <a:pt x="2762" y="3057"/>
                        <a:pt x="2585" y="3076"/>
                      </a:cubicBezTo>
                      <a:cubicBezTo>
                        <a:pt x="2564" y="3080"/>
                        <a:pt x="2543" y="3081"/>
                        <a:pt x="2522" y="3081"/>
                      </a:cubicBezTo>
                      <a:cubicBezTo>
                        <a:pt x="2506" y="3081"/>
                        <a:pt x="2490" y="3081"/>
                        <a:pt x="2474" y="3081"/>
                      </a:cubicBezTo>
                      <a:cubicBezTo>
                        <a:pt x="2465" y="3081"/>
                        <a:pt x="2456" y="3081"/>
                        <a:pt x="2448" y="3081"/>
                      </a:cubicBezTo>
                      <a:lnTo>
                        <a:pt x="2421" y="3081"/>
                      </a:lnTo>
                      <a:lnTo>
                        <a:pt x="2380" y="3077"/>
                      </a:lnTo>
                      <a:lnTo>
                        <a:pt x="2303" y="3069"/>
                      </a:lnTo>
                      <a:cubicBezTo>
                        <a:pt x="2253" y="3061"/>
                        <a:pt x="2213" y="3052"/>
                        <a:pt x="2166" y="3042"/>
                      </a:cubicBezTo>
                      <a:cubicBezTo>
                        <a:pt x="2119" y="3028"/>
                        <a:pt x="2070" y="3018"/>
                        <a:pt x="2023" y="3002"/>
                      </a:cubicBezTo>
                      <a:cubicBezTo>
                        <a:pt x="1834" y="2940"/>
                        <a:pt x="1647" y="2846"/>
                        <a:pt x="1474" y="2729"/>
                      </a:cubicBezTo>
                      <a:cubicBezTo>
                        <a:pt x="1299" y="2618"/>
                        <a:pt x="1136" y="2485"/>
                        <a:pt x="989" y="2339"/>
                      </a:cubicBezTo>
                      <a:cubicBezTo>
                        <a:pt x="845" y="2191"/>
                        <a:pt x="709" y="2038"/>
                        <a:pt x="600" y="1875"/>
                      </a:cubicBezTo>
                      <a:cubicBezTo>
                        <a:pt x="574" y="1835"/>
                        <a:pt x="543" y="1792"/>
                        <a:pt x="523" y="1756"/>
                      </a:cubicBezTo>
                      <a:lnTo>
                        <a:pt x="447" y="1626"/>
                      </a:lnTo>
                      <a:lnTo>
                        <a:pt x="386" y="1505"/>
                      </a:lnTo>
                      <a:cubicBezTo>
                        <a:pt x="369" y="1463"/>
                        <a:pt x="351" y="1420"/>
                        <a:pt x="333" y="1379"/>
                      </a:cubicBezTo>
                      <a:cubicBezTo>
                        <a:pt x="269" y="1211"/>
                        <a:pt x="228" y="1047"/>
                        <a:pt x="214" y="892"/>
                      </a:cubicBezTo>
                      <a:cubicBezTo>
                        <a:pt x="201" y="738"/>
                        <a:pt x="214" y="594"/>
                        <a:pt x="249" y="473"/>
                      </a:cubicBezTo>
                      <a:cubicBezTo>
                        <a:pt x="284" y="353"/>
                        <a:pt x="343" y="256"/>
                        <a:pt x="405" y="187"/>
                      </a:cubicBezTo>
                      <a:cubicBezTo>
                        <a:pt x="420" y="170"/>
                        <a:pt x="436" y="154"/>
                        <a:pt x="451" y="138"/>
                      </a:cubicBezTo>
                      <a:cubicBezTo>
                        <a:pt x="465" y="124"/>
                        <a:pt x="480" y="111"/>
                        <a:pt x="496" y="100"/>
                      </a:cubicBezTo>
                      <a:cubicBezTo>
                        <a:pt x="523" y="75"/>
                        <a:pt x="547" y="56"/>
                        <a:pt x="572" y="42"/>
                      </a:cubicBezTo>
                      <a:cubicBezTo>
                        <a:pt x="614" y="14"/>
                        <a:pt x="639" y="1"/>
                        <a:pt x="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47"/>
                <p:cNvSpPr/>
                <p:nvPr/>
              </p:nvSpPr>
              <p:spPr>
                <a:xfrm>
                  <a:off x="3864410" y="2356810"/>
                  <a:ext cx="161788" cy="161381"/>
                </a:xfrm>
                <a:custGeom>
                  <a:rect b="b" l="l" r="r" t="t"/>
                  <a:pathLst>
                    <a:path extrusionOk="0" h="2781" w="2788">
                      <a:moveTo>
                        <a:pt x="876" y="0"/>
                      </a:moveTo>
                      <a:cubicBezTo>
                        <a:pt x="837" y="0"/>
                        <a:pt x="798" y="2"/>
                        <a:pt x="759" y="6"/>
                      </a:cubicBezTo>
                      <a:cubicBezTo>
                        <a:pt x="702" y="16"/>
                        <a:pt x="630" y="22"/>
                        <a:pt x="591" y="40"/>
                      </a:cubicBezTo>
                      <a:lnTo>
                        <a:pt x="524" y="60"/>
                      </a:lnTo>
                      <a:lnTo>
                        <a:pt x="521" y="61"/>
                      </a:lnTo>
                      <a:lnTo>
                        <a:pt x="508" y="64"/>
                      </a:lnTo>
                      <a:lnTo>
                        <a:pt x="505" y="67"/>
                      </a:lnTo>
                      <a:lnTo>
                        <a:pt x="496" y="71"/>
                      </a:lnTo>
                      <a:lnTo>
                        <a:pt x="477" y="80"/>
                      </a:lnTo>
                      <a:lnTo>
                        <a:pt x="438" y="96"/>
                      </a:lnTo>
                      <a:cubicBezTo>
                        <a:pt x="235" y="187"/>
                        <a:pt x="94" y="382"/>
                        <a:pt x="51" y="559"/>
                      </a:cubicBezTo>
                      <a:cubicBezTo>
                        <a:pt x="0" y="739"/>
                        <a:pt x="15" y="903"/>
                        <a:pt x="44" y="1036"/>
                      </a:cubicBezTo>
                      <a:cubicBezTo>
                        <a:pt x="74" y="1170"/>
                        <a:pt x="121" y="1279"/>
                        <a:pt x="165" y="1364"/>
                      </a:cubicBezTo>
                      <a:cubicBezTo>
                        <a:pt x="208" y="1450"/>
                        <a:pt x="250" y="1511"/>
                        <a:pt x="281" y="1550"/>
                      </a:cubicBezTo>
                      <a:cubicBezTo>
                        <a:pt x="310" y="1591"/>
                        <a:pt x="326" y="1612"/>
                        <a:pt x="326" y="1612"/>
                      </a:cubicBezTo>
                      <a:cubicBezTo>
                        <a:pt x="326" y="1612"/>
                        <a:pt x="317" y="1587"/>
                        <a:pt x="301" y="1540"/>
                      </a:cubicBezTo>
                      <a:cubicBezTo>
                        <a:pt x="282" y="1493"/>
                        <a:pt x="263" y="1423"/>
                        <a:pt x="242" y="1336"/>
                      </a:cubicBezTo>
                      <a:cubicBezTo>
                        <a:pt x="220" y="1248"/>
                        <a:pt x="206" y="1137"/>
                        <a:pt x="202" y="1017"/>
                      </a:cubicBezTo>
                      <a:cubicBezTo>
                        <a:pt x="200" y="896"/>
                        <a:pt x="219" y="762"/>
                        <a:pt x="274" y="641"/>
                      </a:cubicBezTo>
                      <a:cubicBezTo>
                        <a:pt x="301" y="581"/>
                        <a:pt x="340" y="526"/>
                        <a:pt x="390" y="484"/>
                      </a:cubicBezTo>
                      <a:cubicBezTo>
                        <a:pt x="437" y="439"/>
                        <a:pt x="496" y="405"/>
                        <a:pt x="563" y="382"/>
                      </a:cubicBezTo>
                      <a:cubicBezTo>
                        <a:pt x="633" y="359"/>
                        <a:pt x="705" y="348"/>
                        <a:pt x="781" y="348"/>
                      </a:cubicBezTo>
                      <a:cubicBezTo>
                        <a:pt x="859" y="348"/>
                        <a:pt x="940" y="360"/>
                        <a:pt x="1026" y="382"/>
                      </a:cubicBezTo>
                      <a:cubicBezTo>
                        <a:pt x="1360" y="467"/>
                        <a:pt x="1693" y="692"/>
                        <a:pt x="1949" y="977"/>
                      </a:cubicBezTo>
                      <a:cubicBezTo>
                        <a:pt x="2079" y="1121"/>
                        <a:pt x="2186" y="1279"/>
                        <a:pt x="2271" y="1450"/>
                      </a:cubicBezTo>
                      <a:cubicBezTo>
                        <a:pt x="2298" y="1498"/>
                        <a:pt x="2311" y="1537"/>
                        <a:pt x="2327" y="1575"/>
                      </a:cubicBezTo>
                      <a:cubicBezTo>
                        <a:pt x="2345" y="1614"/>
                        <a:pt x="2357" y="1658"/>
                        <a:pt x="2370" y="1699"/>
                      </a:cubicBezTo>
                      <a:cubicBezTo>
                        <a:pt x="2385" y="1741"/>
                        <a:pt x="2390" y="1783"/>
                        <a:pt x="2401" y="1826"/>
                      </a:cubicBezTo>
                      <a:cubicBezTo>
                        <a:pt x="2405" y="1867"/>
                        <a:pt x="2415" y="1908"/>
                        <a:pt x="2415" y="1948"/>
                      </a:cubicBezTo>
                      <a:cubicBezTo>
                        <a:pt x="2419" y="2028"/>
                        <a:pt x="2408" y="2104"/>
                        <a:pt x="2390" y="2176"/>
                      </a:cubicBezTo>
                      <a:cubicBezTo>
                        <a:pt x="2369" y="2243"/>
                        <a:pt x="2341" y="2309"/>
                        <a:pt x="2294" y="2359"/>
                      </a:cubicBezTo>
                      <a:cubicBezTo>
                        <a:pt x="2204" y="2461"/>
                        <a:pt x="2069" y="2519"/>
                        <a:pt x="1933" y="2540"/>
                      </a:cubicBezTo>
                      <a:cubicBezTo>
                        <a:pt x="1881" y="2548"/>
                        <a:pt x="1830" y="2551"/>
                        <a:pt x="1781" y="2551"/>
                      </a:cubicBezTo>
                      <a:cubicBezTo>
                        <a:pt x="1695" y="2551"/>
                        <a:pt x="1614" y="2541"/>
                        <a:pt x="1536" y="2527"/>
                      </a:cubicBezTo>
                      <a:cubicBezTo>
                        <a:pt x="1416" y="2503"/>
                        <a:pt x="1311" y="2469"/>
                        <a:pt x="1226" y="2438"/>
                      </a:cubicBezTo>
                      <a:cubicBezTo>
                        <a:pt x="1140" y="2404"/>
                        <a:pt x="1073" y="2376"/>
                        <a:pt x="1029" y="2353"/>
                      </a:cubicBezTo>
                      <a:cubicBezTo>
                        <a:pt x="984" y="2332"/>
                        <a:pt x="960" y="2320"/>
                        <a:pt x="960" y="2320"/>
                      </a:cubicBezTo>
                      <a:lnTo>
                        <a:pt x="960" y="2320"/>
                      </a:lnTo>
                      <a:cubicBezTo>
                        <a:pt x="960" y="2320"/>
                        <a:pt x="980" y="2339"/>
                        <a:pt x="1015" y="2374"/>
                      </a:cubicBezTo>
                      <a:cubicBezTo>
                        <a:pt x="1053" y="2407"/>
                        <a:pt x="1108" y="2458"/>
                        <a:pt x="1187" y="2512"/>
                      </a:cubicBezTo>
                      <a:cubicBezTo>
                        <a:pt x="1266" y="2566"/>
                        <a:pt x="1363" y="2629"/>
                        <a:pt x="1491" y="2681"/>
                      </a:cubicBezTo>
                      <a:cubicBezTo>
                        <a:pt x="1611" y="2733"/>
                        <a:pt x="1768" y="2781"/>
                        <a:pt x="1940" y="2781"/>
                      </a:cubicBezTo>
                      <a:cubicBezTo>
                        <a:pt x="1943" y="2781"/>
                        <a:pt x="1945" y="2781"/>
                        <a:pt x="1947" y="2781"/>
                      </a:cubicBezTo>
                      <a:cubicBezTo>
                        <a:pt x="1952" y="2781"/>
                        <a:pt x="1957" y="2781"/>
                        <a:pt x="1962" y="2781"/>
                      </a:cubicBezTo>
                      <a:cubicBezTo>
                        <a:pt x="2134" y="2781"/>
                        <a:pt x="2346" y="2734"/>
                        <a:pt x="2513" y="2580"/>
                      </a:cubicBezTo>
                      <a:cubicBezTo>
                        <a:pt x="2600" y="2505"/>
                        <a:pt x="2664" y="2403"/>
                        <a:pt x="2714" y="2296"/>
                      </a:cubicBezTo>
                      <a:cubicBezTo>
                        <a:pt x="2760" y="2186"/>
                        <a:pt x="2781" y="2067"/>
                        <a:pt x="2785" y="1949"/>
                      </a:cubicBezTo>
                      <a:cubicBezTo>
                        <a:pt x="2788" y="1890"/>
                        <a:pt x="2784" y="1832"/>
                        <a:pt x="2779" y="1773"/>
                      </a:cubicBezTo>
                      <a:cubicBezTo>
                        <a:pt x="2768" y="1716"/>
                        <a:pt x="2764" y="1658"/>
                        <a:pt x="2748" y="1601"/>
                      </a:cubicBezTo>
                      <a:cubicBezTo>
                        <a:pt x="2733" y="1546"/>
                        <a:pt x="2721" y="1490"/>
                        <a:pt x="2699" y="1432"/>
                      </a:cubicBezTo>
                      <a:cubicBezTo>
                        <a:pt x="2679" y="1376"/>
                        <a:pt x="2658" y="1317"/>
                        <a:pt x="2636" y="1272"/>
                      </a:cubicBezTo>
                      <a:cubicBezTo>
                        <a:pt x="2544" y="1067"/>
                        <a:pt x="2412" y="870"/>
                        <a:pt x="2260" y="699"/>
                      </a:cubicBezTo>
                      <a:cubicBezTo>
                        <a:pt x="2106" y="527"/>
                        <a:pt x="1927" y="378"/>
                        <a:pt x="1731" y="261"/>
                      </a:cubicBezTo>
                      <a:cubicBezTo>
                        <a:pt x="1536" y="143"/>
                        <a:pt x="1322" y="56"/>
                        <a:pt x="1099" y="20"/>
                      </a:cubicBezTo>
                      <a:cubicBezTo>
                        <a:pt x="1024" y="7"/>
                        <a:pt x="951" y="0"/>
                        <a:pt x="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 name="Google Shape;458;p47"/>
              <p:cNvSpPr/>
              <p:nvPr/>
            </p:nvSpPr>
            <p:spPr>
              <a:xfrm>
                <a:off x="1921106" y="2345781"/>
                <a:ext cx="2006097" cy="1517485"/>
              </a:xfrm>
              <a:custGeom>
                <a:rect b="b" l="l" r="r" t="t"/>
                <a:pathLst>
                  <a:path extrusionOk="0" h="26150" w="34570">
                    <a:moveTo>
                      <a:pt x="19880" y="2945"/>
                    </a:moveTo>
                    <a:cubicBezTo>
                      <a:pt x="19880" y="2946"/>
                      <a:pt x="20071" y="3073"/>
                      <a:pt x="20318" y="3308"/>
                    </a:cubicBezTo>
                    <a:cubicBezTo>
                      <a:pt x="20440" y="3425"/>
                      <a:pt x="20574" y="3573"/>
                      <a:pt x="20702" y="3746"/>
                    </a:cubicBezTo>
                    <a:cubicBezTo>
                      <a:pt x="20831" y="3916"/>
                      <a:pt x="20949" y="4116"/>
                      <a:pt x="21046" y="4325"/>
                    </a:cubicBezTo>
                    <a:cubicBezTo>
                      <a:pt x="21093" y="4431"/>
                      <a:pt x="21134" y="4535"/>
                      <a:pt x="21171" y="4646"/>
                    </a:cubicBezTo>
                    <a:cubicBezTo>
                      <a:pt x="21208" y="4754"/>
                      <a:pt x="21232" y="4856"/>
                      <a:pt x="21257" y="4964"/>
                    </a:cubicBezTo>
                    <a:cubicBezTo>
                      <a:pt x="21301" y="5176"/>
                      <a:pt x="21318" y="5375"/>
                      <a:pt x="21321" y="5545"/>
                    </a:cubicBezTo>
                    <a:cubicBezTo>
                      <a:pt x="21324" y="5885"/>
                      <a:pt x="21282" y="6109"/>
                      <a:pt x="21282" y="6109"/>
                    </a:cubicBezTo>
                    <a:cubicBezTo>
                      <a:pt x="21282" y="6109"/>
                      <a:pt x="21273" y="6053"/>
                      <a:pt x="21257" y="5956"/>
                    </a:cubicBezTo>
                    <a:cubicBezTo>
                      <a:pt x="21243" y="5858"/>
                      <a:pt x="21218" y="5721"/>
                      <a:pt x="21188" y="5559"/>
                    </a:cubicBezTo>
                    <a:cubicBezTo>
                      <a:pt x="21156" y="5396"/>
                      <a:pt x="21116" y="5207"/>
                      <a:pt x="21059" y="5012"/>
                    </a:cubicBezTo>
                    <a:cubicBezTo>
                      <a:pt x="21032" y="4920"/>
                      <a:pt x="20993" y="4813"/>
                      <a:pt x="20958" y="4715"/>
                    </a:cubicBezTo>
                    <a:cubicBezTo>
                      <a:pt x="20924" y="4617"/>
                      <a:pt x="20879" y="4517"/>
                      <a:pt x="20835" y="4419"/>
                    </a:cubicBezTo>
                    <a:cubicBezTo>
                      <a:pt x="20658" y="4024"/>
                      <a:pt x="20413" y="3661"/>
                      <a:pt x="20216" y="3393"/>
                    </a:cubicBezTo>
                    <a:cubicBezTo>
                      <a:pt x="20118" y="3258"/>
                      <a:pt x="20035" y="3147"/>
                      <a:pt x="19975" y="3069"/>
                    </a:cubicBezTo>
                    <a:cubicBezTo>
                      <a:pt x="19914" y="2993"/>
                      <a:pt x="19880" y="2946"/>
                      <a:pt x="19880" y="2945"/>
                    </a:cubicBezTo>
                    <a:close/>
                    <a:moveTo>
                      <a:pt x="14805" y="2047"/>
                    </a:moveTo>
                    <a:cubicBezTo>
                      <a:pt x="15763" y="2047"/>
                      <a:pt x="14767" y="2609"/>
                      <a:pt x="13309" y="3371"/>
                    </a:cubicBezTo>
                    <a:cubicBezTo>
                      <a:pt x="11580" y="4275"/>
                      <a:pt x="12690" y="5688"/>
                      <a:pt x="12257" y="6947"/>
                    </a:cubicBezTo>
                    <a:cubicBezTo>
                      <a:pt x="12062" y="7514"/>
                      <a:pt x="11535" y="8067"/>
                      <a:pt x="11069" y="8067"/>
                    </a:cubicBezTo>
                    <a:cubicBezTo>
                      <a:pt x="10825" y="8067"/>
                      <a:pt x="10597" y="7915"/>
                      <a:pt x="10442" y="7534"/>
                    </a:cubicBezTo>
                    <a:cubicBezTo>
                      <a:pt x="10119" y="6736"/>
                      <a:pt x="9933" y="5450"/>
                      <a:pt x="10884" y="4188"/>
                    </a:cubicBezTo>
                    <a:cubicBezTo>
                      <a:pt x="11909" y="2822"/>
                      <a:pt x="13452" y="2099"/>
                      <a:pt x="14689" y="2050"/>
                    </a:cubicBezTo>
                    <a:cubicBezTo>
                      <a:pt x="14730" y="2048"/>
                      <a:pt x="14769" y="2047"/>
                      <a:pt x="14805" y="2047"/>
                    </a:cubicBezTo>
                    <a:close/>
                    <a:moveTo>
                      <a:pt x="17196" y="1189"/>
                    </a:moveTo>
                    <a:cubicBezTo>
                      <a:pt x="17196" y="1189"/>
                      <a:pt x="17318" y="1233"/>
                      <a:pt x="17531" y="1337"/>
                    </a:cubicBezTo>
                    <a:cubicBezTo>
                      <a:pt x="17741" y="1444"/>
                      <a:pt x="18048" y="1597"/>
                      <a:pt x="18371" y="1848"/>
                    </a:cubicBezTo>
                    <a:cubicBezTo>
                      <a:pt x="18532" y="1973"/>
                      <a:pt x="18714" y="2101"/>
                      <a:pt x="18881" y="2265"/>
                    </a:cubicBezTo>
                    <a:cubicBezTo>
                      <a:pt x="18966" y="2345"/>
                      <a:pt x="19058" y="2423"/>
                      <a:pt x="19144" y="2510"/>
                    </a:cubicBezTo>
                    <a:cubicBezTo>
                      <a:pt x="19226" y="2603"/>
                      <a:pt x="19309" y="2694"/>
                      <a:pt x="19395" y="2791"/>
                    </a:cubicBezTo>
                    <a:cubicBezTo>
                      <a:pt x="19485" y="2882"/>
                      <a:pt x="19561" y="2988"/>
                      <a:pt x="19640" y="3095"/>
                    </a:cubicBezTo>
                    <a:cubicBezTo>
                      <a:pt x="19715" y="3202"/>
                      <a:pt x="19805" y="3303"/>
                      <a:pt x="19872" y="3418"/>
                    </a:cubicBezTo>
                    <a:cubicBezTo>
                      <a:pt x="19945" y="3532"/>
                      <a:pt x="20017" y="3646"/>
                      <a:pt x="20088" y="3762"/>
                    </a:cubicBezTo>
                    <a:lnTo>
                      <a:pt x="20282" y="4123"/>
                    </a:lnTo>
                    <a:cubicBezTo>
                      <a:pt x="20349" y="4243"/>
                      <a:pt x="20396" y="4372"/>
                      <a:pt x="20451" y="4497"/>
                    </a:cubicBezTo>
                    <a:cubicBezTo>
                      <a:pt x="20507" y="4620"/>
                      <a:pt x="20558" y="4746"/>
                      <a:pt x="20600" y="4874"/>
                    </a:cubicBezTo>
                    <a:cubicBezTo>
                      <a:pt x="20695" y="5125"/>
                      <a:pt x="20764" y="5380"/>
                      <a:pt x="20831" y="5626"/>
                    </a:cubicBezTo>
                    <a:cubicBezTo>
                      <a:pt x="20887" y="5874"/>
                      <a:pt x="20940" y="6116"/>
                      <a:pt x="20971" y="6347"/>
                    </a:cubicBezTo>
                    <a:cubicBezTo>
                      <a:pt x="21009" y="6577"/>
                      <a:pt x="21024" y="6800"/>
                      <a:pt x="21040" y="7002"/>
                    </a:cubicBezTo>
                    <a:cubicBezTo>
                      <a:pt x="21070" y="7408"/>
                      <a:pt x="21050" y="7749"/>
                      <a:pt x="21032" y="7985"/>
                    </a:cubicBezTo>
                    <a:cubicBezTo>
                      <a:pt x="21026" y="8103"/>
                      <a:pt x="21009" y="8195"/>
                      <a:pt x="21004" y="8259"/>
                    </a:cubicBezTo>
                    <a:cubicBezTo>
                      <a:pt x="20997" y="8324"/>
                      <a:pt x="20992" y="8357"/>
                      <a:pt x="20992" y="8357"/>
                    </a:cubicBezTo>
                    <a:cubicBezTo>
                      <a:pt x="20992" y="8357"/>
                      <a:pt x="20993" y="8324"/>
                      <a:pt x="20997" y="8259"/>
                    </a:cubicBezTo>
                    <a:cubicBezTo>
                      <a:pt x="20999" y="8195"/>
                      <a:pt x="21009" y="8103"/>
                      <a:pt x="21009" y="7985"/>
                    </a:cubicBezTo>
                    <a:cubicBezTo>
                      <a:pt x="21007" y="7868"/>
                      <a:pt x="21014" y="7723"/>
                      <a:pt x="21003" y="7561"/>
                    </a:cubicBezTo>
                    <a:cubicBezTo>
                      <a:pt x="20997" y="7396"/>
                      <a:pt x="20979" y="7212"/>
                      <a:pt x="20962" y="7012"/>
                    </a:cubicBezTo>
                    <a:cubicBezTo>
                      <a:pt x="20937" y="6812"/>
                      <a:pt x="20917" y="6594"/>
                      <a:pt x="20870" y="6367"/>
                    </a:cubicBezTo>
                    <a:cubicBezTo>
                      <a:pt x="20832" y="6139"/>
                      <a:pt x="20770" y="5904"/>
                      <a:pt x="20714" y="5659"/>
                    </a:cubicBezTo>
                    <a:cubicBezTo>
                      <a:pt x="20643" y="5418"/>
                      <a:pt x="20573" y="5167"/>
                      <a:pt x="20476" y="4922"/>
                    </a:cubicBezTo>
                    <a:cubicBezTo>
                      <a:pt x="20435" y="4796"/>
                      <a:pt x="20382" y="4675"/>
                      <a:pt x="20327" y="4553"/>
                    </a:cubicBezTo>
                    <a:cubicBezTo>
                      <a:pt x="20272" y="4432"/>
                      <a:pt x="20224" y="4306"/>
                      <a:pt x="20158" y="4190"/>
                    </a:cubicBezTo>
                    <a:lnTo>
                      <a:pt x="19973" y="3834"/>
                    </a:lnTo>
                    <a:cubicBezTo>
                      <a:pt x="19903" y="3720"/>
                      <a:pt x="19834" y="3608"/>
                      <a:pt x="19765" y="3495"/>
                    </a:cubicBezTo>
                    <a:cubicBezTo>
                      <a:pt x="19702" y="3379"/>
                      <a:pt x="19614" y="3280"/>
                      <a:pt x="19540" y="3175"/>
                    </a:cubicBezTo>
                    <a:cubicBezTo>
                      <a:pt x="19465" y="3070"/>
                      <a:pt x="19391" y="2964"/>
                      <a:pt x="19305" y="2874"/>
                    </a:cubicBezTo>
                    <a:cubicBezTo>
                      <a:pt x="19223" y="2780"/>
                      <a:pt x="19143" y="2686"/>
                      <a:pt x="19064" y="2595"/>
                    </a:cubicBezTo>
                    <a:cubicBezTo>
                      <a:pt x="18982" y="2506"/>
                      <a:pt x="18894" y="2427"/>
                      <a:pt x="18814" y="2345"/>
                    </a:cubicBezTo>
                    <a:cubicBezTo>
                      <a:pt x="18654" y="2177"/>
                      <a:pt x="18479" y="2047"/>
                      <a:pt x="18325" y="1917"/>
                    </a:cubicBezTo>
                    <a:cubicBezTo>
                      <a:pt x="18015" y="1660"/>
                      <a:pt x="17727" y="1480"/>
                      <a:pt x="17522" y="1364"/>
                    </a:cubicBezTo>
                    <a:cubicBezTo>
                      <a:pt x="17318" y="1245"/>
                      <a:pt x="17196" y="1189"/>
                      <a:pt x="17196" y="1189"/>
                    </a:cubicBezTo>
                    <a:close/>
                    <a:moveTo>
                      <a:pt x="22647" y="4715"/>
                    </a:moveTo>
                    <a:cubicBezTo>
                      <a:pt x="22699" y="4715"/>
                      <a:pt x="22758" y="4722"/>
                      <a:pt x="22822" y="4742"/>
                    </a:cubicBezTo>
                    <a:cubicBezTo>
                      <a:pt x="22950" y="4781"/>
                      <a:pt x="23104" y="4874"/>
                      <a:pt x="23202" y="5043"/>
                    </a:cubicBezTo>
                    <a:cubicBezTo>
                      <a:pt x="23292" y="5219"/>
                      <a:pt x="23347" y="5407"/>
                      <a:pt x="23427" y="5621"/>
                    </a:cubicBezTo>
                    <a:cubicBezTo>
                      <a:pt x="23576" y="6044"/>
                      <a:pt x="23757" y="6535"/>
                      <a:pt x="23938" y="7065"/>
                    </a:cubicBezTo>
                    <a:cubicBezTo>
                      <a:pt x="24082" y="7480"/>
                      <a:pt x="24228" y="7921"/>
                      <a:pt x="24376" y="8364"/>
                    </a:cubicBezTo>
                    <a:cubicBezTo>
                      <a:pt x="24289" y="8348"/>
                      <a:pt x="24206" y="8333"/>
                      <a:pt x="24121" y="8318"/>
                    </a:cubicBezTo>
                    <a:cubicBezTo>
                      <a:pt x="23991" y="7914"/>
                      <a:pt x="23863" y="7513"/>
                      <a:pt x="23745" y="7130"/>
                    </a:cubicBezTo>
                    <a:cubicBezTo>
                      <a:pt x="23577" y="6594"/>
                      <a:pt x="23433" y="6092"/>
                      <a:pt x="23303" y="5662"/>
                    </a:cubicBezTo>
                    <a:cubicBezTo>
                      <a:pt x="23272" y="5555"/>
                      <a:pt x="23241" y="5453"/>
                      <a:pt x="23213" y="5353"/>
                    </a:cubicBezTo>
                    <a:cubicBezTo>
                      <a:pt x="23185" y="5255"/>
                      <a:pt x="23165" y="5159"/>
                      <a:pt x="23129" y="5085"/>
                    </a:cubicBezTo>
                    <a:cubicBezTo>
                      <a:pt x="23057" y="4929"/>
                      <a:pt x="22926" y="4832"/>
                      <a:pt x="22810" y="4787"/>
                    </a:cubicBezTo>
                    <a:cubicBezTo>
                      <a:pt x="22718" y="4750"/>
                      <a:pt x="22635" y="4740"/>
                      <a:pt x="22571" y="4740"/>
                    </a:cubicBezTo>
                    <a:cubicBezTo>
                      <a:pt x="22552" y="4740"/>
                      <a:pt x="22535" y="4741"/>
                      <a:pt x="22520" y="4742"/>
                    </a:cubicBezTo>
                    <a:cubicBezTo>
                      <a:pt x="22448" y="4748"/>
                      <a:pt x="22410" y="4760"/>
                      <a:pt x="22410" y="4760"/>
                    </a:cubicBezTo>
                    <a:cubicBezTo>
                      <a:pt x="22410" y="4760"/>
                      <a:pt x="22444" y="4742"/>
                      <a:pt x="22515" y="4729"/>
                    </a:cubicBezTo>
                    <a:cubicBezTo>
                      <a:pt x="22550" y="4722"/>
                      <a:pt x="22594" y="4715"/>
                      <a:pt x="22647" y="4715"/>
                    </a:cubicBezTo>
                    <a:close/>
                    <a:moveTo>
                      <a:pt x="18473" y="4443"/>
                    </a:moveTo>
                    <a:cubicBezTo>
                      <a:pt x="18473" y="4443"/>
                      <a:pt x="19245" y="5431"/>
                      <a:pt x="19077" y="6859"/>
                    </a:cubicBezTo>
                    <a:cubicBezTo>
                      <a:pt x="18958" y="7866"/>
                      <a:pt x="17858" y="8457"/>
                      <a:pt x="17224" y="8457"/>
                    </a:cubicBezTo>
                    <a:cubicBezTo>
                      <a:pt x="17112" y="8457"/>
                      <a:pt x="17015" y="8439"/>
                      <a:pt x="16941" y="8402"/>
                    </a:cubicBezTo>
                    <a:cubicBezTo>
                      <a:pt x="16460" y="8164"/>
                      <a:pt x="17803" y="7903"/>
                      <a:pt x="18420" y="6982"/>
                    </a:cubicBezTo>
                    <a:cubicBezTo>
                      <a:pt x="19105" y="5963"/>
                      <a:pt x="18473" y="4443"/>
                      <a:pt x="18473" y="4443"/>
                    </a:cubicBezTo>
                    <a:close/>
                    <a:moveTo>
                      <a:pt x="15612" y="1196"/>
                    </a:moveTo>
                    <a:cubicBezTo>
                      <a:pt x="15612" y="1196"/>
                      <a:pt x="15649" y="1201"/>
                      <a:pt x="15723" y="1208"/>
                    </a:cubicBezTo>
                    <a:cubicBezTo>
                      <a:pt x="15796" y="1216"/>
                      <a:pt x="15909" y="1215"/>
                      <a:pt x="16048" y="1243"/>
                    </a:cubicBezTo>
                    <a:cubicBezTo>
                      <a:pt x="16186" y="1263"/>
                      <a:pt x="16354" y="1300"/>
                      <a:pt x="16544" y="1351"/>
                    </a:cubicBezTo>
                    <a:cubicBezTo>
                      <a:pt x="16732" y="1409"/>
                      <a:pt x="16943" y="1483"/>
                      <a:pt x="17165" y="1584"/>
                    </a:cubicBezTo>
                    <a:cubicBezTo>
                      <a:pt x="17276" y="1633"/>
                      <a:pt x="17388" y="1694"/>
                      <a:pt x="17506" y="1753"/>
                    </a:cubicBezTo>
                    <a:cubicBezTo>
                      <a:pt x="17619" y="1821"/>
                      <a:pt x="17737" y="1889"/>
                      <a:pt x="17854" y="1968"/>
                    </a:cubicBezTo>
                    <a:cubicBezTo>
                      <a:pt x="18085" y="2125"/>
                      <a:pt x="18325" y="2304"/>
                      <a:pt x="18543" y="2518"/>
                    </a:cubicBezTo>
                    <a:cubicBezTo>
                      <a:pt x="18767" y="2728"/>
                      <a:pt x="18983" y="2963"/>
                      <a:pt x="19172" y="3226"/>
                    </a:cubicBezTo>
                    <a:cubicBezTo>
                      <a:pt x="19368" y="3485"/>
                      <a:pt x="19532" y="3770"/>
                      <a:pt x="19684" y="4072"/>
                    </a:cubicBezTo>
                    <a:lnTo>
                      <a:pt x="19778" y="4291"/>
                    </a:lnTo>
                    <a:lnTo>
                      <a:pt x="19828" y="4407"/>
                    </a:lnTo>
                    <a:lnTo>
                      <a:pt x="19869" y="4521"/>
                    </a:lnTo>
                    <a:cubicBezTo>
                      <a:pt x="19926" y="4672"/>
                      <a:pt x="19978" y="4826"/>
                      <a:pt x="20025" y="4977"/>
                    </a:cubicBezTo>
                    <a:cubicBezTo>
                      <a:pt x="20119" y="5285"/>
                      <a:pt x="20185" y="5598"/>
                      <a:pt x="20220" y="5907"/>
                    </a:cubicBezTo>
                    <a:cubicBezTo>
                      <a:pt x="20257" y="6215"/>
                      <a:pt x="20247" y="6522"/>
                      <a:pt x="20194" y="6808"/>
                    </a:cubicBezTo>
                    <a:cubicBezTo>
                      <a:pt x="20145" y="7092"/>
                      <a:pt x="20040" y="7353"/>
                      <a:pt x="19912" y="7568"/>
                    </a:cubicBezTo>
                    <a:cubicBezTo>
                      <a:pt x="19650" y="8003"/>
                      <a:pt x="19312" y="8250"/>
                      <a:pt x="19077" y="8399"/>
                    </a:cubicBezTo>
                    <a:cubicBezTo>
                      <a:pt x="18958" y="8474"/>
                      <a:pt x="18858" y="8522"/>
                      <a:pt x="18794" y="8556"/>
                    </a:cubicBezTo>
                    <a:cubicBezTo>
                      <a:pt x="18727" y="8590"/>
                      <a:pt x="18690" y="8607"/>
                      <a:pt x="18690" y="8607"/>
                    </a:cubicBezTo>
                    <a:cubicBezTo>
                      <a:pt x="18690" y="8607"/>
                      <a:pt x="18822" y="8514"/>
                      <a:pt x="19029" y="8332"/>
                    </a:cubicBezTo>
                    <a:cubicBezTo>
                      <a:pt x="19232" y="8149"/>
                      <a:pt x="19509" y="7864"/>
                      <a:pt x="19700" y="7454"/>
                    </a:cubicBezTo>
                    <a:cubicBezTo>
                      <a:pt x="19794" y="7249"/>
                      <a:pt x="19856" y="7014"/>
                      <a:pt x="19884" y="6761"/>
                    </a:cubicBezTo>
                    <a:cubicBezTo>
                      <a:pt x="19911" y="6507"/>
                      <a:pt x="19892" y="6233"/>
                      <a:pt x="19851" y="5955"/>
                    </a:cubicBezTo>
                    <a:cubicBezTo>
                      <a:pt x="19808" y="5674"/>
                      <a:pt x="19727" y="5390"/>
                      <a:pt x="19634" y="5099"/>
                    </a:cubicBezTo>
                    <a:cubicBezTo>
                      <a:pt x="19587" y="4956"/>
                      <a:pt x="19535" y="4811"/>
                      <a:pt x="19480" y="4668"/>
                    </a:cubicBezTo>
                    <a:lnTo>
                      <a:pt x="19438" y="4561"/>
                    </a:lnTo>
                    <a:lnTo>
                      <a:pt x="19393" y="4460"/>
                    </a:lnTo>
                    <a:lnTo>
                      <a:pt x="19295" y="4244"/>
                    </a:lnTo>
                    <a:cubicBezTo>
                      <a:pt x="19160" y="3982"/>
                      <a:pt x="19018" y="3710"/>
                      <a:pt x="18838" y="3468"/>
                    </a:cubicBezTo>
                    <a:cubicBezTo>
                      <a:pt x="18756" y="3343"/>
                      <a:pt x="18655" y="3232"/>
                      <a:pt x="18569" y="3112"/>
                    </a:cubicBezTo>
                    <a:cubicBezTo>
                      <a:pt x="18471" y="3003"/>
                      <a:pt x="18384" y="2886"/>
                      <a:pt x="18279" y="2787"/>
                    </a:cubicBezTo>
                    <a:cubicBezTo>
                      <a:pt x="18083" y="2578"/>
                      <a:pt x="17871" y="2394"/>
                      <a:pt x="17667" y="2228"/>
                    </a:cubicBezTo>
                    <a:cubicBezTo>
                      <a:pt x="17459" y="2065"/>
                      <a:pt x="17252" y="1922"/>
                      <a:pt x="17052" y="1801"/>
                    </a:cubicBezTo>
                    <a:cubicBezTo>
                      <a:pt x="16853" y="1685"/>
                      <a:pt x="16663" y="1586"/>
                      <a:pt x="16491" y="1505"/>
                    </a:cubicBezTo>
                    <a:cubicBezTo>
                      <a:pt x="16316" y="1431"/>
                      <a:pt x="16162" y="1365"/>
                      <a:pt x="16030" y="1323"/>
                    </a:cubicBezTo>
                    <a:cubicBezTo>
                      <a:pt x="15901" y="1275"/>
                      <a:pt x="15795" y="1249"/>
                      <a:pt x="15723" y="1228"/>
                    </a:cubicBezTo>
                    <a:cubicBezTo>
                      <a:pt x="15651" y="1208"/>
                      <a:pt x="15612" y="1196"/>
                      <a:pt x="15612" y="1196"/>
                    </a:cubicBezTo>
                    <a:close/>
                    <a:moveTo>
                      <a:pt x="22614" y="8924"/>
                    </a:moveTo>
                    <a:cubicBezTo>
                      <a:pt x="22620" y="8924"/>
                      <a:pt x="22628" y="8925"/>
                      <a:pt x="22632" y="8925"/>
                    </a:cubicBezTo>
                    <a:cubicBezTo>
                      <a:pt x="22625" y="8925"/>
                      <a:pt x="22618" y="8924"/>
                      <a:pt x="22614" y="8924"/>
                    </a:cubicBezTo>
                    <a:close/>
                    <a:moveTo>
                      <a:pt x="22632" y="8925"/>
                    </a:moveTo>
                    <a:cubicBezTo>
                      <a:pt x="22633" y="8925"/>
                      <a:pt x="22635" y="8927"/>
                      <a:pt x="22636" y="8927"/>
                    </a:cubicBezTo>
                    <a:lnTo>
                      <a:pt x="22636" y="8927"/>
                    </a:lnTo>
                    <a:lnTo>
                      <a:pt x="22632" y="8925"/>
                    </a:lnTo>
                    <a:close/>
                    <a:moveTo>
                      <a:pt x="11190" y="8784"/>
                    </a:moveTo>
                    <a:cubicBezTo>
                      <a:pt x="11190" y="8784"/>
                      <a:pt x="11377" y="9015"/>
                      <a:pt x="11752" y="9213"/>
                    </a:cubicBezTo>
                    <a:cubicBezTo>
                      <a:pt x="11842" y="9265"/>
                      <a:pt x="11946" y="9312"/>
                      <a:pt x="12057" y="9359"/>
                    </a:cubicBezTo>
                    <a:cubicBezTo>
                      <a:pt x="12168" y="9403"/>
                      <a:pt x="12289" y="9442"/>
                      <a:pt x="12412" y="9483"/>
                    </a:cubicBezTo>
                    <a:cubicBezTo>
                      <a:pt x="12540" y="9515"/>
                      <a:pt x="12669" y="9554"/>
                      <a:pt x="12806" y="9574"/>
                    </a:cubicBezTo>
                    <a:cubicBezTo>
                      <a:pt x="12873" y="9586"/>
                      <a:pt x="12941" y="9599"/>
                      <a:pt x="13010" y="9613"/>
                    </a:cubicBezTo>
                    <a:lnTo>
                      <a:pt x="13219" y="9633"/>
                    </a:lnTo>
                    <a:cubicBezTo>
                      <a:pt x="13359" y="9653"/>
                      <a:pt x="13500" y="9660"/>
                      <a:pt x="13638" y="9663"/>
                    </a:cubicBezTo>
                    <a:cubicBezTo>
                      <a:pt x="13707" y="9667"/>
                      <a:pt x="13775" y="9668"/>
                      <a:pt x="13844" y="9671"/>
                    </a:cubicBezTo>
                    <a:cubicBezTo>
                      <a:pt x="13914" y="9669"/>
                      <a:pt x="13981" y="9668"/>
                      <a:pt x="14045" y="9667"/>
                    </a:cubicBezTo>
                    <a:cubicBezTo>
                      <a:pt x="14178" y="9660"/>
                      <a:pt x="14307" y="9668"/>
                      <a:pt x="14428" y="9655"/>
                    </a:cubicBezTo>
                    <a:cubicBezTo>
                      <a:pt x="14552" y="9646"/>
                      <a:pt x="14667" y="9640"/>
                      <a:pt x="14773" y="9630"/>
                    </a:cubicBezTo>
                    <a:cubicBezTo>
                      <a:pt x="14881" y="9626"/>
                      <a:pt x="14977" y="9613"/>
                      <a:pt x="15065" y="9603"/>
                    </a:cubicBezTo>
                    <a:cubicBezTo>
                      <a:pt x="15152" y="9595"/>
                      <a:pt x="15227" y="9587"/>
                      <a:pt x="15290" y="9581"/>
                    </a:cubicBezTo>
                    <a:cubicBezTo>
                      <a:pt x="15416" y="9569"/>
                      <a:pt x="15490" y="9566"/>
                      <a:pt x="15490" y="9566"/>
                    </a:cubicBezTo>
                    <a:lnTo>
                      <a:pt x="15490" y="9566"/>
                    </a:lnTo>
                    <a:cubicBezTo>
                      <a:pt x="15490" y="9566"/>
                      <a:pt x="15420" y="9587"/>
                      <a:pt x="15300" y="9622"/>
                    </a:cubicBezTo>
                    <a:cubicBezTo>
                      <a:pt x="15239" y="9640"/>
                      <a:pt x="15165" y="9660"/>
                      <a:pt x="15079" y="9683"/>
                    </a:cubicBezTo>
                    <a:cubicBezTo>
                      <a:pt x="14995" y="9707"/>
                      <a:pt x="14898" y="9736"/>
                      <a:pt x="14792" y="9751"/>
                    </a:cubicBezTo>
                    <a:cubicBezTo>
                      <a:pt x="14685" y="9770"/>
                      <a:pt x="14568" y="9790"/>
                      <a:pt x="14445" y="9812"/>
                    </a:cubicBezTo>
                    <a:cubicBezTo>
                      <a:pt x="14323" y="9837"/>
                      <a:pt x="14190" y="9843"/>
                      <a:pt x="14055" y="9855"/>
                    </a:cubicBezTo>
                    <a:cubicBezTo>
                      <a:pt x="13951" y="9863"/>
                      <a:pt x="13845" y="9871"/>
                      <a:pt x="13738" y="9871"/>
                    </a:cubicBezTo>
                    <a:cubicBezTo>
                      <a:pt x="13703" y="9871"/>
                      <a:pt x="13668" y="9870"/>
                      <a:pt x="13633" y="9868"/>
                    </a:cubicBezTo>
                    <a:cubicBezTo>
                      <a:pt x="13488" y="9865"/>
                      <a:pt x="13343" y="9864"/>
                      <a:pt x="13197" y="9844"/>
                    </a:cubicBezTo>
                    <a:lnTo>
                      <a:pt x="12978" y="9818"/>
                    </a:lnTo>
                    <a:cubicBezTo>
                      <a:pt x="12907" y="9804"/>
                      <a:pt x="12835" y="9790"/>
                      <a:pt x="12763" y="9775"/>
                    </a:cubicBezTo>
                    <a:cubicBezTo>
                      <a:pt x="12621" y="9751"/>
                      <a:pt x="12485" y="9702"/>
                      <a:pt x="12353" y="9661"/>
                    </a:cubicBezTo>
                    <a:cubicBezTo>
                      <a:pt x="12223" y="9616"/>
                      <a:pt x="12101" y="9561"/>
                      <a:pt x="11988" y="9503"/>
                    </a:cubicBezTo>
                    <a:cubicBezTo>
                      <a:pt x="11875" y="9444"/>
                      <a:pt x="11773" y="9382"/>
                      <a:pt x="11685" y="9317"/>
                    </a:cubicBezTo>
                    <a:cubicBezTo>
                      <a:pt x="11592" y="9257"/>
                      <a:pt x="11518" y="9185"/>
                      <a:pt x="11454" y="9124"/>
                    </a:cubicBezTo>
                    <a:cubicBezTo>
                      <a:pt x="11390" y="9062"/>
                      <a:pt x="11338" y="9003"/>
                      <a:pt x="11299" y="8952"/>
                    </a:cubicBezTo>
                    <a:cubicBezTo>
                      <a:pt x="11221" y="8852"/>
                      <a:pt x="11190" y="8784"/>
                      <a:pt x="11190" y="8784"/>
                    </a:cubicBezTo>
                    <a:close/>
                    <a:moveTo>
                      <a:pt x="22637" y="8928"/>
                    </a:moveTo>
                    <a:lnTo>
                      <a:pt x="22637" y="8928"/>
                    </a:lnTo>
                    <a:cubicBezTo>
                      <a:pt x="22637" y="8928"/>
                      <a:pt x="22770" y="8941"/>
                      <a:pt x="23001" y="8963"/>
                    </a:cubicBezTo>
                    <a:cubicBezTo>
                      <a:pt x="23233" y="8988"/>
                      <a:pt x="23564" y="9019"/>
                      <a:pt x="23958" y="9082"/>
                    </a:cubicBezTo>
                    <a:cubicBezTo>
                      <a:pt x="24747" y="9201"/>
                      <a:pt x="25801" y="9386"/>
                      <a:pt x="26808" y="9762"/>
                    </a:cubicBezTo>
                    <a:cubicBezTo>
                      <a:pt x="27309" y="9959"/>
                      <a:pt x="27779" y="10219"/>
                      <a:pt x="28207" y="10478"/>
                    </a:cubicBezTo>
                    <a:cubicBezTo>
                      <a:pt x="28634" y="10738"/>
                      <a:pt x="29014" y="11007"/>
                      <a:pt x="29342" y="11236"/>
                    </a:cubicBezTo>
                    <a:cubicBezTo>
                      <a:pt x="29667" y="11467"/>
                      <a:pt x="29929" y="11673"/>
                      <a:pt x="30116" y="11813"/>
                    </a:cubicBezTo>
                    <a:cubicBezTo>
                      <a:pt x="30259" y="11923"/>
                      <a:pt x="30355" y="11998"/>
                      <a:pt x="30391" y="12025"/>
                    </a:cubicBezTo>
                    <a:lnTo>
                      <a:pt x="30391" y="12025"/>
                    </a:lnTo>
                    <a:cubicBezTo>
                      <a:pt x="30311" y="11973"/>
                      <a:pt x="29894" y="11696"/>
                      <a:pt x="29298" y="11302"/>
                    </a:cubicBezTo>
                    <a:cubicBezTo>
                      <a:pt x="28966" y="11083"/>
                      <a:pt x="28573" y="10836"/>
                      <a:pt x="28144" y="10582"/>
                    </a:cubicBezTo>
                    <a:cubicBezTo>
                      <a:pt x="27717" y="10331"/>
                      <a:pt x="27250" y="10080"/>
                      <a:pt x="26758" y="9892"/>
                    </a:cubicBezTo>
                    <a:cubicBezTo>
                      <a:pt x="26515" y="9797"/>
                      <a:pt x="26260" y="9714"/>
                      <a:pt x="26013" y="9641"/>
                    </a:cubicBezTo>
                    <a:cubicBezTo>
                      <a:pt x="25765" y="9566"/>
                      <a:pt x="25515" y="9505"/>
                      <a:pt x="25274" y="9446"/>
                    </a:cubicBezTo>
                    <a:cubicBezTo>
                      <a:pt x="24791" y="9332"/>
                      <a:pt x="24337" y="9234"/>
                      <a:pt x="23945" y="9163"/>
                    </a:cubicBezTo>
                    <a:cubicBezTo>
                      <a:pt x="23554" y="9086"/>
                      <a:pt x="23228" y="9029"/>
                      <a:pt x="22998" y="8986"/>
                    </a:cubicBezTo>
                    <a:cubicBezTo>
                      <a:pt x="22769" y="8950"/>
                      <a:pt x="22637" y="8928"/>
                      <a:pt x="22637" y="8928"/>
                    </a:cubicBezTo>
                    <a:close/>
                    <a:moveTo>
                      <a:pt x="30405" y="12035"/>
                    </a:moveTo>
                    <a:cubicBezTo>
                      <a:pt x="30566" y="12151"/>
                      <a:pt x="30735" y="12275"/>
                      <a:pt x="30908" y="12402"/>
                    </a:cubicBezTo>
                    <a:cubicBezTo>
                      <a:pt x="30734" y="12275"/>
                      <a:pt x="30566" y="12151"/>
                      <a:pt x="30405" y="12035"/>
                    </a:cubicBezTo>
                    <a:close/>
                    <a:moveTo>
                      <a:pt x="12499" y="1214"/>
                    </a:moveTo>
                    <a:cubicBezTo>
                      <a:pt x="12705" y="1214"/>
                      <a:pt x="12097" y="1873"/>
                      <a:pt x="12818" y="1873"/>
                    </a:cubicBezTo>
                    <a:cubicBezTo>
                      <a:pt x="12963" y="1873"/>
                      <a:pt x="13544" y="1736"/>
                      <a:pt x="13715" y="1736"/>
                    </a:cubicBezTo>
                    <a:cubicBezTo>
                      <a:pt x="13849" y="1736"/>
                      <a:pt x="13730" y="1821"/>
                      <a:pt x="12945" y="2122"/>
                    </a:cubicBezTo>
                    <a:cubicBezTo>
                      <a:pt x="12945" y="2122"/>
                      <a:pt x="8629" y="3731"/>
                      <a:pt x="9988" y="7883"/>
                    </a:cubicBezTo>
                    <a:cubicBezTo>
                      <a:pt x="10796" y="10351"/>
                      <a:pt x="12618" y="10816"/>
                      <a:pt x="13875" y="10816"/>
                    </a:cubicBezTo>
                    <a:cubicBezTo>
                      <a:pt x="14632" y="10816"/>
                      <a:pt x="15184" y="10647"/>
                      <a:pt x="15184" y="10647"/>
                    </a:cubicBezTo>
                    <a:lnTo>
                      <a:pt x="15184" y="10647"/>
                    </a:lnTo>
                    <a:cubicBezTo>
                      <a:pt x="15184" y="10647"/>
                      <a:pt x="15150" y="10648"/>
                      <a:pt x="15091" y="10648"/>
                    </a:cubicBezTo>
                    <a:cubicBezTo>
                      <a:pt x="14897" y="10648"/>
                      <a:pt x="14429" y="10636"/>
                      <a:pt x="13935" y="10537"/>
                    </a:cubicBezTo>
                    <a:cubicBezTo>
                      <a:pt x="14968" y="10503"/>
                      <a:pt x="15955" y="10233"/>
                      <a:pt x="16589" y="10065"/>
                    </a:cubicBezTo>
                    <a:cubicBezTo>
                      <a:pt x="17142" y="9919"/>
                      <a:pt x="17535" y="9844"/>
                      <a:pt x="17765" y="9844"/>
                    </a:cubicBezTo>
                    <a:cubicBezTo>
                      <a:pt x="18149" y="9844"/>
                      <a:pt x="18082" y="10050"/>
                      <a:pt x="17549" y="10472"/>
                    </a:cubicBezTo>
                    <a:cubicBezTo>
                      <a:pt x="17236" y="10721"/>
                      <a:pt x="16955" y="11034"/>
                      <a:pt x="16820" y="11318"/>
                    </a:cubicBezTo>
                    <a:cubicBezTo>
                      <a:pt x="16824" y="11316"/>
                      <a:pt x="16828" y="11316"/>
                      <a:pt x="16833" y="11314"/>
                    </a:cubicBezTo>
                    <a:cubicBezTo>
                      <a:pt x="16963" y="11274"/>
                      <a:pt x="17099" y="11232"/>
                      <a:pt x="17237" y="11191"/>
                    </a:cubicBezTo>
                    <a:cubicBezTo>
                      <a:pt x="17373" y="11141"/>
                      <a:pt x="17513" y="11093"/>
                      <a:pt x="17650" y="11044"/>
                    </a:cubicBezTo>
                    <a:cubicBezTo>
                      <a:pt x="17924" y="10937"/>
                      <a:pt x="18197" y="10824"/>
                      <a:pt x="18446" y="10703"/>
                    </a:cubicBezTo>
                    <a:cubicBezTo>
                      <a:pt x="18697" y="10586"/>
                      <a:pt x="18923" y="10459"/>
                      <a:pt x="19116" y="10347"/>
                    </a:cubicBezTo>
                    <a:cubicBezTo>
                      <a:pt x="19500" y="10121"/>
                      <a:pt x="19734" y="9931"/>
                      <a:pt x="19734" y="9931"/>
                    </a:cubicBezTo>
                    <a:lnTo>
                      <a:pt x="19734" y="9931"/>
                    </a:lnTo>
                    <a:cubicBezTo>
                      <a:pt x="19734" y="9931"/>
                      <a:pt x="19530" y="10153"/>
                      <a:pt x="19179" y="10436"/>
                    </a:cubicBezTo>
                    <a:cubicBezTo>
                      <a:pt x="19003" y="10577"/>
                      <a:pt x="18794" y="10738"/>
                      <a:pt x="18556" y="10895"/>
                    </a:cubicBezTo>
                    <a:cubicBezTo>
                      <a:pt x="18324" y="11056"/>
                      <a:pt x="18063" y="11211"/>
                      <a:pt x="17797" y="11361"/>
                    </a:cubicBezTo>
                    <a:cubicBezTo>
                      <a:pt x="17707" y="11408"/>
                      <a:pt x="17619" y="11457"/>
                      <a:pt x="17529" y="11504"/>
                    </a:cubicBezTo>
                    <a:cubicBezTo>
                      <a:pt x="17509" y="11513"/>
                      <a:pt x="17491" y="11522"/>
                      <a:pt x="17472" y="11531"/>
                    </a:cubicBezTo>
                    <a:cubicBezTo>
                      <a:pt x="17337" y="11595"/>
                      <a:pt x="17196" y="11649"/>
                      <a:pt x="17056" y="11708"/>
                    </a:cubicBezTo>
                    <a:cubicBezTo>
                      <a:pt x="16774" y="11819"/>
                      <a:pt x="16488" y="11923"/>
                      <a:pt x="16215" y="12006"/>
                    </a:cubicBezTo>
                    <a:cubicBezTo>
                      <a:pt x="15943" y="12091"/>
                      <a:pt x="15685" y="12155"/>
                      <a:pt x="15461" y="12205"/>
                    </a:cubicBezTo>
                    <a:cubicBezTo>
                      <a:pt x="15014" y="12301"/>
                      <a:pt x="14706" y="12316"/>
                      <a:pt x="14706" y="12316"/>
                    </a:cubicBezTo>
                    <a:cubicBezTo>
                      <a:pt x="14706" y="12316"/>
                      <a:pt x="14740" y="12318"/>
                      <a:pt x="14803" y="12318"/>
                    </a:cubicBezTo>
                    <a:cubicBezTo>
                      <a:pt x="14928" y="12318"/>
                      <a:pt x="15167" y="12312"/>
                      <a:pt x="15473" y="12276"/>
                    </a:cubicBezTo>
                    <a:cubicBezTo>
                      <a:pt x="15702" y="12249"/>
                      <a:pt x="15968" y="12207"/>
                      <a:pt x="16252" y="12148"/>
                    </a:cubicBezTo>
                    <a:cubicBezTo>
                      <a:pt x="16477" y="12101"/>
                      <a:pt x="16712" y="12044"/>
                      <a:pt x="16949" y="11978"/>
                    </a:cubicBezTo>
                    <a:cubicBezTo>
                      <a:pt x="17058" y="12032"/>
                      <a:pt x="17214" y="12062"/>
                      <a:pt x="17424" y="12062"/>
                    </a:cubicBezTo>
                    <a:cubicBezTo>
                      <a:pt x="17638" y="12062"/>
                      <a:pt x="17909" y="12030"/>
                      <a:pt x="18244" y="11959"/>
                    </a:cubicBezTo>
                    <a:lnTo>
                      <a:pt x="18244" y="11959"/>
                    </a:lnTo>
                    <a:cubicBezTo>
                      <a:pt x="17847" y="12135"/>
                      <a:pt x="17397" y="12308"/>
                      <a:pt x="16881" y="12477"/>
                    </a:cubicBezTo>
                    <a:cubicBezTo>
                      <a:pt x="15616" y="12891"/>
                      <a:pt x="14643" y="13060"/>
                      <a:pt x="13869" y="13060"/>
                    </a:cubicBezTo>
                    <a:cubicBezTo>
                      <a:pt x="12333" y="13060"/>
                      <a:pt x="11586" y="12394"/>
                      <a:pt x="10906" y="11657"/>
                    </a:cubicBezTo>
                    <a:cubicBezTo>
                      <a:pt x="10367" y="11073"/>
                      <a:pt x="9367" y="10151"/>
                      <a:pt x="8950" y="8878"/>
                    </a:cubicBezTo>
                    <a:cubicBezTo>
                      <a:pt x="8433" y="7303"/>
                      <a:pt x="8999" y="6095"/>
                      <a:pt x="9484" y="4624"/>
                    </a:cubicBezTo>
                    <a:cubicBezTo>
                      <a:pt x="10027" y="2974"/>
                      <a:pt x="11096" y="2016"/>
                      <a:pt x="11933" y="1491"/>
                    </a:cubicBezTo>
                    <a:cubicBezTo>
                      <a:pt x="11940" y="1486"/>
                      <a:pt x="11944" y="1483"/>
                      <a:pt x="11952" y="1478"/>
                    </a:cubicBezTo>
                    <a:cubicBezTo>
                      <a:pt x="12275" y="1286"/>
                      <a:pt x="12432" y="1214"/>
                      <a:pt x="12499" y="1214"/>
                    </a:cubicBezTo>
                    <a:close/>
                    <a:moveTo>
                      <a:pt x="8611" y="9789"/>
                    </a:moveTo>
                    <a:cubicBezTo>
                      <a:pt x="8644" y="9856"/>
                      <a:pt x="8676" y="9924"/>
                      <a:pt x="8713" y="9989"/>
                    </a:cubicBezTo>
                    <a:cubicBezTo>
                      <a:pt x="8697" y="9981"/>
                      <a:pt x="8682" y="9974"/>
                      <a:pt x="8666" y="9970"/>
                    </a:cubicBezTo>
                    <a:cubicBezTo>
                      <a:pt x="8634" y="9961"/>
                      <a:pt x="8603" y="9957"/>
                      <a:pt x="8575" y="9957"/>
                    </a:cubicBezTo>
                    <a:cubicBezTo>
                      <a:pt x="8526" y="9957"/>
                      <a:pt x="8484" y="9968"/>
                      <a:pt x="8456" y="9980"/>
                    </a:cubicBezTo>
                    <a:cubicBezTo>
                      <a:pt x="8409" y="10000"/>
                      <a:pt x="8392" y="10018"/>
                      <a:pt x="8390" y="10018"/>
                    </a:cubicBezTo>
                    <a:cubicBezTo>
                      <a:pt x="8390" y="10018"/>
                      <a:pt x="8421" y="10018"/>
                      <a:pt x="8462" y="10027"/>
                    </a:cubicBezTo>
                    <a:cubicBezTo>
                      <a:pt x="8505" y="10036"/>
                      <a:pt x="8560" y="10056"/>
                      <a:pt x="8612" y="10094"/>
                    </a:cubicBezTo>
                    <a:cubicBezTo>
                      <a:pt x="8663" y="10133"/>
                      <a:pt x="8705" y="10190"/>
                      <a:pt x="8723" y="10255"/>
                    </a:cubicBezTo>
                    <a:cubicBezTo>
                      <a:pt x="8725" y="10262"/>
                      <a:pt x="8729" y="10274"/>
                      <a:pt x="8729" y="10278"/>
                    </a:cubicBezTo>
                    <a:cubicBezTo>
                      <a:pt x="8730" y="10287"/>
                      <a:pt x="8736" y="10306"/>
                      <a:pt x="8733" y="10309"/>
                    </a:cubicBezTo>
                    <a:cubicBezTo>
                      <a:pt x="8733" y="10321"/>
                      <a:pt x="8733" y="10339"/>
                      <a:pt x="8732" y="10356"/>
                    </a:cubicBezTo>
                    <a:cubicBezTo>
                      <a:pt x="8730" y="10389"/>
                      <a:pt x="8719" y="10423"/>
                      <a:pt x="8703" y="10454"/>
                    </a:cubicBezTo>
                    <a:cubicBezTo>
                      <a:pt x="8689" y="10483"/>
                      <a:pt x="8668" y="10513"/>
                      <a:pt x="8642" y="10534"/>
                    </a:cubicBezTo>
                    <a:cubicBezTo>
                      <a:pt x="8615" y="10556"/>
                      <a:pt x="8589" y="10574"/>
                      <a:pt x="8552" y="10588"/>
                    </a:cubicBezTo>
                    <a:cubicBezTo>
                      <a:pt x="8521" y="10600"/>
                      <a:pt x="8485" y="10606"/>
                      <a:pt x="8450" y="10606"/>
                    </a:cubicBezTo>
                    <a:cubicBezTo>
                      <a:pt x="8419" y="10606"/>
                      <a:pt x="8388" y="10601"/>
                      <a:pt x="8360" y="10593"/>
                    </a:cubicBezTo>
                    <a:cubicBezTo>
                      <a:pt x="8299" y="10574"/>
                      <a:pt x="8248" y="10541"/>
                      <a:pt x="8216" y="10510"/>
                    </a:cubicBezTo>
                    <a:cubicBezTo>
                      <a:pt x="8185" y="10480"/>
                      <a:pt x="8168" y="10459"/>
                      <a:pt x="8168" y="10459"/>
                    </a:cubicBezTo>
                    <a:lnTo>
                      <a:pt x="8168" y="10459"/>
                    </a:lnTo>
                    <a:cubicBezTo>
                      <a:pt x="8168" y="10459"/>
                      <a:pt x="8165" y="10486"/>
                      <a:pt x="8176" y="10534"/>
                    </a:cubicBezTo>
                    <a:cubicBezTo>
                      <a:pt x="8188" y="10581"/>
                      <a:pt x="8220" y="10651"/>
                      <a:pt x="8292" y="10709"/>
                    </a:cubicBezTo>
                    <a:cubicBezTo>
                      <a:pt x="8348" y="10756"/>
                      <a:pt x="8432" y="10792"/>
                      <a:pt x="8529" y="10792"/>
                    </a:cubicBezTo>
                    <a:cubicBezTo>
                      <a:pt x="8554" y="10792"/>
                      <a:pt x="8578" y="10790"/>
                      <a:pt x="8604" y="10785"/>
                    </a:cubicBezTo>
                    <a:cubicBezTo>
                      <a:pt x="8659" y="10776"/>
                      <a:pt x="8726" y="10752"/>
                      <a:pt x="8779" y="10711"/>
                    </a:cubicBezTo>
                    <a:cubicBezTo>
                      <a:pt x="8832" y="10671"/>
                      <a:pt x="8878" y="10620"/>
                      <a:pt x="8910" y="10560"/>
                    </a:cubicBezTo>
                    <a:cubicBezTo>
                      <a:pt x="8937" y="10503"/>
                      <a:pt x="8948" y="10445"/>
                      <a:pt x="8953" y="10386"/>
                    </a:cubicBezTo>
                    <a:cubicBezTo>
                      <a:pt x="9360" y="11003"/>
                      <a:pt x="9831" y="11497"/>
                      <a:pt x="10190" y="11876"/>
                    </a:cubicBezTo>
                    <a:cubicBezTo>
                      <a:pt x="10226" y="11912"/>
                      <a:pt x="10256" y="11944"/>
                      <a:pt x="10288" y="11979"/>
                    </a:cubicBezTo>
                    <a:cubicBezTo>
                      <a:pt x="9995" y="12240"/>
                      <a:pt x="9719" y="12515"/>
                      <a:pt x="9469" y="12812"/>
                    </a:cubicBezTo>
                    <a:cubicBezTo>
                      <a:pt x="9451" y="12829"/>
                      <a:pt x="9434" y="12851"/>
                      <a:pt x="9414" y="12873"/>
                    </a:cubicBezTo>
                    <a:lnTo>
                      <a:pt x="9404" y="12886"/>
                    </a:lnTo>
                    <a:lnTo>
                      <a:pt x="9384" y="12911"/>
                    </a:lnTo>
                    <a:lnTo>
                      <a:pt x="9349" y="12955"/>
                    </a:lnTo>
                    <a:lnTo>
                      <a:pt x="9262" y="13067"/>
                    </a:lnTo>
                    <a:lnTo>
                      <a:pt x="8556" y="11649"/>
                    </a:lnTo>
                    <a:lnTo>
                      <a:pt x="9091" y="13283"/>
                    </a:lnTo>
                    <a:cubicBezTo>
                      <a:pt x="9058" y="13327"/>
                      <a:pt x="9020" y="13370"/>
                      <a:pt x="8981" y="13419"/>
                    </a:cubicBezTo>
                    <a:lnTo>
                      <a:pt x="7919" y="10172"/>
                    </a:lnTo>
                    <a:cubicBezTo>
                      <a:pt x="7894" y="10095"/>
                      <a:pt x="7937" y="10014"/>
                      <a:pt x="8012" y="9990"/>
                    </a:cubicBezTo>
                    <a:lnTo>
                      <a:pt x="8611" y="9789"/>
                    </a:lnTo>
                    <a:close/>
                    <a:moveTo>
                      <a:pt x="8154" y="9671"/>
                    </a:moveTo>
                    <a:lnTo>
                      <a:pt x="8154" y="9671"/>
                    </a:lnTo>
                    <a:cubicBezTo>
                      <a:pt x="8154" y="9671"/>
                      <a:pt x="8119" y="9683"/>
                      <a:pt x="8053" y="9711"/>
                    </a:cubicBezTo>
                    <a:cubicBezTo>
                      <a:pt x="7989" y="9740"/>
                      <a:pt x="7894" y="9783"/>
                      <a:pt x="7798" y="9871"/>
                    </a:cubicBezTo>
                    <a:cubicBezTo>
                      <a:pt x="7699" y="9955"/>
                      <a:pt x="7648" y="10118"/>
                      <a:pt x="7720" y="10284"/>
                    </a:cubicBezTo>
                    <a:cubicBezTo>
                      <a:pt x="7783" y="10456"/>
                      <a:pt x="7852" y="10654"/>
                      <a:pt x="7927" y="10866"/>
                    </a:cubicBezTo>
                    <a:cubicBezTo>
                      <a:pt x="8075" y="11294"/>
                      <a:pt x="8253" y="11791"/>
                      <a:pt x="8431" y="12327"/>
                    </a:cubicBezTo>
                    <a:cubicBezTo>
                      <a:pt x="8565" y="12728"/>
                      <a:pt x="8706" y="13151"/>
                      <a:pt x="8848" y="13577"/>
                    </a:cubicBezTo>
                    <a:cubicBezTo>
                      <a:pt x="8811" y="13624"/>
                      <a:pt x="8770" y="13672"/>
                      <a:pt x="8730" y="13719"/>
                    </a:cubicBezTo>
                    <a:cubicBezTo>
                      <a:pt x="8582" y="13260"/>
                      <a:pt x="8436" y="12804"/>
                      <a:pt x="8296" y="12370"/>
                    </a:cubicBezTo>
                    <a:cubicBezTo>
                      <a:pt x="8123" y="11831"/>
                      <a:pt x="7974" y="11324"/>
                      <a:pt x="7840" y="10893"/>
                    </a:cubicBezTo>
                    <a:cubicBezTo>
                      <a:pt x="7775" y="10676"/>
                      <a:pt x="7716" y="10479"/>
                      <a:pt x="7664" y="10302"/>
                    </a:cubicBezTo>
                    <a:cubicBezTo>
                      <a:pt x="7637" y="10215"/>
                      <a:pt x="7625" y="10116"/>
                      <a:pt x="7651" y="10036"/>
                    </a:cubicBezTo>
                    <a:cubicBezTo>
                      <a:pt x="7673" y="9953"/>
                      <a:pt x="7724" y="9891"/>
                      <a:pt x="7777" y="9848"/>
                    </a:cubicBezTo>
                    <a:cubicBezTo>
                      <a:pt x="7883" y="9762"/>
                      <a:pt x="7985" y="9728"/>
                      <a:pt x="8051" y="9703"/>
                    </a:cubicBezTo>
                    <a:cubicBezTo>
                      <a:pt x="8118" y="9680"/>
                      <a:pt x="8154" y="9671"/>
                      <a:pt x="8154" y="9671"/>
                    </a:cubicBezTo>
                    <a:close/>
                    <a:moveTo>
                      <a:pt x="20709" y="14249"/>
                    </a:moveTo>
                    <a:cubicBezTo>
                      <a:pt x="20709" y="14249"/>
                      <a:pt x="20374" y="14377"/>
                      <a:pt x="19868" y="14557"/>
                    </a:cubicBezTo>
                    <a:cubicBezTo>
                      <a:pt x="19614" y="14646"/>
                      <a:pt x="19319" y="14749"/>
                      <a:pt x="19002" y="14860"/>
                    </a:cubicBezTo>
                    <a:cubicBezTo>
                      <a:pt x="18682" y="14967"/>
                      <a:pt x="18344" y="15080"/>
                      <a:pt x="18004" y="15194"/>
                    </a:cubicBezTo>
                    <a:cubicBezTo>
                      <a:pt x="17663" y="15303"/>
                      <a:pt x="17323" y="15411"/>
                      <a:pt x="17002" y="15512"/>
                    </a:cubicBezTo>
                    <a:cubicBezTo>
                      <a:pt x="16681" y="15612"/>
                      <a:pt x="16381" y="15703"/>
                      <a:pt x="16124" y="15781"/>
                    </a:cubicBezTo>
                    <a:cubicBezTo>
                      <a:pt x="15608" y="15934"/>
                      <a:pt x="15263" y="16028"/>
                      <a:pt x="15263" y="16028"/>
                    </a:cubicBezTo>
                    <a:cubicBezTo>
                      <a:pt x="15263" y="16028"/>
                      <a:pt x="15598" y="15899"/>
                      <a:pt x="16104" y="15719"/>
                    </a:cubicBezTo>
                    <a:cubicBezTo>
                      <a:pt x="16358" y="15630"/>
                      <a:pt x="16653" y="15528"/>
                      <a:pt x="16970" y="15417"/>
                    </a:cubicBezTo>
                    <a:cubicBezTo>
                      <a:pt x="17290" y="15309"/>
                      <a:pt x="17628" y="15197"/>
                      <a:pt x="17968" y="15082"/>
                    </a:cubicBezTo>
                    <a:cubicBezTo>
                      <a:pt x="18308" y="14974"/>
                      <a:pt x="18649" y="14865"/>
                      <a:pt x="18970" y="14764"/>
                    </a:cubicBezTo>
                    <a:cubicBezTo>
                      <a:pt x="19291" y="14666"/>
                      <a:pt x="19590" y="14575"/>
                      <a:pt x="19848" y="14496"/>
                    </a:cubicBezTo>
                    <a:cubicBezTo>
                      <a:pt x="20362" y="14343"/>
                      <a:pt x="20709" y="14249"/>
                      <a:pt x="20709" y="14249"/>
                    </a:cubicBezTo>
                    <a:close/>
                    <a:moveTo>
                      <a:pt x="24226" y="11259"/>
                    </a:moveTo>
                    <a:lnTo>
                      <a:pt x="24226" y="11259"/>
                    </a:lnTo>
                    <a:cubicBezTo>
                      <a:pt x="24226" y="11259"/>
                      <a:pt x="24257" y="11347"/>
                      <a:pt x="24314" y="11497"/>
                    </a:cubicBezTo>
                    <a:cubicBezTo>
                      <a:pt x="24369" y="11649"/>
                      <a:pt x="24450" y="11866"/>
                      <a:pt x="24545" y="12127"/>
                    </a:cubicBezTo>
                    <a:cubicBezTo>
                      <a:pt x="24638" y="12389"/>
                      <a:pt x="24757" y="12688"/>
                      <a:pt x="24878" y="13012"/>
                    </a:cubicBezTo>
                    <a:cubicBezTo>
                      <a:pt x="25002" y="13334"/>
                      <a:pt x="25129" y="13678"/>
                      <a:pt x="25273" y="14018"/>
                    </a:cubicBezTo>
                    <a:cubicBezTo>
                      <a:pt x="25407" y="14360"/>
                      <a:pt x="25556" y="14696"/>
                      <a:pt x="25699" y="15007"/>
                    </a:cubicBezTo>
                    <a:cubicBezTo>
                      <a:pt x="25767" y="15166"/>
                      <a:pt x="25845" y="15311"/>
                      <a:pt x="25912" y="15454"/>
                    </a:cubicBezTo>
                    <a:cubicBezTo>
                      <a:pt x="25977" y="15598"/>
                      <a:pt x="26056" y="15724"/>
                      <a:pt x="26120" y="15845"/>
                    </a:cubicBezTo>
                    <a:cubicBezTo>
                      <a:pt x="26184" y="15967"/>
                      <a:pt x="26256" y="16069"/>
                      <a:pt x="26311" y="16168"/>
                    </a:cubicBezTo>
                    <a:cubicBezTo>
                      <a:pt x="26366" y="16264"/>
                      <a:pt x="26423" y="16345"/>
                      <a:pt x="26472" y="16409"/>
                    </a:cubicBezTo>
                    <a:cubicBezTo>
                      <a:pt x="26568" y="16538"/>
                      <a:pt x="26621" y="16616"/>
                      <a:pt x="26621" y="16616"/>
                    </a:cubicBezTo>
                    <a:cubicBezTo>
                      <a:pt x="26621" y="16616"/>
                      <a:pt x="26553" y="16552"/>
                      <a:pt x="26437" y="16437"/>
                    </a:cubicBezTo>
                    <a:cubicBezTo>
                      <a:pt x="26377" y="16382"/>
                      <a:pt x="26311" y="16309"/>
                      <a:pt x="26241" y="16217"/>
                    </a:cubicBezTo>
                    <a:cubicBezTo>
                      <a:pt x="26170" y="16129"/>
                      <a:pt x="26082" y="16033"/>
                      <a:pt x="26009" y="15914"/>
                    </a:cubicBezTo>
                    <a:cubicBezTo>
                      <a:pt x="25934" y="15797"/>
                      <a:pt x="25841" y="15673"/>
                      <a:pt x="25763" y="15535"/>
                    </a:cubicBezTo>
                    <a:cubicBezTo>
                      <a:pt x="25683" y="15397"/>
                      <a:pt x="25590" y="15253"/>
                      <a:pt x="25515" y="15096"/>
                    </a:cubicBezTo>
                    <a:cubicBezTo>
                      <a:pt x="25436" y="14940"/>
                      <a:pt x="25350" y="14780"/>
                      <a:pt x="25277" y="14612"/>
                    </a:cubicBezTo>
                    <a:cubicBezTo>
                      <a:pt x="25201" y="14447"/>
                      <a:pt x="25127" y="14275"/>
                      <a:pt x="25057" y="14105"/>
                    </a:cubicBezTo>
                    <a:cubicBezTo>
                      <a:pt x="24987" y="13932"/>
                      <a:pt x="24923" y="13758"/>
                      <a:pt x="24860" y="13585"/>
                    </a:cubicBezTo>
                    <a:cubicBezTo>
                      <a:pt x="24794" y="13415"/>
                      <a:pt x="24741" y="13243"/>
                      <a:pt x="24685" y="13079"/>
                    </a:cubicBezTo>
                    <a:cubicBezTo>
                      <a:pt x="24578" y="12749"/>
                      <a:pt x="24496" y="12434"/>
                      <a:pt x="24422" y="12166"/>
                    </a:cubicBezTo>
                    <a:cubicBezTo>
                      <a:pt x="24349" y="11897"/>
                      <a:pt x="24306" y="11669"/>
                      <a:pt x="24270" y="11510"/>
                    </a:cubicBezTo>
                    <a:cubicBezTo>
                      <a:pt x="24239" y="11352"/>
                      <a:pt x="24226" y="11259"/>
                      <a:pt x="24226" y="11259"/>
                    </a:cubicBezTo>
                    <a:close/>
                    <a:moveTo>
                      <a:pt x="26390" y="11031"/>
                    </a:moveTo>
                    <a:cubicBezTo>
                      <a:pt x="27196" y="11408"/>
                      <a:pt x="28621" y="12125"/>
                      <a:pt x="29729" y="12943"/>
                    </a:cubicBezTo>
                    <a:cubicBezTo>
                      <a:pt x="29828" y="12892"/>
                      <a:pt x="29928" y="12845"/>
                      <a:pt x="30027" y="12809"/>
                    </a:cubicBezTo>
                    <a:cubicBezTo>
                      <a:pt x="30087" y="12785"/>
                      <a:pt x="30145" y="12759"/>
                      <a:pt x="30204" y="12736"/>
                    </a:cubicBezTo>
                    <a:cubicBezTo>
                      <a:pt x="30265" y="12718"/>
                      <a:pt x="30324" y="12702"/>
                      <a:pt x="30380" y="12684"/>
                    </a:cubicBezTo>
                    <a:cubicBezTo>
                      <a:pt x="30494" y="12650"/>
                      <a:pt x="30600" y="12618"/>
                      <a:pt x="30702" y="12603"/>
                    </a:cubicBezTo>
                    <a:cubicBezTo>
                      <a:pt x="30803" y="12587"/>
                      <a:pt x="30894" y="12570"/>
                      <a:pt x="30976" y="12556"/>
                    </a:cubicBezTo>
                    <a:cubicBezTo>
                      <a:pt x="31058" y="12551"/>
                      <a:pt x="31131" y="12547"/>
                      <a:pt x="31190" y="12543"/>
                    </a:cubicBezTo>
                    <a:cubicBezTo>
                      <a:pt x="31305" y="12536"/>
                      <a:pt x="31372" y="12532"/>
                      <a:pt x="31372" y="12532"/>
                    </a:cubicBezTo>
                    <a:lnTo>
                      <a:pt x="31372" y="12532"/>
                    </a:lnTo>
                    <a:cubicBezTo>
                      <a:pt x="31372" y="12532"/>
                      <a:pt x="31311" y="12555"/>
                      <a:pt x="31199" y="12593"/>
                    </a:cubicBezTo>
                    <a:cubicBezTo>
                      <a:pt x="31195" y="12595"/>
                      <a:pt x="31188" y="12597"/>
                      <a:pt x="31183" y="12599"/>
                    </a:cubicBezTo>
                    <a:cubicBezTo>
                      <a:pt x="31132" y="12618"/>
                      <a:pt x="31074" y="12638"/>
                      <a:pt x="31005" y="12663"/>
                    </a:cubicBezTo>
                    <a:cubicBezTo>
                      <a:pt x="30933" y="12697"/>
                      <a:pt x="30853" y="12736"/>
                      <a:pt x="30765" y="12778"/>
                    </a:cubicBezTo>
                    <a:cubicBezTo>
                      <a:pt x="30676" y="12817"/>
                      <a:pt x="30587" y="12873"/>
                      <a:pt x="30494" y="12933"/>
                    </a:cubicBezTo>
                    <a:cubicBezTo>
                      <a:pt x="30450" y="12961"/>
                      <a:pt x="30400" y="12992"/>
                      <a:pt x="30352" y="13021"/>
                    </a:cubicBezTo>
                    <a:cubicBezTo>
                      <a:pt x="30306" y="13056"/>
                      <a:pt x="30259" y="13094"/>
                      <a:pt x="30212" y="13129"/>
                    </a:cubicBezTo>
                    <a:cubicBezTo>
                      <a:pt x="30117" y="13197"/>
                      <a:pt x="30024" y="13280"/>
                      <a:pt x="29937" y="13365"/>
                    </a:cubicBezTo>
                    <a:cubicBezTo>
                      <a:pt x="29846" y="13447"/>
                      <a:pt x="29762" y="13542"/>
                      <a:pt x="29679" y="13633"/>
                    </a:cubicBezTo>
                    <a:cubicBezTo>
                      <a:pt x="29593" y="13723"/>
                      <a:pt x="29523" y="13828"/>
                      <a:pt x="29445" y="13921"/>
                    </a:cubicBezTo>
                    <a:cubicBezTo>
                      <a:pt x="29377" y="14022"/>
                      <a:pt x="29306" y="14117"/>
                      <a:pt x="29245" y="14216"/>
                    </a:cubicBezTo>
                    <a:cubicBezTo>
                      <a:pt x="29161" y="14352"/>
                      <a:pt x="29090" y="14482"/>
                      <a:pt x="29028" y="14604"/>
                    </a:cubicBezTo>
                    <a:cubicBezTo>
                      <a:pt x="29124" y="14482"/>
                      <a:pt x="29241" y="14348"/>
                      <a:pt x="29372" y="14211"/>
                    </a:cubicBezTo>
                    <a:cubicBezTo>
                      <a:pt x="29444" y="14137"/>
                      <a:pt x="29521" y="14063"/>
                      <a:pt x="29599" y="13989"/>
                    </a:cubicBezTo>
                    <a:cubicBezTo>
                      <a:pt x="29680" y="13921"/>
                      <a:pt x="29758" y="13844"/>
                      <a:pt x="29846" y="13780"/>
                    </a:cubicBezTo>
                    <a:cubicBezTo>
                      <a:pt x="30009" y="13650"/>
                      <a:pt x="30181" y="13530"/>
                      <a:pt x="30349" y="13436"/>
                    </a:cubicBezTo>
                    <a:cubicBezTo>
                      <a:pt x="30713" y="13764"/>
                      <a:pt x="31003" y="14097"/>
                      <a:pt x="31162" y="14426"/>
                    </a:cubicBezTo>
                    <a:cubicBezTo>
                      <a:pt x="31336" y="14786"/>
                      <a:pt x="31399" y="15155"/>
                      <a:pt x="31394" y="15515"/>
                    </a:cubicBezTo>
                    <a:cubicBezTo>
                      <a:pt x="31351" y="15524"/>
                      <a:pt x="31307" y="15534"/>
                      <a:pt x="31264" y="15546"/>
                    </a:cubicBezTo>
                    <a:cubicBezTo>
                      <a:pt x="31054" y="15606"/>
                      <a:pt x="30869" y="15711"/>
                      <a:pt x="30741" y="15798"/>
                    </a:cubicBezTo>
                    <a:cubicBezTo>
                      <a:pt x="30612" y="15885"/>
                      <a:pt x="30540" y="15958"/>
                      <a:pt x="30540" y="15958"/>
                    </a:cubicBezTo>
                    <a:cubicBezTo>
                      <a:pt x="30540" y="15958"/>
                      <a:pt x="30630" y="15908"/>
                      <a:pt x="30774" y="15865"/>
                    </a:cubicBezTo>
                    <a:cubicBezTo>
                      <a:pt x="30912" y="15821"/>
                      <a:pt x="31099" y="15781"/>
                      <a:pt x="31281" y="15781"/>
                    </a:cubicBezTo>
                    <a:cubicBezTo>
                      <a:pt x="31287" y="15781"/>
                      <a:pt x="31293" y="15781"/>
                      <a:pt x="31299" y="15781"/>
                    </a:cubicBezTo>
                    <a:cubicBezTo>
                      <a:pt x="31311" y="15781"/>
                      <a:pt x="31320" y="15783"/>
                      <a:pt x="31332" y="15783"/>
                    </a:cubicBezTo>
                    <a:cubicBezTo>
                      <a:pt x="31346" y="15782"/>
                      <a:pt x="31360" y="15781"/>
                      <a:pt x="31373" y="15781"/>
                    </a:cubicBezTo>
                    <a:cubicBezTo>
                      <a:pt x="31385" y="15781"/>
                      <a:pt x="31396" y="15782"/>
                      <a:pt x="31407" y="15783"/>
                    </a:cubicBezTo>
                    <a:cubicBezTo>
                      <a:pt x="31473" y="15786"/>
                      <a:pt x="31536" y="15790"/>
                      <a:pt x="31601" y="15805"/>
                    </a:cubicBezTo>
                    <a:cubicBezTo>
                      <a:pt x="31856" y="15852"/>
                      <a:pt x="32071" y="15981"/>
                      <a:pt x="32210" y="16094"/>
                    </a:cubicBezTo>
                    <a:cubicBezTo>
                      <a:pt x="32351" y="16205"/>
                      <a:pt x="32421" y="16300"/>
                      <a:pt x="32421" y="16300"/>
                    </a:cubicBezTo>
                    <a:cubicBezTo>
                      <a:pt x="32421" y="16300"/>
                      <a:pt x="32327" y="16228"/>
                      <a:pt x="32171" y="16157"/>
                    </a:cubicBezTo>
                    <a:cubicBezTo>
                      <a:pt x="32034" y="16095"/>
                      <a:pt x="31846" y="16038"/>
                      <a:pt x="31658" y="16038"/>
                    </a:cubicBezTo>
                    <a:cubicBezTo>
                      <a:pt x="31633" y="16038"/>
                      <a:pt x="31607" y="16039"/>
                      <a:pt x="31582" y="16041"/>
                    </a:cubicBezTo>
                    <a:cubicBezTo>
                      <a:pt x="31530" y="16041"/>
                      <a:pt x="31479" y="16053"/>
                      <a:pt x="31429" y="16063"/>
                    </a:cubicBezTo>
                    <a:cubicBezTo>
                      <a:pt x="31394" y="16067"/>
                      <a:pt x="31362" y="16080"/>
                      <a:pt x="31332" y="16092"/>
                    </a:cubicBezTo>
                    <a:cubicBezTo>
                      <a:pt x="31096" y="17251"/>
                      <a:pt x="30283" y="18195"/>
                      <a:pt x="30283" y="18195"/>
                    </a:cubicBezTo>
                    <a:cubicBezTo>
                      <a:pt x="30622" y="15362"/>
                      <a:pt x="28591" y="15430"/>
                      <a:pt x="27287" y="14924"/>
                    </a:cubicBezTo>
                    <a:cubicBezTo>
                      <a:pt x="26734" y="14709"/>
                      <a:pt x="26537" y="14369"/>
                      <a:pt x="26298" y="13918"/>
                    </a:cubicBezTo>
                    <a:cubicBezTo>
                      <a:pt x="25640" y="12667"/>
                      <a:pt x="25573" y="11791"/>
                      <a:pt x="25626" y="11281"/>
                    </a:cubicBezTo>
                    <a:lnTo>
                      <a:pt x="25626" y="11281"/>
                    </a:lnTo>
                    <a:cubicBezTo>
                      <a:pt x="25646" y="11399"/>
                      <a:pt x="25672" y="11517"/>
                      <a:pt x="25707" y="11638"/>
                    </a:cubicBezTo>
                    <a:cubicBezTo>
                      <a:pt x="25759" y="11842"/>
                      <a:pt x="25833" y="12048"/>
                      <a:pt x="25908" y="12249"/>
                    </a:cubicBezTo>
                    <a:cubicBezTo>
                      <a:pt x="26217" y="13057"/>
                      <a:pt x="26644" y="13780"/>
                      <a:pt x="26644" y="13780"/>
                    </a:cubicBezTo>
                    <a:cubicBezTo>
                      <a:pt x="26644" y="13780"/>
                      <a:pt x="26432" y="12959"/>
                      <a:pt x="26364" y="12142"/>
                    </a:cubicBezTo>
                    <a:cubicBezTo>
                      <a:pt x="26347" y="11939"/>
                      <a:pt x="26335" y="11736"/>
                      <a:pt x="26341" y="11553"/>
                    </a:cubicBezTo>
                    <a:cubicBezTo>
                      <a:pt x="26341" y="11368"/>
                      <a:pt x="26357" y="11202"/>
                      <a:pt x="26382" y="11071"/>
                    </a:cubicBezTo>
                    <a:cubicBezTo>
                      <a:pt x="26384" y="11056"/>
                      <a:pt x="26388" y="11044"/>
                      <a:pt x="26390" y="11031"/>
                    </a:cubicBezTo>
                    <a:close/>
                    <a:moveTo>
                      <a:pt x="2828" y="10698"/>
                    </a:moveTo>
                    <a:cubicBezTo>
                      <a:pt x="3022" y="10698"/>
                      <a:pt x="3170" y="10943"/>
                      <a:pt x="3326" y="11270"/>
                    </a:cubicBezTo>
                    <a:cubicBezTo>
                      <a:pt x="3420" y="11467"/>
                      <a:pt x="3516" y="11732"/>
                      <a:pt x="3611" y="12001"/>
                    </a:cubicBezTo>
                    <a:cubicBezTo>
                      <a:pt x="3583" y="12053"/>
                      <a:pt x="3561" y="12115"/>
                      <a:pt x="3551" y="12193"/>
                    </a:cubicBezTo>
                    <a:cubicBezTo>
                      <a:pt x="3494" y="12625"/>
                      <a:pt x="2725" y="12194"/>
                      <a:pt x="2480" y="12673"/>
                    </a:cubicBezTo>
                    <a:cubicBezTo>
                      <a:pt x="2464" y="12705"/>
                      <a:pt x="2487" y="12714"/>
                      <a:pt x="2532" y="12714"/>
                    </a:cubicBezTo>
                    <a:cubicBezTo>
                      <a:pt x="2585" y="12714"/>
                      <a:pt x="2668" y="12701"/>
                      <a:pt x="2750" y="12701"/>
                    </a:cubicBezTo>
                    <a:cubicBezTo>
                      <a:pt x="2838" y="12701"/>
                      <a:pt x="2924" y="12716"/>
                      <a:pt x="2967" y="12777"/>
                    </a:cubicBezTo>
                    <a:cubicBezTo>
                      <a:pt x="3241" y="13163"/>
                      <a:pt x="3095" y="13198"/>
                      <a:pt x="2870" y="13198"/>
                    </a:cubicBezTo>
                    <a:cubicBezTo>
                      <a:pt x="2821" y="13198"/>
                      <a:pt x="2768" y="13196"/>
                      <a:pt x="2715" y="13196"/>
                    </a:cubicBezTo>
                    <a:cubicBezTo>
                      <a:pt x="2555" y="13196"/>
                      <a:pt x="2394" y="13211"/>
                      <a:pt x="2327" y="13331"/>
                    </a:cubicBezTo>
                    <a:cubicBezTo>
                      <a:pt x="2248" y="13472"/>
                      <a:pt x="2830" y="13376"/>
                      <a:pt x="2925" y="13572"/>
                    </a:cubicBezTo>
                    <a:cubicBezTo>
                      <a:pt x="3096" y="13925"/>
                      <a:pt x="3023" y="13996"/>
                      <a:pt x="2869" y="13996"/>
                    </a:cubicBezTo>
                    <a:cubicBezTo>
                      <a:pt x="2766" y="13996"/>
                      <a:pt x="2628" y="13964"/>
                      <a:pt x="2502" y="13964"/>
                    </a:cubicBezTo>
                    <a:cubicBezTo>
                      <a:pt x="2387" y="13964"/>
                      <a:pt x="2283" y="13991"/>
                      <a:pt x="2228" y="14093"/>
                    </a:cubicBezTo>
                    <a:cubicBezTo>
                      <a:pt x="2145" y="14247"/>
                      <a:pt x="2658" y="14202"/>
                      <a:pt x="2717" y="14369"/>
                    </a:cubicBezTo>
                    <a:cubicBezTo>
                      <a:pt x="2826" y="14690"/>
                      <a:pt x="2158" y="15022"/>
                      <a:pt x="2440" y="15156"/>
                    </a:cubicBezTo>
                    <a:cubicBezTo>
                      <a:pt x="2481" y="15176"/>
                      <a:pt x="2543" y="15185"/>
                      <a:pt x="2620" y="15185"/>
                    </a:cubicBezTo>
                    <a:cubicBezTo>
                      <a:pt x="3074" y="15185"/>
                      <a:pt x="4042" y="14867"/>
                      <a:pt x="4174" y="14465"/>
                    </a:cubicBezTo>
                    <a:cubicBezTo>
                      <a:pt x="4305" y="14063"/>
                      <a:pt x="4281" y="13774"/>
                      <a:pt x="4930" y="13666"/>
                    </a:cubicBezTo>
                    <a:lnTo>
                      <a:pt x="4930" y="13666"/>
                    </a:lnTo>
                    <a:cubicBezTo>
                      <a:pt x="4930" y="13672"/>
                      <a:pt x="4930" y="13678"/>
                      <a:pt x="4927" y="13685"/>
                    </a:cubicBezTo>
                    <a:cubicBezTo>
                      <a:pt x="4926" y="13725"/>
                      <a:pt x="4924" y="13772"/>
                      <a:pt x="4920" y="13827"/>
                    </a:cubicBezTo>
                    <a:cubicBezTo>
                      <a:pt x="4915" y="13881"/>
                      <a:pt x="4900" y="13941"/>
                      <a:pt x="4890" y="14008"/>
                    </a:cubicBezTo>
                    <a:cubicBezTo>
                      <a:pt x="4881" y="14077"/>
                      <a:pt x="4857" y="14148"/>
                      <a:pt x="4832" y="14226"/>
                    </a:cubicBezTo>
                    <a:cubicBezTo>
                      <a:pt x="4821" y="14263"/>
                      <a:pt x="4808" y="14304"/>
                      <a:pt x="4796" y="14344"/>
                    </a:cubicBezTo>
                    <a:cubicBezTo>
                      <a:pt x="4777" y="14383"/>
                      <a:pt x="4758" y="14423"/>
                      <a:pt x="4740" y="14463"/>
                    </a:cubicBezTo>
                    <a:cubicBezTo>
                      <a:pt x="4707" y="14548"/>
                      <a:pt x="4660" y="14630"/>
                      <a:pt x="4608" y="14712"/>
                    </a:cubicBezTo>
                    <a:cubicBezTo>
                      <a:pt x="4561" y="14799"/>
                      <a:pt x="4496" y="14877"/>
                      <a:pt x="4436" y="14959"/>
                    </a:cubicBezTo>
                    <a:cubicBezTo>
                      <a:pt x="4375" y="15042"/>
                      <a:pt x="4301" y="15115"/>
                      <a:pt x="4234" y="15194"/>
                    </a:cubicBezTo>
                    <a:cubicBezTo>
                      <a:pt x="4159" y="15264"/>
                      <a:pt x="4089" y="15339"/>
                      <a:pt x="4011" y="15403"/>
                    </a:cubicBezTo>
                    <a:cubicBezTo>
                      <a:pt x="3861" y="15536"/>
                      <a:pt x="3706" y="15649"/>
                      <a:pt x="3568" y="15739"/>
                    </a:cubicBezTo>
                    <a:cubicBezTo>
                      <a:pt x="3292" y="15920"/>
                      <a:pt x="3083" y="16008"/>
                      <a:pt x="3083" y="16008"/>
                    </a:cubicBezTo>
                    <a:cubicBezTo>
                      <a:pt x="3083" y="16008"/>
                      <a:pt x="3308" y="15992"/>
                      <a:pt x="3641" y="15906"/>
                    </a:cubicBezTo>
                    <a:cubicBezTo>
                      <a:pt x="3807" y="15861"/>
                      <a:pt x="3999" y="15804"/>
                      <a:pt x="4203" y="15719"/>
                    </a:cubicBezTo>
                    <a:cubicBezTo>
                      <a:pt x="4280" y="15691"/>
                      <a:pt x="4358" y="15652"/>
                      <a:pt x="4434" y="15616"/>
                    </a:cubicBezTo>
                    <a:cubicBezTo>
                      <a:pt x="4461" y="15599"/>
                      <a:pt x="4488" y="15583"/>
                      <a:pt x="4514" y="15565"/>
                    </a:cubicBezTo>
                    <a:cubicBezTo>
                      <a:pt x="4582" y="15516"/>
                      <a:pt x="4657" y="15469"/>
                      <a:pt x="4728" y="15414"/>
                    </a:cubicBezTo>
                    <a:cubicBezTo>
                      <a:pt x="4797" y="15356"/>
                      <a:pt x="4875" y="15303"/>
                      <a:pt x="4942" y="15240"/>
                    </a:cubicBezTo>
                    <a:cubicBezTo>
                      <a:pt x="5080" y="15116"/>
                      <a:pt x="5213" y="14982"/>
                      <a:pt x="5329" y="14847"/>
                    </a:cubicBezTo>
                    <a:cubicBezTo>
                      <a:pt x="5447" y="14713"/>
                      <a:pt x="5548" y="14578"/>
                      <a:pt x="5628" y="14457"/>
                    </a:cubicBezTo>
                    <a:cubicBezTo>
                      <a:pt x="5791" y="14215"/>
                      <a:pt x="5870" y="14030"/>
                      <a:pt x="5870" y="14030"/>
                    </a:cubicBezTo>
                    <a:lnTo>
                      <a:pt x="5870" y="14030"/>
                    </a:lnTo>
                    <a:cubicBezTo>
                      <a:pt x="5870" y="14030"/>
                      <a:pt x="5863" y="14230"/>
                      <a:pt x="5797" y="14527"/>
                    </a:cubicBezTo>
                    <a:cubicBezTo>
                      <a:pt x="5765" y="14677"/>
                      <a:pt x="5717" y="14849"/>
                      <a:pt x="5651" y="15030"/>
                    </a:cubicBezTo>
                    <a:cubicBezTo>
                      <a:pt x="5601" y="15175"/>
                      <a:pt x="5535" y="15324"/>
                      <a:pt x="5463" y="15473"/>
                    </a:cubicBezTo>
                    <a:cubicBezTo>
                      <a:pt x="5490" y="15503"/>
                      <a:pt x="5517" y="15531"/>
                      <a:pt x="5546" y="15559"/>
                    </a:cubicBezTo>
                    <a:cubicBezTo>
                      <a:pt x="5604" y="15520"/>
                      <a:pt x="5663" y="15476"/>
                      <a:pt x="5718" y="15424"/>
                    </a:cubicBezTo>
                    <a:cubicBezTo>
                      <a:pt x="5830" y="15321"/>
                      <a:pt x="5924" y="15197"/>
                      <a:pt x="5979" y="15093"/>
                    </a:cubicBezTo>
                    <a:cubicBezTo>
                      <a:pt x="6036" y="14991"/>
                      <a:pt x="6057" y="14912"/>
                      <a:pt x="6057" y="14912"/>
                    </a:cubicBezTo>
                    <a:lnTo>
                      <a:pt x="6057" y="14912"/>
                    </a:lnTo>
                    <a:cubicBezTo>
                      <a:pt x="6057" y="14912"/>
                      <a:pt x="6058" y="14993"/>
                      <a:pt x="6030" y="15112"/>
                    </a:cubicBezTo>
                    <a:cubicBezTo>
                      <a:pt x="6004" y="15230"/>
                      <a:pt x="5944" y="15389"/>
                      <a:pt x="5855" y="15532"/>
                    </a:cubicBezTo>
                    <a:cubicBezTo>
                      <a:pt x="5815" y="15601"/>
                      <a:pt x="5765" y="15665"/>
                      <a:pt x="5715" y="15724"/>
                    </a:cubicBezTo>
                    <a:cubicBezTo>
                      <a:pt x="5895" y="15894"/>
                      <a:pt x="6099" y="16076"/>
                      <a:pt x="6313" y="16270"/>
                    </a:cubicBezTo>
                    <a:cubicBezTo>
                      <a:pt x="6312" y="16282"/>
                      <a:pt x="6309" y="16290"/>
                      <a:pt x="6308" y="16304"/>
                    </a:cubicBezTo>
                    <a:cubicBezTo>
                      <a:pt x="6301" y="16357"/>
                      <a:pt x="6292" y="16431"/>
                      <a:pt x="6266" y="16518"/>
                    </a:cubicBezTo>
                    <a:cubicBezTo>
                      <a:pt x="6255" y="16564"/>
                      <a:pt x="6245" y="16612"/>
                      <a:pt x="6226" y="16660"/>
                    </a:cubicBezTo>
                    <a:cubicBezTo>
                      <a:pt x="6207" y="16709"/>
                      <a:pt x="6192" y="16766"/>
                      <a:pt x="6167" y="16819"/>
                    </a:cubicBezTo>
                    <a:cubicBezTo>
                      <a:pt x="6121" y="16928"/>
                      <a:pt x="6063" y="17044"/>
                      <a:pt x="5991" y="17156"/>
                    </a:cubicBezTo>
                    <a:cubicBezTo>
                      <a:pt x="5851" y="17383"/>
                      <a:pt x="5662" y="17591"/>
                      <a:pt x="5501" y="17732"/>
                    </a:cubicBezTo>
                    <a:cubicBezTo>
                      <a:pt x="5341" y="17874"/>
                      <a:pt x="5215" y="17951"/>
                      <a:pt x="5215" y="17951"/>
                    </a:cubicBezTo>
                    <a:cubicBezTo>
                      <a:pt x="5215" y="17951"/>
                      <a:pt x="5362" y="17944"/>
                      <a:pt x="5582" y="17894"/>
                    </a:cubicBezTo>
                    <a:cubicBezTo>
                      <a:pt x="5804" y="17846"/>
                      <a:pt x="6098" y="17747"/>
                      <a:pt x="6380" y="17591"/>
                    </a:cubicBezTo>
                    <a:cubicBezTo>
                      <a:pt x="6521" y="17514"/>
                      <a:pt x="6658" y="17423"/>
                      <a:pt x="6782" y="17325"/>
                    </a:cubicBezTo>
                    <a:cubicBezTo>
                      <a:pt x="6845" y="17279"/>
                      <a:pt x="6900" y="17226"/>
                      <a:pt x="6956" y="17177"/>
                    </a:cubicBezTo>
                    <a:cubicBezTo>
                      <a:pt x="7011" y="17130"/>
                      <a:pt x="7058" y="17082"/>
                      <a:pt x="7100" y="17036"/>
                    </a:cubicBezTo>
                    <a:cubicBezTo>
                      <a:pt x="7535" y="17504"/>
                      <a:pt x="7903" y="18010"/>
                      <a:pt x="8020" y="18538"/>
                    </a:cubicBezTo>
                    <a:cubicBezTo>
                      <a:pt x="8060" y="18722"/>
                      <a:pt x="8095" y="18891"/>
                      <a:pt x="8121" y="19048"/>
                    </a:cubicBezTo>
                    <a:cubicBezTo>
                      <a:pt x="8095" y="19078"/>
                      <a:pt x="8074" y="19108"/>
                      <a:pt x="8047" y="19137"/>
                    </a:cubicBezTo>
                    <a:cubicBezTo>
                      <a:pt x="7994" y="19184"/>
                      <a:pt x="7943" y="19237"/>
                      <a:pt x="7886" y="19280"/>
                    </a:cubicBezTo>
                    <a:cubicBezTo>
                      <a:pt x="7829" y="19325"/>
                      <a:pt x="7770" y="19370"/>
                      <a:pt x="7708" y="19401"/>
                    </a:cubicBezTo>
                    <a:cubicBezTo>
                      <a:pt x="7585" y="19478"/>
                      <a:pt x="7457" y="19526"/>
                      <a:pt x="7342" y="19561"/>
                    </a:cubicBezTo>
                    <a:cubicBezTo>
                      <a:pt x="7146" y="19618"/>
                      <a:pt x="6992" y="19623"/>
                      <a:pt x="6947" y="19623"/>
                    </a:cubicBezTo>
                    <a:cubicBezTo>
                      <a:pt x="6938" y="19623"/>
                      <a:pt x="6933" y="19623"/>
                      <a:pt x="6933" y="19623"/>
                    </a:cubicBezTo>
                    <a:lnTo>
                      <a:pt x="6933" y="19623"/>
                    </a:lnTo>
                    <a:cubicBezTo>
                      <a:pt x="6933" y="19623"/>
                      <a:pt x="7078" y="19718"/>
                      <a:pt x="7343" y="19780"/>
                    </a:cubicBezTo>
                    <a:cubicBezTo>
                      <a:pt x="7468" y="19808"/>
                      <a:pt x="7620" y="19832"/>
                      <a:pt x="7787" y="19832"/>
                    </a:cubicBezTo>
                    <a:cubicBezTo>
                      <a:pt x="7796" y="19832"/>
                      <a:pt x="7804" y="19832"/>
                      <a:pt x="7813" y="19832"/>
                    </a:cubicBezTo>
                    <a:cubicBezTo>
                      <a:pt x="7819" y="19832"/>
                      <a:pt x="7825" y="19832"/>
                      <a:pt x="7830" y="19832"/>
                    </a:cubicBezTo>
                    <a:cubicBezTo>
                      <a:pt x="7904" y="19832"/>
                      <a:pt x="7980" y="19825"/>
                      <a:pt x="8059" y="19815"/>
                    </a:cubicBezTo>
                    <a:lnTo>
                      <a:pt x="8059" y="19815"/>
                    </a:lnTo>
                    <a:cubicBezTo>
                      <a:pt x="7966" y="19954"/>
                      <a:pt x="7798" y="20031"/>
                      <a:pt x="7521" y="20031"/>
                    </a:cubicBezTo>
                    <a:cubicBezTo>
                      <a:pt x="7213" y="20031"/>
                      <a:pt x="6770" y="19936"/>
                      <a:pt x="6145" y="19726"/>
                    </a:cubicBezTo>
                    <a:cubicBezTo>
                      <a:pt x="5917" y="19648"/>
                      <a:pt x="5589" y="19546"/>
                      <a:pt x="5239" y="19334"/>
                    </a:cubicBezTo>
                    <a:cubicBezTo>
                      <a:pt x="4655" y="18739"/>
                      <a:pt x="4064" y="18182"/>
                      <a:pt x="3367" y="17673"/>
                    </a:cubicBezTo>
                    <a:cubicBezTo>
                      <a:pt x="2287" y="16882"/>
                      <a:pt x="2556" y="16001"/>
                      <a:pt x="2556" y="16001"/>
                    </a:cubicBezTo>
                    <a:cubicBezTo>
                      <a:pt x="2556" y="16001"/>
                      <a:pt x="606" y="14850"/>
                      <a:pt x="988" y="14108"/>
                    </a:cubicBezTo>
                    <a:cubicBezTo>
                      <a:pt x="988" y="14108"/>
                      <a:pt x="732" y="13652"/>
                      <a:pt x="955" y="13376"/>
                    </a:cubicBezTo>
                    <a:cubicBezTo>
                      <a:pt x="955" y="13376"/>
                      <a:pt x="819" y="13048"/>
                      <a:pt x="1068" y="12851"/>
                    </a:cubicBezTo>
                    <a:cubicBezTo>
                      <a:pt x="1068" y="12851"/>
                      <a:pt x="933" y="12472"/>
                      <a:pt x="1138" y="12230"/>
                    </a:cubicBezTo>
                    <a:cubicBezTo>
                      <a:pt x="1277" y="12065"/>
                      <a:pt x="1454" y="11941"/>
                      <a:pt x="1668" y="11872"/>
                    </a:cubicBezTo>
                    <a:cubicBezTo>
                      <a:pt x="1798" y="11829"/>
                      <a:pt x="1940" y="11806"/>
                      <a:pt x="2096" y="11806"/>
                    </a:cubicBezTo>
                    <a:cubicBezTo>
                      <a:pt x="2228" y="11806"/>
                      <a:pt x="2371" y="11823"/>
                      <a:pt x="2522" y="11857"/>
                    </a:cubicBezTo>
                    <a:cubicBezTo>
                      <a:pt x="2522" y="11857"/>
                      <a:pt x="2305" y="11039"/>
                      <a:pt x="2613" y="10791"/>
                    </a:cubicBezTo>
                    <a:cubicBezTo>
                      <a:pt x="2662" y="10752"/>
                      <a:pt x="2707" y="10726"/>
                      <a:pt x="2749" y="10711"/>
                    </a:cubicBezTo>
                    <a:cubicBezTo>
                      <a:pt x="2776" y="10702"/>
                      <a:pt x="2803" y="10698"/>
                      <a:pt x="2828" y="10698"/>
                    </a:cubicBezTo>
                    <a:close/>
                    <a:moveTo>
                      <a:pt x="20865" y="14456"/>
                    </a:moveTo>
                    <a:cubicBezTo>
                      <a:pt x="20978" y="14456"/>
                      <a:pt x="21083" y="14528"/>
                      <a:pt x="21121" y="14643"/>
                    </a:cubicBezTo>
                    <a:lnTo>
                      <a:pt x="22202" y="17947"/>
                    </a:lnTo>
                    <a:cubicBezTo>
                      <a:pt x="22249" y="18088"/>
                      <a:pt x="22172" y="18241"/>
                      <a:pt x="22029" y="18288"/>
                    </a:cubicBezTo>
                    <a:lnTo>
                      <a:pt x="16585" y="20069"/>
                    </a:lnTo>
                    <a:cubicBezTo>
                      <a:pt x="16557" y="20078"/>
                      <a:pt x="16528" y="20082"/>
                      <a:pt x="16501" y="20082"/>
                    </a:cubicBezTo>
                    <a:cubicBezTo>
                      <a:pt x="16387" y="20082"/>
                      <a:pt x="16281" y="20010"/>
                      <a:pt x="16244" y="19895"/>
                    </a:cubicBezTo>
                    <a:lnTo>
                      <a:pt x="15163" y="16592"/>
                    </a:lnTo>
                    <a:cubicBezTo>
                      <a:pt x="15116" y="16451"/>
                      <a:pt x="15192" y="16298"/>
                      <a:pt x="15336" y="16251"/>
                    </a:cubicBezTo>
                    <a:lnTo>
                      <a:pt x="20781" y="14470"/>
                    </a:lnTo>
                    <a:cubicBezTo>
                      <a:pt x="20809" y="14461"/>
                      <a:pt x="20837" y="14456"/>
                      <a:pt x="20865" y="14456"/>
                    </a:cubicBezTo>
                    <a:close/>
                    <a:moveTo>
                      <a:pt x="33375" y="15590"/>
                    </a:moveTo>
                    <a:lnTo>
                      <a:pt x="33375" y="15590"/>
                    </a:lnTo>
                    <a:cubicBezTo>
                      <a:pt x="33375" y="15590"/>
                      <a:pt x="33500" y="15879"/>
                      <a:pt x="33594" y="16343"/>
                    </a:cubicBezTo>
                    <a:cubicBezTo>
                      <a:pt x="33639" y="16576"/>
                      <a:pt x="33681" y="16848"/>
                      <a:pt x="33702" y="17144"/>
                    </a:cubicBezTo>
                    <a:cubicBezTo>
                      <a:pt x="33727" y="17438"/>
                      <a:pt x="33735" y="17752"/>
                      <a:pt x="33740" y="18066"/>
                    </a:cubicBezTo>
                    <a:cubicBezTo>
                      <a:pt x="33740" y="18379"/>
                      <a:pt x="33736" y="18693"/>
                      <a:pt x="33717" y="18988"/>
                    </a:cubicBezTo>
                    <a:cubicBezTo>
                      <a:pt x="33702" y="19282"/>
                      <a:pt x="33669" y="19554"/>
                      <a:pt x="33641" y="19789"/>
                    </a:cubicBezTo>
                    <a:cubicBezTo>
                      <a:pt x="33576" y="20258"/>
                      <a:pt x="33488" y="20560"/>
                      <a:pt x="33488" y="20560"/>
                    </a:cubicBezTo>
                    <a:cubicBezTo>
                      <a:pt x="33488" y="20560"/>
                      <a:pt x="33494" y="20481"/>
                      <a:pt x="33504" y="20345"/>
                    </a:cubicBezTo>
                    <a:cubicBezTo>
                      <a:pt x="33517" y="20210"/>
                      <a:pt x="33522" y="20015"/>
                      <a:pt x="33536" y="19781"/>
                    </a:cubicBezTo>
                    <a:cubicBezTo>
                      <a:pt x="33549" y="19548"/>
                      <a:pt x="33549" y="19276"/>
                      <a:pt x="33555" y="18984"/>
                    </a:cubicBezTo>
                    <a:cubicBezTo>
                      <a:pt x="33556" y="18692"/>
                      <a:pt x="33557" y="18382"/>
                      <a:pt x="33555" y="18069"/>
                    </a:cubicBezTo>
                    <a:cubicBezTo>
                      <a:pt x="33547" y="17446"/>
                      <a:pt x="33544" y="16824"/>
                      <a:pt x="33490" y="16361"/>
                    </a:cubicBezTo>
                    <a:cubicBezTo>
                      <a:pt x="33463" y="16129"/>
                      <a:pt x="33441" y="15935"/>
                      <a:pt x="33414" y="15801"/>
                    </a:cubicBezTo>
                    <a:cubicBezTo>
                      <a:pt x="33388" y="15667"/>
                      <a:pt x="33375" y="15590"/>
                      <a:pt x="33375" y="15590"/>
                    </a:cubicBezTo>
                    <a:close/>
                    <a:moveTo>
                      <a:pt x="15437" y="18567"/>
                    </a:moveTo>
                    <a:lnTo>
                      <a:pt x="15579" y="19001"/>
                    </a:lnTo>
                    <a:cubicBezTo>
                      <a:pt x="15579" y="19002"/>
                      <a:pt x="15544" y="19013"/>
                      <a:pt x="15484" y="19031"/>
                    </a:cubicBezTo>
                    <a:cubicBezTo>
                      <a:pt x="15451" y="19040"/>
                      <a:pt x="15414" y="19051"/>
                      <a:pt x="15371" y="19063"/>
                    </a:cubicBezTo>
                    <a:cubicBezTo>
                      <a:pt x="15325" y="19073"/>
                      <a:pt x="15283" y="19098"/>
                      <a:pt x="15231" y="19118"/>
                    </a:cubicBezTo>
                    <a:cubicBezTo>
                      <a:pt x="15183" y="19142"/>
                      <a:pt x="15122" y="19161"/>
                      <a:pt x="15071" y="19196"/>
                    </a:cubicBezTo>
                    <a:cubicBezTo>
                      <a:pt x="15022" y="19231"/>
                      <a:pt x="14956" y="19257"/>
                      <a:pt x="14906" y="19304"/>
                    </a:cubicBezTo>
                    <a:cubicBezTo>
                      <a:pt x="14855" y="19350"/>
                      <a:pt x="14792" y="19390"/>
                      <a:pt x="14746" y="19447"/>
                    </a:cubicBezTo>
                    <a:cubicBezTo>
                      <a:pt x="14695" y="19501"/>
                      <a:pt x="14644" y="19557"/>
                      <a:pt x="14604" y="19620"/>
                    </a:cubicBezTo>
                    <a:cubicBezTo>
                      <a:pt x="14557" y="19680"/>
                      <a:pt x="14521" y="19748"/>
                      <a:pt x="14486" y="19815"/>
                    </a:cubicBezTo>
                    <a:cubicBezTo>
                      <a:pt x="14451" y="19882"/>
                      <a:pt x="14424" y="19953"/>
                      <a:pt x="14397" y="20022"/>
                    </a:cubicBezTo>
                    <a:cubicBezTo>
                      <a:pt x="14350" y="20161"/>
                      <a:pt x="14318" y="20297"/>
                      <a:pt x="14303" y="20416"/>
                    </a:cubicBezTo>
                    <a:cubicBezTo>
                      <a:pt x="14270" y="20654"/>
                      <a:pt x="14288" y="20819"/>
                      <a:pt x="14288" y="20819"/>
                    </a:cubicBezTo>
                    <a:cubicBezTo>
                      <a:pt x="14288" y="20819"/>
                      <a:pt x="14243" y="20661"/>
                      <a:pt x="14232" y="20412"/>
                    </a:cubicBezTo>
                    <a:cubicBezTo>
                      <a:pt x="14228" y="20289"/>
                      <a:pt x="14235" y="20142"/>
                      <a:pt x="14257" y="19987"/>
                    </a:cubicBezTo>
                    <a:cubicBezTo>
                      <a:pt x="14272" y="19909"/>
                      <a:pt x="14288" y="19827"/>
                      <a:pt x="14313" y="19746"/>
                    </a:cubicBezTo>
                    <a:cubicBezTo>
                      <a:pt x="14339" y="19666"/>
                      <a:pt x="14365" y="19584"/>
                      <a:pt x="14405" y="19506"/>
                    </a:cubicBezTo>
                    <a:cubicBezTo>
                      <a:pt x="14439" y="19425"/>
                      <a:pt x="14486" y="19351"/>
                      <a:pt x="14534" y="19278"/>
                    </a:cubicBezTo>
                    <a:cubicBezTo>
                      <a:pt x="14578" y="19201"/>
                      <a:pt x="14640" y="19142"/>
                      <a:pt x="14694" y="19076"/>
                    </a:cubicBezTo>
                    <a:cubicBezTo>
                      <a:pt x="14746" y="19009"/>
                      <a:pt x="14813" y="18963"/>
                      <a:pt x="14868" y="18910"/>
                    </a:cubicBezTo>
                    <a:cubicBezTo>
                      <a:pt x="14924" y="18855"/>
                      <a:pt x="14988" y="18821"/>
                      <a:pt x="15043" y="18781"/>
                    </a:cubicBezTo>
                    <a:cubicBezTo>
                      <a:pt x="15099" y="18746"/>
                      <a:pt x="15149" y="18706"/>
                      <a:pt x="15199" y="18684"/>
                    </a:cubicBezTo>
                    <a:cubicBezTo>
                      <a:pt x="15247" y="18660"/>
                      <a:pt x="15290" y="18638"/>
                      <a:pt x="15325" y="18621"/>
                    </a:cubicBezTo>
                    <a:cubicBezTo>
                      <a:pt x="15396" y="18586"/>
                      <a:pt x="15437" y="18567"/>
                      <a:pt x="15437" y="18567"/>
                    </a:cubicBezTo>
                    <a:close/>
                    <a:moveTo>
                      <a:pt x="30509" y="18565"/>
                    </a:moveTo>
                    <a:cubicBezTo>
                      <a:pt x="30783" y="18565"/>
                      <a:pt x="30375" y="18976"/>
                      <a:pt x="29972" y="19521"/>
                    </a:cubicBezTo>
                    <a:cubicBezTo>
                      <a:pt x="30176" y="19366"/>
                      <a:pt x="30449" y="19216"/>
                      <a:pt x="30814" y="19086"/>
                    </a:cubicBezTo>
                    <a:lnTo>
                      <a:pt x="30814" y="19086"/>
                    </a:lnTo>
                    <a:cubicBezTo>
                      <a:pt x="30978" y="19439"/>
                      <a:pt x="30717" y="19722"/>
                      <a:pt x="31266" y="19860"/>
                    </a:cubicBezTo>
                    <a:cubicBezTo>
                      <a:pt x="31875" y="20011"/>
                      <a:pt x="31422" y="20399"/>
                      <a:pt x="31888" y="20506"/>
                    </a:cubicBezTo>
                    <a:cubicBezTo>
                      <a:pt x="32373" y="20620"/>
                      <a:pt x="32112" y="21021"/>
                      <a:pt x="32654" y="21091"/>
                    </a:cubicBezTo>
                    <a:cubicBezTo>
                      <a:pt x="32983" y="21135"/>
                      <a:pt x="33109" y="21190"/>
                      <a:pt x="33120" y="21195"/>
                    </a:cubicBezTo>
                    <a:cubicBezTo>
                      <a:pt x="33239" y="21305"/>
                      <a:pt x="33273" y="21444"/>
                      <a:pt x="33069" y="21679"/>
                    </a:cubicBezTo>
                    <a:cubicBezTo>
                      <a:pt x="32698" y="22100"/>
                      <a:pt x="32396" y="22228"/>
                      <a:pt x="32167" y="22228"/>
                    </a:cubicBezTo>
                    <a:cubicBezTo>
                      <a:pt x="32066" y="22228"/>
                      <a:pt x="31980" y="22204"/>
                      <a:pt x="31907" y="22169"/>
                    </a:cubicBezTo>
                    <a:cubicBezTo>
                      <a:pt x="31900" y="22166"/>
                      <a:pt x="31895" y="22165"/>
                      <a:pt x="31889" y="22162"/>
                    </a:cubicBezTo>
                    <a:lnTo>
                      <a:pt x="31889" y="22162"/>
                    </a:lnTo>
                    <a:lnTo>
                      <a:pt x="31904" y="22166"/>
                    </a:lnTo>
                    <a:cubicBezTo>
                      <a:pt x="31726" y="22082"/>
                      <a:pt x="31630" y="21931"/>
                      <a:pt x="31630" y="21931"/>
                    </a:cubicBezTo>
                    <a:cubicBezTo>
                      <a:pt x="31582" y="21959"/>
                      <a:pt x="31535" y="21979"/>
                      <a:pt x="31491" y="21992"/>
                    </a:cubicBezTo>
                    <a:lnTo>
                      <a:pt x="31491" y="21992"/>
                    </a:lnTo>
                    <a:cubicBezTo>
                      <a:pt x="31491" y="21992"/>
                      <a:pt x="31491" y="21992"/>
                      <a:pt x="31491" y="21992"/>
                    </a:cubicBezTo>
                    <a:lnTo>
                      <a:pt x="31491" y="21992"/>
                    </a:lnTo>
                    <a:cubicBezTo>
                      <a:pt x="31485" y="21994"/>
                      <a:pt x="31479" y="21996"/>
                      <a:pt x="31474" y="21997"/>
                    </a:cubicBezTo>
                    <a:lnTo>
                      <a:pt x="31474" y="21997"/>
                    </a:lnTo>
                    <a:cubicBezTo>
                      <a:pt x="31479" y="21996"/>
                      <a:pt x="31485" y="21994"/>
                      <a:pt x="31491" y="21992"/>
                    </a:cubicBezTo>
                    <a:lnTo>
                      <a:pt x="31491" y="21992"/>
                    </a:lnTo>
                    <a:cubicBezTo>
                      <a:pt x="31490" y="21995"/>
                      <a:pt x="31486" y="21996"/>
                      <a:pt x="31485" y="21996"/>
                    </a:cubicBezTo>
                    <a:cubicBezTo>
                      <a:pt x="31458" y="22004"/>
                      <a:pt x="31433" y="22009"/>
                      <a:pt x="31407" y="22012"/>
                    </a:cubicBezTo>
                    <a:cubicBezTo>
                      <a:pt x="31429" y="22008"/>
                      <a:pt x="31451" y="22004"/>
                      <a:pt x="31474" y="21997"/>
                    </a:cubicBezTo>
                    <a:lnTo>
                      <a:pt x="31474" y="21997"/>
                    </a:lnTo>
                    <a:cubicBezTo>
                      <a:pt x="31429" y="22009"/>
                      <a:pt x="31386" y="22015"/>
                      <a:pt x="31345" y="22015"/>
                    </a:cubicBezTo>
                    <a:cubicBezTo>
                      <a:pt x="30900" y="22015"/>
                      <a:pt x="30702" y="21344"/>
                      <a:pt x="30702" y="21344"/>
                    </a:cubicBezTo>
                    <a:cubicBezTo>
                      <a:pt x="30637" y="21364"/>
                      <a:pt x="30578" y="21373"/>
                      <a:pt x="30524" y="21373"/>
                    </a:cubicBezTo>
                    <a:cubicBezTo>
                      <a:pt x="30030" y="21373"/>
                      <a:pt x="29964" y="20634"/>
                      <a:pt x="29964" y="20634"/>
                    </a:cubicBezTo>
                    <a:cubicBezTo>
                      <a:pt x="29945" y="20636"/>
                      <a:pt x="29927" y="20636"/>
                      <a:pt x="29909" y="20636"/>
                    </a:cubicBezTo>
                    <a:cubicBezTo>
                      <a:pt x="29547" y="20636"/>
                      <a:pt x="29364" y="20292"/>
                      <a:pt x="29616" y="19890"/>
                    </a:cubicBezTo>
                    <a:lnTo>
                      <a:pt x="29616" y="19890"/>
                    </a:lnTo>
                    <a:cubicBezTo>
                      <a:pt x="29593" y="19897"/>
                      <a:pt x="29571" y="19902"/>
                      <a:pt x="29550" y="19902"/>
                    </a:cubicBezTo>
                    <a:cubicBezTo>
                      <a:pt x="29467" y="19902"/>
                      <a:pt x="29409" y="19834"/>
                      <a:pt x="29447" y="19639"/>
                    </a:cubicBezTo>
                    <a:cubicBezTo>
                      <a:pt x="29526" y="19233"/>
                      <a:pt x="29608" y="18800"/>
                      <a:pt x="30301" y="18603"/>
                    </a:cubicBezTo>
                    <a:cubicBezTo>
                      <a:pt x="30393" y="18577"/>
                      <a:pt x="30461" y="18565"/>
                      <a:pt x="30509" y="18565"/>
                    </a:cubicBezTo>
                    <a:close/>
                    <a:moveTo>
                      <a:pt x="21160" y="11007"/>
                    </a:moveTo>
                    <a:cubicBezTo>
                      <a:pt x="21160" y="11007"/>
                      <a:pt x="21142" y="11051"/>
                      <a:pt x="21102" y="11128"/>
                    </a:cubicBezTo>
                    <a:cubicBezTo>
                      <a:pt x="21065" y="11206"/>
                      <a:pt x="21004" y="11318"/>
                      <a:pt x="20910" y="11453"/>
                    </a:cubicBezTo>
                    <a:cubicBezTo>
                      <a:pt x="20819" y="11588"/>
                      <a:pt x="20691" y="11743"/>
                      <a:pt x="20535" y="11909"/>
                    </a:cubicBezTo>
                    <a:cubicBezTo>
                      <a:pt x="20382" y="12074"/>
                      <a:pt x="20176" y="12245"/>
                      <a:pt x="19961" y="12415"/>
                    </a:cubicBezTo>
                    <a:cubicBezTo>
                      <a:pt x="19946" y="12428"/>
                      <a:pt x="19930" y="12437"/>
                      <a:pt x="19914" y="12449"/>
                    </a:cubicBezTo>
                    <a:cubicBezTo>
                      <a:pt x="20010" y="12391"/>
                      <a:pt x="20106" y="12335"/>
                      <a:pt x="20200" y="12274"/>
                    </a:cubicBezTo>
                    <a:cubicBezTo>
                      <a:pt x="20314" y="12202"/>
                      <a:pt x="20431" y="12135"/>
                      <a:pt x="20538" y="12060"/>
                    </a:cubicBezTo>
                    <a:cubicBezTo>
                      <a:pt x="20648" y="11984"/>
                      <a:pt x="20760" y="11919"/>
                      <a:pt x="20863" y="11843"/>
                    </a:cubicBezTo>
                    <a:cubicBezTo>
                      <a:pt x="20965" y="11770"/>
                      <a:pt x="21069" y="11704"/>
                      <a:pt x="21160" y="11633"/>
                    </a:cubicBezTo>
                    <a:cubicBezTo>
                      <a:pt x="21250" y="11563"/>
                      <a:pt x="21344" y="11502"/>
                      <a:pt x="21423" y="11438"/>
                    </a:cubicBezTo>
                    <a:cubicBezTo>
                      <a:pt x="21583" y="11313"/>
                      <a:pt x="21720" y="11212"/>
                      <a:pt x="21807" y="11132"/>
                    </a:cubicBezTo>
                    <a:cubicBezTo>
                      <a:pt x="21898" y="11054"/>
                      <a:pt x="21953" y="11012"/>
                      <a:pt x="21954" y="11012"/>
                    </a:cubicBezTo>
                    <a:lnTo>
                      <a:pt x="21954" y="11012"/>
                    </a:lnTo>
                    <a:cubicBezTo>
                      <a:pt x="21953" y="11012"/>
                      <a:pt x="21913" y="11067"/>
                      <a:pt x="21839" y="11163"/>
                    </a:cubicBezTo>
                    <a:cubicBezTo>
                      <a:pt x="21766" y="11259"/>
                      <a:pt x="21657" y="11391"/>
                      <a:pt x="21510" y="11539"/>
                    </a:cubicBezTo>
                    <a:cubicBezTo>
                      <a:pt x="21441" y="11616"/>
                      <a:pt x="21356" y="11689"/>
                      <a:pt x="21269" y="11770"/>
                    </a:cubicBezTo>
                    <a:cubicBezTo>
                      <a:pt x="21183" y="11851"/>
                      <a:pt x="21086" y="11928"/>
                      <a:pt x="20984" y="12009"/>
                    </a:cubicBezTo>
                    <a:cubicBezTo>
                      <a:pt x="20883" y="12092"/>
                      <a:pt x="20776" y="12170"/>
                      <a:pt x="20664" y="12248"/>
                    </a:cubicBezTo>
                    <a:cubicBezTo>
                      <a:pt x="20556" y="12328"/>
                      <a:pt x="20436" y="12398"/>
                      <a:pt x="20322" y="12475"/>
                    </a:cubicBezTo>
                    <a:cubicBezTo>
                      <a:pt x="20087" y="12617"/>
                      <a:pt x="19847" y="12753"/>
                      <a:pt x="19614" y="12864"/>
                    </a:cubicBezTo>
                    <a:cubicBezTo>
                      <a:pt x="19382" y="12978"/>
                      <a:pt x="19160" y="13072"/>
                      <a:pt x="18970" y="13146"/>
                    </a:cubicBezTo>
                    <a:cubicBezTo>
                      <a:pt x="18583" y="13291"/>
                      <a:pt x="18314" y="13354"/>
                      <a:pt x="18314" y="13354"/>
                    </a:cubicBezTo>
                    <a:cubicBezTo>
                      <a:pt x="18305" y="13358"/>
                      <a:pt x="18293" y="13362"/>
                      <a:pt x="18281" y="13368"/>
                    </a:cubicBezTo>
                    <a:cubicBezTo>
                      <a:pt x="18437" y="13639"/>
                      <a:pt x="18603" y="13920"/>
                      <a:pt x="18772" y="14208"/>
                    </a:cubicBezTo>
                    <a:lnTo>
                      <a:pt x="15381" y="15606"/>
                    </a:lnTo>
                    <a:cubicBezTo>
                      <a:pt x="14925" y="15757"/>
                      <a:pt x="14676" y="16245"/>
                      <a:pt x="14827" y="16703"/>
                    </a:cubicBezTo>
                    <a:lnTo>
                      <a:pt x="15402" y="18462"/>
                    </a:lnTo>
                    <a:cubicBezTo>
                      <a:pt x="14039" y="18955"/>
                      <a:pt x="13645" y="20118"/>
                      <a:pt x="14236" y="21923"/>
                    </a:cubicBezTo>
                    <a:cubicBezTo>
                      <a:pt x="14326" y="22198"/>
                      <a:pt x="14377" y="22437"/>
                      <a:pt x="14404" y="22652"/>
                    </a:cubicBezTo>
                    <a:cubicBezTo>
                      <a:pt x="13821" y="22296"/>
                      <a:pt x="13143" y="21746"/>
                      <a:pt x="12698" y="20856"/>
                    </a:cubicBezTo>
                    <a:cubicBezTo>
                      <a:pt x="12340" y="20142"/>
                      <a:pt x="12202" y="19082"/>
                      <a:pt x="12074" y="18127"/>
                    </a:cubicBezTo>
                    <a:cubicBezTo>
                      <a:pt x="12189" y="18124"/>
                      <a:pt x="12310" y="18117"/>
                      <a:pt x="12437" y="18104"/>
                    </a:cubicBezTo>
                    <a:cubicBezTo>
                      <a:pt x="12612" y="18084"/>
                      <a:pt x="12796" y="18056"/>
                      <a:pt x="12978" y="18021"/>
                    </a:cubicBezTo>
                    <a:cubicBezTo>
                      <a:pt x="13703" y="17885"/>
                      <a:pt x="14397" y="17672"/>
                      <a:pt x="14397" y="17672"/>
                    </a:cubicBezTo>
                    <a:lnTo>
                      <a:pt x="14397" y="17672"/>
                    </a:lnTo>
                    <a:cubicBezTo>
                      <a:pt x="14397" y="17672"/>
                      <a:pt x="14058" y="17691"/>
                      <a:pt x="13617" y="17691"/>
                    </a:cubicBezTo>
                    <a:cubicBezTo>
                      <a:pt x="13410" y="17691"/>
                      <a:pt x="13181" y="17687"/>
                      <a:pt x="12954" y="17674"/>
                    </a:cubicBezTo>
                    <a:cubicBezTo>
                      <a:pt x="12775" y="17665"/>
                      <a:pt x="12599" y="17647"/>
                      <a:pt x="12438" y="17627"/>
                    </a:cubicBezTo>
                    <a:cubicBezTo>
                      <a:pt x="12277" y="17606"/>
                      <a:pt x="12133" y="17578"/>
                      <a:pt x="12019" y="17545"/>
                    </a:cubicBezTo>
                    <a:cubicBezTo>
                      <a:pt x="12008" y="17543"/>
                      <a:pt x="12000" y="17539"/>
                      <a:pt x="11992" y="17536"/>
                    </a:cubicBezTo>
                    <a:cubicBezTo>
                      <a:pt x="11858" y="16636"/>
                      <a:pt x="11693" y="15948"/>
                      <a:pt x="11281" y="15948"/>
                    </a:cubicBezTo>
                    <a:cubicBezTo>
                      <a:pt x="11121" y="15948"/>
                      <a:pt x="10925" y="16051"/>
                      <a:pt x="10680" y="16284"/>
                    </a:cubicBezTo>
                    <a:cubicBezTo>
                      <a:pt x="10263" y="16682"/>
                      <a:pt x="9990" y="16954"/>
                      <a:pt x="9719" y="16954"/>
                    </a:cubicBezTo>
                    <a:cubicBezTo>
                      <a:pt x="9459" y="16954"/>
                      <a:pt x="9201" y="16706"/>
                      <a:pt x="8819" y="16082"/>
                    </a:cubicBezTo>
                    <a:cubicBezTo>
                      <a:pt x="8827" y="16082"/>
                      <a:pt x="8836" y="16080"/>
                      <a:pt x="8844" y="16079"/>
                    </a:cubicBezTo>
                    <a:cubicBezTo>
                      <a:pt x="8919" y="16072"/>
                      <a:pt x="8994" y="16069"/>
                      <a:pt x="9068" y="16069"/>
                    </a:cubicBezTo>
                    <a:cubicBezTo>
                      <a:pt x="9234" y="16069"/>
                      <a:pt x="9394" y="16085"/>
                      <a:pt x="9524" y="16110"/>
                    </a:cubicBezTo>
                    <a:cubicBezTo>
                      <a:pt x="9712" y="16147"/>
                      <a:pt x="9834" y="16206"/>
                      <a:pt x="9834" y="16206"/>
                    </a:cubicBezTo>
                    <a:cubicBezTo>
                      <a:pt x="9834" y="16206"/>
                      <a:pt x="9791" y="16076"/>
                      <a:pt x="9670" y="15900"/>
                    </a:cubicBezTo>
                    <a:cubicBezTo>
                      <a:pt x="9551" y="15724"/>
                      <a:pt x="9356" y="15503"/>
                      <a:pt x="9129" y="15311"/>
                    </a:cubicBezTo>
                    <a:cubicBezTo>
                      <a:pt x="8980" y="15183"/>
                      <a:pt x="8820" y="15069"/>
                      <a:pt x="8671" y="14972"/>
                    </a:cubicBezTo>
                    <a:cubicBezTo>
                      <a:pt x="9101" y="14586"/>
                      <a:pt x="9545" y="14020"/>
                      <a:pt x="9894" y="13577"/>
                    </a:cubicBezTo>
                    <a:cubicBezTo>
                      <a:pt x="9925" y="13603"/>
                      <a:pt x="9955" y="13629"/>
                      <a:pt x="9988" y="13656"/>
                    </a:cubicBezTo>
                    <a:cubicBezTo>
                      <a:pt x="10136" y="13776"/>
                      <a:pt x="10323" y="13897"/>
                      <a:pt x="10523" y="13988"/>
                    </a:cubicBezTo>
                    <a:cubicBezTo>
                      <a:pt x="10723" y="14082"/>
                      <a:pt x="10933" y="14160"/>
                      <a:pt x="11141" y="14215"/>
                    </a:cubicBezTo>
                    <a:cubicBezTo>
                      <a:pt x="11557" y="14333"/>
                      <a:pt x="11961" y="14390"/>
                      <a:pt x="12267" y="14427"/>
                    </a:cubicBezTo>
                    <a:cubicBezTo>
                      <a:pt x="12571" y="14463"/>
                      <a:pt x="12771" y="14478"/>
                      <a:pt x="12771" y="14478"/>
                    </a:cubicBezTo>
                    <a:cubicBezTo>
                      <a:pt x="12771" y="14478"/>
                      <a:pt x="12594" y="14380"/>
                      <a:pt x="12337" y="14220"/>
                    </a:cubicBezTo>
                    <a:cubicBezTo>
                      <a:pt x="12083" y="14065"/>
                      <a:pt x="11746" y="13843"/>
                      <a:pt x="11462" y="13595"/>
                    </a:cubicBezTo>
                    <a:cubicBezTo>
                      <a:pt x="11317" y="13474"/>
                      <a:pt x="11190" y="13341"/>
                      <a:pt x="11090" y="13219"/>
                    </a:cubicBezTo>
                    <a:cubicBezTo>
                      <a:pt x="10989" y="13094"/>
                      <a:pt x="10920" y="12977"/>
                      <a:pt x="10873" y="12872"/>
                    </a:cubicBezTo>
                    <a:cubicBezTo>
                      <a:pt x="10832" y="12779"/>
                      <a:pt x="10801" y="12699"/>
                      <a:pt x="10777" y="12630"/>
                    </a:cubicBezTo>
                    <a:cubicBezTo>
                      <a:pt x="10804" y="12605"/>
                      <a:pt x="10830" y="12581"/>
                      <a:pt x="10859" y="12555"/>
                    </a:cubicBezTo>
                    <a:cubicBezTo>
                      <a:pt x="10978" y="12665"/>
                      <a:pt x="11100" y="12773"/>
                      <a:pt x="11231" y="12876"/>
                    </a:cubicBezTo>
                    <a:cubicBezTo>
                      <a:pt x="11248" y="12886"/>
                      <a:pt x="11260" y="12894"/>
                      <a:pt x="11276" y="12906"/>
                    </a:cubicBezTo>
                    <a:cubicBezTo>
                      <a:pt x="11538" y="13074"/>
                      <a:pt x="11913" y="13309"/>
                      <a:pt x="12396" y="13443"/>
                    </a:cubicBezTo>
                    <a:cubicBezTo>
                      <a:pt x="12715" y="13542"/>
                      <a:pt x="13082" y="13585"/>
                      <a:pt x="13477" y="13585"/>
                    </a:cubicBezTo>
                    <a:cubicBezTo>
                      <a:pt x="13673" y="13585"/>
                      <a:pt x="13876" y="13574"/>
                      <a:pt x="14083" y="13554"/>
                    </a:cubicBezTo>
                    <a:cubicBezTo>
                      <a:pt x="14710" y="13490"/>
                      <a:pt x="15380" y="13330"/>
                      <a:pt x="16045" y="13146"/>
                    </a:cubicBezTo>
                    <a:cubicBezTo>
                      <a:pt x="16378" y="13052"/>
                      <a:pt x="16711" y="12947"/>
                      <a:pt x="17036" y="12840"/>
                    </a:cubicBezTo>
                    <a:cubicBezTo>
                      <a:pt x="17369" y="12731"/>
                      <a:pt x="17682" y="12628"/>
                      <a:pt x="17991" y="12520"/>
                    </a:cubicBezTo>
                    <a:cubicBezTo>
                      <a:pt x="18604" y="12307"/>
                      <a:pt x="19171" y="12093"/>
                      <a:pt x="19642" y="11884"/>
                    </a:cubicBezTo>
                    <a:cubicBezTo>
                      <a:pt x="19887" y="11782"/>
                      <a:pt x="20087" y="11674"/>
                      <a:pt x="20279" y="11575"/>
                    </a:cubicBezTo>
                    <a:cubicBezTo>
                      <a:pt x="20467" y="11475"/>
                      <a:pt x="20623" y="11376"/>
                      <a:pt x="20756" y="11294"/>
                    </a:cubicBezTo>
                    <a:cubicBezTo>
                      <a:pt x="21013" y="11124"/>
                      <a:pt x="21160" y="11007"/>
                      <a:pt x="21160" y="11007"/>
                    </a:cubicBezTo>
                    <a:close/>
                    <a:moveTo>
                      <a:pt x="21584" y="19487"/>
                    </a:moveTo>
                    <a:cubicBezTo>
                      <a:pt x="21663" y="19674"/>
                      <a:pt x="21739" y="19860"/>
                      <a:pt x="21811" y="20047"/>
                    </a:cubicBezTo>
                    <a:cubicBezTo>
                      <a:pt x="22155" y="20948"/>
                      <a:pt x="22638" y="21448"/>
                      <a:pt x="21967" y="22045"/>
                    </a:cubicBezTo>
                    <a:cubicBezTo>
                      <a:pt x="21676" y="22306"/>
                      <a:pt x="20467" y="22736"/>
                      <a:pt x="19198" y="23138"/>
                    </a:cubicBezTo>
                    <a:cubicBezTo>
                      <a:pt x="19240" y="22599"/>
                      <a:pt x="19174" y="22016"/>
                      <a:pt x="18971" y="21391"/>
                    </a:cubicBezTo>
                    <a:lnTo>
                      <a:pt x="18536" y="20061"/>
                    </a:lnTo>
                    <a:lnTo>
                      <a:pt x="21584" y="19487"/>
                    </a:lnTo>
                    <a:close/>
                    <a:moveTo>
                      <a:pt x="15909" y="20014"/>
                    </a:moveTo>
                    <a:cubicBezTo>
                      <a:pt x="15999" y="20273"/>
                      <a:pt x="16241" y="20437"/>
                      <a:pt x="16500" y="20437"/>
                    </a:cubicBezTo>
                    <a:cubicBezTo>
                      <a:pt x="16564" y="20437"/>
                      <a:pt x="16629" y="20427"/>
                      <a:pt x="16693" y="20406"/>
                    </a:cubicBezTo>
                    <a:lnTo>
                      <a:pt x="16914" y="20364"/>
                    </a:lnTo>
                    <a:lnTo>
                      <a:pt x="17415" y="21898"/>
                    </a:lnTo>
                    <a:cubicBezTo>
                      <a:pt x="17640" y="22585"/>
                      <a:pt x="17593" y="23177"/>
                      <a:pt x="17386" y="23684"/>
                    </a:cubicBezTo>
                    <a:cubicBezTo>
                      <a:pt x="16540" y="23932"/>
                      <a:pt x="15900" y="24107"/>
                      <a:pt x="15827" y="24127"/>
                    </a:cubicBezTo>
                    <a:cubicBezTo>
                      <a:pt x="16129" y="23377"/>
                      <a:pt x="16128" y="22454"/>
                      <a:pt x="15788" y="21417"/>
                    </a:cubicBezTo>
                    <a:cubicBezTo>
                      <a:pt x="15424" y="20305"/>
                      <a:pt x="15614" y="20122"/>
                      <a:pt x="15909" y="20014"/>
                    </a:cubicBezTo>
                    <a:close/>
                    <a:moveTo>
                      <a:pt x="11871" y="23641"/>
                    </a:moveTo>
                    <a:cubicBezTo>
                      <a:pt x="11913" y="23741"/>
                      <a:pt x="11954" y="23842"/>
                      <a:pt x="11996" y="23941"/>
                    </a:cubicBezTo>
                    <a:cubicBezTo>
                      <a:pt x="11902" y="24018"/>
                      <a:pt x="11805" y="24107"/>
                      <a:pt x="11711" y="24205"/>
                    </a:cubicBezTo>
                    <a:cubicBezTo>
                      <a:pt x="11707" y="24197"/>
                      <a:pt x="11705" y="24186"/>
                      <a:pt x="11703" y="24178"/>
                    </a:cubicBezTo>
                    <a:cubicBezTo>
                      <a:pt x="11640" y="23986"/>
                      <a:pt x="11745" y="23791"/>
                      <a:pt x="11871" y="23641"/>
                    </a:cubicBezTo>
                    <a:close/>
                    <a:moveTo>
                      <a:pt x="12680" y="23454"/>
                    </a:moveTo>
                    <a:lnTo>
                      <a:pt x="12680" y="23454"/>
                    </a:lnTo>
                    <a:cubicBezTo>
                      <a:pt x="12955" y="23565"/>
                      <a:pt x="13282" y="23631"/>
                      <a:pt x="13672" y="23631"/>
                    </a:cubicBezTo>
                    <a:cubicBezTo>
                      <a:pt x="13838" y="23631"/>
                      <a:pt x="14016" y="23619"/>
                      <a:pt x="14205" y="23594"/>
                    </a:cubicBezTo>
                    <a:cubicBezTo>
                      <a:pt x="14233" y="23590"/>
                      <a:pt x="14257" y="23587"/>
                      <a:pt x="14284" y="23583"/>
                    </a:cubicBezTo>
                    <a:lnTo>
                      <a:pt x="14284" y="23583"/>
                    </a:lnTo>
                    <a:cubicBezTo>
                      <a:pt x="14083" y="23992"/>
                      <a:pt x="13692" y="24191"/>
                      <a:pt x="13308" y="24317"/>
                    </a:cubicBezTo>
                    <a:cubicBezTo>
                      <a:pt x="13230" y="24342"/>
                      <a:pt x="13158" y="24364"/>
                      <a:pt x="13088" y="24385"/>
                    </a:cubicBezTo>
                    <a:cubicBezTo>
                      <a:pt x="12954" y="24091"/>
                      <a:pt x="12815" y="23780"/>
                      <a:pt x="12680" y="23454"/>
                    </a:cubicBezTo>
                    <a:close/>
                    <a:moveTo>
                      <a:pt x="14409" y="21483"/>
                    </a:moveTo>
                    <a:lnTo>
                      <a:pt x="14409" y="21483"/>
                    </a:lnTo>
                    <a:cubicBezTo>
                      <a:pt x="14409" y="21483"/>
                      <a:pt x="14436" y="21528"/>
                      <a:pt x="14478" y="21609"/>
                    </a:cubicBezTo>
                    <a:cubicBezTo>
                      <a:pt x="14499" y="21649"/>
                      <a:pt x="14525" y="21700"/>
                      <a:pt x="14553" y="21757"/>
                    </a:cubicBezTo>
                    <a:cubicBezTo>
                      <a:pt x="14581" y="21814"/>
                      <a:pt x="14620" y="21877"/>
                      <a:pt x="14644" y="21953"/>
                    </a:cubicBezTo>
                    <a:cubicBezTo>
                      <a:pt x="14671" y="22029"/>
                      <a:pt x="14701" y="22110"/>
                      <a:pt x="14732" y="22194"/>
                    </a:cubicBezTo>
                    <a:cubicBezTo>
                      <a:pt x="14766" y="22280"/>
                      <a:pt x="14781" y="22376"/>
                      <a:pt x="14803" y="22474"/>
                    </a:cubicBezTo>
                    <a:cubicBezTo>
                      <a:pt x="14813" y="22522"/>
                      <a:pt x="14826" y="22573"/>
                      <a:pt x="14835" y="22623"/>
                    </a:cubicBezTo>
                    <a:cubicBezTo>
                      <a:pt x="14842" y="22675"/>
                      <a:pt x="14846" y="22727"/>
                      <a:pt x="14848" y="22781"/>
                    </a:cubicBezTo>
                    <a:lnTo>
                      <a:pt x="14860" y="22942"/>
                    </a:lnTo>
                    <a:lnTo>
                      <a:pt x="14852" y="23105"/>
                    </a:lnTo>
                    <a:cubicBezTo>
                      <a:pt x="14848" y="23214"/>
                      <a:pt x="14821" y="23321"/>
                      <a:pt x="14796" y="23427"/>
                    </a:cubicBezTo>
                    <a:cubicBezTo>
                      <a:pt x="14772" y="23531"/>
                      <a:pt x="14725" y="23630"/>
                      <a:pt x="14680" y="23723"/>
                    </a:cubicBezTo>
                    <a:cubicBezTo>
                      <a:pt x="14632" y="23814"/>
                      <a:pt x="14578" y="23897"/>
                      <a:pt x="14514" y="23967"/>
                    </a:cubicBezTo>
                    <a:cubicBezTo>
                      <a:pt x="14459" y="24044"/>
                      <a:pt x="14386" y="24099"/>
                      <a:pt x="14326" y="24152"/>
                    </a:cubicBezTo>
                    <a:cubicBezTo>
                      <a:pt x="14068" y="24354"/>
                      <a:pt x="13852" y="24389"/>
                      <a:pt x="13852" y="24389"/>
                    </a:cubicBezTo>
                    <a:cubicBezTo>
                      <a:pt x="13852" y="24389"/>
                      <a:pt x="13899" y="24366"/>
                      <a:pt x="13974" y="24315"/>
                    </a:cubicBezTo>
                    <a:cubicBezTo>
                      <a:pt x="14010" y="24288"/>
                      <a:pt x="14057" y="24260"/>
                      <a:pt x="14103" y="24218"/>
                    </a:cubicBezTo>
                    <a:cubicBezTo>
                      <a:pt x="14151" y="24179"/>
                      <a:pt x="14201" y="24128"/>
                      <a:pt x="14255" y="24074"/>
                    </a:cubicBezTo>
                    <a:cubicBezTo>
                      <a:pt x="14303" y="24017"/>
                      <a:pt x="14360" y="23958"/>
                      <a:pt x="14404" y="23885"/>
                    </a:cubicBezTo>
                    <a:cubicBezTo>
                      <a:pt x="14454" y="23817"/>
                      <a:pt x="14492" y="23735"/>
                      <a:pt x="14533" y="23651"/>
                    </a:cubicBezTo>
                    <a:cubicBezTo>
                      <a:pt x="14568" y="23567"/>
                      <a:pt x="14600" y="23475"/>
                      <a:pt x="14621" y="23381"/>
                    </a:cubicBezTo>
                    <a:cubicBezTo>
                      <a:pt x="14640" y="23286"/>
                      <a:pt x="14666" y="23191"/>
                      <a:pt x="14666" y="23090"/>
                    </a:cubicBezTo>
                    <a:lnTo>
                      <a:pt x="14678" y="22942"/>
                    </a:lnTo>
                    <a:lnTo>
                      <a:pt x="14671" y="22792"/>
                    </a:lnTo>
                    <a:cubicBezTo>
                      <a:pt x="14668" y="22744"/>
                      <a:pt x="14667" y="22694"/>
                      <a:pt x="14666" y="22644"/>
                    </a:cubicBezTo>
                    <a:cubicBezTo>
                      <a:pt x="14659" y="22596"/>
                      <a:pt x="14652" y="22549"/>
                      <a:pt x="14644" y="22502"/>
                    </a:cubicBezTo>
                    <a:cubicBezTo>
                      <a:pt x="14627" y="22408"/>
                      <a:pt x="14624" y="22315"/>
                      <a:pt x="14599" y="22231"/>
                    </a:cubicBezTo>
                    <a:cubicBezTo>
                      <a:pt x="14580" y="22145"/>
                      <a:pt x="14561" y="22063"/>
                      <a:pt x="14545" y="21986"/>
                    </a:cubicBezTo>
                    <a:cubicBezTo>
                      <a:pt x="14531" y="21910"/>
                      <a:pt x="14506" y="21844"/>
                      <a:pt x="14490" y="21782"/>
                    </a:cubicBezTo>
                    <a:cubicBezTo>
                      <a:pt x="14472" y="21722"/>
                      <a:pt x="14458" y="21668"/>
                      <a:pt x="14444" y="21624"/>
                    </a:cubicBezTo>
                    <a:cubicBezTo>
                      <a:pt x="14420" y="21535"/>
                      <a:pt x="14409" y="21483"/>
                      <a:pt x="14409" y="21483"/>
                    </a:cubicBezTo>
                    <a:close/>
                    <a:moveTo>
                      <a:pt x="11330" y="22193"/>
                    </a:moveTo>
                    <a:lnTo>
                      <a:pt x="11330" y="22193"/>
                    </a:lnTo>
                    <a:cubicBezTo>
                      <a:pt x="11330" y="22193"/>
                      <a:pt x="11298" y="22253"/>
                      <a:pt x="11248" y="22360"/>
                    </a:cubicBezTo>
                    <a:cubicBezTo>
                      <a:pt x="11223" y="22412"/>
                      <a:pt x="11193" y="22474"/>
                      <a:pt x="11157" y="22546"/>
                    </a:cubicBezTo>
                    <a:cubicBezTo>
                      <a:pt x="11121" y="22616"/>
                      <a:pt x="11090" y="22702"/>
                      <a:pt x="11048" y="22787"/>
                    </a:cubicBezTo>
                    <a:cubicBezTo>
                      <a:pt x="11014" y="22877"/>
                      <a:pt x="10973" y="22969"/>
                      <a:pt x="10938" y="23071"/>
                    </a:cubicBezTo>
                    <a:cubicBezTo>
                      <a:pt x="10900" y="23172"/>
                      <a:pt x="10868" y="23278"/>
                      <a:pt x="10839" y="23388"/>
                    </a:cubicBezTo>
                    <a:cubicBezTo>
                      <a:pt x="10800" y="23496"/>
                      <a:pt x="10797" y="23612"/>
                      <a:pt x="10770" y="23724"/>
                    </a:cubicBezTo>
                    <a:lnTo>
                      <a:pt x="10759" y="23896"/>
                    </a:lnTo>
                    <a:lnTo>
                      <a:pt x="10753" y="23982"/>
                    </a:lnTo>
                    <a:lnTo>
                      <a:pt x="10761" y="24065"/>
                    </a:lnTo>
                    <a:lnTo>
                      <a:pt x="10773" y="24233"/>
                    </a:lnTo>
                    <a:cubicBezTo>
                      <a:pt x="10787" y="24287"/>
                      <a:pt x="10800" y="24340"/>
                      <a:pt x="10813" y="24394"/>
                    </a:cubicBezTo>
                    <a:cubicBezTo>
                      <a:pt x="10828" y="24504"/>
                      <a:pt x="10888" y="24601"/>
                      <a:pt x="10924" y="24703"/>
                    </a:cubicBezTo>
                    <a:cubicBezTo>
                      <a:pt x="10967" y="24802"/>
                      <a:pt x="11036" y="24888"/>
                      <a:pt x="11086" y="24978"/>
                    </a:cubicBezTo>
                    <a:cubicBezTo>
                      <a:pt x="11108" y="25025"/>
                      <a:pt x="11143" y="25063"/>
                      <a:pt x="11176" y="25100"/>
                    </a:cubicBezTo>
                    <a:cubicBezTo>
                      <a:pt x="11208" y="25139"/>
                      <a:pt x="11237" y="25178"/>
                      <a:pt x="11268" y="25213"/>
                    </a:cubicBezTo>
                    <a:cubicBezTo>
                      <a:pt x="11329" y="25286"/>
                      <a:pt x="11381" y="25360"/>
                      <a:pt x="11439" y="25409"/>
                    </a:cubicBezTo>
                    <a:cubicBezTo>
                      <a:pt x="11497" y="25463"/>
                      <a:pt x="11544" y="25515"/>
                      <a:pt x="11584" y="25557"/>
                    </a:cubicBezTo>
                    <a:cubicBezTo>
                      <a:pt x="11664" y="25643"/>
                      <a:pt x="11710" y="25697"/>
                      <a:pt x="11710" y="25697"/>
                    </a:cubicBezTo>
                    <a:cubicBezTo>
                      <a:pt x="11710" y="25697"/>
                      <a:pt x="11644" y="25682"/>
                      <a:pt x="11533" y="25640"/>
                    </a:cubicBezTo>
                    <a:cubicBezTo>
                      <a:pt x="11478" y="25617"/>
                      <a:pt x="11409" y="25593"/>
                      <a:pt x="11334" y="25560"/>
                    </a:cubicBezTo>
                    <a:cubicBezTo>
                      <a:pt x="11253" y="25530"/>
                      <a:pt x="11174" y="25478"/>
                      <a:pt x="11088" y="25419"/>
                    </a:cubicBezTo>
                    <a:cubicBezTo>
                      <a:pt x="11006" y="25356"/>
                      <a:pt x="10899" y="25303"/>
                      <a:pt x="10820" y="25209"/>
                    </a:cubicBezTo>
                    <a:cubicBezTo>
                      <a:pt x="10739" y="25118"/>
                      <a:pt x="10636" y="25032"/>
                      <a:pt x="10566" y="24912"/>
                    </a:cubicBezTo>
                    <a:cubicBezTo>
                      <a:pt x="10531" y="24852"/>
                      <a:pt x="10497" y="24791"/>
                      <a:pt x="10460" y="24730"/>
                    </a:cubicBezTo>
                    <a:cubicBezTo>
                      <a:pt x="10444" y="24697"/>
                      <a:pt x="10424" y="24668"/>
                      <a:pt x="10410" y="24634"/>
                    </a:cubicBezTo>
                    <a:lnTo>
                      <a:pt x="10378" y="24528"/>
                    </a:lnTo>
                    <a:cubicBezTo>
                      <a:pt x="10356" y="24458"/>
                      <a:pt x="10335" y="24386"/>
                      <a:pt x="10316" y="24313"/>
                    </a:cubicBezTo>
                    <a:lnTo>
                      <a:pt x="10295" y="24091"/>
                    </a:lnTo>
                    <a:lnTo>
                      <a:pt x="10288" y="23978"/>
                    </a:lnTo>
                    <a:lnTo>
                      <a:pt x="10297" y="23866"/>
                    </a:lnTo>
                    <a:cubicBezTo>
                      <a:pt x="10304" y="23792"/>
                      <a:pt x="10313" y="23721"/>
                      <a:pt x="10323" y="23650"/>
                    </a:cubicBezTo>
                    <a:cubicBezTo>
                      <a:pt x="10360" y="23513"/>
                      <a:pt x="10394" y="23375"/>
                      <a:pt x="10450" y="23254"/>
                    </a:cubicBezTo>
                    <a:cubicBezTo>
                      <a:pt x="10497" y="23128"/>
                      <a:pt x="10563" y="23019"/>
                      <a:pt x="10625" y="22917"/>
                    </a:cubicBezTo>
                    <a:cubicBezTo>
                      <a:pt x="10684" y="22813"/>
                      <a:pt x="10758" y="22727"/>
                      <a:pt x="10821" y="22646"/>
                    </a:cubicBezTo>
                    <a:cubicBezTo>
                      <a:pt x="11087" y="22327"/>
                      <a:pt x="11330" y="22193"/>
                      <a:pt x="11330" y="22193"/>
                    </a:cubicBezTo>
                    <a:close/>
                    <a:moveTo>
                      <a:pt x="17327" y="20696"/>
                    </a:moveTo>
                    <a:cubicBezTo>
                      <a:pt x="17327" y="20696"/>
                      <a:pt x="17370" y="20798"/>
                      <a:pt x="17444" y="20978"/>
                    </a:cubicBezTo>
                    <a:cubicBezTo>
                      <a:pt x="17513" y="21159"/>
                      <a:pt x="17621" y="21414"/>
                      <a:pt x="17734" y="21728"/>
                    </a:cubicBezTo>
                    <a:cubicBezTo>
                      <a:pt x="17762" y="21805"/>
                      <a:pt x="17793" y="21888"/>
                      <a:pt x="17823" y="21971"/>
                    </a:cubicBezTo>
                    <a:cubicBezTo>
                      <a:pt x="17850" y="22059"/>
                      <a:pt x="17877" y="22150"/>
                      <a:pt x="17903" y="22244"/>
                    </a:cubicBezTo>
                    <a:cubicBezTo>
                      <a:pt x="17971" y="22428"/>
                      <a:pt x="17991" y="22635"/>
                      <a:pt x="18019" y="22850"/>
                    </a:cubicBezTo>
                    <a:cubicBezTo>
                      <a:pt x="18023" y="23066"/>
                      <a:pt x="18032" y="23293"/>
                      <a:pt x="17976" y="23516"/>
                    </a:cubicBezTo>
                    <a:cubicBezTo>
                      <a:pt x="17964" y="23572"/>
                      <a:pt x="17956" y="23629"/>
                      <a:pt x="17942" y="23684"/>
                    </a:cubicBezTo>
                    <a:lnTo>
                      <a:pt x="17883" y="23847"/>
                    </a:lnTo>
                    <a:lnTo>
                      <a:pt x="17824" y="24010"/>
                    </a:lnTo>
                    <a:cubicBezTo>
                      <a:pt x="17803" y="24064"/>
                      <a:pt x="17773" y="24112"/>
                      <a:pt x="17746" y="24164"/>
                    </a:cubicBezTo>
                    <a:cubicBezTo>
                      <a:pt x="17690" y="24266"/>
                      <a:pt x="17636" y="24368"/>
                      <a:pt x="17565" y="24457"/>
                    </a:cubicBezTo>
                    <a:cubicBezTo>
                      <a:pt x="17495" y="24550"/>
                      <a:pt x="17433" y="24645"/>
                      <a:pt x="17351" y="24724"/>
                    </a:cubicBezTo>
                    <a:cubicBezTo>
                      <a:pt x="17204" y="24896"/>
                      <a:pt x="17032" y="25037"/>
                      <a:pt x="16867" y="25169"/>
                    </a:cubicBezTo>
                    <a:cubicBezTo>
                      <a:pt x="16779" y="25232"/>
                      <a:pt x="16695" y="25292"/>
                      <a:pt x="16612" y="25351"/>
                    </a:cubicBezTo>
                    <a:cubicBezTo>
                      <a:pt x="16524" y="25403"/>
                      <a:pt x="16438" y="25454"/>
                      <a:pt x="16354" y="25502"/>
                    </a:cubicBezTo>
                    <a:cubicBezTo>
                      <a:pt x="16185" y="25595"/>
                      <a:pt x="16023" y="25679"/>
                      <a:pt x="15868" y="25745"/>
                    </a:cubicBezTo>
                    <a:cubicBezTo>
                      <a:pt x="15716" y="25817"/>
                      <a:pt x="15571" y="25868"/>
                      <a:pt x="15443" y="25913"/>
                    </a:cubicBezTo>
                    <a:cubicBezTo>
                      <a:pt x="15316" y="25960"/>
                      <a:pt x="15202" y="25992"/>
                      <a:pt x="15109" y="26023"/>
                    </a:cubicBezTo>
                    <a:cubicBezTo>
                      <a:pt x="14922" y="26075"/>
                      <a:pt x="14813" y="26101"/>
                      <a:pt x="14813" y="26101"/>
                    </a:cubicBezTo>
                    <a:cubicBezTo>
                      <a:pt x="14813" y="26101"/>
                      <a:pt x="14915" y="26058"/>
                      <a:pt x="15094" y="25980"/>
                    </a:cubicBezTo>
                    <a:cubicBezTo>
                      <a:pt x="15270" y="25903"/>
                      <a:pt x="15520" y="25785"/>
                      <a:pt x="15810" y="25628"/>
                    </a:cubicBezTo>
                    <a:cubicBezTo>
                      <a:pt x="15956" y="25554"/>
                      <a:pt x="16108" y="25459"/>
                      <a:pt x="16265" y="25358"/>
                    </a:cubicBezTo>
                    <a:cubicBezTo>
                      <a:pt x="16343" y="25304"/>
                      <a:pt x="16421" y="25251"/>
                      <a:pt x="16501" y="25193"/>
                    </a:cubicBezTo>
                    <a:cubicBezTo>
                      <a:pt x="16579" y="25133"/>
                      <a:pt x="16659" y="25071"/>
                      <a:pt x="16736" y="25008"/>
                    </a:cubicBezTo>
                    <a:cubicBezTo>
                      <a:pt x="16891" y="24877"/>
                      <a:pt x="17044" y="24735"/>
                      <a:pt x="17180" y="24575"/>
                    </a:cubicBezTo>
                    <a:cubicBezTo>
                      <a:pt x="17256" y="24501"/>
                      <a:pt x="17311" y="24410"/>
                      <a:pt x="17373" y="24326"/>
                    </a:cubicBezTo>
                    <a:cubicBezTo>
                      <a:pt x="17440" y="24242"/>
                      <a:pt x="17487" y="24147"/>
                      <a:pt x="17535" y="24053"/>
                    </a:cubicBezTo>
                    <a:cubicBezTo>
                      <a:pt x="17560" y="24006"/>
                      <a:pt x="17589" y="23960"/>
                      <a:pt x="17609" y="23913"/>
                    </a:cubicBezTo>
                    <a:lnTo>
                      <a:pt x="17666" y="23766"/>
                    </a:lnTo>
                    <a:lnTo>
                      <a:pt x="17721" y="23618"/>
                    </a:lnTo>
                    <a:cubicBezTo>
                      <a:pt x="17734" y="23568"/>
                      <a:pt x="17742" y="23516"/>
                      <a:pt x="17753" y="23466"/>
                    </a:cubicBezTo>
                    <a:cubicBezTo>
                      <a:pt x="17807" y="23265"/>
                      <a:pt x="17808" y="23058"/>
                      <a:pt x="17815" y="22858"/>
                    </a:cubicBezTo>
                    <a:cubicBezTo>
                      <a:pt x="17793" y="22660"/>
                      <a:pt x="17791" y="22463"/>
                      <a:pt x="17740" y="22284"/>
                    </a:cubicBezTo>
                    <a:cubicBezTo>
                      <a:pt x="17719" y="22193"/>
                      <a:pt x="17699" y="22104"/>
                      <a:pt x="17680" y="22018"/>
                    </a:cubicBezTo>
                    <a:cubicBezTo>
                      <a:pt x="17655" y="21932"/>
                      <a:pt x="17632" y="21849"/>
                      <a:pt x="17608" y="21770"/>
                    </a:cubicBezTo>
                    <a:cubicBezTo>
                      <a:pt x="17514" y="21452"/>
                      <a:pt x="17451" y="21180"/>
                      <a:pt x="17400" y="20992"/>
                    </a:cubicBezTo>
                    <a:cubicBezTo>
                      <a:pt x="17353" y="20805"/>
                      <a:pt x="17327" y="20696"/>
                      <a:pt x="17327" y="20696"/>
                    </a:cubicBezTo>
                    <a:close/>
                    <a:moveTo>
                      <a:pt x="14810" y="1"/>
                    </a:moveTo>
                    <a:cubicBezTo>
                      <a:pt x="13874" y="1"/>
                      <a:pt x="13180" y="198"/>
                      <a:pt x="12948" y="274"/>
                    </a:cubicBezTo>
                    <a:cubicBezTo>
                      <a:pt x="12927" y="281"/>
                      <a:pt x="12908" y="288"/>
                      <a:pt x="12894" y="293"/>
                    </a:cubicBezTo>
                    <a:cubicBezTo>
                      <a:pt x="12881" y="296"/>
                      <a:pt x="12862" y="303"/>
                      <a:pt x="12841" y="309"/>
                    </a:cubicBezTo>
                    <a:cubicBezTo>
                      <a:pt x="12345" y="471"/>
                      <a:pt x="9830" y="1429"/>
                      <a:pt x="8847" y="4412"/>
                    </a:cubicBezTo>
                    <a:cubicBezTo>
                      <a:pt x="8789" y="4592"/>
                      <a:pt x="8729" y="4768"/>
                      <a:pt x="8668" y="4941"/>
                    </a:cubicBezTo>
                    <a:cubicBezTo>
                      <a:pt x="8236" y="6195"/>
                      <a:pt x="7830" y="7385"/>
                      <a:pt x="8249" y="8877"/>
                    </a:cubicBezTo>
                    <a:lnTo>
                      <a:pt x="7706" y="9056"/>
                    </a:lnTo>
                    <a:cubicBezTo>
                      <a:pt x="7119" y="9246"/>
                      <a:pt x="6798" y="9881"/>
                      <a:pt x="6990" y="10468"/>
                    </a:cubicBezTo>
                    <a:lnTo>
                      <a:pt x="8232" y="14266"/>
                    </a:lnTo>
                    <a:cubicBezTo>
                      <a:pt x="8086" y="14411"/>
                      <a:pt x="7951" y="14528"/>
                      <a:pt x="7845" y="14583"/>
                    </a:cubicBezTo>
                    <a:cubicBezTo>
                      <a:pt x="7833" y="14578"/>
                      <a:pt x="7822" y="14572"/>
                      <a:pt x="7810" y="14565"/>
                    </a:cubicBezTo>
                    <a:cubicBezTo>
                      <a:pt x="7585" y="14313"/>
                      <a:pt x="7293" y="14022"/>
                      <a:pt x="6958" y="13758"/>
                    </a:cubicBezTo>
                    <a:cubicBezTo>
                      <a:pt x="6838" y="13656"/>
                      <a:pt x="6704" y="13550"/>
                      <a:pt x="6544" y="13447"/>
                    </a:cubicBezTo>
                    <a:cubicBezTo>
                      <a:pt x="5844" y="12988"/>
                      <a:pt x="5338" y="12818"/>
                      <a:pt x="5009" y="12762"/>
                    </a:cubicBezTo>
                    <a:cubicBezTo>
                      <a:pt x="4980" y="12739"/>
                      <a:pt x="4950" y="12715"/>
                      <a:pt x="4922" y="12691"/>
                    </a:cubicBezTo>
                    <a:cubicBezTo>
                      <a:pt x="4702" y="12219"/>
                      <a:pt x="4468" y="11838"/>
                      <a:pt x="4468" y="11838"/>
                    </a:cubicBezTo>
                    <a:cubicBezTo>
                      <a:pt x="4468" y="11838"/>
                      <a:pt x="4448" y="11831"/>
                      <a:pt x="4414" y="11823"/>
                    </a:cubicBezTo>
                    <a:cubicBezTo>
                      <a:pt x="4395" y="11772"/>
                      <a:pt x="4378" y="11723"/>
                      <a:pt x="4360" y="11674"/>
                    </a:cubicBezTo>
                    <a:cubicBezTo>
                      <a:pt x="4266" y="11410"/>
                      <a:pt x="4167" y="11138"/>
                      <a:pt x="4060" y="10917"/>
                    </a:cubicBezTo>
                    <a:cubicBezTo>
                      <a:pt x="3727" y="10225"/>
                      <a:pt x="3318" y="9877"/>
                      <a:pt x="2843" y="9877"/>
                    </a:cubicBezTo>
                    <a:cubicBezTo>
                      <a:pt x="2730" y="9877"/>
                      <a:pt x="2613" y="9897"/>
                      <a:pt x="2493" y="9937"/>
                    </a:cubicBezTo>
                    <a:cubicBezTo>
                      <a:pt x="2354" y="9981"/>
                      <a:pt x="2224" y="10053"/>
                      <a:pt x="2099" y="10153"/>
                    </a:cubicBezTo>
                    <a:cubicBezTo>
                      <a:pt x="1808" y="10386"/>
                      <a:pt x="1681" y="10711"/>
                      <a:pt x="1640" y="11036"/>
                    </a:cubicBezTo>
                    <a:cubicBezTo>
                      <a:pt x="1562" y="11051"/>
                      <a:pt x="1485" y="11073"/>
                      <a:pt x="1411" y="11097"/>
                    </a:cubicBezTo>
                    <a:cubicBezTo>
                      <a:pt x="1056" y="11212"/>
                      <a:pt x="753" y="11416"/>
                      <a:pt x="510" y="11705"/>
                    </a:cubicBezTo>
                    <a:cubicBezTo>
                      <a:pt x="266" y="11994"/>
                      <a:pt x="192" y="12347"/>
                      <a:pt x="206" y="12663"/>
                    </a:cubicBezTo>
                    <a:cubicBezTo>
                      <a:pt x="118" y="12859"/>
                      <a:pt x="89" y="13071"/>
                      <a:pt x="102" y="13268"/>
                    </a:cubicBezTo>
                    <a:cubicBezTo>
                      <a:pt x="11" y="13568"/>
                      <a:pt x="38" y="13885"/>
                      <a:pt x="124" y="14159"/>
                    </a:cubicBezTo>
                    <a:cubicBezTo>
                      <a:pt x="0" y="15085"/>
                      <a:pt x="975" y="15934"/>
                      <a:pt x="1714" y="16436"/>
                    </a:cubicBezTo>
                    <a:cubicBezTo>
                      <a:pt x="1762" y="17003"/>
                      <a:pt x="2052" y="17725"/>
                      <a:pt x="2882" y="18332"/>
                    </a:cubicBezTo>
                    <a:cubicBezTo>
                      <a:pt x="3807" y="19009"/>
                      <a:pt x="4532" y="19773"/>
                      <a:pt x="5373" y="20658"/>
                    </a:cubicBezTo>
                    <a:lnTo>
                      <a:pt x="5623" y="20921"/>
                    </a:lnTo>
                    <a:cubicBezTo>
                      <a:pt x="6065" y="21385"/>
                      <a:pt x="6872" y="21567"/>
                      <a:pt x="8129" y="21567"/>
                    </a:cubicBezTo>
                    <a:cubicBezTo>
                      <a:pt x="8917" y="21567"/>
                      <a:pt x="9882" y="21495"/>
                      <a:pt x="11045" y="21378"/>
                    </a:cubicBezTo>
                    <a:cubicBezTo>
                      <a:pt x="11114" y="21594"/>
                      <a:pt x="11182" y="21802"/>
                      <a:pt x="11255" y="22010"/>
                    </a:cubicBezTo>
                    <a:cubicBezTo>
                      <a:pt x="10629" y="22429"/>
                      <a:pt x="9739" y="23432"/>
                      <a:pt x="10150" y="24688"/>
                    </a:cubicBezTo>
                    <a:cubicBezTo>
                      <a:pt x="10273" y="25060"/>
                      <a:pt x="10516" y="25523"/>
                      <a:pt x="10998" y="25830"/>
                    </a:cubicBezTo>
                    <a:cubicBezTo>
                      <a:pt x="10998" y="25933"/>
                      <a:pt x="11006" y="26039"/>
                      <a:pt x="11022" y="26148"/>
                    </a:cubicBezTo>
                    <a:lnTo>
                      <a:pt x="11357" y="26148"/>
                    </a:lnTo>
                    <a:cubicBezTo>
                      <a:pt x="11350" y="26099"/>
                      <a:pt x="11345" y="26051"/>
                      <a:pt x="11342" y="26001"/>
                    </a:cubicBezTo>
                    <a:lnTo>
                      <a:pt x="11342" y="26001"/>
                    </a:lnTo>
                    <a:cubicBezTo>
                      <a:pt x="11486" y="26058"/>
                      <a:pt x="11647" y="26099"/>
                      <a:pt x="11826" y="26126"/>
                    </a:cubicBezTo>
                    <a:cubicBezTo>
                      <a:pt x="11827" y="26133"/>
                      <a:pt x="11828" y="26141"/>
                      <a:pt x="11831" y="26149"/>
                    </a:cubicBezTo>
                    <a:lnTo>
                      <a:pt x="12757" y="26149"/>
                    </a:lnTo>
                    <a:cubicBezTo>
                      <a:pt x="12751" y="26141"/>
                      <a:pt x="12741" y="26134"/>
                      <a:pt x="12735" y="26126"/>
                    </a:cubicBezTo>
                    <a:cubicBezTo>
                      <a:pt x="12821" y="26116"/>
                      <a:pt x="12909" y="26101"/>
                      <a:pt x="13001" y="26085"/>
                    </a:cubicBezTo>
                    <a:cubicBezTo>
                      <a:pt x="13013" y="26106"/>
                      <a:pt x="13022" y="26128"/>
                      <a:pt x="13033" y="26149"/>
                    </a:cubicBezTo>
                    <a:lnTo>
                      <a:pt x="13949" y="26149"/>
                    </a:lnTo>
                    <a:cubicBezTo>
                      <a:pt x="13903" y="26061"/>
                      <a:pt x="13859" y="25971"/>
                      <a:pt x="13809" y="25877"/>
                    </a:cubicBezTo>
                    <a:cubicBezTo>
                      <a:pt x="13812" y="25877"/>
                      <a:pt x="13814" y="25874"/>
                      <a:pt x="13816" y="25874"/>
                    </a:cubicBezTo>
                    <a:cubicBezTo>
                      <a:pt x="14821" y="25545"/>
                      <a:pt x="15500" y="24938"/>
                      <a:pt x="15827" y="24132"/>
                    </a:cubicBezTo>
                    <a:cubicBezTo>
                      <a:pt x="15900" y="24120"/>
                      <a:pt x="16458" y="24033"/>
                      <a:pt x="17307" y="23869"/>
                    </a:cubicBezTo>
                    <a:lnTo>
                      <a:pt x="17307" y="23869"/>
                    </a:lnTo>
                    <a:cubicBezTo>
                      <a:pt x="16618" y="25251"/>
                      <a:pt x="14749" y="25940"/>
                      <a:pt x="14259" y="26099"/>
                    </a:cubicBezTo>
                    <a:cubicBezTo>
                      <a:pt x="14198" y="26120"/>
                      <a:pt x="14147" y="26133"/>
                      <a:pt x="14091" y="26149"/>
                    </a:cubicBezTo>
                    <a:lnTo>
                      <a:pt x="17012" y="26149"/>
                    </a:lnTo>
                    <a:cubicBezTo>
                      <a:pt x="17231" y="26001"/>
                      <a:pt x="17432" y="25858"/>
                      <a:pt x="17601" y="25721"/>
                    </a:cubicBezTo>
                    <a:cubicBezTo>
                      <a:pt x="17707" y="25628"/>
                      <a:pt x="17811" y="25549"/>
                      <a:pt x="17895" y="25470"/>
                    </a:cubicBezTo>
                    <a:cubicBezTo>
                      <a:pt x="17979" y="25392"/>
                      <a:pt x="18056" y="25327"/>
                      <a:pt x="18113" y="25267"/>
                    </a:cubicBezTo>
                    <a:cubicBezTo>
                      <a:pt x="18230" y="25150"/>
                      <a:pt x="18297" y="25083"/>
                      <a:pt x="18297" y="25083"/>
                    </a:cubicBezTo>
                    <a:lnTo>
                      <a:pt x="18297" y="25083"/>
                    </a:lnTo>
                    <a:cubicBezTo>
                      <a:pt x="18297" y="25083"/>
                      <a:pt x="18236" y="25154"/>
                      <a:pt x="18129" y="25280"/>
                    </a:cubicBezTo>
                    <a:cubicBezTo>
                      <a:pt x="18077" y="25345"/>
                      <a:pt x="18004" y="25415"/>
                      <a:pt x="17925" y="25501"/>
                    </a:cubicBezTo>
                    <a:cubicBezTo>
                      <a:pt x="17847" y="25586"/>
                      <a:pt x="17749" y="25671"/>
                      <a:pt x="17646" y="25769"/>
                    </a:cubicBezTo>
                    <a:cubicBezTo>
                      <a:pt x="17506" y="25889"/>
                      <a:pt x="17343" y="26019"/>
                      <a:pt x="17170" y="26148"/>
                    </a:cubicBezTo>
                    <a:lnTo>
                      <a:pt x="17531" y="26148"/>
                    </a:lnTo>
                    <a:cubicBezTo>
                      <a:pt x="18360" y="25441"/>
                      <a:pt x="18979" y="24547"/>
                      <a:pt x="19159" y="23474"/>
                    </a:cubicBezTo>
                    <a:cubicBezTo>
                      <a:pt x="20588" y="23145"/>
                      <a:pt x="22280" y="22690"/>
                      <a:pt x="23830" y="22111"/>
                    </a:cubicBezTo>
                    <a:cubicBezTo>
                      <a:pt x="24911" y="21706"/>
                      <a:pt x="25505" y="21548"/>
                      <a:pt x="25750" y="21548"/>
                    </a:cubicBezTo>
                    <a:cubicBezTo>
                      <a:pt x="26321" y="21548"/>
                      <a:pt x="24979" y="22410"/>
                      <a:pt x="23468" y="22983"/>
                    </a:cubicBezTo>
                    <a:cubicBezTo>
                      <a:pt x="21494" y="23731"/>
                      <a:pt x="19462" y="24133"/>
                      <a:pt x="19462" y="24133"/>
                    </a:cubicBezTo>
                    <a:cubicBezTo>
                      <a:pt x="19462" y="24133"/>
                      <a:pt x="19655" y="24163"/>
                      <a:pt x="20089" y="24163"/>
                    </a:cubicBezTo>
                    <a:cubicBezTo>
                      <a:pt x="20787" y="24163"/>
                      <a:pt x="22111" y="24086"/>
                      <a:pt x="24266" y="23684"/>
                    </a:cubicBezTo>
                    <a:cubicBezTo>
                      <a:pt x="24548" y="23631"/>
                      <a:pt x="24798" y="23606"/>
                      <a:pt x="25022" y="23598"/>
                    </a:cubicBezTo>
                    <a:cubicBezTo>
                      <a:pt x="25432" y="24003"/>
                      <a:pt x="25834" y="24524"/>
                      <a:pt x="26209" y="25087"/>
                    </a:cubicBezTo>
                    <a:cubicBezTo>
                      <a:pt x="26012" y="25429"/>
                      <a:pt x="25669" y="25797"/>
                      <a:pt x="25195" y="26148"/>
                    </a:cubicBezTo>
                    <a:lnTo>
                      <a:pt x="29076" y="26148"/>
                    </a:lnTo>
                    <a:cubicBezTo>
                      <a:pt x="28873" y="25628"/>
                      <a:pt x="28718" y="25119"/>
                      <a:pt x="28593" y="24632"/>
                    </a:cubicBezTo>
                    <a:cubicBezTo>
                      <a:pt x="28430" y="23984"/>
                      <a:pt x="28331" y="23380"/>
                      <a:pt x="28234" y="22848"/>
                    </a:cubicBezTo>
                    <a:cubicBezTo>
                      <a:pt x="28137" y="22315"/>
                      <a:pt x="28037" y="21855"/>
                      <a:pt x="27936" y="21480"/>
                    </a:cubicBezTo>
                    <a:cubicBezTo>
                      <a:pt x="27833" y="21105"/>
                      <a:pt x="27739" y="20815"/>
                      <a:pt x="27666" y="20620"/>
                    </a:cubicBezTo>
                    <a:cubicBezTo>
                      <a:pt x="27594" y="20426"/>
                      <a:pt x="27556" y="20320"/>
                      <a:pt x="27556" y="20320"/>
                    </a:cubicBezTo>
                    <a:lnTo>
                      <a:pt x="27556" y="20320"/>
                    </a:lnTo>
                    <a:cubicBezTo>
                      <a:pt x="27556" y="20320"/>
                      <a:pt x="27596" y="20425"/>
                      <a:pt x="27671" y="20616"/>
                    </a:cubicBezTo>
                    <a:cubicBezTo>
                      <a:pt x="27747" y="20811"/>
                      <a:pt x="27847" y="21100"/>
                      <a:pt x="27959" y="21473"/>
                    </a:cubicBezTo>
                    <a:cubicBezTo>
                      <a:pt x="28066" y="21848"/>
                      <a:pt x="28176" y="22307"/>
                      <a:pt x="28283" y="22838"/>
                    </a:cubicBezTo>
                    <a:cubicBezTo>
                      <a:pt x="28390" y="23368"/>
                      <a:pt x="28500" y="23970"/>
                      <a:pt x="28668" y="24612"/>
                    </a:cubicBezTo>
                    <a:cubicBezTo>
                      <a:pt x="28800" y="25102"/>
                      <a:pt x="28966" y="25621"/>
                      <a:pt x="29181" y="26146"/>
                    </a:cubicBezTo>
                    <a:lnTo>
                      <a:pt x="30030" y="26146"/>
                    </a:lnTo>
                    <a:cubicBezTo>
                      <a:pt x="29984" y="26054"/>
                      <a:pt x="29937" y="25965"/>
                      <a:pt x="29895" y="25870"/>
                    </a:cubicBezTo>
                    <a:cubicBezTo>
                      <a:pt x="29452" y="24896"/>
                      <a:pt x="29299" y="24307"/>
                      <a:pt x="29069" y="23414"/>
                    </a:cubicBezTo>
                    <a:cubicBezTo>
                      <a:pt x="28842" y="22539"/>
                      <a:pt x="28563" y="21452"/>
                      <a:pt x="27912" y="19553"/>
                    </a:cubicBezTo>
                    <a:cubicBezTo>
                      <a:pt x="27860" y="19393"/>
                      <a:pt x="27845" y="18798"/>
                      <a:pt x="27831" y="18363"/>
                    </a:cubicBezTo>
                    <a:cubicBezTo>
                      <a:pt x="27819" y="17927"/>
                      <a:pt x="27806" y="17439"/>
                      <a:pt x="27764" y="16958"/>
                    </a:cubicBezTo>
                    <a:lnTo>
                      <a:pt x="27764" y="16958"/>
                    </a:lnTo>
                    <a:cubicBezTo>
                      <a:pt x="29098" y="17807"/>
                      <a:pt x="28932" y="18249"/>
                      <a:pt x="28877" y="18395"/>
                    </a:cubicBezTo>
                    <a:cubicBezTo>
                      <a:pt x="28685" y="18912"/>
                      <a:pt x="28299" y="20196"/>
                      <a:pt x="28892" y="20974"/>
                    </a:cubicBezTo>
                    <a:cubicBezTo>
                      <a:pt x="28998" y="21115"/>
                      <a:pt x="29131" y="21229"/>
                      <a:pt x="29280" y="21309"/>
                    </a:cubicBezTo>
                    <a:cubicBezTo>
                      <a:pt x="29380" y="21547"/>
                      <a:pt x="29543" y="21806"/>
                      <a:pt x="29808" y="21985"/>
                    </a:cubicBezTo>
                    <a:cubicBezTo>
                      <a:pt x="29918" y="22059"/>
                      <a:pt x="30038" y="22115"/>
                      <a:pt x="30164" y="22150"/>
                    </a:cubicBezTo>
                    <a:cubicBezTo>
                      <a:pt x="30294" y="22351"/>
                      <a:pt x="30481" y="22556"/>
                      <a:pt x="30740" y="22693"/>
                    </a:cubicBezTo>
                    <a:cubicBezTo>
                      <a:pt x="30921" y="22789"/>
                      <a:pt x="31120" y="22838"/>
                      <a:pt x="31324" y="22838"/>
                    </a:cubicBezTo>
                    <a:cubicBezTo>
                      <a:pt x="31351" y="22838"/>
                      <a:pt x="31378" y="22837"/>
                      <a:pt x="31405" y="22835"/>
                    </a:cubicBezTo>
                    <a:cubicBezTo>
                      <a:pt x="31605" y="22950"/>
                      <a:pt x="31845" y="23022"/>
                      <a:pt x="32110" y="23022"/>
                    </a:cubicBezTo>
                    <a:cubicBezTo>
                      <a:pt x="32267" y="23022"/>
                      <a:pt x="32432" y="22997"/>
                      <a:pt x="32604" y="22941"/>
                    </a:cubicBezTo>
                    <a:cubicBezTo>
                      <a:pt x="32949" y="22828"/>
                      <a:pt x="33285" y="22605"/>
                      <a:pt x="33629" y="22259"/>
                    </a:cubicBezTo>
                    <a:cubicBezTo>
                      <a:pt x="33862" y="22025"/>
                      <a:pt x="34570" y="21313"/>
                      <a:pt x="34453" y="17533"/>
                    </a:cubicBezTo>
                    <a:cubicBezTo>
                      <a:pt x="34415" y="16362"/>
                      <a:pt x="34340" y="13921"/>
                      <a:pt x="31714" y="11978"/>
                    </a:cubicBezTo>
                    <a:cubicBezTo>
                      <a:pt x="29264" y="10166"/>
                      <a:pt x="28056" y="9415"/>
                      <a:pt x="26926" y="9005"/>
                    </a:cubicBezTo>
                    <a:cubicBezTo>
                      <a:pt x="26283" y="8771"/>
                      <a:pt x="25515" y="8586"/>
                      <a:pt x="24794" y="8442"/>
                    </a:cubicBezTo>
                    <a:lnTo>
                      <a:pt x="23671" y="5011"/>
                    </a:lnTo>
                    <a:cubicBezTo>
                      <a:pt x="23518" y="4539"/>
                      <a:pt x="23078" y="4239"/>
                      <a:pt x="22606" y="4239"/>
                    </a:cubicBezTo>
                    <a:cubicBezTo>
                      <a:pt x="22491" y="4239"/>
                      <a:pt x="22374" y="4257"/>
                      <a:pt x="22258" y="4295"/>
                    </a:cubicBezTo>
                    <a:lnTo>
                      <a:pt x="21712" y="4472"/>
                    </a:lnTo>
                    <a:cubicBezTo>
                      <a:pt x="21168" y="3056"/>
                      <a:pt x="19979" y="2210"/>
                      <a:pt x="18829" y="1390"/>
                    </a:cubicBezTo>
                    <a:lnTo>
                      <a:pt x="18594" y="1223"/>
                    </a:lnTo>
                    <a:cubicBezTo>
                      <a:pt x="17237" y="254"/>
                      <a:pt x="15869" y="1"/>
                      <a:pt x="14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47"/>
              <p:cNvSpPr/>
              <p:nvPr/>
            </p:nvSpPr>
            <p:spPr>
              <a:xfrm>
                <a:off x="2048559" y="3270797"/>
                <a:ext cx="91397" cy="47875"/>
              </a:xfrm>
              <a:custGeom>
                <a:rect b="b" l="l" r="r" t="t"/>
                <a:pathLst>
                  <a:path extrusionOk="0" h="825" w="1575">
                    <a:moveTo>
                      <a:pt x="1575" y="1"/>
                    </a:moveTo>
                    <a:cubicBezTo>
                      <a:pt x="1575" y="1"/>
                      <a:pt x="1548" y="17"/>
                      <a:pt x="1508" y="45"/>
                    </a:cubicBezTo>
                    <a:cubicBezTo>
                      <a:pt x="1467" y="77"/>
                      <a:pt x="1406" y="112"/>
                      <a:pt x="1338" y="158"/>
                    </a:cubicBezTo>
                    <a:cubicBezTo>
                      <a:pt x="1266" y="198"/>
                      <a:pt x="1184" y="245"/>
                      <a:pt x="1095" y="292"/>
                    </a:cubicBezTo>
                    <a:cubicBezTo>
                      <a:pt x="1004" y="338"/>
                      <a:pt x="909" y="388"/>
                      <a:pt x="808" y="432"/>
                    </a:cubicBezTo>
                    <a:cubicBezTo>
                      <a:pt x="710" y="479"/>
                      <a:pt x="609" y="525"/>
                      <a:pt x="517" y="566"/>
                    </a:cubicBezTo>
                    <a:cubicBezTo>
                      <a:pt x="421" y="609"/>
                      <a:pt x="333" y="649"/>
                      <a:pt x="257" y="687"/>
                    </a:cubicBezTo>
                    <a:cubicBezTo>
                      <a:pt x="104" y="760"/>
                      <a:pt x="1" y="817"/>
                      <a:pt x="1" y="817"/>
                    </a:cubicBezTo>
                    <a:cubicBezTo>
                      <a:pt x="1" y="817"/>
                      <a:pt x="49" y="824"/>
                      <a:pt x="128" y="824"/>
                    </a:cubicBezTo>
                    <a:cubicBezTo>
                      <a:pt x="174" y="824"/>
                      <a:pt x="229" y="822"/>
                      <a:pt x="292" y="815"/>
                    </a:cubicBezTo>
                    <a:cubicBezTo>
                      <a:pt x="380" y="804"/>
                      <a:pt x="480" y="788"/>
                      <a:pt x="585" y="757"/>
                    </a:cubicBezTo>
                    <a:cubicBezTo>
                      <a:pt x="690" y="730"/>
                      <a:pt x="800" y="687"/>
                      <a:pt x="907" y="641"/>
                    </a:cubicBezTo>
                    <a:cubicBezTo>
                      <a:pt x="1012" y="589"/>
                      <a:pt x="1116" y="533"/>
                      <a:pt x="1204" y="466"/>
                    </a:cubicBezTo>
                    <a:cubicBezTo>
                      <a:pt x="1293" y="398"/>
                      <a:pt x="1368" y="326"/>
                      <a:pt x="1427" y="257"/>
                    </a:cubicBezTo>
                    <a:cubicBezTo>
                      <a:pt x="1482" y="185"/>
                      <a:pt x="1522" y="124"/>
                      <a:pt x="1543" y="75"/>
                    </a:cubicBezTo>
                    <a:cubicBezTo>
                      <a:pt x="1565" y="28"/>
                      <a:pt x="1575" y="1"/>
                      <a:pt x="15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7"/>
              <p:cNvSpPr/>
              <p:nvPr/>
            </p:nvSpPr>
            <p:spPr>
              <a:xfrm>
                <a:off x="3485543" y="3102395"/>
                <a:ext cx="69752" cy="117047"/>
              </a:xfrm>
              <a:custGeom>
                <a:rect b="b" l="l" r="r" t="t"/>
                <a:pathLst>
                  <a:path extrusionOk="0" h="2017" w="1202">
                    <a:moveTo>
                      <a:pt x="1201" y="1"/>
                    </a:moveTo>
                    <a:cubicBezTo>
                      <a:pt x="1201" y="1"/>
                      <a:pt x="1165" y="18"/>
                      <a:pt x="1107" y="51"/>
                    </a:cubicBezTo>
                    <a:cubicBezTo>
                      <a:pt x="1048" y="83"/>
                      <a:pt x="962" y="127"/>
                      <a:pt x="872" y="200"/>
                    </a:cubicBezTo>
                    <a:cubicBezTo>
                      <a:pt x="827" y="235"/>
                      <a:pt x="773" y="269"/>
                      <a:pt x="727" y="318"/>
                    </a:cubicBezTo>
                    <a:cubicBezTo>
                      <a:pt x="680" y="362"/>
                      <a:pt x="626" y="409"/>
                      <a:pt x="578" y="463"/>
                    </a:cubicBezTo>
                    <a:cubicBezTo>
                      <a:pt x="480" y="570"/>
                      <a:pt x="386" y="697"/>
                      <a:pt x="305" y="829"/>
                    </a:cubicBezTo>
                    <a:cubicBezTo>
                      <a:pt x="230" y="965"/>
                      <a:pt x="160" y="1105"/>
                      <a:pt x="116" y="1243"/>
                    </a:cubicBezTo>
                    <a:cubicBezTo>
                      <a:pt x="69" y="1381"/>
                      <a:pt x="42" y="1516"/>
                      <a:pt x="29" y="1631"/>
                    </a:cubicBezTo>
                    <a:cubicBezTo>
                      <a:pt x="1" y="1863"/>
                      <a:pt x="37" y="2017"/>
                      <a:pt x="37" y="2017"/>
                    </a:cubicBezTo>
                    <a:cubicBezTo>
                      <a:pt x="37" y="2017"/>
                      <a:pt x="80" y="1868"/>
                      <a:pt x="158" y="1662"/>
                    </a:cubicBezTo>
                    <a:cubicBezTo>
                      <a:pt x="198" y="1560"/>
                      <a:pt x="248" y="1442"/>
                      <a:pt x="305" y="1320"/>
                    </a:cubicBezTo>
                    <a:cubicBezTo>
                      <a:pt x="332" y="1258"/>
                      <a:pt x="369" y="1196"/>
                      <a:pt x="399" y="1133"/>
                    </a:cubicBezTo>
                    <a:cubicBezTo>
                      <a:pt x="430" y="1068"/>
                      <a:pt x="471" y="1008"/>
                      <a:pt x="506" y="946"/>
                    </a:cubicBezTo>
                    <a:cubicBezTo>
                      <a:pt x="577" y="823"/>
                      <a:pt x="660" y="705"/>
                      <a:pt x="735" y="593"/>
                    </a:cubicBezTo>
                    <a:cubicBezTo>
                      <a:pt x="778" y="537"/>
                      <a:pt x="816" y="486"/>
                      <a:pt x="855" y="435"/>
                    </a:cubicBezTo>
                    <a:cubicBezTo>
                      <a:pt x="892" y="382"/>
                      <a:pt x="933" y="339"/>
                      <a:pt x="966" y="295"/>
                    </a:cubicBezTo>
                    <a:cubicBezTo>
                      <a:pt x="1033" y="206"/>
                      <a:pt x="1095" y="138"/>
                      <a:pt x="1137" y="86"/>
                    </a:cubicBezTo>
                    <a:cubicBezTo>
                      <a:pt x="1178" y="33"/>
                      <a:pt x="1201" y="1"/>
                      <a:pt x="1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47"/>
              <p:cNvSpPr/>
              <p:nvPr/>
            </p:nvSpPr>
            <p:spPr>
              <a:xfrm>
                <a:off x="2382403" y="2645065"/>
                <a:ext cx="95285" cy="357349"/>
              </a:xfrm>
              <a:custGeom>
                <a:rect b="b" l="l" r="r" t="t"/>
                <a:pathLst>
                  <a:path extrusionOk="0" h="6158" w="1642">
                    <a:moveTo>
                      <a:pt x="269" y="1"/>
                    </a:moveTo>
                    <a:lnTo>
                      <a:pt x="269" y="1"/>
                    </a:lnTo>
                    <a:cubicBezTo>
                      <a:pt x="269" y="1"/>
                      <a:pt x="241" y="99"/>
                      <a:pt x="193" y="270"/>
                    </a:cubicBezTo>
                    <a:cubicBezTo>
                      <a:pt x="173" y="358"/>
                      <a:pt x="138" y="460"/>
                      <a:pt x="119" y="585"/>
                    </a:cubicBezTo>
                    <a:cubicBezTo>
                      <a:pt x="98" y="707"/>
                      <a:pt x="69" y="847"/>
                      <a:pt x="52" y="1001"/>
                    </a:cubicBezTo>
                    <a:cubicBezTo>
                      <a:pt x="41" y="1153"/>
                      <a:pt x="22" y="1321"/>
                      <a:pt x="16" y="1498"/>
                    </a:cubicBezTo>
                    <a:cubicBezTo>
                      <a:pt x="17" y="1674"/>
                      <a:pt x="1" y="1862"/>
                      <a:pt x="21" y="2055"/>
                    </a:cubicBezTo>
                    <a:cubicBezTo>
                      <a:pt x="30" y="2239"/>
                      <a:pt x="42" y="2439"/>
                      <a:pt x="76" y="2641"/>
                    </a:cubicBezTo>
                    <a:cubicBezTo>
                      <a:pt x="99" y="2842"/>
                      <a:pt x="146" y="3043"/>
                      <a:pt x="186" y="3246"/>
                    </a:cubicBezTo>
                    <a:cubicBezTo>
                      <a:pt x="240" y="3445"/>
                      <a:pt x="286" y="3646"/>
                      <a:pt x="353" y="3838"/>
                    </a:cubicBezTo>
                    <a:cubicBezTo>
                      <a:pt x="412" y="4033"/>
                      <a:pt x="486" y="4219"/>
                      <a:pt x="555" y="4398"/>
                    </a:cubicBezTo>
                    <a:cubicBezTo>
                      <a:pt x="628" y="4577"/>
                      <a:pt x="709" y="4745"/>
                      <a:pt x="789" y="4903"/>
                    </a:cubicBezTo>
                    <a:cubicBezTo>
                      <a:pt x="871" y="5059"/>
                      <a:pt x="949" y="5207"/>
                      <a:pt x="1031" y="5338"/>
                    </a:cubicBezTo>
                    <a:cubicBezTo>
                      <a:pt x="1185" y="5604"/>
                      <a:pt x="1346" y="5806"/>
                      <a:pt x="1455" y="5947"/>
                    </a:cubicBezTo>
                    <a:cubicBezTo>
                      <a:pt x="1571" y="6084"/>
                      <a:pt x="1642" y="6158"/>
                      <a:pt x="1642" y="6158"/>
                    </a:cubicBezTo>
                    <a:cubicBezTo>
                      <a:pt x="1642" y="6158"/>
                      <a:pt x="1588" y="6072"/>
                      <a:pt x="1493" y="5920"/>
                    </a:cubicBezTo>
                    <a:cubicBezTo>
                      <a:pt x="1400" y="5770"/>
                      <a:pt x="1279" y="5547"/>
                      <a:pt x="1146" y="5274"/>
                    </a:cubicBezTo>
                    <a:cubicBezTo>
                      <a:pt x="1008" y="5005"/>
                      <a:pt x="880" y="4675"/>
                      <a:pt x="749" y="4325"/>
                    </a:cubicBezTo>
                    <a:cubicBezTo>
                      <a:pt x="683" y="4147"/>
                      <a:pt x="625" y="3962"/>
                      <a:pt x="569" y="3774"/>
                    </a:cubicBezTo>
                    <a:cubicBezTo>
                      <a:pt x="507" y="3586"/>
                      <a:pt x="465" y="3389"/>
                      <a:pt x="414" y="3197"/>
                    </a:cubicBezTo>
                    <a:cubicBezTo>
                      <a:pt x="374" y="2999"/>
                      <a:pt x="326" y="2804"/>
                      <a:pt x="300" y="2610"/>
                    </a:cubicBezTo>
                    <a:cubicBezTo>
                      <a:pt x="267" y="2415"/>
                      <a:pt x="243" y="2224"/>
                      <a:pt x="225" y="2036"/>
                    </a:cubicBezTo>
                    <a:cubicBezTo>
                      <a:pt x="202" y="1850"/>
                      <a:pt x="200" y="1667"/>
                      <a:pt x="185" y="1495"/>
                    </a:cubicBezTo>
                    <a:cubicBezTo>
                      <a:pt x="178" y="1323"/>
                      <a:pt x="185" y="1159"/>
                      <a:pt x="183" y="1009"/>
                    </a:cubicBezTo>
                    <a:cubicBezTo>
                      <a:pt x="192" y="857"/>
                      <a:pt x="198" y="720"/>
                      <a:pt x="205" y="598"/>
                    </a:cubicBezTo>
                    <a:cubicBezTo>
                      <a:pt x="206" y="475"/>
                      <a:pt x="229" y="367"/>
                      <a:pt x="237" y="279"/>
                    </a:cubicBezTo>
                    <a:cubicBezTo>
                      <a:pt x="257" y="101"/>
                      <a:pt x="269" y="1"/>
                      <a:pt x="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47"/>
              <p:cNvSpPr/>
              <p:nvPr/>
            </p:nvSpPr>
            <p:spPr>
              <a:xfrm>
                <a:off x="2937397" y="3403487"/>
                <a:ext cx="104048" cy="213666"/>
              </a:xfrm>
              <a:custGeom>
                <a:rect b="b" l="l" r="r" t="t"/>
                <a:pathLst>
                  <a:path extrusionOk="0" h="3682" w="1793">
                    <a:moveTo>
                      <a:pt x="1792" y="0"/>
                    </a:moveTo>
                    <a:lnTo>
                      <a:pt x="130" y="531"/>
                    </a:lnTo>
                    <a:lnTo>
                      <a:pt x="1" y="572"/>
                    </a:lnTo>
                    <a:lnTo>
                      <a:pt x="45" y="707"/>
                    </a:lnTo>
                    <a:lnTo>
                      <a:pt x="1015" y="3681"/>
                    </a:lnTo>
                    <a:lnTo>
                      <a:pt x="357" y="747"/>
                    </a:lnTo>
                    <a:lnTo>
                      <a:pt x="17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47"/>
              <p:cNvSpPr/>
              <p:nvPr/>
            </p:nvSpPr>
            <p:spPr>
              <a:xfrm>
                <a:off x="2741025" y="3279792"/>
                <a:ext cx="58900" cy="197824"/>
              </a:xfrm>
              <a:custGeom>
                <a:rect b="b" l="l" r="r" t="t"/>
                <a:pathLst>
                  <a:path extrusionOk="0" h="3409" w="1015">
                    <a:moveTo>
                      <a:pt x="966" y="0"/>
                    </a:moveTo>
                    <a:lnTo>
                      <a:pt x="120" y="265"/>
                    </a:lnTo>
                    <a:lnTo>
                      <a:pt x="1" y="302"/>
                    </a:lnTo>
                    <a:lnTo>
                      <a:pt x="45" y="437"/>
                    </a:lnTo>
                    <a:lnTo>
                      <a:pt x="1015" y="3409"/>
                    </a:lnTo>
                    <a:lnTo>
                      <a:pt x="354" y="457"/>
                    </a:lnTo>
                    <a:lnTo>
                      <a:pt x="9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47"/>
              <p:cNvSpPr/>
              <p:nvPr/>
            </p:nvSpPr>
            <p:spPr>
              <a:xfrm>
                <a:off x="2805728" y="3258611"/>
                <a:ext cx="58784" cy="197882"/>
              </a:xfrm>
              <a:custGeom>
                <a:rect b="b" l="l" r="r" t="t"/>
                <a:pathLst>
                  <a:path extrusionOk="0" h="3410" w="1013">
                    <a:moveTo>
                      <a:pt x="965" y="0"/>
                    </a:moveTo>
                    <a:lnTo>
                      <a:pt x="120" y="266"/>
                    </a:lnTo>
                    <a:lnTo>
                      <a:pt x="0" y="302"/>
                    </a:lnTo>
                    <a:lnTo>
                      <a:pt x="45" y="436"/>
                    </a:lnTo>
                    <a:lnTo>
                      <a:pt x="1013" y="3410"/>
                    </a:lnTo>
                    <a:lnTo>
                      <a:pt x="351" y="457"/>
                    </a:lnTo>
                    <a:lnTo>
                      <a:pt x="9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47"/>
              <p:cNvSpPr/>
              <p:nvPr/>
            </p:nvSpPr>
            <p:spPr>
              <a:xfrm>
                <a:off x="2874899" y="3245960"/>
                <a:ext cx="57566" cy="60293"/>
              </a:xfrm>
              <a:custGeom>
                <a:rect b="b" l="l" r="r" t="t"/>
                <a:pathLst>
                  <a:path extrusionOk="0" h="1039" w="992">
                    <a:moveTo>
                      <a:pt x="702" y="975"/>
                    </a:moveTo>
                    <a:cubicBezTo>
                      <a:pt x="702" y="975"/>
                      <a:pt x="701" y="975"/>
                      <a:pt x="701" y="975"/>
                    </a:cubicBezTo>
                    <a:lnTo>
                      <a:pt x="701" y="975"/>
                    </a:lnTo>
                    <a:cubicBezTo>
                      <a:pt x="702" y="975"/>
                      <a:pt x="702" y="975"/>
                      <a:pt x="702" y="975"/>
                    </a:cubicBezTo>
                    <a:cubicBezTo>
                      <a:pt x="702" y="975"/>
                      <a:pt x="702" y="975"/>
                      <a:pt x="702" y="975"/>
                    </a:cubicBezTo>
                    <a:close/>
                    <a:moveTo>
                      <a:pt x="527" y="1"/>
                    </a:moveTo>
                    <a:cubicBezTo>
                      <a:pt x="496" y="1"/>
                      <a:pt x="464" y="4"/>
                      <a:pt x="432" y="10"/>
                    </a:cubicBezTo>
                    <a:cubicBezTo>
                      <a:pt x="362" y="23"/>
                      <a:pt x="283" y="53"/>
                      <a:pt x="218" y="103"/>
                    </a:cubicBezTo>
                    <a:cubicBezTo>
                      <a:pt x="153" y="151"/>
                      <a:pt x="98" y="217"/>
                      <a:pt x="59" y="289"/>
                    </a:cubicBezTo>
                    <a:cubicBezTo>
                      <a:pt x="22" y="364"/>
                      <a:pt x="4" y="446"/>
                      <a:pt x="2" y="530"/>
                    </a:cubicBezTo>
                    <a:cubicBezTo>
                      <a:pt x="1" y="571"/>
                      <a:pt x="5" y="610"/>
                      <a:pt x="16" y="653"/>
                    </a:cubicBezTo>
                    <a:cubicBezTo>
                      <a:pt x="17" y="679"/>
                      <a:pt x="22" y="687"/>
                      <a:pt x="28" y="704"/>
                    </a:cubicBezTo>
                    <a:cubicBezTo>
                      <a:pt x="34" y="727"/>
                      <a:pt x="42" y="740"/>
                      <a:pt x="51" y="759"/>
                    </a:cubicBezTo>
                    <a:cubicBezTo>
                      <a:pt x="116" y="899"/>
                      <a:pt x="240" y="988"/>
                      <a:pt x="350" y="1017"/>
                    </a:cubicBezTo>
                    <a:cubicBezTo>
                      <a:pt x="397" y="1032"/>
                      <a:pt x="441" y="1038"/>
                      <a:pt x="481" y="1038"/>
                    </a:cubicBezTo>
                    <a:cubicBezTo>
                      <a:pt x="535" y="1038"/>
                      <a:pt x="581" y="1028"/>
                      <a:pt x="615" y="1017"/>
                    </a:cubicBezTo>
                    <a:cubicBezTo>
                      <a:pt x="670" y="997"/>
                      <a:pt x="696" y="977"/>
                      <a:pt x="701" y="975"/>
                    </a:cubicBezTo>
                    <a:lnTo>
                      <a:pt x="701" y="975"/>
                    </a:lnTo>
                    <a:cubicBezTo>
                      <a:pt x="698" y="976"/>
                      <a:pt x="688" y="977"/>
                      <a:pt x="672" y="977"/>
                    </a:cubicBezTo>
                    <a:cubicBezTo>
                      <a:pt x="656" y="977"/>
                      <a:pt x="635" y="976"/>
                      <a:pt x="609" y="973"/>
                    </a:cubicBezTo>
                    <a:cubicBezTo>
                      <a:pt x="553" y="966"/>
                      <a:pt x="475" y="946"/>
                      <a:pt x="404" y="899"/>
                    </a:cubicBezTo>
                    <a:cubicBezTo>
                      <a:pt x="331" y="852"/>
                      <a:pt x="265" y="774"/>
                      <a:pt x="237" y="681"/>
                    </a:cubicBezTo>
                    <a:cubicBezTo>
                      <a:pt x="233" y="672"/>
                      <a:pt x="229" y="657"/>
                      <a:pt x="229" y="648"/>
                    </a:cubicBezTo>
                    <a:cubicBezTo>
                      <a:pt x="226" y="634"/>
                      <a:pt x="220" y="613"/>
                      <a:pt x="222" y="605"/>
                    </a:cubicBezTo>
                    <a:cubicBezTo>
                      <a:pt x="220" y="586"/>
                      <a:pt x="220" y="559"/>
                      <a:pt x="220" y="534"/>
                    </a:cubicBezTo>
                    <a:cubicBezTo>
                      <a:pt x="224" y="485"/>
                      <a:pt x="237" y="436"/>
                      <a:pt x="260" y="391"/>
                    </a:cubicBezTo>
                    <a:cubicBezTo>
                      <a:pt x="283" y="346"/>
                      <a:pt x="314" y="305"/>
                      <a:pt x="353" y="276"/>
                    </a:cubicBezTo>
                    <a:cubicBezTo>
                      <a:pt x="393" y="245"/>
                      <a:pt x="431" y="218"/>
                      <a:pt x="484" y="203"/>
                    </a:cubicBezTo>
                    <a:cubicBezTo>
                      <a:pt x="523" y="190"/>
                      <a:pt x="565" y="184"/>
                      <a:pt x="607" y="184"/>
                    </a:cubicBezTo>
                    <a:cubicBezTo>
                      <a:pt x="659" y="184"/>
                      <a:pt x="710" y="194"/>
                      <a:pt x="754" y="210"/>
                    </a:cubicBezTo>
                    <a:cubicBezTo>
                      <a:pt x="835" y="241"/>
                      <a:pt x="897" y="291"/>
                      <a:pt x="935" y="332"/>
                    </a:cubicBezTo>
                    <a:cubicBezTo>
                      <a:pt x="974" y="375"/>
                      <a:pt x="992" y="405"/>
                      <a:pt x="992" y="405"/>
                    </a:cubicBezTo>
                    <a:cubicBezTo>
                      <a:pt x="992" y="405"/>
                      <a:pt x="992" y="370"/>
                      <a:pt x="976" y="311"/>
                    </a:cubicBezTo>
                    <a:cubicBezTo>
                      <a:pt x="957" y="252"/>
                      <a:pt x="914" y="164"/>
                      <a:pt x="820" y="97"/>
                    </a:cubicBezTo>
                    <a:cubicBezTo>
                      <a:pt x="748" y="42"/>
                      <a:pt x="644" y="1"/>
                      <a:pt x="5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47"/>
              <p:cNvSpPr/>
              <p:nvPr/>
            </p:nvSpPr>
            <p:spPr>
              <a:xfrm>
                <a:off x="2895326" y="3309096"/>
                <a:ext cx="57682" cy="60235"/>
              </a:xfrm>
              <a:custGeom>
                <a:rect b="b" l="l" r="r" t="t"/>
                <a:pathLst>
                  <a:path extrusionOk="0" h="1038" w="994">
                    <a:moveTo>
                      <a:pt x="707" y="975"/>
                    </a:moveTo>
                    <a:cubicBezTo>
                      <a:pt x="707" y="975"/>
                      <a:pt x="707" y="975"/>
                      <a:pt x="706" y="975"/>
                    </a:cubicBezTo>
                    <a:lnTo>
                      <a:pt x="706" y="975"/>
                    </a:lnTo>
                    <a:cubicBezTo>
                      <a:pt x="707" y="975"/>
                      <a:pt x="707" y="975"/>
                      <a:pt x="707" y="975"/>
                    </a:cubicBezTo>
                    <a:cubicBezTo>
                      <a:pt x="707" y="975"/>
                      <a:pt x="707" y="975"/>
                      <a:pt x="707" y="975"/>
                    </a:cubicBezTo>
                    <a:close/>
                    <a:moveTo>
                      <a:pt x="526" y="1"/>
                    </a:moveTo>
                    <a:cubicBezTo>
                      <a:pt x="496" y="1"/>
                      <a:pt x="464" y="4"/>
                      <a:pt x="432" y="10"/>
                    </a:cubicBezTo>
                    <a:cubicBezTo>
                      <a:pt x="363" y="23"/>
                      <a:pt x="283" y="53"/>
                      <a:pt x="220" y="102"/>
                    </a:cubicBezTo>
                    <a:cubicBezTo>
                      <a:pt x="154" y="151"/>
                      <a:pt x="99" y="216"/>
                      <a:pt x="60" y="289"/>
                    </a:cubicBezTo>
                    <a:cubicBezTo>
                      <a:pt x="22" y="364"/>
                      <a:pt x="5" y="446"/>
                      <a:pt x="2" y="529"/>
                    </a:cubicBezTo>
                    <a:cubicBezTo>
                      <a:pt x="1" y="571"/>
                      <a:pt x="6" y="610"/>
                      <a:pt x="18" y="653"/>
                    </a:cubicBezTo>
                    <a:cubicBezTo>
                      <a:pt x="22" y="677"/>
                      <a:pt x="28" y="686"/>
                      <a:pt x="33" y="704"/>
                    </a:cubicBezTo>
                    <a:cubicBezTo>
                      <a:pt x="40" y="727"/>
                      <a:pt x="48" y="740"/>
                      <a:pt x="56" y="759"/>
                    </a:cubicBezTo>
                    <a:cubicBezTo>
                      <a:pt x="122" y="899"/>
                      <a:pt x="246" y="987"/>
                      <a:pt x="355" y="1017"/>
                    </a:cubicBezTo>
                    <a:cubicBezTo>
                      <a:pt x="402" y="1032"/>
                      <a:pt x="447" y="1038"/>
                      <a:pt x="487" y="1038"/>
                    </a:cubicBezTo>
                    <a:cubicBezTo>
                      <a:pt x="541" y="1038"/>
                      <a:pt x="587" y="1028"/>
                      <a:pt x="620" y="1017"/>
                    </a:cubicBezTo>
                    <a:cubicBezTo>
                      <a:pt x="676" y="997"/>
                      <a:pt x="702" y="977"/>
                      <a:pt x="706" y="975"/>
                    </a:cubicBezTo>
                    <a:lnTo>
                      <a:pt x="706" y="975"/>
                    </a:lnTo>
                    <a:cubicBezTo>
                      <a:pt x="704" y="975"/>
                      <a:pt x="693" y="976"/>
                      <a:pt x="678" y="976"/>
                    </a:cubicBezTo>
                    <a:cubicBezTo>
                      <a:pt x="662" y="976"/>
                      <a:pt x="641" y="976"/>
                      <a:pt x="616" y="972"/>
                    </a:cubicBezTo>
                    <a:cubicBezTo>
                      <a:pt x="558" y="966"/>
                      <a:pt x="481" y="946"/>
                      <a:pt x="409" y="899"/>
                    </a:cubicBezTo>
                    <a:cubicBezTo>
                      <a:pt x="336" y="852"/>
                      <a:pt x="271" y="774"/>
                      <a:pt x="242" y="681"/>
                    </a:cubicBezTo>
                    <a:cubicBezTo>
                      <a:pt x="240" y="672"/>
                      <a:pt x="234" y="657"/>
                      <a:pt x="234" y="647"/>
                    </a:cubicBezTo>
                    <a:cubicBezTo>
                      <a:pt x="233" y="634"/>
                      <a:pt x="226" y="613"/>
                      <a:pt x="228" y="605"/>
                    </a:cubicBezTo>
                    <a:cubicBezTo>
                      <a:pt x="226" y="586"/>
                      <a:pt x="226" y="559"/>
                      <a:pt x="226" y="533"/>
                    </a:cubicBezTo>
                    <a:cubicBezTo>
                      <a:pt x="229" y="485"/>
                      <a:pt x="242" y="435"/>
                      <a:pt x="267" y="391"/>
                    </a:cubicBezTo>
                    <a:cubicBezTo>
                      <a:pt x="283" y="348"/>
                      <a:pt x="315" y="308"/>
                      <a:pt x="354" y="276"/>
                    </a:cubicBezTo>
                    <a:cubicBezTo>
                      <a:pt x="394" y="245"/>
                      <a:pt x="430" y="218"/>
                      <a:pt x="484" y="203"/>
                    </a:cubicBezTo>
                    <a:cubicBezTo>
                      <a:pt x="523" y="189"/>
                      <a:pt x="566" y="183"/>
                      <a:pt x="607" y="183"/>
                    </a:cubicBezTo>
                    <a:cubicBezTo>
                      <a:pt x="660" y="183"/>
                      <a:pt x="711" y="193"/>
                      <a:pt x="754" y="210"/>
                    </a:cubicBezTo>
                    <a:cubicBezTo>
                      <a:pt x="835" y="241"/>
                      <a:pt x="898" y="290"/>
                      <a:pt x="935" y="332"/>
                    </a:cubicBezTo>
                    <a:cubicBezTo>
                      <a:pt x="974" y="375"/>
                      <a:pt x="993" y="404"/>
                      <a:pt x="993" y="404"/>
                    </a:cubicBezTo>
                    <a:cubicBezTo>
                      <a:pt x="993" y="404"/>
                      <a:pt x="993" y="370"/>
                      <a:pt x="976" y="310"/>
                    </a:cubicBezTo>
                    <a:cubicBezTo>
                      <a:pt x="958" y="251"/>
                      <a:pt x="914" y="164"/>
                      <a:pt x="820" y="97"/>
                    </a:cubicBezTo>
                    <a:cubicBezTo>
                      <a:pt x="748" y="42"/>
                      <a:pt x="645" y="1"/>
                      <a:pt x="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47"/>
              <p:cNvSpPr/>
              <p:nvPr/>
            </p:nvSpPr>
            <p:spPr>
              <a:xfrm>
                <a:off x="2915926" y="3372174"/>
                <a:ext cx="57624" cy="60293"/>
              </a:xfrm>
              <a:custGeom>
                <a:rect b="b" l="l" r="r" t="t"/>
                <a:pathLst>
                  <a:path extrusionOk="0" h="1039" w="993">
                    <a:moveTo>
                      <a:pt x="705" y="976"/>
                    </a:moveTo>
                    <a:cubicBezTo>
                      <a:pt x="705" y="976"/>
                      <a:pt x="705" y="976"/>
                      <a:pt x="705" y="976"/>
                    </a:cubicBezTo>
                    <a:lnTo>
                      <a:pt x="705" y="976"/>
                    </a:lnTo>
                    <a:cubicBezTo>
                      <a:pt x="705" y="976"/>
                      <a:pt x="705" y="976"/>
                      <a:pt x="705" y="976"/>
                    </a:cubicBezTo>
                    <a:cubicBezTo>
                      <a:pt x="705" y="976"/>
                      <a:pt x="705" y="976"/>
                      <a:pt x="705" y="976"/>
                    </a:cubicBezTo>
                    <a:close/>
                    <a:moveTo>
                      <a:pt x="526" y="0"/>
                    </a:moveTo>
                    <a:cubicBezTo>
                      <a:pt x="495" y="0"/>
                      <a:pt x="464" y="3"/>
                      <a:pt x="431" y="9"/>
                    </a:cubicBezTo>
                    <a:cubicBezTo>
                      <a:pt x="363" y="22"/>
                      <a:pt x="282" y="51"/>
                      <a:pt x="218" y="102"/>
                    </a:cubicBezTo>
                    <a:cubicBezTo>
                      <a:pt x="153" y="150"/>
                      <a:pt x="97" y="216"/>
                      <a:pt x="59" y="290"/>
                    </a:cubicBezTo>
                    <a:cubicBezTo>
                      <a:pt x="22" y="365"/>
                      <a:pt x="3" y="447"/>
                      <a:pt x="2" y="530"/>
                    </a:cubicBezTo>
                    <a:cubicBezTo>
                      <a:pt x="0" y="572"/>
                      <a:pt x="6" y="611"/>
                      <a:pt x="15" y="654"/>
                    </a:cubicBezTo>
                    <a:cubicBezTo>
                      <a:pt x="20" y="678"/>
                      <a:pt x="26" y="687"/>
                      <a:pt x="30" y="705"/>
                    </a:cubicBezTo>
                    <a:cubicBezTo>
                      <a:pt x="36" y="727"/>
                      <a:pt x="46" y="741"/>
                      <a:pt x="54" y="760"/>
                    </a:cubicBezTo>
                    <a:cubicBezTo>
                      <a:pt x="118" y="899"/>
                      <a:pt x="243" y="988"/>
                      <a:pt x="352" y="1018"/>
                    </a:cubicBezTo>
                    <a:cubicBezTo>
                      <a:pt x="400" y="1033"/>
                      <a:pt x="444" y="1039"/>
                      <a:pt x="484" y="1039"/>
                    </a:cubicBezTo>
                    <a:cubicBezTo>
                      <a:pt x="538" y="1039"/>
                      <a:pt x="584" y="1028"/>
                      <a:pt x="618" y="1018"/>
                    </a:cubicBezTo>
                    <a:cubicBezTo>
                      <a:pt x="674" y="998"/>
                      <a:pt x="700" y="978"/>
                      <a:pt x="705" y="976"/>
                    </a:cubicBezTo>
                    <a:lnTo>
                      <a:pt x="705" y="976"/>
                    </a:lnTo>
                    <a:cubicBezTo>
                      <a:pt x="702" y="976"/>
                      <a:pt x="691" y="977"/>
                      <a:pt x="675" y="977"/>
                    </a:cubicBezTo>
                    <a:cubicBezTo>
                      <a:pt x="659" y="977"/>
                      <a:pt x="638" y="976"/>
                      <a:pt x="613" y="973"/>
                    </a:cubicBezTo>
                    <a:cubicBezTo>
                      <a:pt x="556" y="966"/>
                      <a:pt x="478" y="946"/>
                      <a:pt x="406" y="899"/>
                    </a:cubicBezTo>
                    <a:cubicBezTo>
                      <a:pt x="335" y="852"/>
                      <a:pt x="269" y="774"/>
                      <a:pt x="241" y="682"/>
                    </a:cubicBezTo>
                    <a:cubicBezTo>
                      <a:pt x="237" y="672"/>
                      <a:pt x="231" y="658"/>
                      <a:pt x="231" y="648"/>
                    </a:cubicBezTo>
                    <a:cubicBezTo>
                      <a:pt x="230" y="635"/>
                      <a:pt x="223" y="613"/>
                      <a:pt x="224" y="605"/>
                    </a:cubicBezTo>
                    <a:cubicBezTo>
                      <a:pt x="223" y="586"/>
                      <a:pt x="223" y="560"/>
                      <a:pt x="223" y="534"/>
                    </a:cubicBezTo>
                    <a:cubicBezTo>
                      <a:pt x="227" y="486"/>
                      <a:pt x="241" y="436"/>
                      <a:pt x="263" y="392"/>
                    </a:cubicBezTo>
                    <a:cubicBezTo>
                      <a:pt x="284" y="346"/>
                      <a:pt x="316" y="306"/>
                      <a:pt x="352" y="275"/>
                    </a:cubicBezTo>
                    <a:cubicBezTo>
                      <a:pt x="392" y="244"/>
                      <a:pt x="430" y="217"/>
                      <a:pt x="484" y="202"/>
                    </a:cubicBezTo>
                    <a:cubicBezTo>
                      <a:pt x="523" y="189"/>
                      <a:pt x="565" y="182"/>
                      <a:pt x="607" y="182"/>
                    </a:cubicBezTo>
                    <a:cubicBezTo>
                      <a:pt x="658" y="182"/>
                      <a:pt x="710" y="192"/>
                      <a:pt x="754" y="209"/>
                    </a:cubicBezTo>
                    <a:cubicBezTo>
                      <a:pt x="834" y="239"/>
                      <a:pt x="896" y="290"/>
                      <a:pt x="935" y="331"/>
                    </a:cubicBezTo>
                    <a:cubicBezTo>
                      <a:pt x="974" y="373"/>
                      <a:pt x="993" y="404"/>
                      <a:pt x="993" y="404"/>
                    </a:cubicBezTo>
                    <a:cubicBezTo>
                      <a:pt x="993" y="404"/>
                      <a:pt x="993" y="369"/>
                      <a:pt x="975" y="310"/>
                    </a:cubicBezTo>
                    <a:cubicBezTo>
                      <a:pt x="956" y="251"/>
                      <a:pt x="913" y="163"/>
                      <a:pt x="819" y="96"/>
                    </a:cubicBezTo>
                    <a:cubicBezTo>
                      <a:pt x="747" y="41"/>
                      <a:pt x="644" y="0"/>
                      <a:pt x="5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47"/>
              <p:cNvSpPr/>
              <p:nvPr/>
            </p:nvSpPr>
            <p:spPr>
              <a:xfrm>
                <a:off x="2812285" y="3407084"/>
                <a:ext cx="311679" cy="293748"/>
              </a:xfrm>
              <a:custGeom>
                <a:rect b="b" l="l" r="r" t="t"/>
                <a:pathLst>
                  <a:path extrusionOk="0" h="5062" w="5371">
                    <a:moveTo>
                      <a:pt x="4291" y="0"/>
                    </a:moveTo>
                    <a:lnTo>
                      <a:pt x="4291" y="0"/>
                    </a:lnTo>
                    <a:cubicBezTo>
                      <a:pt x="4291" y="1"/>
                      <a:pt x="4453" y="542"/>
                      <a:pt x="4699" y="1350"/>
                    </a:cubicBezTo>
                    <a:cubicBezTo>
                      <a:pt x="4824" y="1753"/>
                      <a:pt x="4972" y="2224"/>
                      <a:pt x="5131" y="2727"/>
                    </a:cubicBezTo>
                    <a:cubicBezTo>
                      <a:pt x="5170" y="2852"/>
                      <a:pt x="5217" y="2985"/>
                      <a:pt x="5252" y="3108"/>
                    </a:cubicBezTo>
                    <a:cubicBezTo>
                      <a:pt x="5271" y="3214"/>
                      <a:pt x="5198" y="3322"/>
                      <a:pt x="5070" y="3345"/>
                    </a:cubicBezTo>
                    <a:cubicBezTo>
                      <a:pt x="4806" y="3431"/>
                      <a:pt x="4538" y="3517"/>
                      <a:pt x="4269" y="3604"/>
                    </a:cubicBezTo>
                    <a:cubicBezTo>
                      <a:pt x="3733" y="3782"/>
                      <a:pt x="3199" y="3960"/>
                      <a:pt x="2698" y="4127"/>
                    </a:cubicBezTo>
                    <a:cubicBezTo>
                      <a:pt x="2197" y="4297"/>
                      <a:pt x="1731" y="4456"/>
                      <a:pt x="1330" y="4593"/>
                    </a:cubicBezTo>
                    <a:cubicBezTo>
                      <a:pt x="532" y="4875"/>
                      <a:pt x="0" y="5061"/>
                      <a:pt x="0" y="5061"/>
                    </a:cubicBezTo>
                    <a:cubicBezTo>
                      <a:pt x="0" y="5061"/>
                      <a:pt x="540" y="4899"/>
                      <a:pt x="1350" y="4653"/>
                    </a:cubicBezTo>
                    <a:cubicBezTo>
                      <a:pt x="1753" y="4527"/>
                      <a:pt x="2224" y="4379"/>
                      <a:pt x="2728" y="4221"/>
                    </a:cubicBezTo>
                    <a:cubicBezTo>
                      <a:pt x="3231" y="4057"/>
                      <a:pt x="3767" y="3886"/>
                      <a:pt x="4304" y="3713"/>
                    </a:cubicBezTo>
                    <a:cubicBezTo>
                      <a:pt x="4571" y="3625"/>
                      <a:pt x="4840" y="3536"/>
                      <a:pt x="5103" y="3449"/>
                    </a:cubicBezTo>
                    <a:cubicBezTo>
                      <a:pt x="5165" y="3433"/>
                      <a:pt x="5258" y="3390"/>
                      <a:pt x="5301" y="3321"/>
                    </a:cubicBezTo>
                    <a:cubicBezTo>
                      <a:pt x="5350" y="3254"/>
                      <a:pt x="5370" y="3168"/>
                      <a:pt x="5353" y="3083"/>
                    </a:cubicBezTo>
                    <a:cubicBezTo>
                      <a:pt x="5310" y="2946"/>
                      <a:pt x="5266" y="2826"/>
                      <a:pt x="5225" y="2698"/>
                    </a:cubicBezTo>
                    <a:cubicBezTo>
                      <a:pt x="5055" y="2197"/>
                      <a:pt x="4896" y="1731"/>
                      <a:pt x="4759" y="1330"/>
                    </a:cubicBezTo>
                    <a:cubicBezTo>
                      <a:pt x="4477" y="532"/>
                      <a:pt x="4291" y="1"/>
                      <a:pt x="4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9" name="Google Shape;469;p47"/>
              <p:cNvGrpSpPr/>
              <p:nvPr/>
            </p:nvGrpSpPr>
            <p:grpSpPr>
              <a:xfrm rot="-1160128">
                <a:off x="1996945" y="2012249"/>
                <a:ext cx="940496" cy="156508"/>
                <a:chOff x="2422768" y="1921758"/>
                <a:chExt cx="940492" cy="156507"/>
              </a:xfrm>
            </p:grpSpPr>
            <p:sp>
              <p:nvSpPr>
                <p:cNvPr id="470" name="Google Shape;470;p47"/>
                <p:cNvSpPr/>
                <p:nvPr/>
              </p:nvSpPr>
              <p:spPr>
                <a:xfrm>
                  <a:off x="2422768" y="1921758"/>
                  <a:ext cx="940492" cy="156507"/>
                </a:xfrm>
                <a:custGeom>
                  <a:rect b="b" l="l" r="r" t="t"/>
                  <a:pathLst>
                    <a:path extrusionOk="0" h="2697" w="16207">
                      <a:moveTo>
                        <a:pt x="1830" y="0"/>
                      </a:moveTo>
                      <a:cubicBezTo>
                        <a:pt x="1819" y="0"/>
                        <a:pt x="1808" y="0"/>
                        <a:pt x="1797" y="0"/>
                      </a:cubicBezTo>
                      <a:cubicBezTo>
                        <a:pt x="1697" y="2"/>
                        <a:pt x="1584" y="4"/>
                        <a:pt x="1459" y="19"/>
                      </a:cubicBezTo>
                      <a:cubicBezTo>
                        <a:pt x="1336" y="31"/>
                        <a:pt x="1201" y="49"/>
                        <a:pt x="1062" y="85"/>
                      </a:cubicBezTo>
                      <a:cubicBezTo>
                        <a:pt x="921" y="120"/>
                        <a:pt x="773" y="163"/>
                        <a:pt x="624" y="242"/>
                      </a:cubicBezTo>
                      <a:cubicBezTo>
                        <a:pt x="476" y="323"/>
                        <a:pt x="323" y="426"/>
                        <a:pt x="197" y="603"/>
                      </a:cubicBezTo>
                      <a:cubicBezTo>
                        <a:pt x="136" y="692"/>
                        <a:pt x="84" y="801"/>
                        <a:pt x="50" y="920"/>
                      </a:cubicBezTo>
                      <a:cubicBezTo>
                        <a:pt x="17" y="1040"/>
                        <a:pt x="3" y="1169"/>
                        <a:pt x="2" y="1293"/>
                      </a:cubicBezTo>
                      <a:cubicBezTo>
                        <a:pt x="1" y="1323"/>
                        <a:pt x="2" y="1357"/>
                        <a:pt x="5" y="1389"/>
                      </a:cubicBezTo>
                      <a:cubicBezTo>
                        <a:pt x="5" y="1422"/>
                        <a:pt x="5" y="1441"/>
                        <a:pt x="7" y="1481"/>
                      </a:cubicBezTo>
                      <a:cubicBezTo>
                        <a:pt x="14" y="1545"/>
                        <a:pt x="25" y="1610"/>
                        <a:pt x="40" y="1672"/>
                      </a:cubicBezTo>
                      <a:cubicBezTo>
                        <a:pt x="68" y="1798"/>
                        <a:pt x="116" y="1917"/>
                        <a:pt x="175" y="2017"/>
                      </a:cubicBezTo>
                      <a:cubicBezTo>
                        <a:pt x="293" y="2221"/>
                        <a:pt x="445" y="2353"/>
                        <a:pt x="593" y="2444"/>
                      </a:cubicBezTo>
                      <a:cubicBezTo>
                        <a:pt x="741" y="2538"/>
                        <a:pt x="888" y="2592"/>
                        <a:pt x="1027" y="2628"/>
                      </a:cubicBezTo>
                      <a:cubicBezTo>
                        <a:pt x="1166" y="2665"/>
                        <a:pt x="1297" y="2683"/>
                        <a:pt x="1416" y="2690"/>
                      </a:cubicBezTo>
                      <a:cubicBezTo>
                        <a:pt x="1474" y="2695"/>
                        <a:pt x="1529" y="2696"/>
                        <a:pt x="1581" y="2696"/>
                      </a:cubicBezTo>
                      <a:cubicBezTo>
                        <a:pt x="1638" y="2696"/>
                        <a:pt x="1691" y="2694"/>
                        <a:pt x="1741" y="2691"/>
                      </a:cubicBezTo>
                      <a:cubicBezTo>
                        <a:pt x="1836" y="2686"/>
                        <a:pt x="1921" y="2677"/>
                        <a:pt x="1990" y="2666"/>
                      </a:cubicBezTo>
                      <a:cubicBezTo>
                        <a:pt x="2059" y="2658"/>
                        <a:pt x="2113" y="2646"/>
                        <a:pt x="2149" y="2639"/>
                      </a:cubicBezTo>
                      <a:cubicBezTo>
                        <a:pt x="2187" y="2632"/>
                        <a:pt x="2204" y="2628"/>
                        <a:pt x="2204" y="2628"/>
                      </a:cubicBezTo>
                      <a:cubicBezTo>
                        <a:pt x="2204" y="2628"/>
                        <a:pt x="2126" y="2618"/>
                        <a:pt x="1988" y="2599"/>
                      </a:cubicBezTo>
                      <a:cubicBezTo>
                        <a:pt x="1851" y="2581"/>
                        <a:pt x="1656" y="2550"/>
                        <a:pt x="1426" y="2497"/>
                      </a:cubicBezTo>
                      <a:cubicBezTo>
                        <a:pt x="1330" y="2471"/>
                        <a:pt x="1228" y="2442"/>
                        <a:pt x="1122" y="2404"/>
                      </a:cubicBezTo>
                      <a:cubicBezTo>
                        <a:pt x="3433" y="2204"/>
                        <a:pt x="6934" y="1954"/>
                        <a:pt x="10463" y="1954"/>
                      </a:cubicBezTo>
                      <a:cubicBezTo>
                        <a:pt x="12436" y="1954"/>
                        <a:pt x="14419" y="2032"/>
                        <a:pt x="16207" y="2242"/>
                      </a:cubicBezTo>
                      <a:cubicBezTo>
                        <a:pt x="12632" y="1637"/>
                        <a:pt x="9018" y="1333"/>
                        <a:pt x="5403" y="1333"/>
                      </a:cubicBezTo>
                      <a:cubicBezTo>
                        <a:pt x="4717" y="1333"/>
                        <a:pt x="4031" y="1344"/>
                        <a:pt x="3346" y="1366"/>
                      </a:cubicBezTo>
                      <a:cubicBezTo>
                        <a:pt x="4920" y="1248"/>
                        <a:pt x="6499" y="1186"/>
                        <a:pt x="8079" y="1185"/>
                      </a:cubicBezTo>
                      <a:cubicBezTo>
                        <a:pt x="6765" y="1104"/>
                        <a:pt x="5447" y="1065"/>
                        <a:pt x="4128" y="1065"/>
                      </a:cubicBezTo>
                      <a:cubicBezTo>
                        <a:pt x="3283" y="1065"/>
                        <a:pt x="2438" y="1081"/>
                        <a:pt x="1592" y="1114"/>
                      </a:cubicBezTo>
                      <a:cubicBezTo>
                        <a:pt x="1579" y="1060"/>
                        <a:pt x="1564" y="1006"/>
                        <a:pt x="1545" y="958"/>
                      </a:cubicBezTo>
                      <a:cubicBezTo>
                        <a:pt x="2942" y="856"/>
                        <a:pt x="4342" y="798"/>
                        <a:pt x="5742" y="786"/>
                      </a:cubicBezTo>
                      <a:cubicBezTo>
                        <a:pt x="4262" y="658"/>
                        <a:pt x="2774" y="582"/>
                        <a:pt x="1280" y="556"/>
                      </a:cubicBezTo>
                      <a:cubicBezTo>
                        <a:pt x="1180" y="465"/>
                        <a:pt x="1062" y="407"/>
                        <a:pt x="935" y="390"/>
                      </a:cubicBezTo>
                      <a:cubicBezTo>
                        <a:pt x="993" y="364"/>
                        <a:pt x="1048" y="340"/>
                        <a:pt x="1106" y="320"/>
                      </a:cubicBezTo>
                      <a:cubicBezTo>
                        <a:pt x="1236" y="274"/>
                        <a:pt x="1362" y="233"/>
                        <a:pt x="1482" y="202"/>
                      </a:cubicBezTo>
                      <a:cubicBezTo>
                        <a:pt x="1599" y="172"/>
                        <a:pt x="1708" y="145"/>
                        <a:pt x="1807" y="122"/>
                      </a:cubicBezTo>
                      <a:cubicBezTo>
                        <a:pt x="1904" y="102"/>
                        <a:pt x="1990" y="85"/>
                        <a:pt x="2061" y="71"/>
                      </a:cubicBezTo>
                      <a:cubicBezTo>
                        <a:pt x="2202" y="42"/>
                        <a:pt x="2282" y="26"/>
                        <a:pt x="2282" y="26"/>
                      </a:cubicBezTo>
                      <a:cubicBezTo>
                        <a:pt x="2282" y="26"/>
                        <a:pt x="2262" y="24"/>
                        <a:pt x="2223" y="20"/>
                      </a:cubicBezTo>
                      <a:cubicBezTo>
                        <a:pt x="2184" y="18"/>
                        <a:pt x="2128" y="8"/>
                        <a:pt x="2057" y="7"/>
                      </a:cubicBezTo>
                      <a:cubicBezTo>
                        <a:pt x="1993" y="5"/>
                        <a:pt x="1917" y="0"/>
                        <a:pt x="1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47"/>
                <p:cNvSpPr/>
                <p:nvPr/>
              </p:nvSpPr>
              <p:spPr>
                <a:xfrm>
                  <a:off x="2621867" y="2042517"/>
                  <a:ext cx="407893" cy="20717"/>
                </a:xfrm>
                <a:custGeom>
                  <a:rect b="b" l="l" r="r" t="t"/>
                  <a:pathLst>
                    <a:path extrusionOk="0" h="357" w="7029">
                      <a:moveTo>
                        <a:pt x="4588" y="1"/>
                      </a:moveTo>
                      <a:cubicBezTo>
                        <a:pt x="4448" y="1"/>
                        <a:pt x="4305" y="1"/>
                        <a:pt x="4161" y="5"/>
                      </a:cubicBezTo>
                      <a:cubicBezTo>
                        <a:pt x="3943" y="10"/>
                        <a:pt x="3725" y="14"/>
                        <a:pt x="3504" y="21"/>
                      </a:cubicBezTo>
                      <a:cubicBezTo>
                        <a:pt x="3284" y="32"/>
                        <a:pt x="3064" y="41"/>
                        <a:pt x="2848" y="53"/>
                      </a:cubicBezTo>
                      <a:cubicBezTo>
                        <a:pt x="2631" y="67"/>
                        <a:pt x="2418" y="81"/>
                        <a:pt x="2214" y="95"/>
                      </a:cubicBezTo>
                      <a:cubicBezTo>
                        <a:pt x="1802" y="127"/>
                        <a:pt x="1419" y="165"/>
                        <a:pt x="1090" y="202"/>
                      </a:cubicBezTo>
                      <a:cubicBezTo>
                        <a:pt x="764" y="240"/>
                        <a:pt x="490" y="281"/>
                        <a:pt x="300" y="308"/>
                      </a:cubicBezTo>
                      <a:cubicBezTo>
                        <a:pt x="108" y="336"/>
                        <a:pt x="1" y="357"/>
                        <a:pt x="1" y="357"/>
                      </a:cubicBezTo>
                      <a:cubicBezTo>
                        <a:pt x="1" y="357"/>
                        <a:pt x="110" y="357"/>
                        <a:pt x="303" y="353"/>
                      </a:cubicBezTo>
                      <a:cubicBezTo>
                        <a:pt x="494" y="346"/>
                        <a:pt x="768" y="342"/>
                        <a:pt x="1097" y="328"/>
                      </a:cubicBezTo>
                      <a:cubicBezTo>
                        <a:pt x="1426" y="319"/>
                        <a:pt x="1808" y="303"/>
                        <a:pt x="2218" y="288"/>
                      </a:cubicBezTo>
                      <a:cubicBezTo>
                        <a:pt x="2423" y="280"/>
                        <a:pt x="2635" y="272"/>
                        <a:pt x="2852" y="265"/>
                      </a:cubicBezTo>
                      <a:cubicBezTo>
                        <a:pt x="3067" y="256"/>
                        <a:pt x="3285" y="248"/>
                        <a:pt x="3506" y="241"/>
                      </a:cubicBezTo>
                      <a:cubicBezTo>
                        <a:pt x="3726" y="232"/>
                        <a:pt x="3943" y="225"/>
                        <a:pt x="4161" y="216"/>
                      </a:cubicBezTo>
                      <a:cubicBezTo>
                        <a:pt x="4377" y="212"/>
                        <a:pt x="4591" y="200"/>
                        <a:pt x="4795" y="193"/>
                      </a:cubicBezTo>
                      <a:cubicBezTo>
                        <a:pt x="5208" y="178"/>
                        <a:pt x="5593" y="165"/>
                        <a:pt x="5923" y="151"/>
                      </a:cubicBezTo>
                      <a:cubicBezTo>
                        <a:pt x="6253" y="139"/>
                        <a:pt x="6530" y="122"/>
                        <a:pt x="6723" y="115"/>
                      </a:cubicBezTo>
                      <a:cubicBezTo>
                        <a:pt x="6917" y="107"/>
                        <a:pt x="7028" y="99"/>
                        <a:pt x="7028" y="99"/>
                      </a:cubicBezTo>
                      <a:cubicBezTo>
                        <a:pt x="7028" y="99"/>
                        <a:pt x="6918" y="87"/>
                        <a:pt x="6726" y="72"/>
                      </a:cubicBezTo>
                      <a:cubicBezTo>
                        <a:pt x="6533" y="60"/>
                        <a:pt x="6257" y="37"/>
                        <a:pt x="5928" y="25"/>
                      </a:cubicBezTo>
                      <a:cubicBezTo>
                        <a:pt x="5595" y="13"/>
                        <a:pt x="5210" y="3"/>
                        <a:pt x="4796" y="1"/>
                      </a:cubicBezTo>
                      <a:cubicBezTo>
                        <a:pt x="4728" y="1"/>
                        <a:pt x="4658" y="1"/>
                        <a:pt x="45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47"/>
                <p:cNvSpPr/>
                <p:nvPr/>
              </p:nvSpPr>
              <p:spPr>
                <a:xfrm>
                  <a:off x="2633589" y="1924427"/>
                  <a:ext cx="378762" cy="36095"/>
                </a:xfrm>
                <a:custGeom>
                  <a:rect b="b" l="l" r="r" t="t"/>
                  <a:pathLst>
                    <a:path extrusionOk="0" h="622" w="6527">
                      <a:moveTo>
                        <a:pt x="822" y="0"/>
                      </a:moveTo>
                      <a:cubicBezTo>
                        <a:pt x="604" y="0"/>
                        <a:pt x="421" y="4"/>
                        <a:pt x="282" y="4"/>
                      </a:cubicBezTo>
                      <a:cubicBezTo>
                        <a:pt x="102" y="7"/>
                        <a:pt x="0" y="12"/>
                        <a:pt x="0" y="12"/>
                      </a:cubicBezTo>
                      <a:cubicBezTo>
                        <a:pt x="0" y="12"/>
                        <a:pt x="102" y="25"/>
                        <a:pt x="282" y="46"/>
                      </a:cubicBezTo>
                      <a:cubicBezTo>
                        <a:pt x="463" y="60"/>
                        <a:pt x="720" y="94"/>
                        <a:pt x="1026" y="125"/>
                      </a:cubicBezTo>
                      <a:cubicBezTo>
                        <a:pt x="1334" y="156"/>
                        <a:pt x="1691" y="192"/>
                        <a:pt x="2074" y="228"/>
                      </a:cubicBezTo>
                      <a:cubicBezTo>
                        <a:pt x="2264" y="246"/>
                        <a:pt x="2463" y="266"/>
                        <a:pt x="2663" y="286"/>
                      </a:cubicBezTo>
                      <a:cubicBezTo>
                        <a:pt x="2865" y="303"/>
                        <a:pt x="3067" y="322"/>
                        <a:pt x="3270" y="344"/>
                      </a:cubicBezTo>
                      <a:cubicBezTo>
                        <a:pt x="3473" y="363"/>
                        <a:pt x="3678" y="381"/>
                        <a:pt x="3877" y="400"/>
                      </a:cubicBezTo>
                      <a:cubicBezTo>
                        <a:pt x="4077" y="420"/>
                        <a:pt x="4276" y="435"/>
                        <a:pt x="4465" y="454"/>
                      </a:cubicBezTo>
                      <a:cubicBezTo>
                        <a:pt x="4847" y="489"/>
                        <a:pt x="5203" y="521"/>
                        <a:pt x="5507" y="545"/>
                      </a:cubicBezTo>
                      <a:cubicBezTo>
                        <a:pt x="5814" y="572"/>
                        <a:pt x="6069" y="588"/>
                        <a:pt x="6246" y="603"/>
                      </a:cubicBezTo>
                      <a:cubicBezTo>
                        <a:pt x="6425" y="616"/>
                        <a:pt x="6527" y="622"/>
                        <a:pt x="6527" y="622"/>
                      </a:cubicBezTo>
                      <a:cubicBezTo>
                        <a:pt x="6527" y="622"/>
                        <a:pt x="6426" y="596"/>
                        <a:pt x="6251" y="561"/>
                      </a:cubicBezTo>
                      <a:cubicBezTo>
                        <a:pt x="6075" y="528"/>
                        <a:pt x="5826" y="471"/>
                        <a:pt x="5521" y="422"/>
                      </a:cubicBezTo>
                      <a:cubicBezTo>
                        <a:pt x="5217" y="368"/>
                        <a:pt x="4863" y="313"/>
                        <a:pt x="4483" y="262"/>
                      </a:cubicBezTo>
                      <a:cubicBezTo>
                        <a:pt x="4291" y="239"/>
                        <a:pt x="4095" y="209"/>
                        <a:pt x="3893" y="189"/>
                      </a:cubicBezTo>
                      <a:cubicBezTo>
                        <a:pt x="3692" y="168"/>
                        <a:pt x="3489" y="146"/>
                        <a:pt x="3284" y="126"/>
                      </a:cubicBezTo>
                      <a:cubicBezTo>
                        <a:pt x="3079" y="107"/>
                        <a:pt x="2874" y="91"/>
                        <a:pt x="2673" y="75"/>
                      </a:cubicBezTo>
                      <a:cubicBezTo>
                        <a:pt x="2471" y="62"/>
                        <a:pt x="2274" y="48"/>
                        <a:pt x="2080" y="39"/>
                      </a:cubicBezTo>
                      <a:cubicBezTo>
                        <a:pt x="1696" y="19"/>
                        <a:pt x="1336" y="5"/>
                        <a:pt x="1027" y="1"/>
                      </a:cubicBezTo>
                      <a:cubicBezTo>
                        <a:pt x="956" y="0"/>
                        <a:pt x="888" y="0"/>
                        <a:pt x="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 name="Google Shape;473;p47"/>
              <p:cNvSpPr/>
              <p:nvPr/>
            </p:nvSpPr>
            <p:spPr>
              <a:xfrm>
                <a:off x="2787855" y="1511120"/>
                <a:ext cx="204846" cy="194865"/>
              </a:xfrm>
              <a:custGeom>
                <a:rect b="b" l="l" r="r" t="t"/>
                <a:pathLst>
                  <a:path extrusionOk="0" h="3358" w="3530">
                    <a:moveTo>
                      <a:pt x="1765" y="0"/>
                    </a:moveTo>
                    <a:lnTo>
                      <a:pt x="1220" y="1106"/>
                    </a:lnTo>
                    <a:lnTo>
                      <a:pt x="1" y="1283"/>
                    </a:lnTo>
                    <a:lnTo>
                      <a:pt x="883" y="2144"/>
                    </a:lnTo>
                    <a:lnTo>
                      <a:pt x="675" y="3358"/>
                    </a:lnTo>
                    <a:lnTo>
                      <a:pt x="1765" y="2783"/>
                    </a:lnTo>
                    <a:lnTo>
                      <a:pt x="2857" y="3358"/>
                    </a:lnTo>
                    <a:lnTo>
                      <a:pt x="2649" y="2144"/>
                    </a:lnTo>
                    <a:lnTo>
                      <a:pt x="3530" y="1283"/>
                    </a:lnTo>
                    <a:lnTo>
                      <a:pt x="2311" y="1106"/>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4" name="Google Shape;474;p47"/>
            <p:cNvSpPr/>
            <p:nvPr/>
          </p:nvSpPr>
          <p:spPr>
            <a:xfrm flipH="1" rot="5400000">
              <a:off x="2201690" y="2616450"/>
              <a:ext cx="923700" cy="1882500"/>
            </a:xfrm>
            <a:prstGeom prst="chevron">
              <a:avLst>
                <a:gd fmla="val 47815" name="adj"/>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sp>
        <p:nvSpPr>
          <p:cNvPr id="475" name="Google Shape;475;p47"/>
          <p:cNvSpPr/>
          <p:nvPr/>
        </p:nvSpPr>
        <p:spPr>
          <a:xfrm>
            <a:off x="7363663" y="4493647"/>
            <a:ext cx="1067101" cy="220717"/>
          </a:xfrm>
          <a:prstGeom prst="rect">
            <a:avLst/>
          </a:prstGeom>
        </p:spPr>
        <p:txBody>
          <a:bodyPr>
            <a:prstTxWarp prst="textPlain"/>
          </a:bodyPr>
          <a:lstStyle/>
          <a:p>
            <a:pPr lvl="0" algn="ctr"/>
            <a:r>
              <a:rPr b="0" i="0">
                <a:ln cap="flat" cmpd="sng" w="19050">
                  <a:solidFill>
                    <a:schemeClr val="dk2"/>
                  </a:solidFill>
                  <a:prstDash val="solid"/>
                  <a:round/>
                  <a:headEnd len="sm" w="sm" type="none"/>
                  <a:tailEnd len="sm" w="sm" type="none"/>
                </a:ln>
                <a:noFill/>
                <a:latin typeface="Audiowide"/>
              </a:rPr>
              <a:t>0009</a:t>
            </a: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9" name="Shape 479"/>
        <p:cNvGrpSpPr/>
        <p:nvPr/>
      </p:nvGrpSpPr>
      <p:grpSpPr>
        <a:xfrm>
          <a:off x="0" y="0"/>
          <a:ext cx="0" cy="0"/>
          <a:chOff x="0" y="0"/>
          <a:chExt cx="0" cy="0"/>
        </a:xfrm>
      </p:grpSpPr>
      <p:sp>
        <p:nvSpPr>
          <p:cNvPr id="480" name="Google Shape;480;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SWOT ANALYSIS</a:t>
            </a:r>
            <a:endParaRPr/>
          </a:p>
        </p:txBody>
      </p:sp>
      <p:sp>
        <p:nvSpPr>
          <p:cNvPr id="481" name="Google Shape;481;p48"/>
          <p:cNvSpPr txBox="1"/>
          <p:nvPr>
            <p:ph idx="2" type="title"/>
          </p:nvPr>
        </p:nvSpPr>
        <p:spPr>
          <a:xfrm>
            <a:off x="1096200" y="2075475"/>
            <a:ext cx="32940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rPr>
              <a:t>STRENGTHS</a:t>
            </a:r>
            <a:endParaRPr>
              <a:solidFill>
                <a:schemeClr val="dk1"/>
              </a:solidFill>
            </a:endParaRPr>
          </a:p>
        </p:txBody>
      </p:sp>
      <p:sp>
        <p:nvSpPr>
          <p:cNvPr id="482" name="Google Shape;482;p48"/>
          <p:cNvSpPr txBox="1"/>
          <p:nvPr>
            <p:ph idx="1" type="subTitle"/>
          </p:nvPr>
        </p:nvSpPr>
        <p:spPr>
          <a:xfrm>
            <a:off x="1096200" y="2359075"/>
            <a:ext cx="3294000" cy="37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483" name="Google Shape;483;p48"/>
          <p:cNvSpPr txBox="1"/>
          <p:nvPr>
            <p:ph idx="3" type="title"/>
          </p:nvPr>
        </p:nvSpPr>
        <p:spPr>
          <a:xfrm>
            <a:off x="4753800" y="2075475"/>
            <a:ext cx="32940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rPr>
              <a:t>WEAKNESSES</a:t>
            </a:r>
            <a:endParaRPr>
              <a:solidFill>
                <a:schemeClr val="dk1"/>
              </a:solidFill>
            </a:endParaRPr>
          </a:p>
        </p:txBody>
      </p:sp>
      <p:sp>
        <p:nvSpPr>
          <p:cNvPr id="484" name="Google Shape;484;p48"/>
          <p:cNvSpPr txBox="1"/>
          <p:nvPr>
            <p:ph idx="4" type="subTitle"/>
          </p:nvPr>
        </p:nvSpPr>
        <p:spPr>
          <a:xfrm>
            <a:off x="4753800" y="2359075"/>
            <a:ext cx="3294000" cy="37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485" name="Google Shape;485;p48"/>
          <p:cNvSpPr txBox="1"/>
          <p:nvPr>
            <p:ph idx="5" type="title"/>
          </p:nvPr>
        </p:nvSpPr>
        <p:spPr>
          <a:xfrm>
            <a:off x="1096200" y="3943375"/>
            <a:ext cx="32940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rPr>
              <a:t>OPPORTUNITIES</a:t>
            </a:r>
            <a:endParaRPr>
              <a:solidFill>
                <a:schemeClr val="dk1"/>
              </a:solidFill>
            </a:endParaRPr>
          </a:p>
        </p:txBody>
      </p:sp>
      <p:sp>
        <p:nvSpPr>
          <p:cNvPr id="486" name="Google Shape;486;p48"/>
          <p:cNvSpPr txBox="1"/>
          <p:nvPr>
            <p:ph idx="6" type="subTitle"/>
          </p:nvPr>
        </p:nvSpPr>
        <p:spPr>
          <a:xfrm>
            <a:off x="1096200" y="4226900"/>
            <a:ext cx="3294000" cy="37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t>
            </a:r>
            <a:r>
              <a:rPr lang="en"/>
              <a:t>the biggest planet of them all</a:t>
            </a:r>
            <a:endParaRPr/>
          </a:p>
        </p:txBody>
      </p:sp>
      <p:sp>
        <p:nvSpPr>
          <p:cNvPr id="487" name="Google Shape;487;p48"/>
          <p:cNvSpPr txBox="1"/>
          <p:nvPr>
            <p:ph idx="7" type="title"/>
          </p:nvPr>
        </p:nvSpPr>
        <p:spPr>
          <a:xfrm>
            <a:off x="4753800" y="3943375"/>
            <a:ext cx="32940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rPr>
              <a:t>THREATS</a:t>
            </a:r>
            <a:endParaRPr>
              <a:solidFill>
                <a:schemeClr val="dk1"/>
              </a:solidFill>
            </a:endParaRPr>
          </a:p>
        </p:txBody>
      </p:sp>
      <p:sp>
        <p:nvSpPr>
          <p:cNvPr id="488" name="Google Shape;488;p48"/>
          <p:cNvSpPr txBox="1"/>
          <p:nvPr>
            <p:ph idx="8" type="subTitle"/>
          </p:nvPr>
        </p:nvSpPr>
        <p:spPr>
          <a:xfrm>
            <a:off x="4753800" y="4226900"/>
            <a:ext cx="3294000" cy="37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has rings</a:t>
            </a:r>
            <a:endParaRPr/>
          </a:p>
        </p:txBody>
      </p:sp>
      <p:sp>
        <p:nvSpPr>
          <p:cNvPr id="489" name="Google Shape;489;p48"/>
          <p:cNvSpPr/>
          <p:nvPr/>
        </p:nvSpPr>
        <p:spPr>
          <a:xfrm rot="5400000">
            <a:off x="8062386" y="4021562"/>
            <a:ext cx="943938" cy="220717"/>
          </a:xfrm>
          <a:prstGeom prst="rect">
            <a:avLst/>
          </a:prstGeom>
        </p:spPr>
        <p:txBody>
          <a:bodyPr>
            <a:prstTxWarp prst="textPlain"/>
          </a:bodyPr>
          <a:lstStyle/>
          <a:p>
            <a:pPr lvl="0" algn="ctr"/>
            <a:r>
              <a:rPr b="0" i="0">
                <a:ln cap="flat" cmpd="sng" w="19050">
                  <a:solidFill>
                    <a:schemeClr val="dk1"/>
                  </a:solidFill>
                  <a:prstDash val="solid"/>
                  <a:round/>
                  <a:headEnd len="sm" w="sm" type="none"/>
                  <a:tailEnd len="sm" w="sm" type="none"/>
                </a:ln>
                <a:noFill/>
                <a:latin typeface="Audiowide"/>
              </a:rPr>
              <a:t>0010</a:t>
            </a:r>
          </a:p>
        </p:txBody>
      </p:sp>
      <p:grpSp>
        <p:nvGrpSpPr>
          <p:cNvPr id="490" name="Google Shape;490;p48"/>
          <p:cNvGrpSpPr/>
          <p:nvPr/>
        </p:nvGrpSpPr>
        <p:grpSpPr>
          <a:xfrm>
            <a:off x="6172196" y="3239270"/>
            <a:ext cx="457208" cy="457184"/>
            <a:chOff x="5053975" y="4399375"/>
            <a:chExt cx="483000" cy="482975"/>
          </a:xfrm>
        </p:grpSpPr>
        <p:sp>
          <p:nvSpPr>
            <p:cNvPr id="491" name="Google Shape;491;p48"/>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 name="Google Shape;492;p48"/>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 name="Google Shape;493;p48"/>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4" name="Google Shape;494;p48"/>
          <p:cNvGrpSpPr/>
          <p:nvPr/>
        </p:nvGrpSpPr>
        <p:grpSpPr>
          <a:xfrm>
            <a:off x="6149329" y="1362075"/>
            <a:ext cx="502943" cy="457215"/>
            <a:chOff x="6239575" y="4416275"/>
            <a:chExt cx="489625" cy="449175"/>
          </a:xfrm>
        </p:grpSpPr>
        <p:sp>
          <p:nvSpPr>
            <p:cNvPr id="495" name="Google Shape;495;p48"/>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 name="Google Shape;496;p48"/>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 name="Google Shape;497;p48"/>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8" name="Google Shape;498;p48"/>
          <p:cNvGrpSpPr/>
          <p:nvPr/>
        </p:nvGrpSpPr>
        <p:grpSpPr>
          <a:xfrm>
            <a:off x="2506830" y="1343957"/>
            <a:ext cx="472741" cy="502922"/>
            <a:chOff x="5421475" y="1945825"/>
            <a:chExt cx="278050" cy="296150"/>
          </a:xfrm>
        </p:grpSpPr>
        <p:sp>
          <p:nvSpPr>
            <p:cNvPr id="499" name="Google Shape;499;p48"/>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8"/>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8"/>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8"/>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48"/>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8"/>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8"/>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8"/>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 name="Google Shape;507;p48"/>
          <p:cNvGrpSpPr/>
          <p:nvPr/>
        </p:nvGrpSpPr>
        <p:grpSpPr>
          <a:xfrm>
            <a:off x="2582265" y="3211854"/>
            <a:ext cx="321870" cy="502914"/>
            <a:chOff x="-64343900" y="2282125"/>
            <a:chExt cx="207150" cy="316000"/>
          </a:xfrm>
        </p:grpSpPr>
        <p:sp>
          <p:nvSpPr>
            <p:cNvPr id="508" name="Google Shape;508;p48"/>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8"/>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3" name="Shape 513"/>
        <p:cNvGrpSpPr/>
        <p:nvPr/>
      </p:nvGrpSpPr>
      <p:grpSpPr>
        <a:xfrm>
          <a:off x="0" y="0"/>
          <a:ext cx="0" cy="0"/>
          <a:chOff x="0" y="0"/>
          <a:chExt cx="0" cy="0"/>
        </a:xfrm>
      </p:grpSpPr>
      <p:sp>
        <p:nvSpPr>
          <p:cNvPr id="514" name="Google Shape;514;p49"/>
          <p:cNvSpPr txBox="1"/>
          <p:nvPr>
            <p:ph idx="3" type="title"/>
          </p:nvPr>
        </p:nvSpPr>
        <p:spPr>
          <a:xfrm>
            <a:off x="3578947" y="1984588"/>
            <a:ext cx="1986000" cy="37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rPr>
              <a:t>VENUS</a:t>
            </a:r>
            <a:endParaRPr>
              <a:solidFill>
                <a:schemeClr val="dk1"/>
              </a:solidFill>
            </a:endParaRPr>
          </a:p>
        </p:txBody>
      </p:sp>
      <p:sp>
        <p:nvSpPr>
          <p:cNvPr id="515" name="Google Shape;515;p49"/>
          <p:cNvSpPr txBox="1"/>
          <p:nvPr>
            <p:ph idx="4" type="subTitle"/>
          </p:nvPr>
        </p:nvSpPr>
        <p:spPr>
          <a:xfrm>
            <a:off x="3578948" y="2193175"/>
            <a:ext cx="19860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516" name="Google Shape;516;p49"/>
          <p:cNvSpPr txBox="1"/>
          <p:nvPr>
            <p:ph idx="13" type="subTitle"/>
          </p:nvPr>
        </p:nvSpPr>
        <p:spPr>
          <a:xfrm>
            <a:off x="6056727" y="2193175"/>
            <a:ext cx="19860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517" name="Google Shape;517;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PRODUCT OVERVIEW</a:t>
            </a:r>
            <a:endParaRPr/>
          </a:p>
        </p:txBody>
      </p:sp>
      <p:sp>
        <p:nvSpPr>
          <p:cNvPr id="518" name="Google Shape;518;p49"/>
          <p:cNvSpPr txBox="1"/>
          <p:nvPr>
            <p:ph idx="5" type="title"/>
          </p:nvPr>
        </p:nvSpPr>
        <p:spPr>
          <a:xfrm>
            <a:off x="1101175" y="3560375"/>
            <a:ext cx="1986000" cy="37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rPr>
              <a:t>MERCURY</a:t>
            </a:r>
            <a:endParaRPr>
              <a:solidFill>
                <a:schemeClr val="dk1"/>
              </a:solidFill>
            </a:endParaRPr>
          </a:p>
        </p:txBody>
      </p:sp>
      <p:sp>
        <p:nvSpPr>
          <p:cNvPr id="519" name="Google Shape;519;p49"/>
          <p:cNvSpPr txBox="1"/>
          <p:nvPr>
            <p:ph idx="1" type="subTitle"/>
          </p:nvPr>
        </p:nvSpPr>
        <p:spPr>
          <a:xfrm>
            <a:off x="1101175" y="2193175"/>
            <a:ext cx="19860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520" name="Google Shape;520;p49"/>
          <p:cNvSpPr txBox="1"/>
          <p:nvPr>
            <p:ph idx="6" type="subTitle"/>
          </p:nvPr>
        </p:nvSpPr>
        <p:spPr>
          <a:xfrm>
            <a:off x="1101175" y="3768900"/>
            <a:ext cx="19860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a:t>
            </a:r>
            <a:r>
              <a:rPr lang="en"/>
              <a:t>the closest planet to the Sun</a:t>
            </a:r>
            <a:endParaRPr/>
          </a:p>
        </p:txBody>
      </p:sp>
      <p:sp>
        <p:nvSpPr>
          <p:cNvPr id="521" name="Google Shape;521;p49"/>
          <p:cNvSpPr txBox="1"/>
          <p:nvPr>
            <p:ph idx="7" type="title"/>
          </p:nvPr>
        </p:nvSpPr>
        <p:spPr>
          <a:xfrm>
            <a:off x="3578950" y="3560375"/>
            <a:ext cx="1986000" cy="37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rPr>
              <a:t>SATURN</a:t>
            </a:r>
            <a:endParaRPr>
              <a:solidFill>
                <a:schemeClr val="dk1"/>
              </a:solidFill>
            </a:endParaRPr>
          </a:p>
        </p:txBody>
      </p:sp>
      <p:sp>
        <p:nvSpPr>
          <p:cNvPr id="522" name="Google Shape;522;p49"/>
          <p:cNvSpPr txBox="1"/>
          <p:nvPr>
            <p:ph idx="8" type="subTitle"/>
          </p:nvPr>
        </p:nvSpPr>
        <p:spPr>
          <a:xfrm>
            <a:off x="3578948" y="3768900"/>
            <a:ext cx="19860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with several rings</a:t>
            </a:r>
            <a:endParaRPr/>
          </a:p>
        </p:txBody>
      </p:sp>
      <p:sp>
        <p:nvSpPr>
          <p:cNvPr id="523" name="Google Shape;523;p49"/>
          <p:cNvSpPr txBox="1"/>
          <p:nvPr>
            <p:ph idx="9" type="title"/>
          </p:nvPr>
        </p:nvSpPr>
        <p:spPr>
          <a:xfrm>
            <a:off x="6056725" y="1984588"/>
            <a:ext cx="1986000" cy="37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rPr>
              <a:t>NEPTUNE</a:t>
            </a:r>
            <a:endParaRPr>
              <a:solidFill>
                <a:schemeClr val="dk1"/>
              </a:solidFill>
            </a:endParaRPr>
          </a:p>
        </p:txBody>
      </p:sp>
      <p:sp>
        <p:nvSpPr>
          <p:cNvPr id="524" name="Google Shape;524;p49"/>
          <p:cNvSpPr txBox="1"/>
          <p:nvPr>
            <p:ph idx="2" type="title"/>
          </p:nvPr>
        </p:nvSpPr>
        <p:spPr>
          <a:xfrm>
            <a:off x="1101175" y="1984588"/>
            <a:ext cx="1986000" cy="37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rPr>
              <a:t>MARS</a:t>
            </a:r>
            <a:endParaRPr>
              <a:solidFill>
                <a:schemeClr val="dk1"/>
              </a:solidFill>
            </a:endParaRPr>
          </a:p>
        </p:txBody>
      </p:sp>
      <p:sp>
        <p:nvSpPr>
          <p:cNvPr id="525" name="Google Shape;525;p49"/>
          <p:cNvSpPr txBox="1"/>
          <p:nvPr>
            <p:ph idx="14" type="title"/>
          </p:nvPr>
        </p:nvSpPr>
        <p:spPr>
          <a:xfrm>
            <a:off x="6056725" y="3560375"/>
            <a:ext cx="1986000" cy="37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rPr>
              <a:t>JUPITER</a:t>
            </a:r>
            <a:endParaRPr>
              <a:solidFill>
                <a:schemeClr val="dk1"/>
              </a:solidFill>
            </a:endParaRPr>
          </a:p>
        </p:txBody>
      </p:sp>
      <p:sp>
        <p:nvSpPr>
          <p:cNvPr id="526" name="Google Shape;526;p49"/>
          <p:cNvSpPr txBox="1"/>
          <p:nvPr>
            <p:ph idx="15" type="subTitle"/>
          </p:nvPr>
        </p:nvSpPr>
        <p:spPr>
          <a:xfrm>
            <a:off x="6056727" y="3768900"/>
            <a:ext cx="19860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527" name="Google Shape;527;p49"/>
          <p:cNvSpPr/>
          <p:nvPr/>
        </p:nvSpPr>
        <p:spPr>
          <a:xfrm rot="5400000">
            <a:off x="8155463" y="4114759"/>
            <a:ext cx="757783" cy="220717"/>
          </a:xfrm>
          <a:prstGeom prst="rect">
            <a:avLst/>
          </a:prstGeom>
        </p:spPr>
        <p:txBody>
          <a:bodyPr>
            <a:prstTxWarp prst="textPlain"/>
          </a:bodyPr>
          <a:lstStyle/>
          <a:p>
            <a:pPr lvl="0" algn="ctr"/>
            <a:r>
              <a:rPr b="0" i="0">
                <a:ln cap="flat" cmpd="sng" w="19050">
                  <a:solidFill>
                    <a:schemeClr val="dk1"/>
                  </a:solidFill>
                  <a:prstDash val="solid"/>
                  <a:round/>
                  <a:headEnd len="sm" w="sm" type="none"/>
                  <a:tailEnd len="sm" w="sm" type="none"/>
                </a:ln>
                <a:noFill/>
                <a:latin typeface="Audiowide"/>
              </a:rPr>
              <a:t>0011</a:t>
            </a:r>
          </a:p>
        </p:txBody>
      </p:sp>
      <p:grpSp>
        <p:nvGrpSpPr>
          <p:cNvPr id="528" name="Google Shape;528;p49"/>
          <p:cNvGrpSpPr/>
          <p:nvPr/>
        </p:nvGrpSpPr>
        <p:grpSpPr>
          <a:xfrm>
            <a:off x="4343405" y="1373889"/>
            <a:ext cx="457191" cy="457195"/>
            <a:chOff x="-63252250" y="1930850"/>
            <a:chExt cx="319000" cy="319025"/>
          </a:xfrm>
        </p:grpSpPr>
        <p:sp>
          <p:nvSpPr>
            <p:cNvPr id="529" name="Google Shape;529;p49"/>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9"/>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 name="Google Shape;531;p49"/>
          <p:cNvGrpSpPr/>
          <p:nvPr/>
        </p:nvGrpSpPr>
        <p:grpSpPr>
          <a:xfrm>
            <a:off x="1853946" y="2950783"/>
            <a:ext cx="480060" cy="457191"/>
            <a:chOff x="-62890750" y="2296300"/>
            <a:chExt cx="330825" cy="317450"/>
          </a:xfrm>
        </p:grpSpPr>
        <p:sp>
          <p:nvSpPr>
            <p:cNvPr id="532" name="Google Shape;532;p49"/>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9"/>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9"/>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 name="Google Shape;535;p49"/>
          <p:cNvGrpSpPr/>
          <p:nvPr/>
        </p:nvGrpSpPr>
        <p:grpSpPr>
          <a:xfrm>
            <a:off x="1865377" y="1375008"/>
            <a:ext cx="457197" cy="457194"/>
            <a:chOff x="-62516625" y="2297875"/>
            <a:chExt cx="315875" cy="317650"/>
          </a:xfrm>
        </p:grpSpPr>
        <p:sp>
          <p:nvSpPr>
            <p:cNvPr id="536" name="Google Shape;536;p49"/>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9"/>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 name="Google Shape;538;p49"/>
          <p:cNvGrpSpPr/>
          <p:nvPr/>
        </p:nvGrpSpPr>
        <p:grpSpPr>
          <a:xfrm>
            <a:off x="4343395" y="2946657"/>
            <a:ext cx="457211" cy="457194"/>
            <a:chOff x="-62150375" y="2664925"/>
            <a:chExt cx="316650" cy="318225"/>
          </a:xfrm>
        </p:grpSpPr>
        <p:sp>
          <p:nvSpPr>
            <p:cNvPr id="539" name="Google Shape;539;p49"/>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49"/>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9"/>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49"/>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3" name="Google Shape;543;p49"/>
          <p:cNvSpPr/>
          <p:nvPr/>
        </p:nvSpPr>
        <p:spPr>
          <a:xfrm>
            <a:off x="6821128" y="2950779"/>
            <a:ext cx="457187" cy="457205"/>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9"/>
          <p:cNvSpPr/>
          <p:nvPr/>
        </p:nvSpPr>
        <p:spPr>
          <a:xfrm>
            <a:off x="6813811" y="1376841"/>
            <a:ext cx="472427" cy="457211"/>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 name="Shape 548"/>
        <p:cNvGrpSpPr/>
        <p:nvPr/>
      </p:nvGrpSpPr>
      <p:grpSpPr>
        <a:xfrm>
          <a:off x="0" y="0"/>
          <a:ext cx="0" cy="0"/>
          <a:chOff x="0" y="0"/>
          <a:chExt cx="0" cy="0"/>
        </a:xfrm>
      </p:grpSpPr>
      <p:sp>
        <p:nvSpPr>
          <p:cNvPr id="549" name="Google Shape;549;p50"/>
          <p:cNvSpPr/>
          <p:nvPr/>
        </p:nvSpPr>
        <p:spPr>
          <a:xfrm>
            <a:off x="1193280" y="2763015"/>
            <a:ext cx="1636800" cy="457200"/>
          </a:xfrm>
          <a:prstGeom prst="homePlate">
            <a:avLst>
              <a:gd fmla="val 26214"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dk2"/>
                </a:solidFill>
                <a:latin typeface="Audiowide"/>
                <a:ea typeface="Audiowide"/>
                <a:cs typeface="Audiowide"/>
                <a:sym typeface="Audiowide"/>
              </a:rPr>
              <a:t>$2500</a:t>
            </a:r>
            <a:endParaRPr sz="2200">
              <a:solidFill>
                <a:schemeClr val="dk2"/>
              </a:solidFill>
              <a:latin typeface="Audiowide"/>
              <a:ea typeface="Audiowide"/>
              <a:cs typeface="Audiowide"/>
              <a:sym typeface="Audiowide"/>
            </a:endParaRPr>
          </a:p>
        </p:txBody>
      </p:sp>
      <p:sp>
        <p:nvSpPr>
          <p:cNvPr id="550" name="Google Shape;550;p50"/>
          <p:cNvSpPr/>
          <p:nvPr/>
        </p:nvSpPr>
        <p:spPr>
          <a:xfrm>
            <a:off x="3753600" y="2791240"/>
            <a:ext cx="1636800" cy="457200"/>
          </a:xfrm>
          <a:prstGeom prst="homePlate">
            <a:avLst>
              <a:gd fmla="val 26214"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dk2"/>
                </a:solidFill>
                <a:latin typeface="Audiowide"/>
                <a:ea typeface="Audiowide"/>
                <a:cs typeface="Audiowide"/>
                <a:sym typeface="Audiowide"/>
              </a:rPr>
              <a:t>$5000</a:t>
            </a:r>
            <a:endParaRPr sz="2200">
              <a:solidFill>
                <a:schemeClr val="dk2"/>
              </a:solidFill>
              <a:latin typeface="Audiowide"/>
              <a:ea typeface="Audiowide"/>
              <a:cs typeface="Audiowide"/>
              <a:sym typeface="Audiowide"/>
            </a:endParaRPr>
          </a:p>
        </p:txBody>
      </p:sp>
      <p:sp>
        <p:nvSpPr>
          <p:cNvPr id="551" name="Google Shape;551;p50"/>
          <p:cNvSpPr/>
          <p:nvPr/>
        </p:nvSpPr>
        <p:spPr>
          <a:xfrm>
            <a:off x="6313920" y="2763015"/>
            <a:ext cx="1636800" cy="457200"/>
          </a:xfrm>
          <a:prstGeom prst="homePlate">
            <a:avLst>
              <a:gd fmla="val 26214"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dk2"/>
                </a:solidFill>
                <a:latin typeface="Audiowide"/>
                <a:ea typeface="Audiowide"/>
                <a:cs typeface="Audiowide"/>
                <a:sym typeface="Audiowide"/>
              </a:rPr>
              <a:t>$7500</a:t>
            </a:r>
            <a:endParaRPr sz="2200">
              <a:solidFill>
                <a:schemeClr val="dk2"/>
              </a:solidFill>
              <a:latin typeface="Audiowide"/>
              <a:ea typeface="Audiowide"/>
              <a:cs typeface="Audiowide"/>
              <a:sym typeface="Audiowide"/>
            </a:endParaRPr>
          </a:p>
        </p:txBody>
      </p:sp>
      <p:sp>
        <p:nvSpPr>
          <p:cNvPr id="552" name="Google Shape;552;p50"/>
          <p:cNvSpPr txBox="1"/>
          <p:nvPr>
            <p:ph idx="1" type="subTitle"/>
          </p:nvPr>
        </p:nvSpPr>
        <p:spPr>
          <a:xfrm>
            <a:off x="925080" y="3336040"/>
            <a:ext cx="2173200" cy="75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lt1"/>
              </a:buClr>
              <a:buSzPts val="1100"/>
              <a:buFont typeface="Arial"/>
              <a:buNone/>
            </a:pPr>
            <a:r>
              <a:rPr lang="en"/>
              <a:t>Saturn is a gas giant, composed mostly of hydrogen and helium</a:t>
            </a:r>
            <a:endParaRPr/>
          </a:p>
        </p:txBody>
      </p:sp>
      <p:sp>
        <p:nvSpPr>
          <p:cNvPr id="553" name="Google Shape;553;p50"/>
          <p:cNvSpPr txBox="1"/>
          <p:nvPr>
            <p:ph idx="2" type="subTitle"/>
          </p:nvPr>
        </p:nvSpPr>
        <p:spPr>
          <a:xfrm>
            <a:off x="925080" y="2188165"/>
            <a:ext cx="2173200" cy="44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rPr>
              <a:t>BASIC</a:t>
            </a:r>
            <a:endParaRPr>
              <a:solidFill>
                <a:schemeClr val="dk1"/>
              </a:solidFill>
            </a:endParaRPr>
          </a:p>
        </p:txBody>
      </p:sp>
      <p:sp>
        <p:nvSpPr>
          <p:cNvPr id="554" name="Google Shape;554;p50"/>
          <p:cNvSpPr txBox="1"/>
          <p:nvPr>
            <p:ph idx="4" type="subTitle"/>
          </p:nvPr>
        </p:nvSpPr>
        <p:spPr>
          <a:xfrm>
            <a:off x="3485400" y="3336040"/>
            <a:ext cx="2173200" cy="75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555" name="Google Shape;555;p50"/>
          <p:cNvSpPr txBox="1"/>
          <p:nvPr>
            <p:ph idx="5" type="subTitle"/>
          </p:nvPr>
        </p:nvSpPr>
        <p:spPr>
          <a:xfrm>
            <a:off x="3485400" y="2188165"/>
            <a:ext cx="2173200" cy="44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rPr>
              <a:t>PRO</a:t>
            </a:r>
            <a:endParaRPr>
              <a:solidFill>
                <a:schemeClr val="dk1"/>
              </a:solidFill>
            </a:endParaRPr>
          </a:p>
        </p:txBody>
      </p:sp>
      <p:sp>
        <p:nvSpPr>
          <p:cNvPr id="556" name="Google Shape;556;p50"/>
          <p:cNvSpPr txBox="1"/>
          <p:nvPr>
            <p:ph idx="7" type="subTitle"/>
          </p:nvPr>
        </p:nvSpPr>
        <p:spPr>
          <a:xfrm>
            <a:off x="6045720" y="3336040"/>
            <a:ext cx="2173200" cy="75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557" name="Google Shape;557;p50"/>
          <p:cNvSpPr txBox="1"/>
          <p:nvPr>
            <p:ph idx="8" type="subTitle"/>
          </p:nvPr>
        </p:nvSpPr>
        <p:spPr>
          <a:xfrm>
            <a:off x="6045720" y="2188165"/>
            <a:ext cx="2173200" cy="44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rPr>
              <a:t>PREMIUM</a:t>
            </a:r>
            <a:endParaRPr>
              <a:solidFill>
                <a:schemeClr val="dk1"/>
              </a:solidFill>
            </a:endParaRPr>
          </a:p>
        </p:txBody>
      </p:sp>
      <p:sp>
        <p:nvSpPr>
          <p:cNvPr id="558" name="Google Shape;558;p50"/>
          <p:cNvSpPr txBox="1"/>
          <p:nvPr>
            <p:ph idx="9"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udiowide"/>
                <a:ea typeface="Audiowide"/>
                <a:cs typeface="Audiowide"/>
                <a:sym typeface="Audiowide"/>
              </a:rPr>
              <a:t>OUR PLANS</a:t>
            </a:r>
            <a:endParaRPr>
              <a:latin typeface="Audiowide"/>
              <a:ea typeface="Audiowide"/>
              <a:cs typeface="Audiowide"/>
              <a:sym typeface="Audiowide"/>
            </a:endParaRPr>
          </a:p>
        </p:txBody>
      </p:sp>
      <p:sp>
        <p:nvSpPr>
          <p:cNvPr id="559" name="Google Shape;559;p50"/>
          <p:cNvSpPr/>
          <p:nvPr/>
        </p:nvSpPr>
        <p:spPr>
          <a:xfrm rot="5400000">
            <a:off x="8116695" y="4061311"/>
            <a:ext cx="864650" cy="220717"/>
          </a:xfrm>
          <a:prstGeom prst="rect">
            <a:avLst/>
          </a:prstGeom>
        </p:spPr>
        <p:txBody>
          <a:bodyPr>
            <a:prstTxWarp prst="textPlain"/>
          </a:bodyPr>
          <a:lstStyle/>
          <a:p>
            <a:pPr lvl="0" algn="ctr"/>
            <a:r>
              <a:rPr b="0" i="0">
                <a:ln cap="flat" cmpd="sng" w="19050">
                  <a:solidFill>
                    <a:schemeClr val="lt1"/>
                  </a:solidFill>
                  <a:prstDash val="solid"/>
                  <a:round/>
                  <a:headEnd len="sm" w="sm" type="none"/>
                  <a:tailEnd len="sm" w="sm" type="none"/>
                </a:ln>
                <a:noFill/>
                <a:latin typeface="Audiowide"/>
              </a:rPr>
              <a:t>0017</a:t>
            </a:r>
          </a:p>
        </p:txBody>
      </p:sp>
      <p:grpSp>
        <p:nvGrpSpPr>
          <p:cNvPr id="560" name="Google Shape;560;p50"/>
          <p:cNvGrpSpPr/>
          <p:nvPr/>
        </p:nvGrpSpPr>
        <p:grpSpPr>
          <a:xfrm>
            <a:off x="6886577" y="1596503"/>
            <a:ext cx="491486" cy="457199"/>
            <a:chOff x="1376423" y="3108744"/>
            <a:chExt cx="414756" cy="384072"/>
          </a:xfrm>
        </p:grpSpPr>
        <p:sp>
          <p:nvSpPr>
            <p:cNvPr id="561" name="Google Shape;561;p50"/>
            <p:cNvSpPr/>
            <p:nvPr/>
          </p:nvSpPr>
          <p:spPr>
            <a:xfrm>
              <a:off x="1376423" y="3108744"/>
              <a:ext cx="414756" cy="384072"/>
            </a:xfrm>
            <a:custGeom>
              <a:rect b="b" l="l" r="r" t="t"/>
              <a:pathLst>
                <a:path extrusionOk="0" h="19063" w="20586">
                  <a:moveTo>
                    <a:pt x="18002" y="1119"/>
                  </a:moveTo>
                  <a:cubicBezTo>
                    <a:pt x="18260" y="1119"/>
                    <a:pt x="18442" y="1177"/>
                    <a:pt x="18544" y="1279"/>
                  </a:cubicBezTo>
                  <a:lnTo>
                    <a:pt x="18546" y="1279"/>
                  </a:lnTo>
                  <a:cubicBezTo>
                    <a:pt x="18836" y="1571"/>
                    <a:pt x="18765" y="2502"/>
                    <a:pt x="18046" y="3989"/>
                  </a:cubicBezTo>
                  <a:cubicBezTo>
                    <a:pt x="17435" y="3135"/>
                    <a:pt x="16688" y="2390"/>
                    <a:pt x="15836" y="1777"/>
                  </a:cubicBezTo>
                  <a:cubicBezTo>
                    <a:pt x="16798" y="1313"/>
                    <a:pt x="17528" y="1119"/>
                    <a:pt x="18002" y="1119"/>
                  </a:cubicBezTo>
                  <a:close/>
                  <a:moveTo>
                    <a:pt x="8168" y="1390"/>
                  </a:moveTo>
                  <a:lnTo>
                    <a:pt x="5950" y="3609"/>
                  </a:lnTo>
                  <a:cubicBezTo>
                    <a:pt x="4771" y="4788"/>
                    <a:pt x="4566" y="6573"/>
                    <a:pt x="3581" y="7558"/>
                  </a:cubicBezTo>
                  <a:lnTo>
                    <a:pt x="1885" y="9252"/>
                  </a:lnTo>
                  <a:cubicBezTo>
                    <a:pt x="2009" y="5471"/>
                    <a:pt x="4641" y="2312"/>
                    <a:pt x="8168" y="1390"/>
                  </a:cubicBezTo>
                  <a:close/>
                  <a:moveTo>
                    <a:pt x="10298" y="1119"/>
                  </a:moveTo>
                  <a:cubicBezTo>
                    <a:pt x="10704" y="1119"/>
                    <a:pt x="11110" y="1148"/>
                    <a:pt x="11511" y="1207"/>
                  </a:cubicBezTo>
                  <a:lnTo>
                    <a:pt x="8319" y="4398"/>
                  </a:lnTo>
                  <a:cubicBezTo>
                    <a:pt x="6128" y="6591"/>
                    <a:pt x="8449" y="9007"/>
                    <a:pt x="6741" y="10715"/>
                  </a:cubicBezTo>
                  <a:lnTo>
                    <a:pt x="3281" y="14175"/>
                  </a:lnTo>
                  <a:cubicBezTo>
                    <a:pt x="2596" y="13144"/>
                    <a:pt x="2148" y="11974"/>
                    <a:pt x="1969" y="10750"/>
                  </a:cubicBezTo>
                  <a:lnTo>
                    <a:pt x="4370" y="8347"/>
                  </a:lnTo>
                  <a:cubicBezTo>
                    <a:pt x="5549" y="7168"/>
                    <a:pt x="5754" y="5385"/>
                    <a:pt x="6741" y="4398"/>
                  </a:cubicBezTo>
                  <a:lnTo>
                    <a:pt x="10015" y="1124"/>
                  </a:lnTo>
                  <a:cubicBezTo>
                    <a:pt x="10109" y="1121"/>
                    <a:pt x="10204" y="1119"/>
                    <a:pt x="10298" y="1119"/>
                  </a:cubicBezTo>
                  <a:close/>
                  <a:moveTo>
                    <a:pt x="12798" y="1499"/>
                  </a:moveTo>
                  <a:cubicBezTo>
                    <a:pt x="13556" y="1737"/>
                    <a:pt x="14276" y="2080"/>
                    <a:pt x="14936" y="2520"/>
                  </a:cubicBezTo>
                  <a:lnTo>
                    <a:pt x="12348" y="5108"/>
                  </a:lnTo>
                  <a:cubicBezTo>
                    <a:pt x="12131" y="5326"/>
                    <a:pt x="12133" y="5679"/>
                    <a:pt x="12349" y="5896"/>
                  </a:cubicBezTo>
                  <a:cubicBezTo>
                    <a:pt x="12459" y="6005"/>
                    <a:pt x="12602" y="6059"/>
                    <a:pt x="12745" y="6059"/>
                  </a:cubicBezTo>
                  <a:cubicBezTo>
                    <a:pt x="12887" y="6059"/>
                    <a:pt x="13029" y="6006"/>
                    <a:pt x="13137" y="5899"/>
                  </a:cubicBezTo>
                  <a:lnTo>
                    <a:pt x="15832" y="3204"/>
                  </a:lnTo>
                  <a:cubicBezTo>
                    <a:pt x="16459" y="3754"/>
                    <a:pt x="17003" y="4395"/>
                    <a:pt x="17444" y="5105"/>
                  </a:cubicBezTo>
                  <a:cubicBezTo>
                    <a:pt x="15046" y="9160"/>
                    <a:pt x="9982" y="14248"/>
                    <a:pt x="5866" y="16683"/>
                  </a:cubicBezTo>
                  <a:cubicBezTo>
                    <a:pt x="5156" y="16242"/>
                    <a:pt x="4517" y="15698"/>
                    <a:pt x="3965" y="15069"/>
                  </a:cubicBezTo>
                  <a:lnTo>
                    <a:pt x="7530" y="11506"/>
                  </a:lnTo>
                  <a:cubicBezTo>
                    <a:pt x="9721" y="9314"/>
                    <a:pt x="7400" y="6897"/>
                    <a:pt x="9109" y="5189"/>
                  </a:cubicBezTo>
                  <a:lnTo>
                    <a:pt x="12798" y="1499"/>
                  </a:lnTo>
                  <a:close/>
                  <a:moveTo>
                    <a:pt x="18045" y="6262"/>
                  </a:moveTo>
                  <a:cubicBezTo>
                    <a:pt x="18519" y="7383"/>
                    <a:pt x="18743" y="8595"/>
                    <a:pt x="18701" y="9811"/>
                  </a:cubicBezTo>
                  <a:lnTo>
                    <a:pt x="18701" y="9810"/>
                  </a:lnTo>
                  <a:lnTo>
                    <a:pt x="16990" y="11521"/>
                  </a:lnTo>
                  <a:cubicBezTo>
                    <a:pt x="16005" y="12507"/>
                    <a:pt x="14221" y="12712"/>
                    <a:pt x="13041" y="13891"/>
                  </a:cubicBezTo>
                  <a:lnTo>
                    <a:pt x="9075" y="17858"/>
                  </a:lnTo>
                  <a:cubicBezTo>
                    <a:pt x="8370" y="17755"/>
                    <a:pt x="7679" y="17562"/>
                    <a:pt x="7023" y="17284"/>
                  </a:cubicBezTo>
                  <a:cubicBezTo>
                    <a:pt x="10954" y="14785"/>
                    <a:pt x="15545" y="10194"/>
                    <a:pt x="18045" y="6262"/>
                  </a:cubicBezTo>
                  <a:close/>
                  <a:moveTo>
                    <a:pt x="18435" y="11657"/>
                  </a:moveTo>
                  <a:cubicBezTo>
                    <a:pt x="17513" y="15184"/>
                    <a:pt x="14354" y="17817"/>
                    <a:pt x="10572" y="17940"/>
                  </a:cubicBezTo>
                  <a:lnTo>
                    <a:pt x="10571" y="17940"/>
                  </a:lnTo>
                  <a:lnTo>
                    <a:pt x="13832" y="14682"/>
                  </a:lnTo>
                  <a:cubicBezTo>
                    <a:pt x="14817" y="13695"/>
                    <a:pt x="16600" y="13491"/>
                    <a:pt x="17779" y="12312"/>
                  </a:cubicBezTo>
                  <a:lnTo>
                    <a:pt x="18435" y="11657"/>
                  </a:lnTo>
                  <a:close/>
                  <a:moveTo>
                    <a:pt x="2540" y="15075"/>
                  </a:moveTo>
                  <a:cubicBezTo>
                    <a:pt x="3151" y="15927"/>
                    <a:pt x="3898" y="16674"/>
                    <a:pt x="4750" y="17285"/>
                  </a:cubicBezTo>
                  <a:cubicBezTo>
                    <a:pt x="3787" y="17751"/>
                    <a:pt x="3058" y="17944"/>
                    <a:pt x="2584" y="17944"/>
                  </a:cubicBezTo>
                  <a:cubicBezTo>
                    <a:pt x="2326" y="17944"/>
                    <a:pt x="2144" y="17887"/>
                    <a:pt x="2042" y="17784"/>
                  </a:cubicBezTo>
                  <a:lnTo>
                    <a:pt x="2040" y="17784"/>
                  </a:lnTo>
                  <a:cubicBezTo>
                    <a:pt x="1750" y="17493"/>
                    <a:pt x="1822" y="16562"/>
                    <a:pt x="2540" y="15075"/>
                  </a:cubicBezTo>
                  <a:close/>
                  <a:moveTo>
                    <a:pt x="10289" y="1"/>
                  </a:moveTo>
                  <a:cubicBezTo>
                    <a:pt x="7876" y="1"/>
                    <a:pt x="5438" y="909"/>
                    <a:pt x="3554" y="2793"/>
                  </a:cubicBezTo>
                  <a:cubicBezTo>
                    <a:pt x="468" y="5879"/>
                    <a:pt x="0" y="10449"/>
                    <a:pt x="1854" y="13966"/>
                  </a:cubicBezTo>
                  <a:cubicBezTo>
                    <a:pt x="1123" y="15308"/>
                    <a:pt x="168" y="17490"/>
                    <a:pt x="1251" y="18574"/>
                  </a:cubicBezTo>
                  <a:cubicBezTo>
                    <a:pt x="1603" y="18925"/>
                    <a:pt x="2069" y="19062"/>
                    <a:pt x="2585" y="19062"/>
                  </a:cubicBezTo>
                  <a:cubicBezTo>
                    <a:pt x="3660" y="19062"/>
                    <a:pt x="4950" y="18466"/>
                    <a:pt x="5859" y="17971"/>
                  </a:cubicBezTo>
                  <a:cubicBezTo>
                    <a:pt x="7228" y="18693"/>
                    <a:pt x="8757" y="19063"/>
                    <a:pt x="10297" y="19063"/>
                  </a:cubicBezTo>
                  <a:cubicBezTo>
                    <a:pt x="12710" y="19063"/>
                    <a:pt x="15148" y="18155"/>
                    <a:pt x="17032" y="16270"/>
                  </a:cubicBezTo>
                  <a:cubicBezTo>
                    <a:pt x="20118" y="13184"/>
                    <a:pt x="20586" y="8613"/>
                    <a:pt x="18732" y="5098"/>
                  </a:cubicBezTo>
                  <a:cubicBezTo>
                    <a:pt x="19465" y="3753"/>
                    <a:pt x="20418" y="1574"/>
                    <a:pt x="19335" y="490"/>
                  </a:cubicBezTo>
                  <a:cubicBezTo>
                    <a:pt x="18984" y="139"/>
                    <a:pt x="18517" y="2"/>
                    <a:pt x="18001" y="2"/>
                  </a:cubicBezTo>
                  <a:cubicBezTo>
                    <a:pt x="16925" y="2"/>
                    <a:pt x="15634" y="598"/>
                    <a:pt x="14727" y="1092"/>
                  </a:cubicBezTo>
                  <a:cubicBezTo>
                    <a:pt x="13358" y="371"/>
                    <a:pt x="11829" y="1"/>
                    <a:pt x="10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50"/>
            <p:cNvSpPr/>
            <p:nvPr/>
          </p:nvSpPr>
          <p:spPr>
            <a:xfrm>
              <a:off x="1570000" y="3247520"/>
              <a:ext cx="67071" cy="64532"/>
            </a:xfrm>
            <a:custGeom>
              <a:rect b="b" l="l" r="r" t="t"/>
              <a:pathLst>
                <a:path extrusionOk="0" h="3203" w="3329">
                  <a:moveTo>
                    <a:pt x="1724" y="1117"/>
                  </a:moveTo>
                  <a:cubicBezTo>
                    <a:pt x="1973" y="1117"/>
                    <a:pt x="2211" y="1309"/>
                    <a:pt x="2211" y="1601"/>
                  </a:cubicBezTo>
                  <a:cubicBezTo>
                    <a:pt x="2211" y="1868"/>
                    <a:pt x="1994" y="2085"/>
                    <a:pt x="1728" y="2085"/>
                  </a:cubicBezTo>
                  <a:cubicBezTo>
                    <a:pt x="1296" y="2085"/>
                    <a:pt x="1081" y="1563"/>
                    <a:pt x="1386" y="1258"/>
                  </a:cubicBezTo>
                  <a:cubicBezTo>
                    <a:pt x="1484" y="1160"/>
                    <a:pt x="1605" y="1117"/>
                    <a:pt x="1724" y="1117"/>
                  </a:cubicBezTo>
                  <a:close/>
                  <a:moveTo>
                    <a:pt x="1728" y="0"/>
                  </a:moveTo>
                  <a:cubicBezTo>
                    <a:pt x="1080" y="0"/>
                    <a:pt x="497" y="390"/>
                    <a:pt x="249" y="989"/>
                  </a:cubicBezTo>
                  <a:cubicBezTo>
                    <a:pt x="1" y="1587"/>
                    <a:pt x="138" y="2276"/>
                    <a:pt x="595" y="2733"/>
                  </a:cubicBezTo>
                  <a:cubicBezTo>
                    <a:pt x="902" y="3039"/>
                    <a:pt x="1312" y="3202"/>
                    <a:pt x="1728" y="3202"/>
                  </a:cubicBezTo>
                  <a:cubicBezTo>
                    <a:pt x="1934" y="3202"/>
                    <a:pt x="2142" y="3162"/>
                    <a:pt x="2339" y="3080"/>
                  </a:cubicBezTo>
                  <a:cubicBezTo>
                    <a:pt x="2939" y="2832"/>
                    <a:pt x="3329" y="2249"/>
                    <a:pt x="3329" y="1601"/>
                  </a:cubicBezTo>
                  <a:cubicBezTo>
                    <a:pt x="3327" y="717"/>
                    <a:pt x="2611" y="2"/>
                    <a:pt x="17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3" name="Google Shape;563;p50"/>
          <p:cNvSpPr/>
          <p:nvPr/>
        </p:nvSpPr>
        <p:spPr>
          <a:xfrm>
            <a:off x="1760219" y="1596503"/>
            <a:ext cx="502922" cy="457199"/>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64" name="Google Shape;564;p50"/>
          <p:cNvGrpSpPr/>
          <p:nvPr/>
        </p:nvGrpSpPr>
        <p:grpSpPr>
          <a:xfrm>
            <a:off x="4343395" y="1596500"/>
            <a:ext cx="457209" cy="457205"/>
            <a:chOff x="890400" y="4399350"/>
            <a:chExt cx="486600" cy="483150"/>
          </a:xfrm>
        </p:grpSpPr>
        <p:sp>
          <p:nvSpPr>
            <p:cNvPr id="565" name="Google Shape;565;p50"/>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 name="Google Shape;566;p50"/>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 name="Google Shape;567;p50"/>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68" name="Google Shape;568;p50"/>
          <p:cNvSpPr/>
          <p:nvPr/>
        </p:nvSpPr>
        <p:spPr>
          <a:xfrm rot="5400000">
            <a:off x="8089964" y="4049259"/>
            <a:ext cx="888781" cy="220717"/>
          </a:xfrm>
          <a:prstGeom prst="rect">
            <a:avLst/>
          </a:prstGeom>
        </p:spPr>
        <p:txBody>
          <a:bodyPr>
            <a:prstTxWarp prst="textPlain"/>
          </a:bodyPr>
          <a:lstStyle/>
          <a:p>
            <a:pPr lvl="0" algn="ctr"/>
            <a:r>
              <a:rPr b="0" i="0">
                <a:ln cap="flat" cmpd="sng" w="19050">
                  <a:solidFill>
                    <a:schemeClr val="dk1"/>
                  </a:solidFill>
                  <a:prstDash val="solid"/>
                  <a:round/>
                  <a:headEnd len="sm" w="sm" type="none"/>
                  <a:tailEnd len="sm" w="sm" type="none"/>
                </a:ln>
                <a:noFill/>
                <a:latin typeface="Audiowide"/>
              </a:rPr>
              <a:t>0012</a:t>
            </a: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2" name="Shape 572"/>
        <p:cNvGrpSpPr/>
        <p:nvPr/>
      </p:nvGrpSpPr>
      <p:grpSpPr>
        <a:xfrm>
          <a:off x="0" y="0"/>
          <a:ext cx="0" cy="0"/>
          <a:chOff x="0" y="0"/>
          <a:chExt cx="0" cy="0"/>
        </a:xfrm>
      </p:grpSpPr>
      <p:sp>
        <p:nvSpPr>
          <p:cNvPr id="573" name="Google Shape;573;p51"/>
          <p:cNvSpPr txBox="1"/>
          <p:nvPr>
            <p:ph type="title"/>
          </p:nvPr>
        </p:nvSpPr>
        <p:spPr>
          <a:xfrm>
            <a:off x="898000" y="1718262"/>
            <a:ext cx="3233100" cy="982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PRODUCT DEMO</a:t>
            </a:r>
            <a:endParaRPr/>
          </a:p>
        </p:txBody>
      </p:sp>
      <p:sp>
        <p:nvSpPr>
          <p:cNvPr id="574" name="Google Shape;574;p51"/>
          <p:cNvSpPr txBox="1"/>
          <p:nvPr>
            <p:ph idx="1" type="subTitle"/>
          </p:nvPr>
        </p:nvSpPr>
        <p:spPr>
          <a:xfrm>
            <a:off x="898000" y="2620038"/>
            <a:ext cx="3233100" cy="8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grpSp>
        <p:nvGrpSpPr>
          <p:cNvPr id="575" name="Google Shape;575;p51"/>
          <p:cNvGrpSpPr/>
          <p:nvPr/>
        </p:nvGrpSpPr>
        <p:grpSpPr>
          <a:xfrm>
            <a:off x="4491200" y="1120500"/>
            <a:ext cx="3754800" cy="2902500"/>
            <a:chOff x="4491200" y="1120500"/>
            <a:chExt cx="3754800" cy="2902500"/>
          </a:xfrm>
        </p:grpSpPr>
        <p:sp>
          <p:nvSpPr>
            <p:cNvPr id="576" name="Google Shape;576;p51"/>
            <p:cNvSpPr/>
            <p:nvPr/>
          </p:nvSpPr>
          <p:spPr>
            <a:xfrm>
              <a:off x="5733000" y="3648300"/>
              <a:ext cx="1388700" cy="374700"/>
            </a:xfrm>
            <a:prstGeom prst="trapezoid">
              <a:avLst>
                <a:gd fmla="val 4118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51"/>
            <p:cNvSpPr/>
            <p:nvPr/>
          </p:nvSpPr>
          <p:spPr>
            <a:xfrm>
              <a:off x="4491200" y="1120500"/>
              <a:ext cx="3754800" cy="2527800"/>
            </a:xfrm>
            <a:prstGeom prst="roundRect">
              <a:avLst>
                <a:gd fmla="val 4179"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51"/>
            <p:cNvSpPr/>
            <p:nvPr/>
          </p:nvSpPr>
          <p:spPr>
            <a:xfrm>
              <a:off x="6368550" y="3371788"/>
              <a:ext cx="117600" cy="117600"/>
            </a:xfrm>
            <a:prstGeom prst="ellipse">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9" name="Google Shape;579;p51"/>
          <p:cNvSpPr/>
          <p:nvPr/>
        </p:nvSpPr>
        <p:spPr>
          <a:xfrm>
            <a:off x="713232" y="4493640"/>
            <a:ext cx="874992" cy="220717"/>
          </a:xfrm>
          <a:prstGeom prst="rect">
            <a:avLst/>
          </a:prstGeom>
        </p:spPr>
        <p:txBody>
          <a:bodyPr>
            <a:prstTxWarp prst="textPlain"/>
          </a:bodyPr>
          <a:lstStyle/>
          <a:p>
            <a:pPr lvl="0" algn="ctr"/>
            <a:r>
              <a:rPr b="0" i="0">
                <a:ln cap="flat" cmpd="sng" w="19050">
                  <a:solidFill>
                    <a:schemeClr val="dk1"/>
                  </a:solidFill>
                  <a:prstDash val="solid"/>
                  <a:round/>
                  <a:headEnd len="sm" w="sm" type="none"/>
                  <a:tailEnd len="sm" w="sm" type="none"/>
                </a:ln>
                <a:noFill/>
                <a:latin typeface="Audiowide"/>
              </a:rPr>
              <a:t>0013</a:t>
            </a:r>
          </a:p>
        </p:txBody>
      </p:sp>
      <p:sp>
        <p:nvSpPr>
          <p:cNvPr id="580" name="Google Shape;580;p51"/>
          <p:cNvSpPr/>
          <p:nvPr/>
        </p:nvSpPr>
        <p:spPr>
          <a:xfrm rot="5400000">
            <a:off x="6126088" y="2097300"/>
            <a:ext cx="602525" cy="426175"/>
          </a:xfrm>
          <a:prstGeom prst="flowChartExtra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1"/>
          <p:cNvSpPr/>
          <p:nvPr/>
        </p:nvSpPr>
        <p:spPr>
          <a:xfrm>
            <a:off x="5815400" y="1763475"/>
            <a:ext cx="1106400" cy="1109700"/>
          </a:xfrm>
          <a:prstGeom prst="roundRect">
            <a:avLst>
              <a:gd fmla="val 12988"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51"/>
          <p:cNvSpPr txBox="1"/>
          <p:nvPr>
            <p:ph idx="1" type="subTitle"/>
          </p:nvPr>
        </p:nvSpPr>
        <p:spPr>
          <a:xfrm>
            <a:off x="5289300" y="4140425"/>
            <a:ext cx="2276100" cy="32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000"/>
              <a:t>Insert your multimedia content here</a:t>
            </a:r>
            <a:endParaRPr sz="1000"/>
          </a:p>
        </p:txBody>
      </p:sp>
      <p:pic>
        <p:nvPicPr>
          <p:cNvPr id="583" name="Google Shape;583;p51"/>
          <p:cNvPicPr preferRelativeResize="0"/>
          <p:nvPr/>
        </p:nvPicPr>
        <p:blipFill rotWithShape="1">
          <a:blip r:embed="rId3">
            <a:alphaModFix/>
          </a:blip>
          <a:srcRect b="0" l="0" r="0" t="0"/>
          <a:stretch/>
        </p:blipFill>
        <p:spPr>
          <a:xfrm>
            <a:off x="4607699" y="1285876"/>
            <a:ext cx="3521801" cy="1981025"/>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 name="Shape 587"/>
        <p:cNvGrpSpPr/>
        <p:nvPr/>
      </p:nvGrpSpPr>
      <p:grpSpPr>
        <a:xfrm>
          <a:off x="0" y="0"/>
          <a:ext cx="0" cy="0"/>
          <a:chOff x="0" y="0"/>
          <a:chExt cx="0" cy="0"/>
        </a:xfrm>
      </p:grpSpPr>
      <p:sp>
        <p:nvSpPr>
          <p:cNvPr id="588" name="Google Shape;588;p5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TRACTION</a:t>
            </a:r>
            <a:endParaRPr/>
          </a:p>
        </p:txBody>
      </p:sp>
      <p:sp>
        <p:nvSpPr>
          <p:cNvPr id="589" name="Google Shape;589;p52"/>
          <p:cNvSpPr/>
          <p:nvPr/>
        </p:nvSpPr>
        <p:spPr>
          <a:xfrm>
            <a:off x="720000" y="2651025"/>
            <a:ext cx="2976000" cy="905400"/>
          </a:xfrm>
          <a:prstGeom prst="homePlate">
            <a:avLst>
              <a:gd fmla="val 26214"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dk2"/>
                </a:solidFill>
                <a:latin typeface="Audiowide"/>
                <a:ea typeface="Audiowide"/>
                <a:cs typeface="Audiowide"/>
                <a:sym typeface="Audiowide"/>
              </a:rPr>
              <a:t>1200</a:t>
            </a:r>
            <a:endParaRPr sz="3000">
              <a:solidFill>
                <a:schemeClr val="dk2"/>
              </a:solidFill>
              <a:latin typeface="Audiowide"/>
              <a:ea typeface="Audiowide"/>
              <a:cs typeface="Audiowide"/>
              <a:sym typeface="Audiowide"/>
            </a:endParaRPr>
          </a:p>
          <a:p>
            <a:pPr indent="0" lvl="0" marL="0" rtl="0" algn="ctr">
              <a:spcBef>
                <a:spcPts val="0"/>
              </a:spcBef>
              <a:spcAft>
                <a:spcPts val="0"/>
              </a:spcAft>
              <a:buNone/>
            </a:pPr>
            <a:r>
              <a:rPr lang="en">
                <a:solidFill>
                  <a:schemeClr val="dk2"/>
                </a:solidFill>
                <a:latin typeface="Titillium Web SemiBold"/>
                <a:ea typeface="Titillium Web SemiBold"/>
                <a:cs typeface="Titillium Web SemiBold"/>
                <a:sym typeface="Titillium Web SemiBold"/>
              </a:rPr>
              <a:t>Satellites</a:t>
            </a:r>
            <a:endParaRPr>
              <a:solidFill>
                <a:schemeClr val="dk2"/>
              </a:solidFill>
              <a:latin typeface="Titillium Web SemiBold"/>
              <a:ea typeface="Titillium Web SemiBold"/>
              <a:cs typeface="Titillium Web SemiBold"/>
              <a:sym typeface="Titillium Web SemiBold"/>
            </a:endParaRPr>
          </a:p>
        </p:txBody>
      </p:sp>
      <p:sp>
        <p:nvSpPr>
          <p:cNvPr id="590" name="Google Shape;590;p52"/>
          <p:cNvSpPr/>
          <p:nvPr/>
        </p:nvSpPr>
        <p:spPr>
          <a:xfrm>
            <a:off x="720001" y="3698600"/>
            <a:ext cx="2976000" cy="905400"/>
          </a:xfrm>
          <a:prstGeom prst="homePlate">
            <a:avLst>
              <a:gd fmla="val 26214"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dk2"/>
                </a:solidFill>
                <a:latin typeface="Audiowide"/>
                <a:ea typeface="Audiowide"/>
                <a:cs typeface="Audiowide"/>
                <a:sym typeface="Audiowide"/>
              </a:rPr>
              <a:t>5000</a:t>
            </a:r>
            <a:endParaRPr sz="3000">
              <a:solidFill>
                <a:schemeClr val="dk2"/>
              </a:solidFill>
              <a:latin typeface="Audiowide"/>
              <a:ea typeface="Audiowide"/>
              <a:cs typeface="Audiowide"/>
              <a:sym typeface="Audiowide"/>
            </a:endParaRPr>
          </a:p>
          <a:p>
            <a:pPr indent="0" lvl="0" marL="0" rtl="0" algn="ctr">
              <a:spcBef>
                <a:spcPts val="0"/>
              </a:spcBef>
              <a:spcAft>
                <a:spcPts val="0"/>
              </a:spcAft>
              <a:buNone/>
            </a:pPr>
            <a:r>
              <a:rPr lang="en">
                <a:solidFill>
                  <a:schemeClr val="dk2"/>
                </a:solidFill>
                <a:latin typeface="Titillium Web SemiBold"/>
                <a:ea typeface="Titillium Web SemiBold"/>
                <a:cs typeface="Titillium Web SemiBold"/>
                <a:sym typeface="Titillium Web SemiBold"/>
              </a:rPr>
              <a:t>Solutions</a:t>
            </a:r>
            <a:endParaRPr>
              <a:solidFill>
                <a:schemeClr val="dk2"/>
              </a:solidFill>
              <a:latin typeface="Titillium Web SemiBold"/>
              <a:ea typeface="Titillium Web SemiBold"/>
              <a:cs typeface="Titillium Web SemiBold"/>
              <a:sym typeface="Titillium Web SemiBold"/>
            </a:endParaRPr>
          </a:p>
        </p:txBody>
      </p:sp>
      <p:sp>
        <p:nvSpPr>
          <p:cNvPr id="591" name="Google Shape;591;p52"/>
          <p:cNvSpPr txBox="1"/>
          <p:nvPr>
            <p:ph idx="4294967295" type="subTitle"/>
          </p:nvPr>
        </p:nvSpPr>
        <p:spPr>
          <a:xfrm>
            <a:off x="4340520" y="4119200"/>
            <a:ext cx="3754800" cy="4848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200"/>
              <a:t>Follow the link in the graph to modify its data and then paste the new one here. </a:t>
            </a:r>
            <a:r>
              <a:rPr b="1" lang="en" sz="1200">
                <a:uFill>
                  <a:noFill/>
                </a:uFill>
                <a:hlinkClick r:id="rId3"/>
              </a:rPr>
              <a:t>For more info, click here</a:t>
            </a:r>
            <a:endParaRPr b="1" sz="1200"/>
          </a:p>
        </p:txBody>
      </p:sp>
      <p:pic>
        <p:nvPicPr>
          <p:cNvPr id="592" name="Google Shape;592;p52">
            <a:hlinkClick r:id="rId4"/>
          </p:cNvPr>
          <p:cNvPicPr preferRelativeResize="0"/>
          <p:nvPr/>
        </p:nvPicPr>
        <p:blipFill>
          <a:blip r:embed="rId5">
            <a:alphaModFix/>
          </a:blip>
          <a:stretch>
            <a:fillRect/>
          </a:stretch>
        </p:blipFill>
        <p:spPr>
          <a:xfrm>
            <a:off x="3909903" y="1105488"/>
            <a:ext cx="4623747" cy="2859024"/>
          </a:xfrm>
          <a:prstGeom prst="rect">
            <a:avLst/>
          </a:prstGeom>
          <a:noFill/>
          <a:ln>
            <a:noFill/>
          </a:ln>
        </p:spPr>
      </p:pic>
      <p:sp>
        <p:nvSpPr>
          <p:cNvPr id="593" name="Google Shape;593;p52"/>
          <p:cNvSpPr txBox="1"/>
          <p:nvPr/>
        </p:nvSpPr>
        <p:spPr>
          <a:xfrm>
            <a:off x="2337475" y="1588825"/>
            <a:ext cx="1441500" cy="3783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chemeClr val="dk2"/>
                </a:solidFill>
                <a:latin typeface="Audiowide"/>
                <a:ea typeface="Audiowide"/>
                <a:cs typeface="Audiowide"/>
                <a:sym typeface="Audiowide"/>
              </a:rPr>
              <a:t>VENUS</a:t>
            </a:r>
            <a:endParaRPr sz="2200">
              <a:solidFill>
                <a:schemeClr val="dk2"/>
              </a:solidFill>
              <a:latin typeface="Audiowide"/>
              <a:ea typeface="Audiowide"/>
              <a:cs typeface="Audiowide"/>
              <a:sym typeface="Audiowide"/>
            </a:endParaRPr>
          </a:p>
        </p:txBody>
      </p:sp>
      <p:sp>
        <p:nvSpPr>
          <p:cNvPr id="594" name="Google Shape;594;p52"/>
          <p:cNvSpPr txBox="1"/>
          <p:nvPr/>
        </p:nvSpPr>
        <p:spPr>
          <a:xfrm>
            <a:off x="2337476" y="1797404"/>
            <a:ext cx="1441500" cy="48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F3F3F3"/>
                </a:solidFill>
                <a:latin typeface="Titillium Web"/>
                <a:ea typeface="Titillium Web"/>
                <a:cs typeface="Titillium Web"/>
                <a:sym typeface="Titillium Web"/>
              </a:rPr>
              <a:t>Venus has high temperatures</a:t>
            </a:r>
            <a:endParaRPr>
              <a:solidFill>
                <a:srgbClr val="F3F3F3"/>
              </a:solidFill>
              <a:latin typeface="Titillium Web"/>
              <a:ea typeface="Titillium Web"/>
              <a:cs typeface="Titillium Web"/>
              <a:sym typeface="Titillium Web"/>
            </a:endParaRPr>
          </a:p>
        </p:txBody>
      </p:sp>
      <p:sp>
        <p:nvSpPr>
          <p:cNvPr id="595" name="Google Shape;595;p52"/>
          <p:cNvSpPr txBox="1"/>
          <p:nvPr/>
        </p:nvSpPr>
        <p:spPr>
          <a:xfrm>
            <a:off x="720000" y="1811504"/>
            <a:ext cx="1444800" cy="48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F3F3F3"/>
                </a:solidFill>
                <a:latin typeface="Titillium Web"/>
                <a:ea typeface="Titillium Web"/>
                <a:cs typeface="Titillium Web"/>
                <a:sym typeface="Titillium Web"/>
              </a:rPr>
              <a:t>Mars is actually a very cold place</a:t>
            </a:r>
            <a:endParaRPr>
              <a:solidFill>
                <a:srgbClr val="F3F3F3"/>
              </a:solidFill>
              <a:latin typeface="Titillium Web"/>
              <a:ea typeface="Titillium Web"/>
              <a:cs typeface="Titillium Web"/>
              <a:sym typeface="Titillium Web"/>
            </a:endParaRPr>
          </a:p>
        </p:txBody>
      </p:sp>
      <p:sp>
        <p:nvSpPr>
          <p:cNvPr id="596" name="Google Shape;596;p52"/>
          <p:cNvSpPr txBox="1"/>
          <p:nvPr/>
        </p:nvSpPr>
        <p:spPr>
          <a:xfrm>
            <a:off x="720000" y="1602925"/>
            <a:ext cx="1444800" cy="3783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Audiowide"/>
                <a:ea typeface="Audiowide"/>
                <a:cs typeface="Audiowide"/>
                <a:sym typeface="Audiowide"/>
              </a:rPr>
              <a:t>MARS</a:t>
            </a:r>
            <a:endParaRPr sz="2200">
              <a:solidFill>
                <a:schemeClr val="dk1"/>
              </a:solidFill>
              <a:latin typeface="Audiowide"/>
              <a:ea typeface="Audiowide"/>
              <a:cs typeface="Audiowide"/>
              <a:sym typeface="Audiowide"/>
            </a:endParaRPr>
          </a:p>
        </p:txBody>
      </p:sp>
      <p:sp>
        <p:nvSpPr>
          <p:cNvPr id="597" name="Google Shape;597;p52"/>
          <p:cNvSpPr/>
          <p:nvPr/>
        </p:nvSpPr>
        <p:spPr>
          <a:xfrm flipH="1" rot="-5400000">
            <a:off x="997932" y="1200555"/>
            <a:ext cx="212100" cy="432600"/>
          </a:xfrm>
          <a:prstGeom prst="chevron">
            <a:avLst>
              <a:gd fmla="val 47815"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598" name="Google Shape;598;p52"/>
          <p:cNvSpPr/>
          <p:nvPr/>
        </p:nvSpPr>
        <p:spPr>
          <a:xfrm flipH="1" rot="-5400000">
            <a:off x="2523932" y="1200555"/>
            <a:ext cx="212100" cy="432600"/>
          </a:xfrm>
          <a:prstGeom prst="chevron">
            <a:avLst>
              <a:gd fmla="val 47815"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599" name="Google Shape;599;p52"/>
          <p:cNvSpPr/>
          <p:nvPr/>
        </p:nvSpPr>
        <p:spPr>
          <a:xfrm>
            <a:off x="7534907" y="429140"/>
            <a:ext cx="889095" cy="220717"/>
          </a:xfrm>
          <a:prstGeom prst="rect">
            <a:avLst/>
          </a:prstGeom>
        </p:spPr>
        <p:txBody>
          <a:bodyPr>
            <a:prstTxWarp prst="textPlain"/>
          </a:bodyPr>
          <a:lstStyle/>
          <a:p>
            <a:pPr lvl="0" algn="ctr"/>
            <a:r>
              <a:rPr b="0" i="0">
                <a:ln cap="flat" cmpd="sng" w="19050">
                  <a:solidFill>
                    <a:schemeClr val="dk1"/>
                  </a:solidFill>
                  <a:prstDash val="solid"/>
                  <a:round/>
                  <a:headEnd len="sm" w="sm" type="none"/>
                  <a:tailEnd len="sm" w="sm" type="none"/>
                </a:ln>
                <a:noFill/>
                <a:latin typeface="Audiowide"/>
              </a:rPr>
              <a:t>0014</a:t>
            </a: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 name="Shape 603"/>
        <p:cNvGrpSpPr/>
        <p:nvPr/>
      </p:nvGrpSpPr>
      <p:grpSpPr>
        <a:xfrm>
          <a:off x="0" y="0"/>
          <a:ext cx="0" cy="0"/>
          <a:chOff x="0" y="0"/>
          <a:chExt cx="0" cy="0"/>
        </a:xfrm>
      </p:grpSpPr>
      <p:sp>
        <p:nvSpPr>
          <p:cNvPr id="604" name="Google Shape;604;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CASE STUDY</a:t>
            </a:r>
            <a:endParaRPr/>
          </a:p>
        </p:txBody>
      </p:sp>
      <p:sp>
        <p:nvSpPr>
          <p:cNvPr id="605" name="Google Shape;605;p53"/>
          <p:cNvSpPr txBox="1"/>
          <p:nvPr>
            <p:ph idx="2" type="title"/>
          </p:nvPr>
        </p:nvSpPr>
        <p:spPr>
          <a:xfrm>
            <a:off x="3658621" y="1708487"/>
            <a:ext cx="2527800" cy="456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dk1"/>
                </a:solidFill>
              </a:rPr>
              <a:t>CHALLENGE</a:t>
            </a:r>
            <a:endParaRPr>
              <a:solidFill>
                <a:schemeClr val="dk1"/>
              </a:solidFill>
            </a:endParaRPr>
          </a:p>
        </p:txBody>
      </p:sp>
      <p:sp>
        <p:nvSpPr>
          <p:cNvPr id="606" name="Google Shape;606;p53"/>
          <p:cNvSpPr txBox="1"/>
          <p:nvPr>
            <p:ph idx="1" type="subTitle"/>
          </p:nvPr>
        </p:nvSpPr>
        <p:spPr>
          <a:xfrm>
            <a:off x="3658621" y="2063466"/>
            <a:ext cx="2527800" cy="54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lt1"/>
              </a:buClr>
              <a:buSzPts val="1100"/>
              <a:buFont typeface="Arial"/>
              <a:buNone/>
            </a:pPr>
            <a:r>
              <a:rPr lang="en"/>
              <a:t>Venus has extremely high temperatures</a:t>
            </a:r>
            <a:endParaRPr/>
          </a:p>
        </p:txBody>
      </p:sp>
      <p:sp>
        <p:nvSpPr>
          <p:cNvPr id="607" name="Google Shape;607;p53"/>
          <p:cNvSpPr txBox="1"/>
          <p:nvPr>
            <p:ph idx="3" type="title"/>
          </p:nvPr>
        </p:nvSpPr>
        <p:spPr>
          <a:xfrm>
            <a:off x="1652989" y="3079112"/>
            <a:ext cx="2523600" cy="45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dk1"/>
                </a:solidFill>
              </a:rPr>
              <a:t>RESULTS</a:t>
            </a:r>
            <a:endParaRPr>
              <a:solidFill>
                <a:schemeClr val="dk1"/>
              </a:solidFill>
            </a:endParaRPr>
          </a:p>
        </p:txBody>
      </p:sp>
      <p:sp>
        <p:nvSpPr>
          <p:cNvPr id="608" name="Google Shape;608;p53"/>
          <p:cNvSpPr txBox="1"/>
          <p:nvPr>
            <p:ph idx="4" type="subTitle"/>
          </p:nvPr>
        </p:nvSpPr>
        <p:spPr>
          <a:xfrm>
            <a:off x="1652989" y="3434091"/>
            <a:ext cx="2523600" cy="548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lt1"/>
              </a:buClr>
              <a:buSzPts val="1100"/>
              <a:buFont typeface="Arial"/>
              <a:buNone/>
            </a:pPr>
            <a:r>
              <a:rPr lang="en"/>
              <a:t>Saturn is composed mostly of hydrogen and helium</a:t>
            </a:r>
            <a:endParaRPr/>
          </a:p>
        </p:txBody>
      </p:sp>
      <p:sp>
        <p:nvSpPr>
          <p:cNvPr id="609" name="Google Shape;609;p53"/>
          <p:cNvSpPr txBox="1"/>
          <p:nvPr>
            <p:ph idx="5" type="title"/>
          </p:nvPr>
        </p:nvSpPr>
        <p:spPr>
          <a:xfrm>
            <a:off x="5668464" y="3079974"/>
            <a:ext cx="2523600" cy="45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dk1"/>
                </a:solidFill>
              </a:rPr>
              <a:t>SOLUTION</a:t>
            </a:r>
            <a:endParaRPr>
              <a:solidFill>
                <a:schemeClr val="dk1"/>
              </a:solidFill>
            </a:endParaRPr>
          </a:p>
        </p:txBody>
      </p:sp>
      <p:sp>
        <p:nvSpPr>
          <p:cNvPr id="610" name="Google Shape;610;p53"/>
          <p:cNvSpPr txBox="1"/>
          <p:nvPr>
            <p:ph idx="6" type="subTitle"/>
          </p:nvPr>
        </p:nvSpPr>
        <p:spPr>
          <a:xfrm>
            <a:off x="5668464" y="3434953"/>
            <a:ext cx="2523600" cy="548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lt1"/>
              </a:buClr>
              <a:buSzPts val="1100"/>
              <a:buFont typeface="Arial"/>
              <a:buNone/>
            </a:pPr>
            <a:r>
              <a:rPr lang="en"/>
              <a:t>Jupiter is the biggest planet in the Solar System</a:t>
            </a:r>
            <a:endParaRPr/>
          </a:p>
        </p:txBody>
      </p:sp>
      <p:grpSp>
        <p:nvGrpSpPr>
          <p:cNvPr id="611" name="Google Shape;611;p53"/>
          <p:cNvGrpSpPr/>
          <p:nvPr/>
        </p:nvGrpSpPr>
        <p:grpSpPr>
          <a:xfrm>
            <a:off x="4967418" y="3256633"/>
            <a:ext cx="548631" cy="548652"/>
            <a:chOff x="-49786250" y="2316650"/>
            <a:chExt cx="300900" cy="299450"/>
          </a:xfrm>
        </p:grpSpPr>
        <p:sp>
          <p:nvSpPr>
            <p:cNvPr id="612" name="Google Shape;612;p53"/>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53"/>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53"/>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53"/>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53"/>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53"/>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53"/>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 name="Google Shape;619;p53"/>
          <p:cNvGrpSpPr/>
          <p:nvPr/>
        </p:nvGrpSpPr>
        <p:grpSpPr>
          <a:xfrm>
            <a:off x="951936" y="3257247"/>
            <a:ext cx="548644" cy="548637"/>
            <a:chOff x="-47529700" y="2342000"/>
            <a:chExt cx="302450" cy="299900"/>
          </a:xfrm>
        </p:grpSpPr>
        <p:sp>
          <p:nvSpPr>
            <p:cNvPr id="620" name="Google Shape;620;p53"/>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53"/>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 name="Google Shape;622;p53"/>
          <p:cNvGrpSpPr/>
          <p:nvPr/>
        </p:nvGrpSpPr>
        <p:grpSpPr>
          <a:xfrm>
            <a:off x="2957579" y="1886009"/>
            <a:ext cx="548625" cy="548652"/>
            <a:chOff x="-1333200" y="2770450"/>
            <a:chExt cx="291450" cy="292225"/>
          </a:xfrm>
        </p:grpSpPr>
        <p:sp>
          <p:nvSpPr>
            <p:cNvPr id="623" name="Google Shape;623;p53"/>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53"/>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 name="Google Shape;625;p53"/>
          <p:cNvSpPr/>
          <p:nvPr/>
        </p:nvSpPr>
        <p:spPr>
          <a:xfrm rot="5400000">
            <a:off x="8095007" y="4048465"/>
            <a:ext cx="892228" cy="220717"/>
          </a:xfrm>
          <a:prstGeom prst="rect">
            <a:avLst/>
          </a:prstGeom>
        </p:spPr>
        <p:txBody>
          <a:bodyPr>
            <a:prstTxWarp prst="textPlain"/>
          </a:bodyPr>
          <a:lstStyle/>
          <a:p>
            <a:pPr lvl="0" algn="ctr"/>
            <a:r>
              <a:rPr b="0" i="0">
                <a:ln cap="flat" cmpd="sng" w="19050">
                  <a:solidFill>
                    <a:schemeClr val="dk1"/>
                  </a:solidFill>
                  <a:prstDash val="solid"/>
                  <a:round/>
                  <a:headEnd len="sm" w="sm" type="none"/>
                  <a:tailEnd len="sm" w="sm" type="none"/>
                </a:ln>
                <a:noFill/>
                <a:latin typeface="Audiowide"/>
              </a:rPr>
              <a:t>0015</a:t>
            </a:r>
          </a:p>
        </p:txBody>
      </p:sp>
      <p:grpSp>
        <p:nvGrpSpPr>
          <p:cNvPr id="626" name="Google Shape;626;p53"/>
          <p:cNvGrpSpPr/>
          <p:nvPr/>
        </p:nvGrpSpPr>
        <p:grpSpPr>
          <a:xfrm>
            <a:off x="8119228" y="539503"/>
            <a:ext cx="623100" cy="1197243"/>
            <a:chOff x="8119228" y="539503"/>
            <a:chExt cx="623100" cy="1197243"/>
          </a:xfrm>
        </p:grpSpPr>
        <p:sp>
          <p:nvSpPr>
            <p:cNvPr id="627" name="Google Shape;627;p53"/>
            <p:cNvSpPr/>
            <p:nvPr/>
          </p:nvSpPr>
          <p:spPr>
            <a:xfrm flipH="1" rot="5400000">
              <a:off x="8224228" y="1218646"/>
              <a:ext cx="413100" cy="623100"/>
            </a:xfrm>
            <a:prstGeom prst="chevron">
              <a:avLst>
                <a:gd fmla="val 35069"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53"/>
            <p:cNvSpPr/>
            <p:nvPr/>
          </p:nvSpPr>
          <p:spPr>
            <a:xfrm flipH="1" rot="5400000">
              <a:off x="8224228" y="826574"/>
              <a:ext cx="413100" cy="623100"/>
            </a:xfrm>
            <a:prstGeom prst="chevron">
              <a:avLst>
                <a:gd fmla="val 35069"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53"/>
            <p:cNvSpPr/>
            <p:nvPr/>
          </p:nvSpPr>
          <p:spPr>
            <a:xfrm flipH="1" rot="5400000">
              <a:off x="8224228" y="434503"/>
              <a:ext cx="413100" cy="623100"/>
            </a:xfrm>
            <a:prstGeom prst="chevron">
              <a:avLst>
                <a:gd fmla="val 35069"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 name="Shape 633"/>
        <p:cNvGrpSpPr/>
        <p:nvPr/>
      </p:nvGrpSpPr>
      <p:grpSpPr>
        <a:xfrm>
          <a:off x="0" y="0"/>
          <a:ext cx="0" cy="0"/>
          <a:chOff x="0" y="0"/>
          <a:chExt cx="0" cy="0"/>
        </a:xfrm>
      </p:grpSpPr>
      <p:sp>
        <p:nvSpPr>
          <p:cNvPr id="634" name="Google Shape;634;p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REVIEWS</a:t>
            </a:r>
            <a:endParaRPr/>
          </a:p>
        </p:txBody>
      </p:sp>
      <p:sp>
        <p:nvSpPr>
          <p:cNvPr id="635" name="Google Shape;635;p54"/>
          <p:cNvSpPr txBox="1"/>
          <p:nvPr>
            <p:ph idx="2" type="title"/>
          </p:nvPr>
        </p:nvSpPr>
        <p:spPr>
          <a:xfrm>
            <a:off x="1496621" y="3621108"/>
            <a:ext cx="29796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lt1"/>
              </a:buClr>
              <a:buSzPts val="1100"/>
              <a:buFont typeface="Arial"/>
              <a:buNone/>
            </a:pPr>
            <a:r>
              <a:rPr lang="en">
                <a:solidFill>
                  <a:schemeClr val="dk1"/>
                </a:solidFill>
              </a:rPr>
              <a:t>JEN JAMES</a:t>
            </a:r>
            <a:endParaRPr>
              <a:solidFill>
                <a:schemeClr val="dk1"/>
              </a:solidFill>
            </a:endParaRPr>
          </a:p>
        </p:txBody>
      </p:sp>
      <p:sp>
        <p:nvSpPr>
          <p:cNvPr id="636" name="Google Shape;636;p54"/>
          <p:cNvSpPr txBox="1"/>
          <p:nvPr>
            <p:ph idx="1" type="subTitle"/>
          </p:nvPr>
        </p:nvSpPr>
        <p:spPr>
          <a:xfrm>
            <a:off x="1496621" y="3118782"/>
            <a:ext cx="2979600" cy="63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lt1"/>
              </a:buClr>
              <a:buSzPts val="1100"/>
              <a:buFont typeface="Arial"/>
              <a:buNone/>
            </a:pPr>
            <a:r>
              <a:rPr lang="en"/>
              <a:t>“Venus has a beautiful name, but also high temperatures”</a:t>
            </a:r>
            <a:endParaRPr/>
          </a:p>
        </p:txBody>
      </p:sp>
      <p:sp>
        <p:nvSpPr>
          <p:cNvPr id="637" name="Google Shape;637;p54"/>
          <p:cNvSpPr txBox="1"/>
          <p:nvPr>
            <p:ph idx="3" type="title"/>
          </p:nvPr>
        </p:nvSpPr>
        <p:spPr>
          <a:xfrm>
            <a:off x="1496021" y="2045658"/>
            <a:ext cx="29808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lt1"/>
              </a:buClr>
              <a:buSzPts val="1100"/>
              <a:buFont typeface="Arial"/>
              <a:buNone/>
            </a:pPr>
            <a:r>
              <a:rPr lang="en">
                <a:solidFill>
                  <a:schemeClr val="dk1"/>
                </a:solidFill>
              </a:rPr>
              <a:t>JOHN DOE</a:t>
            </a:r>
            <a:endParaRPr>
              <a:solidFill>
                <a:schemeClr val="dk1"/>
              </a:solidFill>
            </a:endParaRPr>
          </a:p>
        </p:txBody>
      </p:sp>
      <p:sp>
        <p:nvSpPr>
          <p:cNvPr id="638" name="Google Shape;638;p54"/>
          <p:cNvSpPr txBox="1"/>
          <p:nvPr>
            <p:ph idx="4" type="subTitle"/>
          </p:nvPr>
        </p:nvSpPr>
        <p:spPr>
          <a:xfrm>
            <a:off x="1496021" y="1543332"/>
            <a:ext cx="2980800" cy="63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lt1"/>
              </a:buClr>
              <a:buSzPts val="1100"/>
              <a:buFont typeface="Arial"/>
              <a:buNone/>
            </a:pPr>
            <a:r>
              <a:rPr lang="en"/>
              <a:t>“Jupiter is the biggest planet in the Solar System”</a:t>
            </a:r>
            <a:endParaRPr/>
          </a:p>
        </p:txBody>
      </p:sp>
      <p:grpSp>
        <p:nvGrpSpPr>
          <p:cNvPr id="639" name="Google Shape;639;p54"/>
          <p:cNvGrpSpPr/>
          <p:nvPr/>
        </p:nvGrpSpPr>
        <p:grpSpPr>
          <a:xfrm>
            <a:off x="821766" y="1787143"/>
            <a:ext cx="438894" cy="548657"/>
            <a:chOff x="3316000" y="4399325"/>
            <a:chExt cx="392325" cy="483100"/>
          </a:xfrm>
        </p:grpSpPr>
        <p:sp>
          <p:nvSpPr>
            <p:cNvPr id="640" name="Google Shape;640;p54"/>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1" name="Google Shape;641;p54"/>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2" name="Google Shape;642;p54"/>
          <p:cNvGrpSpPr/>
          <p:nvPr/>
        </p:nvGrpSpPr>
        <p:grpSpPr>
          <a:xfrm>
            <a:off x="4535251" y="1782802"/>
            <a:ext cx="3786983" cy="2130106"/>
            <a:chOff x="5957825" y="3207525"/>
            <a:chExt cx="1192225" cy="670625"/>
          </a:xfrm>
        </p:grpSpPr>
        <p:sp>
          <p:nvSpPr>
            <p:cNvPr id="643" name="Google Shape;643;p54"/>
            <p:cNvSpPr/>
            <p:nvPr/>
          </p:nvSpPr>
          <p:spPr>
            <a:xfrm>
              <a:off x="6449825" y="3265750"/>
              <a:ext cx="229375" cy="283200"/>
            </a:xfrm>
            <a:custGeom>
              <a:rect b="b" l="l" r="r" t="t"/>
              <a:pathLst>
                <a:path extrusionOk="0" h="11328" w="9175">
                  <a:moveTo>
                    <a:pt x="8976" y="181"/>
                  </a:moveTo>
                  <a:lnTo>
                    <a:pt x="8822" y="752"/>
                  </a:lnTo>
                  <a:cubicBezTo>
                    <a:pt x="8804" y="814"/>
                    <a:pt x="8790" y="876"/>
                    <a:pt x="8772" y="936"/>
                  </a:cubicBezTo>
                  <a:lnTo>
                    <a:pt x="7205" y="951"/>
                  </a:lnTo>
                  <a:lnTo>
                    <a:pt x="7253" y="202"/>
                  </a:lnTo>
                  <a:lnTo>
                    <a:pt x="8976" y="181"/>
                  </a:lnTo>
                  <a:close/>
                  <a:moveTo>
                    <a:pt x="5850" y="4536"/>
                  </a:moveTo>
                  <a:cubicBezTo>
                    <a:pt x="5850" y="4536"/>
                    <a:pt x="5915" y="4569"/>
                    <a:pt x="6006" y="4622"/>
                  </a:cubicBezTo>
                  <a:cubicBezTo>
                    <a:pt x="6097" y="4676"/>
                    <a:pt x="6214" y="4755"/>
                    <a:pt x="6325" y="4841"/>
                  </a:cubicBezTo>
                  <a:cubicBezTo>
                    <a:pt x="6438" y="4926"/>
                    <a:pt x="6543" y="5017"/>
                    <a:pt x="6621" y="5090"/>
                  </a:cubicBezTo>
                  <a:cubicBezTo>
                    <a:pt x="6697" y="5164"/>
                    <a:pt x="6744" y="5217"/>
                    <a:pt x="6744" y="5217"/>
                  </a:cubicBezTo>
                  <a:cubicBezTo>
                    <a:pt x="6744" y="5217"/>
                    <a:pt x="6680" y="5185"/>
                    <a:pt x="6589" y="5131"/>
                  </a:cubicBezTo>
                  <a:cubicBezTo>
                    <a:pt x="6499" y="5078"/>
                    <a:pt x="6380" y="4998"/>
                    <a:pt x="6270" y="4912"/>
                  </a:cubicBezTo>
                  <a:cubicBezTo>
                    <a:pt x="6158" y="4828"/>
                    <a:pt x="6050" y="4736"/>
                    <a:pt x="5975" y="4664"/>
                  </a:cubicBezTo>
                  <a:cubicBezTo>
                    <a:pt x="5897" y="4590"/>
                    <a:pt x="5850" y="4536"/>
                    <a:pt x="5850" y="4536"/>
                  </a:cubicBezTo>
                  <a:close/>
                  <a:moveTo>
                    <a:pt x="5051" y="4178"/>
                  </a:moveTo>
                  <a:cubicBezTo>
                    <a:pt x="5077" y="4178"/>
                    <a:pt x="5109" y="4180"/>
                    <a:pt x="5146" y="4185"/>
                  </a:cubicBezTo>
                  <a:cubicBezTo>
                    <a:pt x="5205" y="4193"/>
                    <a:pt x="5278" y="4207"/>
                    <a:pt x="5355" y="4240"/>
                  </a:cubicBezTo>
                  <a:cubicBezTo>
                    <a:pt x="5395" y="4254"/>
                    <a:pt x="5434" y="4279"/>
                    <a:pt x="5473" y="4300"/>
                  </a:cubicBezTo>
                  <a:cubicBezTo>
                    <a:pt x="5514" y="4326"/>
                    <a:pt x="5555" y="4358"/>
                    <a:pt x="5594" y="4393"/>
                  </a:cubicBezTo>
                  <a:cubicBezTo>
                    <a:pt x="5670" y="4463"/>
                    <a:pt x="5743" y="4555"/>
                    <a:pt x="5791" y="4668"/>
                  </a:cubicBezTo>
                  <a:cubicBezTo>
                    <a:pt x="5842" y="4778"/>
                    <a:pt x="5870" y="4910"/>
                    <a:pt x="5865" y="5044"/>
                  </a:cubicBezTo>
                  <a:cubicBezTo>
                    <a:pt x="5858" y="5177"/>
                    <a:pt x="5823" y="5315"/>
                    <a:pt x="5751" y="5440"/>
                  </a:cubicBezTo>
                  <a:cubicBezTo>
                    <a:pt x="5722" y="5494"/>
                    <a:pt x="5671" y="5561"/>
                    <a:pt x="5623" y="5611"/>
                  </a:cubicBezTo>
                  <a:cubicBezTo>
                    <a:pt x="5573" y="5663"/>
                    <a:pt x="5518" y="5710"/>
                    <a:pt x="5455" y="5749"/>
                  </a:cubicBezTo>
                  <a:cubicBezTo>
                    <a:pt x="5332" y="5824"/>
                    <a:pt x="5191" y="5870"/>
                    <a:pt x="5048" y="5878"/>
                  </a:cubicBezTo>
                  <a:cubicBezTo>
                    <a:pt x="5032" y="5879"/>
                    <a:pt x="5015" y="5879"/>
                    <a:pt x="4998" y="5879"/>
                  </a:cubicBezTo>
                  <a:cubicBezTo>
                    <a:pt x="4872" y="5879"/>
                    <a:pt x="4749" y="5853"/>
                    <a:pt x="4641" y="5803"/>
                  </a:cubicBezTo>
                  <a:cubicBezTo>
                    <a:pt x="4612" y="5785"/>
                    <a:pt x="4581" y="5776"/>
                    <a:pt x="4553" y="5756"/>
                  </a:cubicBezTo>
                  <a:cubicBezTo>
                    <a:pt x="4526" y="5738"/>
                    <a:pt x="4502" y="5725"/>
                    <a:pt x="4475" y="5702"/>
                  </a:cubicBezTo>
                  <a:cubicBezTo>
                    <a:pt x="4421" y="5659"/>
                    <a:pt x="4377" y="5617"/>
                    <a:pt x="4339" y="5569"/>
                  </a:cubicBezTo>
                  <a:cubicBezTo>
                    <a:pt x="4260" y="5475"/>
                    <a:pt x="4210" y="5369"/>
                    <a:pt x="4179" y="5268"/>
                  </a:cubicBezTo>
                  <a:cubicBezTo>
                    <a:pt x="4119" y="5065"/>
                    <a:pt x="4155" y="4888"/>
                    <a:pt x="4192" y="4777"/>
                  </a:cubicBezTo>
                  <a:cubicBezTo>
                    <a:pt x="4212" y="4722"/>
                    <a:pt x="4232" y="4680"/>
                    <a:pt x="4249" y="4653"/>
                  </a:cubicBezTo>
                  <a:cubicBezTo>
                    <a:pt x="4264" y="4626"/>
                    <a:pt x="4272" y="4610"/>
                    <a:pt x="4272" y="4610"/>
                  </a:cubicBezTo>
                  <a:lnTo>
                    <a:pt x="4272" y="4610"/>
                  </a:lnTo>
                  <a:cubicBezTo>
                    <a:pt x="4272" y="4610"/>
                    <a:pt x="4265" y="4626"/>
                    <a:pt x="4256" y="4656"/>
                  </a:cubicBezTo>
                  <a:cubicBezTo>
                    <a:pt x="4244" y="4684"/>
                    <a:pt x="4232" y="4730"/>
                    <a:pt x="4218" y="4785"/>
                  </a:cubicBezTo>
                  <a:cubicBezTo>
                    <a:pt x="4193" y="4896"/>
                    <a:pt x="4190" y="5065"/>
                    <a:pt x="4259" y="5244"/>
                  </a:cubicBezTo>
                  <a:cubicBezTo>
                    <a:pt x="4292" y="5333"/>
                    <a:pt x="4347" y="5420"/>
                    <a:pt x="4420" y="5499"/>
                  </a:cubicBezTo>
                  <a:cubicBezTo>
                    <a:pt x="4455" y="5537"/>
                    <a:pt x="4499" y="5574"/>
                    <a:pt x="4542" y="5603"/>
                  </a:cubicBezTo>
                  <a:cubicBezTo>
                    <a:pt x="4562" y="5617"/>
                    <a:pt x="4590" y="5634"/>
                    <a:pt x="4616" y="5648"/>
                  </a:cubicBezTo>
                  <a:cubicBezTo>
                    <a:pt x="4637" y="5662"/>
                    <a:pt x="4667" y="5671"/>
                    <a:pt x="4691" y="5685"/>
                  </a:cubicBezTo>
                  <a:cubicBezTo>
                    <a:pt x="4779" y="5722"/>
                    <a:pt x="4877" y="5739"/>
                    <a:pt x="4976" y="5739"/>
                  </a:cubicBezTo>
                  <a:cubicBezTo>
                    <a:pt x="4997" y="5739"/>
                    <a:pt x="5017" y="5738"/>
                    <a:pt x="5038" y="5737"/>
                  </a:cubicBezTo>
                  <a:cubicBezTo>
                    <a:pt x="5157" y="5730"/>
                    <a:pt x="5275" y="5689"/>
                    <a:pt x="5379" y="5624"/>
                  </a:cubicBezTo>
                  <a:cubicBezTo>
                    <a:pt x="5430" y="5593"/>
                    <a:pt x="5477" y="5556"/>
                    <a:pt x="5520" y="5513"/>
                  </a:cubicBezTo>
                  <a:cubicBezTo>
                    <a:pt x="5563" y="5467"/>
                    <a:pt x="5594" y="5428"/>
                    <a:pt x="5630" y="5368"/>
                  </a:cubicBezTo>
                  <a:cubicBezTo>
                    <a:pt x="5690" y="5267"/>
                    <a:pt x="5728" y="5150"/>
                    <a:pt x="5736" y="5036"/>
                  </a:cubicBezTo>
                  <a:cubicBezTo>
                    <a:pt x="5744" y="4920"/>
                    <a:pt x="5728" y="4806"/>
                    <a:pt x="5690" y="4708"/>
                  </a:cubicBezTo>
                  <a:cubicBezTo>
                    <a:pt x="5651" y="4609"/>
                    <a:pt x="5596" y="4522"/>
                    <a:pt x="5533" y="4450"/>
                  </a:cubicBezTo>
                  <a:cubicBezTo>
                    <a:pt x="5501" y="4416"/>
                    <a:pt x="5467" y="4387"/>
                    <a:pt x="5434" y="4359"/>
                  </a:cubicBezTo>
                  <a:cubicBezTo>
                    <a:pt x="5396" y="4332"/>
                    <a:pt x="5363" y="4307"/>
                    <a:pt x="5329" y="4288"/>
                  </a:cubicBezTo>
                  <a:cubicBezTo>
                    <a:pt x="5261" y="4249"/>
                    <a:pt x="5195" y="4226"/>
                    <a:pt x="5140" y="4211"/>
                  </a:cubicBezTo>
                  <a:cubicBezTo>
                    <a:pt x="5030" y="4182"/>
                    <a:pt x="4960" y="4182"/>
                    <a:pt x="4960" y="4182"/>
                  </a:cubicBezTo>
                  <a:cubicBezTo>
                    <a:pt x="4960" y="4182"/>
                    <a:pt x="4977" y="4181"/>
                    <a:pt x="5009" y="4179"/>
                  </a:cubicBezTo>
                  <a:cubicBezTo>
                    <a:pt x="5021" y="4179"/>
                    <a:pt x="5035" y="4178"/>
                    <a:pt x="5051" y="4178"/>
                  </a:cubicBezTo>
                  <a:close/>
                  <a:moveTo>
                    <a:pt x="7178" y="0"/>
                  </a:moveTo>
                  <a:cubicBezTo>
                    <a:pt x="6977" y="10"/>
                    <a:pt x="6640" y="52"/>
                    <a:pt x="6374" y="112"/>
                  </a:cubicBezTo>
                  <a:cubicBezTo>
                    <a:pt x="6111" y="172"/>
                    <a:pt x="5849" y="249"/>
                    <a:pt x="5592" y="341"/>
                  </a:cubicBezTo>
                  <a:cubicBezTo>
                    <a:pt x="5334" y="438"/>
                    <a:pt x="5083" y="548"/>
                    <a:pt x="4836" y="674"/>
                  </a:cubicBezTo>
                  <a:cubicBezTo>
                    <a:pt x="4589" y="802"/>
                    <a:pt x="4350" y="944"/>
                    <a:pt x="4116" y="1103"/>
                  </a:cubicBezTo>
                  <a:cubicBezTo>
                    <a:pt x="3883" y="1258"/>
                    <a:pt x="3658" y="1433"/>
                    <a:pt x="3440" y="1620"/>
                  </a:cubicBezTo>
                  <a:cubicBezTo>
                    <a:pt x="3222" y="1806"/>
                    <a:pt x="3014" y="2005"/>
                    <a:pt x="2815" y="2219"/>
                  </a:cubicBezTo>
                  <a:cubicBezTo>
                    <a:pt x="2419" y="2644"/>
                    <a:pt x="2062" y="3120"/>
                    <a:pt x="1753" y="3631"/>
                  </a:cubicBezTo>
                  <a:cubicBezTo>
                    <a:pt x="1597" y="3886"/>
                    <a:pt x="1456" y="4152"/>
                    <a:pt x="1322" y="4422"/>
                  </a:cubicBezTo>
                  <a:cubicBezTo>
                    <a:pt x="1185" y="4693"/>
                    <a:pt x="1069" y="4973"/>
                    <a:pt x="957" y="5256"/>
                  </a:cubicBezTo>
                  <a:cubicBezTo>
                    <a:pt x="848" y="5541"/>
                    <a:pt x="747" y="5830"/>
                    <a:pt x="657" y="6121"/>
                  </a:cubicBezTo>
                  <a:cubicBezTo>
                    <a:pt x="567" y="6415"/>
                    <a:pt x="489" y="6711"/>
                    <a:pt x="419" y="7009"/>
                  </a:cubicBezTo>
                  <a:cubicBezTo>
                    <a:pt x="350" y="7308"/>
                    <a:pt x="289" y="7609"/>
                    <a:pt x="238" y="7912"/>
                  </a:cubicBezTo>
                  <a:cubicBezTo>
                    <a:pt x="188" y="8216"/>
                    <a:pt x="144" y="8519"/>
                    <a:pt x="111" y="8826"/>
                  </a:cubicBezTo>
                  <a:lnTo>
                    <a:pt x="68" y="9283"/>
                  </a:lnTo>
                  <a:lnTo>
                    <a:pt x="34" y="9744"/>
                  </a:lnTo>
                  <a:lnTo>
                    <a:pt x="10" y="10203"/>
                  </a:lnTo>
                  <a:lnTo>
                    <a:pt x="0" y="10664"/>
                  </a:lnTo>
                  <a:cubicBezTo>
                    <a:pt x="33" y="10358"/>
                    <a:pt x="68" y="10056"/>
                    <a:pt x="104" y="9752"/>
                  </a:cubicBezTo>
                  <a:lnTo>
                    <a:pt x="168" y="9298"/>
                  </a:lnTo>
                  <a:lnTo>
                    <a:pt x="241" y="8854"/>
                  </a:lnTo>
                  <a:cubicBezTo>
                    <a:pt x="296" y="8556"/>
                    <a:pt x="350" y="8259"/>
                    <a:pt x="417" y="7963"/>
                  </a:cubicBezTo>
                  <a:cubicBezTo>
                    <a:pt x="450" y="7816"/>
                    <a:pt x="484" y="7669"/>
                    <a:pt x="520" y="7523"/>
                  </a:cubicBezTo>
                  <a:cubicBezTo>
                    <a:pt x="556" y="7377"/>
                    <a:pt x="594" y="7232"/>
                    <a:pt x="634" y="7087"/>
                  </a:cubicBezTo>
                  <a:cubicBezTo>
                    <a:pt x="714" y="6798"/>
                    <a:pt x="805" y="6513"/>
                    <a:pt x="902" y="6232"/>
                  </a:cubicBezTo>
                  <a:cubicBezTo>
                    <a:pt x="997" y="5950"/>
                    <a:pt x="1103" y="5675"/>
                    <a:pt x="1217" y="5403"/>
                  </a:cubicBezTo>
                  <a:cubicBezTo>
                    <a:pt x="1448" y="4863"/>
                    <a:pt x="1713" y="4342"/>
                    <a:pt x="2019" y="3857"/>
                  </a:cubicBezTo>
                  <a:cubicBezTo>
                    <a:pt x="2630" y="2887"/>
                    <a:pt x="3399" y="2056"/>
                    <a:pt x="4284" y="1433"/>
                  </a:cubicBezTo>
                  <a:cubicBezTo>
                    <a:pt x="4725" y="1119"/>
                    <a:pt x="5193" y="857"/>
                    <a:pt x="5681" y="646"/>
                  </a:cubicBezTo>
                  <a:cubicBezTo>
                    <a:pt x="5924" y="541"/>
                    <a:pt x="6171" y="446"/>
                    <a:pt x="6422" y="369"/>
                  </a:cubicBezTo>
                  <a:cubicBezTo>
                    <a:pt x="6648" y="302"/>
                    <a:pt x="6879" y="243"/>
                    <a:pt x="7106" y="204"/>
                  </a:cubicBezTo>
                  <a:lnTo>
                    <a:pt x="7154" y="947"/>
                  </a:lnTo>
                  <a:cubicBezTo>
                    <a:pt x="7032" y="923"/>
                    <a:pt x="6907" y="912"/>
                    <a:pt x="6779" y="912"/>
                  </a:cubicBezTo>
                  <a:cubicBezTo>
                    <a:pt x="4251" y="912"/>
                    <a:pt x="550" y="5416"/>
                    <a:pt x="550" y="11327"/>
                  </a:cubicBezTo>
                  <a:lnTo>
                    <a:pt x="7837" y="11327"/>
                  </a:lnTo>
                  <a:lnTo>
                    <a:pt x="7837" y="11307"/>
                  </a:lnTo>
                  <a:cubicBezTo>
                    <a:pt x="7832" y="10974"/>
                    <a:pt x="7777" y="6355"/>
                    <a:pt x="8630" y="2112"/>
                  </a:cubicBezTo>
                  <a:cubicBezTo>
                    <a:pt x="8674" y="1898"/>
                    <a:pt x="8729" y="1688"/>
                    <a:pt x="8778" y="1475"/>
                  </a:cubicBezTo>
                  <a:cubicBezTo>
                    <a:pt x="8831" y="1246"/>
                    <a:pt x="8885" y="1018"/>
                    <a:pt x="8952" y="795"/>
                  </a:cubicBezTo>
                  <a:lnTo>
                    <a:pt x="9144" y="122"/>
                  </a:lnTo>
                  <a:lnTo>
                    <a:pt x="9175" y="11"/>
                  </a:lnTo>
                  <a:lnTo>
                    <a:pt x="9077" y="11"/>
                  </a:lnTo>
                  <a:lnTo>
                    <a:pt x="7233" y="1"/>
                  </a:lnTo>
                  <a:lnTo>
                    <a:pt x="717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54"/>
            <p:cNvSpPr/>
            <p:nvPr/>
          </p:nvSpPr>
          <p:spPr>
            <a:xfrm>
              <a:off x="6463600" y="3304125"/>
              <a:ext cx="211650" cy="253750"/>
            </a:xfrm>
            <a:custGeom>
              <a:rect b="b" l="l" r="r" t="t"/>
              <a:pathLst>
                <a:path extrusionOk="0" h="10150" w="8466">
                  <a:moveTo>
                    <a:pt x="8466" y="0"/>
                  </a:moveTo>
                  <a:lnTo>
                    <a:pt x="8304" y="610"/>
                  </a:lnTo>
                  <a:cubicBezTo>
                    <a:pt x="8249" y="812"/>
                    <a:pt x="8214" y="1021"/>
                    <a:pt x="8167" y="1226"/>
                  </a:cubicBezTo>
                  <a:lnTo>
                    <a:pt x="8104" y="1535"/>
                  </a:lnTo>
                  <a:lnTo>
                    <a:pt x="8051" y="1845"/>
                  </a:lnTo>
                  <a:cubicBezTo>
                    <a:pt x="8014" y="2053"/>
                    <a:pt x="7973" y="2260"/>
                    <a:pt x="7947" y="2468"/>
                  </a:cubicBezTo>
                  <a:lnTo>
                    <a:pt x="7860" y="3094"/>
                  </a:lnTo>
                  <a:cubicBezTo>
                    <a:pt x="7833" y="3302"/>
                    <a:pt x="7812" y="3512"/>
                    <a:pt x="7789" y="3723"/>
                  </a:cubicBezTo>
                  <a:cubicBezTo>
                    <a:pt x="7763" y="3932"/>
                    <a:pt x="7744" y="4140"/>
                    <a:pt x="7726" y="4350"/>
                  </a:cubicBezTo>
                  <a:cubicBezTo>
                    <a:pt x="7708" y="4559"/>
                    <a:pt x="7685" y="4770"/>
                    <a:pt x="7672" y="4979"/>
                  </a:cubicBezTo>
                  <a:lnTo>
                    <a:pt x="7629" y="5609"/>
                  </a:lnTo>
                  <a:lnTo>
                    <a:pt x="7595" y="6240"/>
                  </a:lnTo>
                  <a:cubicBezTo>
                    <a:pt x="7583" y="6450"/>
                    <a:pt x="7575" y="6659"/>
                    <a:pt x="7568" y="6872"/>
                  </a:cubicBezTo>
                  <a:cubicBezTo>
                    <a:pt x="7560" y="7081"/>
                    <a:pt x="7555" y="7292"/>
                    <a:pt x="7550" y="7503"/>
                  </a:cubicBezTo>
                  <a:cubicBezTo>
                    <a:pt x="7530" y="8303"/>
                    <a:pt x="7524" y="9101"/>
                    <a:pt x="7542" y="9902"/>
                  </a:cubicBezTo>
                  <a:cubicBezTo>
                    <a:pt x="6944" y="9904"/>
                    <a:pt x="6346" y="9908"/>
                    <a:pt x="5750" y="9913"/>
                  </a:cubicBezTo>
                  <a:lnTo>
                    <a:pt x="3834" y="9935"/>
                  </a:lnTo>
                  <a:cubicBezTo>
                    <a:pt x="3193" y="9944"/>
                    <a:pt x="2556" y="9955"/>
                    <a:pt x="1916" y="9971"/>
                  </a:cubicBezTo>
                  <a:cubicBezTo>
                    <a:pt x="1277" y="9988"/>
                    <a:pt x="639" y="10002"/>
                    <a:pt x="0" y="10025"/>
                  </a:cubicBezTo>
                  <a:cubicBezTo>
                    <a:pt x="639" y="10050"/>
                    <a:pt x="1277" y="10062"/>
                    <a:pt x="1916" y="10078"/>
                  </a:cubicBezTo>
                  <a:cubicBezTo>
                    <a:pt x="2556" y="10096"/>
                    <a:pt x="3193" y="10105"/>
                    <a:pt x="3834" y="10116"/>
                  </a:cubicBezTo>
                  <a:lnTo>
                    <a:pt x="5750" y="10137"/>
                  </a:lnTo>
                  <a:cubicBezTo>
                    <a:pt x="6389" y="10143"/>
                    <a:pt x="7027" y="10148"/>
                    <a:pt x="7668" y="10150"/>
                  </a:cubicBezTo>
                  <a:lnTo>
                    <a:pt x="7793" y="10150"/>
                  </a:lnTo>
                  <a:lnTo>
                    <a:pt x="7791" y="10023"/>
                  </a:lnTo>
                  <a:cubicBezTo>
                    <a:pt x="7783" y="9606"/>
                    <a:pt x="7782" y="9185"/>
                    <a:pt x="7785" y="8768"/>
                  </a:cubicBezTo>
                  <a:cubicBezTo>
                    <a:pt x="7785" y="8349"/>
                    <a:pt x="7789" y="7930"/>
                    <a:pt x="7797" y="7511"/>
                  </a:cubicBezTo>
                  <a:cubicBezTo>
                    <a:pt x="7799" y="7301"/>
                    <a:pt x="7805" y="7090"/>
                    <a:pt x="7812" y="6881"/>
                  </a:cubicBezTo>
                  <a:cubicBezTo>
                    <a:pt x="7818" y="6671"/>
                    <a:pt x="7820" y="6462"/>
                    <a:pt x="7830" y="6254"/>
                  </a:cubicBezTo>
                  <a:lnTo>
                    <a:pt x="7853" y="5625"/>
                  </a:lnTo>
                  <a:lnTo>
                    <a:pt x="7885" y="4998"/>
                  </a:lnTo>
                  <a:cubicBezTo>
                    <a:pt x="7893" y="4787"/>
                    <a:pt x="7911" y="4579"/>
                    <a:pt x="7923" y="4370"/>
                  </a:cubicBezTo>
                  <a:cubicBezTo>
                    <a:pt x="7936" y="4160"/>
                    <a:pt x="7950" y="3952"/>
                    <a:pt x="7967" y="3743"/>
                  </a:cubicBezTo>
                  <a:lnTo>
                    <a:pt x="8020" y="3116"/>
                  </a:lnTo>
                  <a:lnTo>
                    <a:pt x="8084" y="2490"/>
                  </a:lnTo>
                  <a:cubicBezTo>
                    <a:pt x="8102" y="2282"/>
                    <a:pt x="8134" y="2073"/>
                    <a:pt x="8158" y="1865"/>
                  </a:cubicBezTo>
                  <a:lnTo>
                    <a:pt x="8196" y="1554"/>
                  </a:lnTo>
                  <a:lnTo>
                    <a:pt x="8245" y="1242"/>
                  </a:lnTo>
                  <a:cubicBezTo>
                    <a:pt x="8280" y="1037"/>
                    <a:pt x="8306" y="826"/>
                    <a:pt x="8349" y="622"/>
                  </a:cubicBezTo>
                  <a:lnTo>
                    <a:pt x="846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54"/>
            <p:cNvSpPr/>
            <p:nvPr/>
          </p:nvSpPr>
          <p:spPr>
            <a:xfrm>
              <a:off x="5957825" y="3207525"/>
              <a:ext cx="1192225" cy="670625"/>
            </a:xfrm>
            <a:custGeom>
              <a:rect b="b" l="l" r="r" t="t"/>
              <a:pathLst>
                <a:path extrusionOk="0" h="26825" w="47689">
                  <a:moveTo>
                    <a:pt x="8137" y="4843"/>
                  </a:moveTo>
                  <a:cubicBezTo>
                    <a:pt x="8231" y="4843"/>
                    <a:pt x="8308" y="4921"/>
                    <a:pt x="8308" y="5015"/>
                  </a:cubicBezTo>
                  <a:cubicBezTo>
                    <a:pt x="8306" y="5110"/>
                    <a:pt x="8231" y="5185"/>
                    <a:pt x="8137" y="5185"/>
                  </a:cubicBezTo>
                  <a:cubicBezTo>
                    <a:pt x="8043" y="5185"/>
                    <a:pt x="7965" y="5109"/>
                    <a:pt x="7965" y="5015"/>
                  </a:cubicBezTo>
                  <a:cubicBezTo>
                    <a:pt x="7965" y="4921"/>
                    <a:pt x="8043" y="4843"/>
                    <a:pt x="8137" y="4843"/>
                  </a:cubicBezTo>
                  <a:close/>
                  <a:moveTo>
                    <a:pt x="8076" y="4692"/>
                  </a:moveTo>
                  <a:cubicBezTo>
                    <a:pt x="8082" y="4692"/>
                    <a:pt x="8088" y="4692"/>
                    <a:pt x="8093" y="4693"/>
                  </a:cubicBezTo>
                  <a:cubicBezTo>
                    <a:pt x="8106" y="4693"/>
                    <a:pt x="8118" y="4695"/>
                    <a:pt x="8126" y="4695"/>
                  </a:cubicBezTo>
                  <a:cubicBezTo>
                    <a:pt x="8133" y="4697"/>
                    <a:pt x="8138" y="4697"/>
                    <a:pt x="8138" y="4697"/>
                  </a:cubicBezTo>
                  <a:cubicBezTo>
                    <a:pt x="8138" y="4697"/>
                    <a:pt x="8121" y="4701"/>
                    <a:pt x="8097" y="4710"/>
                  </a:cubicBezTo>
                  <a:cubicBezTo>
                    <a:pt x="8071" y="4719"/>
                    <a:pt x="8036" y="4734"/>
                    <a:pt x="8000" y="4760"/>
                  </a:cubicBezTo>
                  <a:cubicBezTo>
                    <a:pt x="7965" y="4784"/>
                    <a:pt x="7932" y="4822"/>
                    <a:pt x="7906" y="4864"/>
                  </a:cubicBezTo>
                  <a:cubicBezTo>
                    <a:pt x="7893" y="4887"/>
                    <a:pt x="7885" y="4911"/>
                    <a:pt x="7878" y="4937"/>
                  </a:cubicBezTo>
                  <a:cubicBezTo>
                    <a:pt x="7871" y="4964"/>
                    <a:pt x="7867" y="4984"/>
                    <a:pt x="7867" y="5018"/>
                  </a:cubicBezTo>
                  <a:cubicBezTo>
                    <a:pt x="7867" y="5039"/>
                    <a:pt x="7871" y="5070"/>
                    <a:pt x="7878" y="5093"/>
                  </a:cubicBezTo>
                  <a:cubicBezTo>
                    <a:pt x="7886" y="5118"/>
                    <a:pt x="7893" y="5144"/>
                    <a:pt x="7906" y="5165"/>
                  </a:cubicBezTo>
                  <a:cubicBezTo>
                    <a:pt x="7932" y="5211"/>
                    <a:pt x="7967" y="5246"/>
                    <a:pt x="8000" y="5271"/>
                  </a:cubicBezTo>
                  <a:cubicBezTo>
                    <a:pt x="8019" y="5283"/>
                    <a:pt x="8036" y="5294"/>
                    <a:pt x="8052" y="5301"/>
                  </a:cubicBezTo>
                  <a:cubicBezTo>
                    <a:pt x="8070" y="5310"/>
                    <a:pt x="8085" y="5314"/>
                    <a:pt x="8097" y="5320"/>
                  </a:cubicBezTo>
                  <a:cubicBezTo>
                    <a:pt x="8121" y="5328"/>
                    <a:pt x="8138" y="5333"/>
                    <a:pt x="8138" y="5333"/>
                  </a:cubicBezTo>
                  <a:lnTo>
                    <a:pt x="8125" y="5337"/>
                  </a:lnTo>
                  <a:cubicBezTo>
                    <a:pt x="8118" y="5337"/>
                    <a:pt x="8106" y="5341"/>
                    <a:pt x="8093" y="5341"/>
                  </a:cubicBezTo>
                  <a:cubicBezTo>
                    <a:pt x="8088" y="5342"/>
                    <a:pt x="8082" y="5342"/>
                    <a:pt x="8076" y="5342"/>
                  </a:cubicBezTo>
                  <a:cubicBezTo>
                    <a:pt x="8049" y="5342"/>
                    <a:pt x="8014" y="5336"/>
                    <a:pt x="7973" y="5321"/>
                  </a:cubicBezTo>
                  <a:cubicBezTo>
                    <a:pt x="7926" y="5304"/>
                    <a:pt x="7873" y="5266"/>
                    <a:pt x="7835" y="5212"/>
                  </a:cubicBezTo>
                  <a:cubicBezTo>
                    <a:pt x="7815" y="5185"/>
                    <a:pt x="7799" y="5156"/>
                    <a:pt x="7788" y="5122"/>
                  </a:cubicBezTo>
                  <a:cubicBezTo>
                    <a:pt x="7776" y="5086"/>
                    <a:pt x="7770" y="5055"/>
                    <a:pt x="7770" y="5015"/>
                  </a:cubicBezTo>
                  <a:cubicBezTo>
                    <a:pt x="7770" y="4985"/>
                    <a:pt x="7776" y="4944"/>
                    <a:pt x="7788" y="4911"/>
                  </a:cubicBezTo>
                  <a:cubicBezTo>
                    <a:pt x="7799" y="4878"/>
                    <a:pt x="7816" y="4848"/>
                    <a:pt x="7835" y="4822"/>
                  </a:cubicBezTo>
                  <a:cubicBezTo>
                    <a:pt x="7873" y="4768"/>
                    <a:pt x="7926" y="4730"/>
                    <a:pt x="7973" y="4713"/>
                  </a:cubicBezTo>
                  <a:cubicBezTo>
                    <a:pt x="8014" y="4697"/>
                    <a:pt x="8049" y="4692"/>
                    <a:pt x="8076" y="4692"/>
                  </a:cubicBezTo>
                  <a:close/>
                  <a:moveTo>
                    <a:pt x="8415" y="5471"/>
                  </a:moveTo>
                  <a:lnTo>
                    <a:pt x="11101" y="7932"/>
                  </a:lnTo>
                  <a:cubicBezTo>
                    <a:pt x="10811" y="8097"/>
                    <a:pt x="10522" y="8266"/>
                    <a:pt x="10233" y="8443"/>
                  </a:cubicBezTo>
                  <a:cubicBezTo>
                    <a:pt x="9945" y="8621"/>
                    <a:pt x="9661" y="8802"/>
                    <a:pt x="9382" y="8984"/>
                  </a:cubicBezTo>
                  <a:lnTo>
                    <a:pt x="8415" y="5471"/>
                  </a:lnTo>
                  <a:close/>
                  <a:moveTo>
                    <a:pt x="13376" y="7537"/>
                  </a:moveTo>
                  <a:cubicBezTo>
                    <a:pt x="13384" y="7560"/>
                    <a:pt x="13390" y="7582"/>
                    <a:pt x="13398" y="7607"/>
                  </a:cubicBezTo>
                  <a:cubicBezTo>
                    <a:pt x="13417" y="7660"/>
                    <a:pt x="13439" y="7717"/>
                    <a:pt x="13452" y="7779"/>
                  </a:cubicBezTo>
                  <a:cubicBezTo>
                    <a:pt x="13486" y="7905"/>
                    <a:pt x="13523" y="8047"/>
                    <a:pt x="13564" y="8202"/>
                  </a:cubicBezTo>
                  <a:cubicBezTo>
                    <a:pt x="13603" y="8359"/>
                    <a:pt x="13629" y="8529"/>
                    <a:pt x="13666" y="8710"/>
                  </a:cubicBezTo>
                  <a:cubicBezTo>
                    <a:pt x="13686" y="8802"/>
                    <a:pt x="13698" y="8896"/>
                    <a:pt x="13711" y="8991"/>
                  </a:cubicBezTo>
                  <a:cubicBezTo>
                    <a:pt x="13725" y="9087"/>
                    <a:pt x="13738" y="9186"/>
                    <a:pt x="13752" y="9285"/>
                  </a:cubicBezTo>
                  <a:cubicBezTo>
                    <a:pt x="13754" y="9301"/>
                    <a:pt x="13754" y="9319"/>
                    <a:pt x="13758" y="9335"/>
                  </a:cubicBezTo>
                  <a:lnTo>
                    <a:pt x="12356" y="8211"/>
                  </a:lnTo>
                  <a:cubicBezTo>
                    <a:pt x="12687" y="7983"/>
                    <a:pt x="13026" y="7757"/>
                    <a:pt x="13376" y="7537"/>
                  </a:cubicBezTo>
                  <a:close/>
                  <a:moveTo>
                    <a:pt x="10408" y="8731"/>
                  </a:moveTo>
                  <a:lnTo>
                    <a:pt x="10408" y="8731"/>
                  </a:lnTo>
                  <a:cubicBezTo>
                    <a:pt x="10408" y="8731"/>
                    <a:pt x="10334" y="8779"/>
                    <a:pt x="10194" y="8872"/>
                  </a:cubicBezTo>
                  <a:cubicBezTo>
                    <a:pt x="10126" y="8917"/>
                    <a:pt x="10040" y="8974"/>
                    <a:pt x="9939" y="9041"/>
                  </a:cubicBezTo>
                  <a:cubicBezTo>
                    <a:pt x="9840" y="9108"/>
                    <a:pt x="9726" y="9187"/>
                    <a:pt x="9597" y="9273"/>
                  </a:cubicBezTo>
                  <a:cubicBezTo>
                    <a:pt x="9561" y="9299"/>
                    <a:pt x="9522" y="9326"/>
                    <a:pt x="9483" y="9352"/>
                  </a:cubicBezTo>
                  <a:lnTo>
                    <a:pt x="9468" y="9299"/>
                  </a:lnTo>
                  <a:cubicBezTo>
                    <a:pt x="9503" y="9276"/>
                    <a:pt x="9538" y="9253"/>
                    <a:pt x="9571" y="9233"/>
                  </a:cubicBezTo>
                  <a:cubicBezTo>
                    <a:pt x="9833" y="9066"/>
                    <a:pt x="10044" y="8943"/>
                    <a:pt x="10188" y="8860"/>
                  </a:cubicBezTo>
                  <a:cubicBezTo>
                    <a:pt x="10330" y="8776"/>
                    <a:pt x="10408" y="8731"/>
                    <a:pt x="10408" y="8731"/>
                  </a:cubicBezTo>
                  <a:close/>
                  <a:moveTo>
                    <a:pt x="9209" y="9464"/>
                  </a:moveTo>
                  <a:lnTo>
                    <a:pt x="9227" y="9528"/>
                  </a:lnTo>
                  <a:cubicBezTo>
                    <a:pt x="9225" y="9530"/>
                    <a:pt x="9222" y="9531"/>
                    <a:pt x="9219" y="9534"/>
                  </a:cubicBezTo>
                  <a:lnTo>
                    <a:pt x="9205" y="9468"/>
                  </a:lnTo>
                  <a:cubicBezTo>
                    <a:pt x="9206" y="9465"/>
                    <a:pt x="9207" y="9465"/>
                    <a:pt x="9209" y="9464"/>
                  </a:cubicBezTo>
                  <a:close/>
                  <a:moveTo>
                    <a:pt x="12107" y="8390"/>
                  </a:moveTo>
                  <a:lnTo>
                    <a:pt x="13800" y="9750"/>
                  </a:lnTo>
                  <a:lnTo>
                    <a:pt x="13815" y="9906"/>
                  </a:lnTo>
                  <a:cubicBezTo>
                    <a:pt x="13819" y="9945"/>
                    <a:pt x="13820" y="9985"/>
                    <a:pt x="13821" y="10025"/>
                  </a:cubicBezTo>
                  <a:lnTo>
                    <a:pt x="12162" y="8502"/>
                  </a:lnTo>
                  <a:cubicBezTo>
                    <a:pt x="12142" y="8463"/>
                    <a:pt x="12123" y="8427"/>
                    <a:pt x="12107" y="8390"/>
                  </a:cubicBezTo>
                  <a:close/>
                  <a:moveTo>
                    <a:pt x="15061" y="6624"/>
                  </a:moveTo>
                  <a:cubicBezTo>
                    <a:pt x="15068" y="6663"/>
                    <a:pt x="15074" y="6707"/>
                    <a:pt x="15080" y="6755"/>
                  </a:cubicBezTo>
                  <a:cubicBezTo>
                    <a:pt x="15084" y="6808"/>
                    <a:pt x="15090" y="6865"/>
                    <a:pt x="15097" y="6928"/>
                  </a:cubicBezTo>
                  <a:cubicBezTo>
                    <a:pt x="15101" y="6959"/>
                    <a:pt x="15104" y="6992"/>
                    <a:pt x="15108" y="7027"/>
                  </a:cubicBezTo>
                  <a:cubicBezTo>
                    <a:pt x="15109" y="7060"/>
                    <a:pt x="15113" y="7096"/>
                    <a:pt x="15115" y="7133"/>
                  </a:cubicBezTo>
                  <a:cubicBezTo>
                    <a:pt x="15117" y="7206"/>
                    <a:pt x="15127" y="7284"/>
                    <a:pt x="15128" y="7366"/>
                  </a:cubicBezTo>
                  <a:cubicBezTo>
                    <a:pt x="15129" y="7448"/>
                    <a:pt x="15131" y="7535"/>
                    <a:pt x="15135" y="7627"/>
                  </a:cubicBezTo>
                  <a:cubicBezTo>
                    <a:pt x="15135" y="7808"/>
                    <a:pt x="15131" y="8004"/>
                    <a:pt x="15120" y="8212"/>
                  </a:cubicBezTo>
                  <a:cubicBezTo>
                    <a:pt x="15108" y="8420"/>
                    <a:pt x="15089" y="8641"/>
                    <a:pt x="15064" y="8866"/>
                  </a:cubicBezTo>
                  <a:cubicBezTo>
                    <a:pt x="15039" y="9093"/>
                    <a:pt x="15003" y="9327"/>
                    <a:pt x="14966" y="9563"/>
                  </a:cubicBezTo>
                  <a:cubicBezTo>
                    <a:pt x="14928" y="9777"/>
                    <a:pt x="14888" y="9992"/>
                    <a:pt x="14841" y="10206"/>
                  </a:cubicBezTo>
                  <a:lnTo>
                    <a:pt x="13962" y="9501"/>
                  </a:lnTo>
                  <a:cubicBezTo>
                    <a:pt x="13960" y="9422"/>
                    <a:pt x="13954" y="9343"/>
                    <a:pt x="13946" y="9266"/>
                  </a:cubicBezTo>
                  <a:cubicBezTo>
                    <a:pt x="13936" y="9163"/>
                    <a:pt x="13926" y="9062"/>
                    <a:pt x="13918" y="8966"/>
                  </a:cubicBezTo>
                  <a:cubicBezTo>
                    <a:pt x="13909" y="8866"/>
                    <a:pt x="13899" y="8771"/>
                    <a:pt x="13885" y="8678"/>
                  </a:cubicBezTo>
                  <a:cubicBezTo>
                    <a:pt x="13854" y="8492"/>
                    <a:pt x="13832" y="8316"/>
                    <a:pt x="13800" y="8153"/>
                  </a:cubicBezTo>
                  <a:cubicBezTo>
                    <a:pt x="13765" y="7992"/>
                    <a:pt x="13733" y="7844"/>
                    <a:pt x="13705" y="7714"/>
                  </a:cubicBezTo>
                  <a:cubicBezTo>
                    <a:pt x="13693" y="7648"/>
                    <a:pt x="13672" y="7588"/>
                    <a:pt x="13656" y="7533"/>
                  </a:cubicBezTo>
                  <a:cubicBezTo>
                    <a:pt x="13640" y="7482"/>
                    <a:pt x="13627" y="7435"/>
                    <a:pt x="13613" y="7392"/>
                  </a:cubicBezTo>
                  <a:cubicBezTo>
                    <a:pt x="13969" y="7174"/>
                    <a:pt x="14334" y="6963"/>
                    <a:pt x="14710" y="6757"/>
                  </a:cubicBezTo>
                  <a:cubicBezTo>
                    <a:pt x="14827" y="6711"/>
                    <a:pt x="14945" y="6667"/>
                    <a:pt x="15061" y="6624"/>
                  </a:cubicBezTo>
                  <a:close/>
                  <a:moveTo>
                    <a:pt x="13985" y="9898"/>
                  </a:moveTo>
                  <a:lnTo>
                    <a:pt x="14772" y="10529"/>
                  </a:lnTo>
                  <a:cubicBezTo>
                    <a:pt x="14748" y="10629"/>
                    <a:pt x="14725" y="10730"/>
                    <a:pt x="14700" y="10830"/>
                  </a:cubicBezTo>
                  <a:lnTo>
                    <a:pt x="13989" y="10180"/>
                  </a:lnTo>
                  <a:cubicBezTo>
                    <a:pt x="13989" y="10084"/>
                    <a:pt x="13988" y="9990"/>
                    <a:pt x="13985" y="9898"/>
                  </a:cubicBezTo>
                  <a:close/>
                  <a:moveTo>
                    <a:pt x="16808" y="6074"/>
                  </a:moveTo>
                  <a:cubicBezTo>
                    <a:pt x="16808" y="6124"/>
                    <a:pt x="16808" y="6179"/>
                    <a:pt x="16805" y="6242"/>
                  </a:cubicBezTo>
                  <a:cubicBezTo>
                    <a:pt x="16796" y="6362"/>
                    <a:pt x="16795" y="6507"/>
                    <a:pt x="16773" y="6672"/>
                  </a:cubicBezTo>
                  <a:cubicBezTo>
                    <a:pt x="16762" y="6755"/>
                    <a:pt x="16756" y="6844"/>
                    <a:pt x="16742" y="6937"/>
                  </a:cubicBezTo>
                  <a:cubicBezTo>
                    <a:pt x="16729" y="7028"/>
                    <a:pt x="16714" y="7126"/>
                    <a:pt x="16699" y="7228"/>
                  </a:cubicBezTo>
                  <a:cubicBezTo>
                    <a:pt x="16679" y="7329"/>
                    <a:pt x="16659" y="7435"/>
                    <a:pt x="16639" y="7544"/>
                  </a:cubicBezTo>
                  <a:cubicBezTo>
                    <a:pt x="16617" y="7652"/>
                    <a:pt x="16588" y="7764"/>
                    <a:pt x="16564" y="7879"/>
                  </a:cubicBezTo>
                  <a:cubicBezTo>
                    <a:pt x="16537" y="7995"/>
                    <a:pt x="16503" y="8112"/>
                    <a:pt x="16471" y="8232"/>
                  </a:cubicBezTo>
                  <a:cubicBezTo>
                    <a:pt x="16437" y="8353"/>
                    <a:pt x="16398" y="8474"/>
                    <a:pt x="16364" y="8598"/>
                  </a:cubicBezTo>
                  <a:cubicBezTo>
                    <a:pt x="16323" y="8720"/>
                    <a:pt x="16283" y="8846"/>
                    <a:pt x="16241" y="8972"/>
                  </a:cubicBezTo>
                  <a:cubicBezTo>
                    <a:pt x="16196" y="9099"/>
                    <a:pt x="16150" y="9226"/>
                    <a:pt x="16103" y="9354"/>
                  </a:cubicBezTo>
                  <a:cubicBezTo>
                    <a:pt x="16006" y="9609"/>
                    <a:pt x="15903" y="9865"/>
                    <a:pt x="15794" y="10121"/>
                  </a:cubicBezTo>
                  <a:cubicBezTo>
                    <a:pt x="15618" y="10530"/>
                    <a:pt x="15426" y="10932"/>
                    <a:pt x="15234" y="11312"/>
                  </a:cubicBezTo>
                  <a:lnTo>
                    <a:pt x="14806" y="10920"/>
                  </a:lnTo>
                  <a:cubicBezTo>
                    <a:pt x="14827" y="10847"/>
                    <a:pt x="14847" y="10777"/>
                    <a:pt x="14868" y="10705"/>
                  </a:cubicBezTo>
                  <a:cubicBezTo>
                    <a:pt x="14900" y="10745"/>
                    <a:pt x="14941" y="10775"/>
                    <a:pt x="14990" y="10787"/>
                  </a:cubicBezTo>
                  <a:cubicBezTo>
                    <a:pt x="15004" y="10790"/>
                    <a:pt x="15019" y="10792"/>
                    <a:pt x="15033" y="10792"/>
                  </a:cubicBezTo>
                  <a:cubicBezTo>
                    <a:pt x="15153" y="10792"/>
                    <a:pt x="15269" y="10682"/>
                    <a:pt x="15304" y="10529"/>
                  </a:cubicBezTo>
                  <a:cubicBezTo>
                    <a:pt x="15343" y="10356"/>
                    <a:pt x="15264" y="10193"/>
                    <a:pt x="15128" y="10162"/>
                  </a:cubicBezTo>
                  <a:cubicBezTo>
                    <a:pt x="15115" y="10160"/>
                    <a:pt x="15102" y="10158"/>
                    <a:pt x="15089" y="10158"/>
                  </a:cubicBezTo>
                  <a:cubicBezTo>
                    <a:pt x="15061" y="10158"/>
                    <a:pt x="15033" y="10164"/>
                    <a:pt x="15006" y="10174"/>
                  </a:cubicBezTo>
                  <a:cubicBezTo>
                    <a:pt x="15053" y="9981"/>
                    <a:pt x="15097" y="9786"/>
                    <a:pt x="15137" y="9593"/>
                  </a:cubicBezTo>
                  <a:cubicBezTo>
                    <a:pt x="15184" y="9355"/>
                    <a:pt x="15229" y="9120"/>
                    <a:pt x="15264" y="8890"/>
                  </a:cubicBezTo>
                  <a:cubicBezTo>
                    <a:pt x="15299" y="8659"/>
                    <a:pt x="15325" y="8438"/>
                    <a:pt x="15344" y="8226"/>
                  </a:cubicBezTo>
                  <a:cubicBezTo>
                    <a:pt x="15364" y="8014"/>
                    <a:pt x="15375" y="7812"/>
                    <a:pt x="15382" y="7625"/>
                  </a:cubicBezTo>
                  <a:cubicBezTo>
                    <a:pt x="15383" y="7531"/>
                    <a:pt x="15383" y="7443"/>
                    <a:pt x="15385" y="7357"/>
                  </a:cubicBezTo>
                  <a:cubicBezTo>
                    <a:pt x="15382" y="7275"/>
                    <a:pt x="15378" y="7194"/>
                    <a:pt x="15377" y="7118"/>
                  </a:cubicBezTo>
                  <a:cubicBezTo>
                    <a:pt x="15375" y="7079"/>
                    <a:pt x="15375" y="7043"/>
                    <a:pt x="15372" y="7006"/>
                  </a:cubicBezTo>
                  <a:cubicBezTo>
                    <a:pt x="15370" y="6971"/>
                    <a:pt x="15368" y="6937"/>
                    <a:pt x="15366" y="6904"/>
                  </a:cubicBezTo>
                  <a:cubicBezTo>
                    <a:pt x="15362" y="6839"/>
                    <a:pt x="15358" y="6778"/>
                    <a:pt x="15352" y="6723"/>
                  </a:cubicBezTo>
                  <a:cubicBezTo>
                    <a:pt x="15346" y="6644"/>
                    <a:pt x="15336" y="6577"/>
                    <a:pt x="15331" y="6524"/>
                  </a:cubicBezTo>
                  <a:cubicBezTo>
                    <a:pt x="15840" y="6346"/>
                    <a:pt x="16333" y="6194"/>
                    <a:pt x="16808" y="6074"/>
                  </a:cubicBezTo>
                  <a:close/>
                  <a:moveTo>
                    <a:pt x="18659" y="5778"/>
                  </a:moveTo>
                  <a:cubicBezTo>
                    <a:pt x="17463" y="7369"/>
                    <a:pt x="16624" y="9175"/>
                    <a:pt x="16176" y="11099"/>
                  </a:cubicBezTo>
                  <a:cubicBezTo>
                    <a:pt x="16130" y="11160"/>
                    <a:pt x="16084" y="11220"/>
                    <a:pt x="16041" y="11278"/>
                  </a:cubicBezTo>
                  <a:cubicBezTo>
                    <a:pt x="15947" y="11398"/>
                    <a:pt x="15856" y="11517"/>
                    <a:pt x="15765" y="11633"/>
                  </a:cubicBezTo>
                  <a:cubicBezTo>
                    <a:pt x="15738" y="11666"/>
                    <a:pt x="15711" y="11698"/>
                    <a:pt x="15685" y="11732"/>
                  </a:cubicBezTo>
                  <a:lnTo>
                    <a:pt x="15305" y="11384"/>
                  </a:lnTo>
                  <a:cubicBezTo>
                    <a:pt x="15518" y="11001"/>
                    <a:pt x="15727" y="10596"/>
                    <a:pt x="15922" y="10181"/>
                  </a:cubicBezTo>
                  <a:cubicBezTo>
                    <a:pt x="16041" y="9930"/>
                    <a:pt x="16154" y="9672"/>
                    <a:pt x="16259" y="9417"/>
                  </a:cubicBezTo>
                  <a:cubicBezTo>
                    <a:pt x="16310" y="9289"/>
                    <a:pt x="16359" y="9162"/>
                    <a:pt x="16411" y="9037"/>
                  </a:cubicBezTo>
                  <a:cubicBezTo>
                    <a:pt x="16458" y="8909"/>
                    <a:pt x="16503" y="8784"/>
                    <a:pt x="16546" y="8661"/>
                  </a:cubicBezTo>
                  <a:cubicBezTo>
                    <a:pt x="16586" y="8536"/>
                    <a:pt x="16631" y="8414"/>
                    <a:pt x="16667" y="8293"/>
                  </a:cubicBezTo>
                  <a:cubicBezTo>
                    <a:pt x="16702" y="8172"/>
                    <a:pt x="16741" y="8052"/>
                    <a:pt x="16773" y="7937"/>
                  </a:cubicBezTo>
                  <a:cubicBezTo>
                    <a:pt x="16803" y="7819"/>
                    <a:pt x="16835" y="7707"/>
                    <a:pt x="16862" y="7596"/>
                  </a:cubicBezTo>
                  <a:cubicBezTo>
                    <a:pt x="16887" y="7486"/>
                    <a:pt x="16913" y="7378"/>
                    <a:pt x="16936" y="7274"/>
                  </a:cubicBezTo>
                  <a:cubicBezTo>
                    <a:pt x="16954" y="7170"/>
                    <a:pt x="16973" y="7071"/>
                    <a:pt x="16991" y="6975"/>
                  </a:cubicBezTo>
                  <a:cubicBezTo>
                    <a:pt x="17009" y="6879"/>
                    <a:pt x="17018" y="6789"/>
                    <a:pt x="17031" y="6703"/>
                  </a:cubicBezTo>
                  <a:cubicBezTo>
                    <a:pt x="17058" y="6534"/>
                    <a:pt x="17065" y="6381"/>
                    <a:pt x="17078" y="6258"/>
                  </a:cubicBezTo>
                  <a:cubicBezTo>
                    <a:pt x="17087" y="6156"/>
                    <a:pt x="17089" y="6073"/>
                    <a:pt x="17090" y="6010"/>
                  </a:cubicBezTo>
                  <a:cubicBezTo>
                    <a:pt x="17122" y="6003"/>
                    <a:pt x="17154" y="5995"/>
                    <a:pt x="17185" y="5988"/>
                  </a:cubicBezTo>
                  <a:cubicBezTo>
                    <a:pt x="17725" y="5869"/>
                    <a:pt x="18217" y="5802"/>
                    <a:pt x="18659" y="5778"/>
                  </a:cubicBezTo>
                  <a:close/>
                  <a:moveTo>
                    <a:pt x="9206" y="10950"/>
                  </a:moveTo>
                  <a:lnTo>
                    <a:pt x="9421" y="11991"/>
                  </a:lnTo>
                  <a:cubicBezTo>
                    <a:pt x="9407" y="11980"/>
                    <a:pt x="9393" y="11972"/>
                    <a:pt x="9379" y="11962"/>
                  </a:cubicBezTo>
                  <a:cubicBezTo>
                    <a:pt x="9296" y="11905"/>
                    <a:pt x="9214" y="11847"/>
                    <a:pt x="9135" y="11792"/>
                  </a:cubicBezTo>
                  <a:cubicBezTo>
                    <a:pt x="9054" y="11737"/>
                    <a:pt x="8978" y="11684"/>
                    <a:pt x="8907" y="11625"/>
                  </a:cubicBezTo>
                  <a:cubicBezTo>
                    <a:pt x="8849" y="11578"/>
                    <a:pt x="8790" y="11532"/>
                    <a:pt x="8732" y="11489"/>
                  </a:cubicBezTo>
                  <a:cubicBezTo>
                    <a:pt x="8886" y="11304"/>
                    <a:pt x="9045" y="11125"/>
                    <a:pt x="9206" y="10950"/>
                  </a:cubicBezTo>
                  <a:close/>
                  <a:moveTo>
                    <a:pt x="16120" y="11344"/>
                  </a:moveTo>
                  <a:cubicBezTo>
                    <a:pt x="16073" y="11565"/>
                    <a:pt x="16029" y="11790"/>
                    <a:pt x="15993" y="12014"/>
                  </a:cubicBezTo>
                  <a:lnTo>
                    <a:pt x="15748" y="11791"/>
                  </a:lnTo>
                  <a:lnTo>
                    <a:pt x="15834" y="11690"/>
                  </a:lnTo>
                  <a:cubicBezTo>
                    <a:pt x="15930" y="11578"/>
                    <a:pt x="16024" y="11462"/>
                    <a:pt x="16120" y="11344"/>
                  </a:cubicBezTo>
                  <a:close/>
                  <a:moveTo>
                    <a:pt x="9523" y="10612"/>
                  </a:moveTo>
                  <a:lnTo>
                    <a:pt x="10004" y="12358"/>
                  </a:lnTo>
                  <a:cubicBezTo>
                    <a:pt x="9970" y="12338"/>
                    <a:pt x="9934" y="12317"/>
                    <a:pt x="9900" y="12297"/>
                  </a:cubicBezTo>
                  <a:cubicBezTo>
                    <a:pt x="9856" y="12269"/>
                    <a:pt x="9812" y="12242"/>
                    <a:pt x="9769" y="12214"/>
                  </a:cubicBezTo>
                  <a:lnTo>
                    <a:pt x="9453" y="10685"/>
                  </a:lnTo>
                  <a:cubicBezTo>
                    <a:pt x="9477" y="10662"/>
                    <a:pt x="9501" y="10638"/>
                    <a:pt x="9523" y="10612"/>
                  </a:cubicBezTo>
                  <a:close/>
                  <a:moveTo>
                    <a:pt x="8583" y="11665"/>
                  </a:moveTo>
                  <a:cubicBezTo>
                    <a:pt x="8647" y="11709"/>
                    <a:pt x="8712" y="11753"/>
                    <a:pt x="8776" y="11803"/>
                  </a:cubicBezTo>
                  <a:cubicBezTo>
                    <a:pt x="8851" y="11860"/>
                    <a:pt x="8932" y="11912"/>
                    <a:pt x="9017" y="11964"/>
                  </a:cubicBezTo>
                  <a:cubicBezTo>
                    <a:pt x="9100" y="12018"/>
                    <a:pt x="9184" y="12072"/>
                    <a:pt x="9272" y="12127"/>
                  </a:cubicBezTo>
                  <a:cubicBezTo>
                    <a:pt x="9336" y="12170"/>
                    <a:pt x="9403" y="12209"/>
                    <a:pt x="9473" y="12249"/>
                  </a:cubicBezTo>
                  <a:lnTo>
                    <a:pt x="9699" y="13351"/>
                  </a:lnTo>
                  <a:cubicBezTo>
                    <a:pt x="9488" y="13295"/>
                    <a:pt x="9276" y="13233"/>
                    <a:pt x="9070" y="13169"/>
                  </a:cubicBezTo>
                  <a:cubicBezTo>
                    <a:pt x="8842" y="13095"/>
                    <a:pt x="8618" y="13020"/>
                    <a:pt x="8406" y="12939"/>
                  </a:cubicBezTo>
                  <a:cubicBezTo>
                    <a:pt x="8192" y="12859"/>
                    <a:pt x="7987" y="12777"/>
                    <a:pt x="7797" y="12691"/>
                  </a:cubicBezTo>
                  <a:lnTo>
                    <a:pt x="7796" y="12691"/>
                  </a:lnTo>
                  <a:cubicBezTo>
                    <a:pt x="8050" y="12336"/>
                    <a:pt x="8312" y="11994"/>
                    <a:pt x="8583" y="11665"/>
                  </a:cubicBezTo>
                  <a:close/>
                  <a:moveTo>
                    <a:pt x="9817" y="12445"/>
                  </a:moveTo>
                  <a:lnTo>
                    <a:pt x="9817" y="12445"/>
                  </a:lnTo>
                  <a:cubicBezTo>
                    <a:pt x="9898" y="12491"/>
                    <a:pt x="9981" y="12535"/>
                    <a:pt x="10065" y="12578"/>
                  </a:cubicBezTo>
                  <a:lnTo>
                    <a:pt x="10321" y="13506"/>
                  </a:lnTo>
                  <a:cubicBezTo>
                    <a:pt x="10260" y="13492"/>
                    <a:pt x="10201" y="13479"/>
                    <a:pt x="10141" y="13464"/>
                  </a:cubicBezTo>
                  <a:cubicBezTo>
                    <a:pt x="10106" y="13435"/>
                    <a:pt x="10060" y="13409"/>
                    <a:pt x="10012" y="13392"/>
                  </a:cubicBezTo>
                  <a:lnTo>
                    <a:pt x="9817" y="12445"/>
                  </a:lnTo>
                  <a:close/>
                  <a:moveTo>
                    <a:pt x="15556" y="12014"/>
                  </a:moveTo>
                  <a:lnTo>
                    <a:pt x="15936" y="12363"/>
                  </a:lnTo>
                  <a:cubicBezTo>
                    <a:pt x="15935" y="12370"/>
                    <a:pt x="15935" y="12378"/>
                    <a:pt x="15934" y="12385"/>
                  </a:cubicBezTo>
                  <a:cubicBezTo>
                    <a:pt x="15336" y="12806"/>
                    <a:pt x="14697" y="13231"/>
                    <a:pt x="14019" y="13656"/>
                  </a:cubicBezTo>
                  <a:cubicBezTo>
                    <a:pt x="14197" y="13479"/>
                    <a:pt x="14431" y="13241"/>
                    <a:pt x="14701" y="12949"/>
                  </a:cubicBezTo>
                  <a:cubicBezTo>
                    <a:pt x="14720" y="12931"/>
                    <a:pt x="14737" y="12912"/>
                    <a:pt x="14755" y="12894"/>
                  </a:cubicBezTo>
                  <a:cubicBezTo>
                    <a:pt x="14919" y="12723"/>
                    <a:pt x="15093" y="12535"/>
                    <a:pt x="15274" y="12334"/>
                  </a:cubicBezTo>
                  <a:cubicBezTo>
                    <a:pt x="15366" y="12230"/>
                    <a:pt x="15460" y="12123"/>
                    <a:pt x="15556" y="12014"/>
                  </a:cubicBezTo>
                  <a:close/>
                  <a:moveTo>
                    <a:pt x="15156" y="11649"/>
                  </a:moveTo>
                  <a:lnTo>
                    <a:pt x="15497" y="11960"/>
                  </a:lnTo>
                  <a:cubicBezTo>
                    <a:pt x="15405" y="12073"/>
                    <a:pt x="15312" y="12183"/>
                    <a:pt x="15223" y="12288"/>
                  </a:cubicBezTo>
                  <a:cubicBezTo>
                    <a:pt x="15123" y="12407"/>
                    <a:pt x="15023" y="12519"/>
                    <a:pt x="14928" y="12629"/>
                  </a:cubicBezTo>
                  <a:cubicBezTo>
                    <a:pt x="14458" y="13149"/>
                    <a:pt x="14063" y="13546"/>
                    <a:pt x="13834" y="13772"/>
                  </a:cubicBezTo>
                  <a:cubicBezTo>
                    <a:pt x="13825" y="13777"/>
                    <a:pt x="13819" y="13781"/>
                    <a:pt x="13811" y="13785"/>
                  </a:cubicBezTo>
                  <a:cubicBezTo>
                    <a:pt x="13945" y="13596"/>
                    <a:pt x="14150" y="13290"/>
                    <a:pt x="14395" y="12899"/>
                  </a:cubicBezTo>
                  <a:cubicBezTo>
                    <a:pt x="14404" y="12884"/>
                    <a:pt x="14412" y="12871"/>
                    <a:pt x="14423" y="12855"/>
                  </a:cubicBezTo>
                  <a:cubicBezTo>
                    <a:pt x="14647" y="12508"/>
                    <a:pt x="14901" y="12099"/>
                    <a:pt x="15156" y="11649"/>
                  </a:cubicBezTo>
                  <a:close/>
                  <a:moveTo>
                    <a:pt x="14705" y="11236"/>
                  </a:moveTo>
                  <a:lnTo>
                    <a:pt x="15086" y="11586"/>
                  </a:lnTo>
                  <a:cubicBezTo>
                    <a:pt x="14889" y="11959"/>
                    <a:pt x="14694" y="12307"/>
                    <a:pt x="14512" y="12616"/>
                  </a:cubicBezTo>
                  <a:cubicBezTo>
                    <a:pt x="14184" y="13153"/>
                    <a:pt x="13906" y="13564"/>
                    <a:pt x="13748" y="13791"/>
                  </a:cubicBezTo>
                  <a:cubicBezTo>
                    <a:pt x="13834" y="13599"/>
                    <a:pt x="13962" y="13294"/>
                    <a:pt x="14110" y="12902"/>
                  </a:cubicBezTo>
                  <a:lnTo>
                    <a:pt x="14121" y="12877"/>
                  </a:lnTo>
                  <a:cubicBezTo>
                    <a:pt x="14305" y="12418"/>
                    <a:pt x="14513" y="11850"/>
                    <a:pt x="14705" y="11236"/>
                  </a:cubicBezTo>
                  <a:close/>
                  <a:moveTo>
                    <a:pt x="13993" y="10582"/>
                  </a:moveTo>
                  <a:lnTo>
                    <a:pt x="14616" y="11153"/>
                  </a:lnTo>
                  <a:cubicBezTo>
                    <a:pt x="14569" y="11328"/>
                    <a:pt x="14520" y="11500"/>
                    <a:pt x="14471" y="11668"/>
                  </a:cubicBezTo>
                  <a:cubicBezTo>
                    <a:pt x="14363" y="12033"/>
                    <a:pt x="14250" y="12375"/>
                    <a:pt x="14144" y="12679"/>
                  </a:cubicBezTo>
                  <a:cubicBezTo>
                    <a:pt x="13952" y="13202"/>
                    <a:pt x="13781" y="13601"/>
                    <a:pt x="13687" y="13816"/>
                  </a:cubicBezTo>
                  <a:cubicBezTo>
                    <a:pt x="13718" y="13632"/>
                    <a:pt x="13765" y="13323"/>
                    <a:pt x="13812" y="12926"/>
                  </a:cubicBezTo>
                  <a:cubicBezTo>
                    <a:pt x="13832" y="12765"/>
                    <a:pt x="13858" y="12591"/>
                    <a:pt x="13875" y="12409"/>
                  </a:cubicBezTo>
                  <a:cubicBezTo>
                    <a:pt x="13886" y="12316"/>
                    <a:pt x="13895" y="12221"/>
                    <a:pt x="13906" y="12123"/>
                  </a:cubicBezTo>
                  <a:cubicBezTo>
                    <a:pt x="13914" y="12026"/>
                    <a:pt x="13922" y="11925"/>
                    <a:pt x="13932" y="11825"/>
                  </a:cubicBezTo>
                  <a:cubicBezTo>
                    <a:pt x="13952" y="11621"/>
                    <a:pt x="13960" y="11411"/>
                    <a:pt x="13973" y="11196"/>
                  </a:cubicBezTo>
                  <a:cubicBezTo>
                    <a:pt x="13985" y="10993"/>
                    <a:pt x="13987" y="10789"/>
                    <a:pt x="13993" y="10582"/>
                  </a:cubicBezTo>
                  <a:close/>
                  <a:moveTo>
                    <a:pt x="12473" y="9193"/>
                  </a:moveTo>
                  <a:lnTo>
                    <a:pt x="13843" y="10448"/>
                  </a:lnTo>
                  <a:cubicBezTo>
                    <a:pt x="13846" y="10482"/>
                    <a:pt x="13847" y="10517"/>
                    <a:pt x="13848" y="10550"/>
                  </a:cubicBezTo>
                  <a:cubicBezTo>
                    <a:pt x="13850" y="10766"/>
                    <a:pt x="13859" y="10981"/>
                    <a:pt x="13855" y="11195"/>
                  </a:cubicBezTo>
                  <a:cubicBezTo>
                    <a:pt x="13852" y="11408"/>
                    <a:pt x="13852" y="11618"/>
                    <a:pt x="13840" y="11819"/>
                  </a:cubicBezTo>
                  <a:cubicBezTo>
                    <a:pt x="13835" y="11920"/>
                    <a:pt x="13832" y="12021"/>
                    <a:pt x="13827" y="12117"/>
                  </a:cubicBezTo>
                  <a:cubicBezTo>
                    <a:pt x="13820" y="12215"/>
                    <a:pt x="13813" y="12311"/>
                    <a:pt x="13808" y="12403"/>
                  </a:cubicBezTo>
                  <a:cubicBezTo>
                    <a:pt x="13800" y="12546"/>
                    <a:pt x="13787" y="12684"/>
                    <a:pt x="13776" y="12813"/>
                  </a:cubicBezTo>
                  <a:cubicBezTo>
                    <a:pt x="13725" y="13284"/>
                    <a:pt x="13667" y="13647"/>
                    <a:pt x="13633" y="13840"/>
                  </a:cubicBezTo>
                  <a:cubicBezTo>
                    <a:pt x="13611" y="13670"/>
                    <a:pt x="13566" y="13370"/>
                    <a:pt x="13496" y="12982"/>
                  </a:cubicBezTo>
                  <a:cubicBezTo>
                    <a:pt x="13472" y="12841"/>
                    <a:pt x="13449" y="12688"/>
                    <a:pt x="13419" y="12530"/>
                  </a:cubicBezTo>
                  <a:cubicBezTo>
                    <a:pt x="13389" y="12359"/>
                    <a:pt x="13354" y="12182"/>
                    <a:pt x="13315" y="11998"/>
                  </a:cubicBezTo>
                  <a:cubicBezTo>
                    <a:pt x="13279" y="11813"/>
                    <a:pt x="13231" y="11625"/>
                    <a:pt x="13188" y="11431"/>
                  </a:cubicBezTo>
                  <a:cubicBezTo>
                    <a:pt x="13141" y="11240"/>
                    <a:pt x="13090" y="11046"/>
                    <a:pt x="13037" y="10851"/>
                  </a:cubicBezTo>
                  <a:cubicBezTo>
                    <a:pt x="12981" y="10658"/>
                    <a:pt x="12930" y="10463"/>
                    <a:pt x="12867" y="10275"/>
                  </a:cubicBezTo>
                  <a:cubicBezTo>
                    <a:pt x="12802" y="10087"/>
                    <a:pt x="12748" y="9899"/>
                    <a:pt x="12680" y="9723"/>
                  </a:cubicBezTo>
                  <a:cubicBezTo>
                    <a:pt x="12613" y="9547"/>
                    <a:pt x="12554" y="9373"/>
                    <a:pt x="12484" y="9214"/>
                  </a:cubicBezTo>
                  <a:cubicBezTo>
                    <a:pt x="12480" y="9206"/>
                    <a:pt x="12477" y="9199"/>
                    <a:pt x="12473" y="9193"/>
                  </a:cubicBezTo>
                  <a:close/>
                  <a:moveTo>
                    <a:pt x="11825" y="8596"/>
                  </a:moveTo>
                  <a:lnTo>
                    <a:pt x="12018" y="8772"/>
                  </a:lnTo>
                  <a:cubicBezTo>
                    <a:pt x="12034" y="8804"/>
                    <a:pt x="12053" y="8837"/>
                    <a:pt x="12072" y="8870"/>
                  </a:cubicBezTo>
                  <a:cubicBezTo>
                    <a:pt x="12108" y="8933"/>
                    <a:pt x="12140" y="9005"/>
                    <a:pt x="12175" y="9077"/>
                  </a:cubicBezTo>
                  <a:cubicBezTo>
                    <a:pt x="12210" y="9148"/>
                    <a:pt x="12246" y="9225"/>
                    <a:pt x="12283" y="9300"/>
                  </a:cubicBezTo>
                  <a:cubicBezTo>
                    <a:pt x="12360" y="9453"/>
                    <a:pt x="12424" y="9621"/>
                    <a:pt x="12497" y="9792"/>
                  </a:cubicBezTo>
                  <a:cubicBezTo>
                    <a:pt x="12573" y="9961"/>
                    <a:pt x="12636" y="10145"/>
                    <a:pt x="12706" y="10327"/>
                  </a:cubicBezTo>
                  <a:cubicBezTo>
                    <a:pt x="12777" y="10510"/>
                    <a:pt x="12834" y="10702"/>
                    <a:pt x="12900" y="10890"/>
                  </a:cubicBezTo>
                  <a:cubicBezTo>
                    <a:pt x="12961" y="11079"/>
                    <a:pt x="13020" y="11270"/>
                    <a:pt x="13075" y="11458"/>
                  </a:cubicBezTo>
                  <a:cubicBezTo>
                    <a:pt x="13126" y="11649"/>
                    <a:pt x="13182" y="11833"/>
                    <a:pt x="13227" y="12015"/>
                  </a:cubicBezTo>
                  <a:cubicBezTo>
                    <a:pt x="13274" y="12197"/>
                    <a:pt x="13317" y="12374"/>
                    <a:pt x="13354" y="12542"/>
                  </a:cubicBezTo>
                  <a:cubicBezTo>
                    <a:pt x="13384" y="12672"/>
                    <a:pt x="13411" y="12797"/>
                    <a:pt x="13436" y="12915"/>
                  </a:cubicBezTo>
                  <a:cubicBezTo>
                    <a:pt x="13523" y="13381"/>
                    <a:pt x="13572" y="13732"/>
                    <a:pt x="13593" y="13898"/>
                  </a:cubicBezTo>
                  <a:lnTo>
                    <a:pt x="10917" y="9316"/>
                  </a:lnTo>
                  <a:cubicBezTo>
                    <a:pt x="11210" y="9068"/>
                    <a:pt x="11512" y="8830"/>
                    <a:pt x="11825" y="8596"/>
                  </a:cubicBezTo>
                  <a:close/>
                  <a:moveTo>
                    <a:pt x="10722" y="9483"/>
                  </a:moveTo>
                  <a:lnTo>
                    <a:pt x="13558" y="13921"/>
                  </a:lnTo>
                  <a:cubicBezTo>
                    <a:pt x="13417" y="13827"/>
                    <a:pt x="13129" y="13624"/>
                    <a:pt x="12757" y="13335"/>
                  </a:cubicBezTo>
                  <a:cubicBezTo>
                    <a:pt x="12660" y="13257"/>
                    <a:pt x="12562" y="13177"/>
                    <a:pt x="12458" y="13090"/>
                  </a:cubicBezTo>
                  <a:cubicBezTo>
                    <a:pt x="12327" y="12981"/>
                    <a:pt x="12190" y="12861"/>
                    <a:pt x="12049" y="12738"/>
                  </a:cubicBezTo>
                  <a:cubicBezTo>
                    <a:pt x="11907" y="12616"/>
                    <a:pt x="11767" y="12481"/>
                    <a:pt x="11623" y="12350"/>
                  </a:cubicBezTo>
                  <a:cubicBezTo>
                    <a:pt x="11481" y="12214"/>
                    <a:pt x="11337" y="12076"/>
                    <a:pt x="11196" y="11935"/>
                  </a:cubicBezTo>
                  <a:cubicBezTo>
                    <a:pt x="11059" y="11791"/>
                    <a:pt x="10917" y="11651"/>
                    <a:pt x="10785" y="11505"/>
                  </a:cubicBezTo>
                  <a:cubicBezTo>
                    <a:pt x="10655" y="11360"/>
                    <a:pt x="10521" y="11220"/>
                    <a:pt x="10404" y="11075"/>
                  </a:cubicBezTo>
                  <a:cubicBezTo>
                    <a:pt x="10287" y="10932"/>
                    <a:pt x="10166" y="10797"/>
                    <a:pt x="10065" y="10659"/>
                  </a:cubicBezTo>
                  <a:cubicBezTo>
                    <a:pt x="10013" y="10592"/>
                    <a:pt x="9963" y="10525"/>
                    <a:pt x="9914" y="10462"/>
                  </a:cubicBezTo>
                  <a:cubicBezTo>
                    <a:pt x="9879" y="10415"/>
                    <a:pt x="9844" y="10369"/>
                    <a:pt x="9812" y="10323"/>
                  </a:cubicBezTo>
                  <a:cubicBezTo>
                    <a:pt x="10106" y="10033"/>
                    <a:pt x="10408" y="9753"/>
                    <a:pt x="10722" y="9483"/>
                  </a:cubicBezTo>
                  <a:close/>
                  <a:moveTo>
                    <a:pt x="9873" y="10783"/>
                  </a:moveTo>
                  <a:cubicBezTo>
                    <a:pt x="9879" y="10789"/>
                    <a:pt x="9884" y="10793"/>
                    <a:pt x="9888" y="10800"/>
                  </a:cubicBezTo>
                  <a:cubicBezTo>
                    <a:pt x="9998" y="10937"/>
                    <a:pt x="10126" y="11067"/>
                    <a:pt x="10253" y="11207"/>
                  </a:cubicBezTo>
                  <a:cubicBezTo>
                    <a:pt x="10378" y="11349"/>
                    <a:pt x="10519" y="11482"/>
                    <a:pt x="10659" y="11625"/>
                  </a:cubicBezTo>
                  <a:cubicBezTo>
                    <a:pt x="10799" y="11766"/>
                    <a:pt x="10948" y="11900"/>
                    <a:pt x="11094" y="12040"/>
                  </a:cubicBezTo>
                  <a:cubicBezTo>
                    <a:pt x="11243" y="12175"/>
                    <a:pt x="11392" y="12308"/>
                    <a:pt x="11543" y="12437"/>
                  </a:cubicBezTo>
                  <a:cubicBezTo>
                    <a:pt x="11696" y="12563"/>
                    <a:pt x="11841" y="12692"/>
                    <a:pt x="11988" y="12808"/>
                  </a:cubicBezTo>
                  <a:cubicBezTo>
                    <a:pt x="12135" y="12926"/>
                    <a:pt x="12277" y="13040"/>
                    <a:pt x="12415" y="13143"/>
                  </a:cubicBezTo>
                  <a:cubicBezTo>
                    <a:pt x="12544" y="13244"/>
                    <a:pt x="12669" y="13335"/>
                    <a:pt x="12785" y="13421"/>
                  </a:cubicBezTo>
                  <a:cubicBezTo>
                    <a:pt x="13096" y="13660"/>
                    <a:pt x="13343" y="13835"/>
                    <a:pt x="13484" y="13934"/>
                  </a:cubicBezTo>
                  <a:cubicBezTo>
                    <a:pt x="13300" y="13873"/>
                    <a:pt x="12953" y="13758"/>
                    <a:pt x="12505" y="13589"/>
                  </a:cubicBezTo>
                  <a:cubicBezTo>
                    <a:pt x="12385" y="13540"/>
                    <a:pt x="12257" y="13490"/>
                    <a:pt x="12127" y="13431"/>
                  </a:cubicBezTo>
                  <a:cubicBezTo>
                    <a:pt x="12041" y="13394"/>
                    <a:pt x="11954" y="13357"/>
                    <a:pt x="11862" y="13318"/>
                  </a:cubicBezTo>
                  <a:cubicBezTo>
                    <a:pt x="11774" y="13278"/>
                    <a:pt x="11684" y="13236"/>
                    <a:pt x="11591" y="13194"/>
                  </a:cubicBezTo>
                  <a:cubicBezTo>
                    <a:pt x="11406" y="13112"/>
                    <a:pt x="11218" y="13016"/>
                    <a:pt x="11027" y="12922"/>
                  </a:cubicBezTo>
                  <a:cubicBezTo>
                    <a:pt x="10835" y="12828"/>
                    <a:pt x="10647" y="12723"/>
                    <a:pt x="10456" y="12624"/>
                  </a:cubicBezTo>
                  <a:cubicBezTo>
                    <a:pt x="10425" y="12606"/>
                    <a:pt x="10397" y="12590"/>
                    <a:pt x="10368" y="12573"/>
                  </a:cubicBezTo>
                  <a:lnTo>
                    <a:pt x="9873" y="10783"/>
                  </a:lnTo>
                  <a:close/>
                  <a:moveTo>
                    <a:pt x="10423" y="12765"/>
                  </a:moveTo>
                  <a:lnTo>
                    <a:pt x="10423" y="12765"/>
                  </a:lnTo>
                  <a:cubicBezTo>
                    <a:pt x="10609" y="12853"/>
                    <a:pt x="10793" y="12946"/>
                    <a:pt x="10979" y="13028"/>
                  </a:cubicBezTo>
                  <a:cubicBezTo>
                    <a:pt x="11175" y="13114"/>
                    <a:pt x="11367" y="13202"/>
                    <a:pt x="11556" y="13276"/>
                  </a:cubicBezTo>
                  <a:cubicBezTo>
                    <a:pt x="11650" y="13315"/>
                    <a:pt x="11743" y="13354"/>
                    <a:pt x="11833" y="13390"/>
                  </a:cubicBezTo>
                  <a:cubicBezTo>
                    <a:pt x="11925" y="13425"/>
                    <a:pt x="12014" y="13459"/>
                    <a:pt x="12101" y="13492"/>
                  </a:cubicBezTo>
                  <a:cubicBezTo>
                    <a:pt x="12274" y="13560"/>
                    <a:pt x="12438" y="13617"/>
                    <a:pt x="12591" y="13672"/>
                  </a:cubicBezTo>
                  <a:cubicBezTo>
                    <a:pt x="12966" y="13812"/>
                    <a:pt x="13263" y="13911"/>
                    <a:pt x="13441" y="13968"/>
                  </a:cubicBezTo>
                  <a:cubicBezTo>
                    <a:pt x="13208" y="13953"/>
                    <a:pt x="12774" y="13922"/>
                    <a:pt x="12222" y="13855"/>
                  </a:cubicBezTo>
                  <a:cubicBezTo>
                    <a:pt x="11904" y="13812"/>
                    <a:pt x="11548" y="13757"/>
                    <a:pt x="11173" y="13686"/>
                  </a:cubicBezTo>
                  <a:cubicBezTo>
                    <a:pt x="11001" y="13652"/>
                    <a:pt x="10825" y="13617"/>
                    <a:pt x="10648" y="13580"/>
                  </a:cubicBezTo>
                  <a:lnTo>
                    <a:pt x="10423" y="12765"/>
                  </a:lnTo>
                  <a:close/>
                  <a:moveTo>
                    <a:pt x="10679" y="13699"/>
                  </a:moveTo>
                  <a:lnTo>
                    <a:pt x="10679" y="13699"/>
                  </a:lnTo>
                  <a:cubicBezTo>
                    <a:pt x="11313" y="13808"/>
                    <a:pt x="11913" y="13882"/>
                    <a:pt x="12406" y="13926"/>
                  </a:cubicBezTo>
                  <a:cubicBezTo>
                    <a:pt x="12417" y="13928"/>
                    <a:pt x="12425" y="13928"/>
                    <a:pt x="12436" y="13929"/>
                  </a:cubicBezTo>
                  <a:cubicBezTo>
                    <a:pt x="12851" y="13975"/>
                    <a:pt x="13181" y="14000"/>
                    <a:pt x="13389" y="14014"/>
                  </a:cubicBezTo>
                  <a:cubicBezTo>
                    <a:pt x="13115" y="14048"/>
                    <a:pt x="12624" y="14109"/>
                    <a:pt x="11995" y="14156"/>
                  </a:cubicBezTo>
                  <a:cubicBezTo>
                    <a:pt x="11638" y="14177"/>
                    <a:pt x="11239" y="14193"/>
                    <a:pt x="10817" y="14198"/>
                  </a:cubicBezTo>
                  <a:lnTo>
                    <a:pt x="10679" y="13699"/>
                  </a:lnTo>
                  <a:close/>
                  <a:moveTo>
                    <a:pt x="7670" y="12872"/>
                  </a:moveTo>
                  <a:cubicBezTo>
                    <a:pt x="7685" y="12879"/>
                    <a:pt x="7701" y="12883"/>
                    <a:pt x="7715" y="12890"/>
                  </a:cubicBezTo>
                  <a:cubicBezTo>
                    <a:pt x="7910" y="12973"/>
                    <a:pt x="8121" y="13049"/>
                    <a:pt x="8341" y="13123"/>
                  </a:cubicBezTo>
                  <a:cubicBezTo>
                    <a:pt x="8561" y="13197"/>
                    <a:pt x="8790" y="13267"/>
                    <a:pt x="9025" y="13331"/>
                  </a:cubicBezTo>
                  <a:cubicBezTo>
                    <a:pt x="9226" y="13388"/>
                    <a:pt x="9433" y="13439"/>
                    <a:pt x="9638" y="13486"/>
                  </a:cubicBezTo>
                  <a:cubicBezTo>
                    <a:pt x="9624" y="13509"/>
                    <a:pt x="9612" y="13530"/>
                    <a:pt x="9608" y="13557"/>
                  </a:cubicBezTo>
                  <a:cubicBezTo>
                    <a:pt x="9577" y="13691"/>
                    <a:pt x="9692" y="13832"/>
                    <a:pt x="9865" y="13870"/>
                  </a:cubicBezTo>
                  <a:cubicBezTo>
                    <a:pt x="9895" y="13877"/>
                    <a:pt x="9925" y="13880"/>
                    <a:pt x="9953" y="13880"/>
                  </a:cubicBezTo>
                  <a:cubicBezTo>
                    <a:pt x="10091" y="13880"/>
                    <a:pt x="10206" y="13806"/>
                    <a:pt x="10232" y="13694"/>
                  </a:cubicBezTo>
                  <a:cubicBezTo>
                    <a:pt x="10236" y="13667"/>
                    <a:pt x="10236" y="13640"/>
                    <a:pt x="10232" y="13615"/>
                  </a:cubicBezTo>
                  <a:lnTo>
                    <a:pt x="10232" y="13615"/>
                  </a:lnTo>
                  <a:lnTo>
                    <a:pt x="10357" y="13640"/>
                  </a:lnTo>
                  <a:lnTo>
                    <a:pt x="10511" y="14199"/>
                  </a:lnTo>
                  <a:cubicBezTo>
                    <a:pt x="10084" y="14199"/>
                    <a:pt x="9638" y="14185"/>
                    <a:pt x="9195" y="14156"/>
                  </a:cubicBezTo>
                  <a:cubicBezTo>
                    <a:pt x="8919" y="14138"/>
                    <a:pt x="8643" y="14112"/>
                    <a:pt x="8372" y="14082"/>
                  </a:cubicBezTo>
                  <a:cubicBezTo>
                    <a:pt x="8238" y="14065"/>
                    <a:pt x="8103" y="14047"/>
                    <a:pt x="7971" y="14030"/>
                  </a:cubicBezTo>
                  <a:cubicBezTo>
                    <a:pt x="7839" y="14010"/>
                    <a:pt x="7709" y="13988"/>
                    <a:pt x="7581" y="13968"/>
                  </a:cubicBezTo>
                  <a:cubicBezTo>
                    <a:pt x="7454" y="13945"/>
                    <a:pt x="7327" y="13922"/>
                    <a:pt x="7206" y="13897"/>
                  </a:cubicBezTo>
                  <a:cubicBezTo>
                    <a:pt x="7150" y="13883"/>
                    <a:pt x="7092" y="13873"/>
                    <a:pt x="7037" y="13860"/>
                  </a:cubicBezTo>
                  <a:cubicBezTo>
                    <a:pt x="7143" y="13674"/>
                    <a:pt x="7260" y="13480"/>
                    <a:pt x="7393" y="13279"/>
                  </a:cubicBezTo>
                  <a:cubicBezTo>
                    <a:pt x="7483" y="13142"/>
                    <a:pt x="7576" y="13006"/>
                    <a:pt x="7670" y="12872"/>
                  </a:cubicBezTo>
                  <a:close/>
                  <a:moveTo>
                    <a:pt x="13361" y="14065"/>
                  </a:moveTo>
                  <a:cubicBezTo>
                    <a:pt x="13351" y="14070"/>
                    <a:pt x="13345" y="14075"/>
                    <a:pt x="13337" y="14079"/>
                  </a:cubicBezTo>
                  <a:cubicBezTo>
                    <a:pt x="13032" y="14180"/>
                    <a:pt x="12501" y="14351"/>
                    <a:pt x="11826" y="14531"/>
                  </a:cubicBezTo>
                  <a:cubicBezTo>
                    <a:pt x="11684" y="14567"/>
                    <a:pt x="11536" y="14603"/>
                    <a:pt x="11383" y="14639"/>
                  </a:cubicBezTo>
                  <a:cubicBezTo>
                    <a:pt x="11249" y="14672"/>
                    <a:pt x="11109" y="14704"/>
                    <a:pt x="10966" y="14733"/>
                  </a:cubicBezTo>
                  <a:lnTo>
                    <a:pt x="10844" y="14287"/>
                  </a:lnTo>
                  <a:cubicBezTo>
                    <a:pt x="11361" y="14263"/>
                    <a:pt x="11841" y="14227"/>
                    <a:pt x="12253" y="14184"/>
                  </a:cubicBezTo>
                  <a:cubicBezTo>
                    <a:pt x="12270" y="14183"/>
                    <a:pt x="12288" y="14181"/>
                    <a:pt x="12304" y="14180"/>
                  </a:cubicBezTo>
                  <a:cubicBezTo>
                    <a:pt x="12763" y="14140"/>
                    <a:pt x="13129" y="14095"/>
                    <a:pt x="13361" y="14065"/>
                  </a:cubicBezTo>
                  <a:close/>
                  <a:moveTo>
                    <a:pt x="6928" y="14061"/>
                  </a:moveTo>
                  <a:cubicBezTo>
                    <a:pt x="7005" y="14074"/>
                    <a:pt x="7086" y="14087"/>
                    <a:pt x="7166" y="14104"/>
                  </a:cubicBezTo>
                  <a:cubicBezTo>
                    <a:pt x="7291" y="14126"/>
                    <a:pt x="7420" y="14142"/>
                    <a:pt x="7549" y="14163"/>
                  </a:cubicBezTo>
                  <a:cubicBezTo>
                    <a:pt x="7680" y="14180"/>
                    <a:pt x="7812" y="14196"/>
                    <a:pt x="7946" y="14214"/>
                  </a:cubicBezTo>
                  <a:cubicBezTo>
                    <a:pt x="8081" y="14227"/>
                    <a:pt x="8218" y="14238"/>
                    <a:pt x="8355" y="14251"/>
                  </a:cubicBezTo>
                  <a:cubicBezTo>
                    <a:pt x="8630" y="14274"/>
                    <a:pt x="8909" y="14290"/>
                    <a:pt x="9187" y="14298"/>
                  </a:cubicBezTo>
                  <a:cubicBezTo>
                    <a:pt x="9401" y="14306"/>
                    <a:pt x="9615" y="14310"/>
                    <a:pt x="9826" y="14310"/>
                  </a:cubicBezTo>
                  <a:cubicBezTo>
                    <a:pt x="10067" y="14310"/>
                    <a:pt x="10306" y="14305"/>
                    <a:pt x="10538" y="14298"/>
                  </a:cubicBezTo>
                  <a:lnTo>
                    <a:pt x="10675" y="14794"/>
                  </a:lnTo>
                  <a:cubicBezTo>
                    <a:pt x="10632" y="14802"/>
                    <a:pt x="10592" y="14811"/>
                    <a:pt x="10550" y="14819"/>
                  </a:cubicBezTo>
                  <a:cubicBezTo>
                    <a:pt x="10407" y="14849"/>
                    <a:pt x="10259" y="14874"/>
                    <a:pt x="10108" y="14905"/>
                  </a:cubicBezTo>
                  <a:cubicBezTo>
                    <a:pt x="9959" y="14929"/>
                    <a:pt x="9809" y="14959"/>
                    <a:pt x="9656" y="14982"/>
                  </a:cubicBezTo>
                  <a:cubicBezTo>
                    <a:pt x="9350" y="15030"/>
                    <a:pt x="9038" y="15076"/>
                    <a:pt x="8725" y="15109"/>
                  </a:cubicBezTo>
                  <a:cubicBezTo>
                    <a:pt x="8414" y="15147"/>
                    <a:pt x="8101" y="15174"/>
                    <a:pt x="7792" y="15194"/>
                  </a:cubicBezTo>
                  <a:cubicBezTo>
                    <a:pt x="7638" y="15203"/>
                    <a:pt x="7486" y="15209"/>
                    <a:pt x="7334" y="15215"/>
                  </a:cubicBezTo>
                  <a:cubicBezTo>
                    <a:pt x="7184" y="15217"/>
                    <a:pt x="7033" y="15221"/>
                    <a:pt x="6888" y="15223"/>
                  </a:cubicBezTo>
                  <a:cubicBezTo>
                    <a:pt x="6742" y="15221"/>
                    <a:pt x="6597" y="15218"/>
                    <a:pt x="6456" y="15215"/>
                  </a:cubicBezTo>
                  <a:lnTo>
                    <a:pt x="6441" y="15215"/>
                  </a:lnTo>
                  <a:cubicBezTo>
                    <a:pt x="6547" y="14866"/>
                    <a:pt x="6704" y="14482"/>
                    <a:pt x="6928" y="14061"/>
                  </a:cubicBezTo>
                  <a:close/>
                  <a:moveTo>
                    <a:pt x="13149" y="14189"/>
                  </a:moveTo>
                  <a:cubicBezTo>
                    <a:pt x="12452" y="14606"/>
                    <a:pt x="11778" y="14986"/>
                    <a:pt x="11128" y="15328"/>
                  </a:cubicBezTo>
                  <a:lnTo>
                    <a:pt x="10985" y="14809"/>
                  </a:lnTo>
                  <a:cubicBezTo>
                    <a:pt x="11126" y="14774"/>
                    <a:pt x="11263" y="14739"/>
                    <a:pt x="11398" y="14704"/>
                  </a:cubicBezTo>
                  <a:cubicBezTo>
                    <a:pt x="11659" y="14634"/>
                    <a:pt x="11907" y="14564"/>
                    <a:pt x="12133" y="14497"/>
                  </a:cubicBezTo>
                  <a:cubicBezTo>
                    <a:pt x="12160" y="14489"/>
                    <a:pt x="12183" y="14482"/>
                    <a:pt x="12210" y="14473"/>
                  </a:cubicBezTo>
                  <a:cubicBezTo>
                    <a:pt x="12590" y="14368"/>
                    <a:pt x="12911" y="14269"/>
                    <a:pt x="13149" y="14189"/>
                  </a:cubicBezTo>
                  <a:close/>
                  <a:moveTo>
                    <a:pt x="30188" y="633"/>
                  </a:moveTo>
                  <a:cubicBezTo>
                    <a:pt x="30191" y="633"/>
                    <a:pt x="30193" y="633"/>
                    <a:pt x="30195" y="633"/>
                  </a:cubicBezTo>
                  <a:lnTo>
                    <a:pt x="30195" y="633"/>
                  </a:lnTo>
                  <a:cubicBezTo>
                    <a:pt x="30301" y="654"/>
                    <a:pt x="31640" y="932"/>
                    <a:pt x="33359" y="1687"/>
                  </a:cubicBezTo>
                  <a:lnTo>
                    <a:pt x="31009" y="1796"/>
                  </a:lnTo>
                  <a:lnTo>
                    <a:pt x="33889" y="1930"/>
                  </a:lnTo>
                  <a:cubicBezTo>
                    <a:pt x="34807" y="2369"/>
                    <a:pt x="35798" y="2937"/>
                    <a:pt x="36751" y="3667"/>
                  </a:cubicBezTo>
                  <a:lnTo>
                    <a:pt x="30519" y="3865"/>
                  </a:lnTo>
                  <a:lnTo>
                    <a:pt x="37267" y="4083"/>
                  </a:lnTo>
                  <a:cubicBezTo>
                    <a:pt x="37828" y="4554"/>
                    <a:pt x="38365" y="5086"/>
                    <a:pt x="38858" y="5684"/>
                  </a:cubicBezTo>
                  <a:lnTo>
                    <a:pt x="30284" y="5937"/>
                  </a:lnTo>
                  <a:lnTo>
                    <a:pt x="39258" y="6202"/>
                  </a:lnTo>
                  <a:cubicBezTo>
                    <a:pt x="39575" y="6656"/>
                    <a:pt x="39846" y="7168"/>
                    <a:pt x="40075" y="7718"/>
                  </a:cubicBezTo>
                  <a:lnTo>
                    <a:pt x="30049" y="8008"/>
                  </a:lnTo>
                  <a:lnTo>
                    <a:pt x="40299" y="8305"/>
                  </a:lnTo>
                  <a:cubicBezTo>
                    <a:pt x="40460" y="8768"/>
                    <a:pt x="40594" y="9254"/>
                    <a:pt x="40702" y="9757"/>
                  </a:cubicBezTo>
                  <a:lnTo>
                    <a:pt x="29940" y="10078"/>
                  </a:lnTo>
                  <a:lnTo>
                    <a:pt x="40824" y="10403"/>
                  </a:lnTo>
                  <a:cubicBezTo>
                    <a:pt x="40901" y="10862"/>
                    <a:pt x="40958" y="11330"/>
                    <a:pt x="40995" y="11804"/>
                  </a:cubicBezTo>
                  <a:lnTo>
                    <a:pt x="29829" y="12147"/>
                  </a:lnTo>
                  <a:lnTo>
                    <a:pt x="41034" y="12491"/>
                  </a:lnTo>
                  <a:cubicBezTo>
                    <a:pt x="41055" y="13027"/>
                    <a:pt x="41052" y="13561"/>
                    <a:pt x="41026" y="14091"/>
                  </a:cubicBezTo>
                  <a:lnTo>
                    <a:pt x="17567" y="14481"/>
                  </a:lnTo>
                  <a:lnTo>
                    <a:pt x="36875" y="14802"/>
                  </a:lnTo>
                  <a:lnTo>
                    <a:pt x="27462" y="15050"/>
                  </a:lnTo>
                  <a:lnTo>
                    <a:pt x="40914" y="15405"/>
                  </a:lnTo>
                  <a:cubicBezTo>
                    <a:pt x="40890" y="15605"/>
                    <a:pt x="40863" y="15801"/>
                    <a:pt x="40832" y="15996"/>
                  </a:cubicBezTo>
                  <a:lnTo>
                    <a:pt x="16424" y="15996"/>
                  </a:lnTo>
                  <a:lnTo>
                    <a:pt x="16424" y="14399"/>
                  </a:lnTo>
                  <a:cubicBezTo>
                    <a:pt x="16424" y="12645"/>
                    <a:pt x="16753" y="10967"/>
                    <a:pt x="17352" y="9424"/>
                  </a:cubicBezTo>
                  <a:lnTo>
                    <a:pt x="17352" y="9424"/>
                  </a:lnTo>
                  <a:cubicBezTo>
                    <a:pt x="17344" y="9450"/>
                    <a:pt x="17333" y="9477"/>
                    <a:pt x="17325" y="9505"/>
                  </a:cubicBezTo>
                  <a:cubicBezTo>
                    <a:pt x="17283" y="9640"/>
                    <a:pt x="17242" y="9773"/>
                    <a:pt x="17199" y="9904"/>
                  </a:cubicBezTo>
                  <a:cubicBezTo>
                    <a:pt x="17164" y="10036"/>
                    <a:pt x="17129" y="10166"/>
                    <a:pt x="17095" y="10294"/>
                  </a:cubicBezTo>
                  <a:cubicBezTo>
                    <a:pt x="17023" y="10549"/>
                    <a:pt x="16977" y="10800"/>
                    <a:pt x="16924" y="11040"/>
                  </a:cubicBezTo>
                  <a:cubicBezTo>
                    <a:pt x="16875" y="11281"/>
                    <a:pt x="16839" y="11513"/>
                    <a:pt x="16801" y="11733"/>
                  </a:cubicBezTo>
                  <a:cubicBezTo>
                    <a:pt x="16774" y="11955"/>
                    <a:pt x="16749" y="12164"/>
                    <a:pt x="16726" y="12363"/>
                  </a:cubicBezTo>
                  <a:cubicBezTo>
                    <a:pt x="16693" y="12759"/>
                    <a:pt x="16667" y="13104"/>
                    <a:pt x="16662" y="13390"/>
                  </a:cubicBezTo>
                  <a:cubicBezTo>
                    <a:pt x="16647" y="13675"/>
                    <a:pt x="16662" y="13899"/>
                    <a:pt x="16662" y="14050"/>
                  </a:cubicBezTo>
                  <a:cubicBezTo>
                    <a:pt x="16666" y="14203"/>
                    <a:pt x="16667" y="14283"/>
                    <a:pt x="16667" y="14283"/>
                  </a:cubicBezTo>
                  <a:cubicBezTo>
                    <a:pt x="16667" y="14283"/>
                    <a:pt x="16672" y="14203"/>
                    <a:pt x="16682" y="14050"/>
                  </a:cubicBezTo>
                  <a:cubicBezTo>
                    <a:pt x="16693" y="13899"/>
                    <a:pt x="16705" y="13674"/>
                    <a:pt x="16734" y="13392"/>
                  </a:cubicBezTo>
                  <a:cubicBezTo>
                    <a:pt x="16756" y="13110"/>
                    <a:pt x="16805" y="12769"/>
                    <a:pt x="16863" y="12379"/>
                  </a:cubicBezTo>
                  <a:cubicBezTo>
                    <a:pt x="16901" y="12187"/>
                    <a:pt x="16940" y="11980"/>
                    <a:pt x="16980" y="11764"/>
                  </a:cubicBezTo>
                  <a:cubicBezTo>
                    <a:pt x="17031" y="11549"/>
                    <a:pt x="17074" y="11321"/>
                    <a:pt x="17134" y="11087"/>
                  </a:cubicBezTo>
                  <a:cubicBezTo>
                    <a:pt x="17199" y="10854"/>
                    <a:pt x="17255" y="10609"/>
                    <a:pt x="17337" y="10362"/>
                  </a:cubicBezTo>
                  <a:cubicBezTo>
                    <a:pt x="17376" y="10237"/>
                    <a:pt x="17414" y="10112"/>
                    <a:pt x="17454" y="9982"/>
                  </a:cubicBezTo>
                  <a:cubicBezTo>
                    <a:pt x="17500" y="9857"/>
                    <a:pt x="17545" y="9727"/>
                    <a:pt x="17591" y="9597"/>
                  </a:cubicBezTo>
                  <a:cubicBezTo>
                    <a:pt x="17678" y="9335"/>
                    <a:pt x="17795" y="9076"/>
                    <a:pt x="17901" y="8806"/>
                  </a:cubicBezTo>
                  <a:cubicBezTo>
                    <a:pt x="18025" y="8544"/>
                    <a:pt x="18136" y="8269"/>
                    <a:pt x="18278" y="8005"/>
                  </a:cubicBezTo>
                  <a:cubicBezTo>
                    <a:pt x="18350" y="7873"/>
                    <a:pt x="18413" y="7736"/>
                    <a:pt x="18491" y="7603"/>
                  </a:cubicBezTo>
                  <a:cubicBezTo>
                    <a:pt x="18566" y="7470"/>
                    <a:pt x="18642" y="7337"/>
                    <a:pt x="18720" y="7202"/>
                  </a:cubicBezTo>
                  <a:cubicBezTo>
                    <a:pt x="18797" y="7068"/>
                    <a:pt x="18887" y="6941"/>
                    <a:pt x="18969" y="6809"/>
                  </a:cubicBezTo>
                  <a:lnTo>
                    <a:pt x="19095" y="6610"/>
                  </a:lnTo>
                  <a:lnTo>
                    <a:pt x="19231" y="6417"/>
                  </a:lnTo>
                  <a:cubicBezTo>
                    <a:pt x="19323" y="6289"/>
                    <a:pt x="19408" y="6158"/>
                    <a:pt x="19509" y="6034"/>
                  </a:cubicBezTo>
                  <a:cubicBezTo>
                    <a:pt x="19607" y="5911"/>
                    <a:pt x="19706" y="5786"/>
                    <a:pt x="19804" y="5661"/>
                  </a:cubicBezTo>
                  <a:cubicBezTo>
                    <a:pt x="19907" y="5540"/>
                    <a:pt x="20015" y="5422"/>
                    <a:pt x="20120" y="5301"/>
                  </a:cubicBezTo>
                  <a:lnTo>
                    <a:pt x="20199" y="5212"/>
                  </a:lnTo>
                  <a:lnTo>
                    <a:pt x="20219" y="5191"/>
                  </a:lnTo>
                  <a:cubicBezTo>
                    <a:pt x="20220" y="5189"/>
                    <a:pt x="20226" y="5182"/>
                    <a:pt x="20227" y="5182"/>
                  </a:cubicBezTo>
                  <a:lnTo>
                    <a:pt x="20227" y="5182"/>
                  </a:lnTo>
                  <a:cubicBezTo>
                    <a:pt x="20227" y="5182"/>
                    <a:pt x="20227" y="5183"/>
                    <a:pt x="20226" y="5184"/>
                  </a:cubicBezTo>
                  <a:lnTo>
                    <a:pt x="20236" y="5173"/>
                  </a:lnTo>
                  <a:lnTo>
                    <a:pt x="20278" y="5130"/>
                  </a:lnTo>
                  <a:lnTo>
                    <a:pt x="20449" y="4957"/>
                  </a:lnTo>
                  <a:cubicBezTo>
                    <a:pt x="20673" y="4717"/>
                    <a:pt x="20911" y="4513"/>
                    <a:pt x="21143" y="4298"/>
                  </a:cubicBezTo>
                  <a:cubicBezTo>
                    <a:pt x="21264" y="4194"/>
                    <a:pt x="21387" y="4096"/>
                    <a:pt x="21509" y="3996"/>
                  </a:cubicBezTo>
                  <a:cubicBezTo>
                    <a:pt x="21573" y="3945"/>
                    <a:pt x="21633" y="3895"/>
                    <a:pt x="21695" y="3845"/>
                  </a:cubicBezTo>
                  <a:lnTo>
                    <a:pt x="21885" y="3707"/>
                  </a:lnTo>
                  <a:cubicBezTo>
                    <a:pt x="22389" y="3328"/>
                    <a:pt x="22919" y="3002"/>
                    <a:pt x="23446" y="2713"/>
                  </a:cubicBezTo>
                  <a:cubicBezTo>
                    <a:pt x="23577" y="2643"/>
                    <a:pt x="23710" y="2575"/>
                    <a:pt x="23842" y="2506"/>
                  </a:cubicBezTo>
                  <a:cubicBezTo>
                    <a:pt x="23972" y="2438"/>
                    <a:pt x="24108" y="2381"/>
                    <a:pt x="24238" y="2318"/>
                  </a:cubicBezTo>
                  <a:cubicBezTo>
                    <a:pt x="24497" y="2191"/>
                    <a:pt x="24763" y="2090"/>
                    <a:pt x="25018" y="1984"/>
                  </a:cubicBezTo>
                  <a:cubicBezTo>
                    <a:pt x="25275" y="1882"/>
                    <a:pt x="25531" y="1801"/>
                    <a:pt x="25777" y="1713"/>
                  </a:cubicBezTo>
                  <a:cubicBezTo>
                    <a:pt x="26027" y="1639"/>
                    <a:pt x="26266" y="1558"/>
                    <a:pt x="26498" y="1499"/>
                  </a:cubicBezTo>
                  <a:cubicBezTo>
                    <a:pt x="26966" y="1377"/>
                    <a:pt x="27401" y="1283"/>
                    <a:pt x="27787" y="1212"/>
                  </a:cubicBezTo>
                  <a:cubicBezTo>
                    <a:pt x="27982" y="1182"/>
                    <a:pt x="28163" y="1151"/>
                    <a:pt x="28334" y="1125"/>
                  </a:cubicBezTo>
                  <a:cubicBezTo>
                    <a:pt x="28503" y="1106"/>
                    <a:pt x="28659" y="1090"/>
                    <a:pt x="28800" y="1072"/>
                  </a:cubicBezTo>
                  <a:cubicBezTo>
                    <a:pt x="29082" y="1037"/>
                    <a:pt x="29305" y="1032"/>
                    <a:pt x="29457" y="1018"/>
                  </a:cubicBezTo>
                  <a:cubicBezTo>
                    <a:pt x="29610" y="1009"/>
                    <a:pt x="29690" y="1002"/>
                    <a:pt x="29690" y="1002"/>
                  </a:cubicBezTo>
                  <a:cubicBezTo>
                    <a:pt x="29690" y="1002"/>
                    <a:pt x="29610" y="1001"/>
                    <a:pt x="29457" y="997"/>
                  </a:cubicBezTo>
                  <a:cubicBezTo>
                    <a:pt x="29381" y="996"/>
                    <a:pt x="29287" y="994"/>
                    <a:pt x="29176" y="992"/>
                  </a:cubicBezTo>
                  <a:cubicBezTo>
                    <a:pt x="29132" y="992"/>
                    <a:pt x="29085" y="990"/>
                    <a:pt x="29036" y="990"/>
                  </a:cubicBezTo>
                  <a:cubicBezTo>
                    <a:pt x="29024" y="990"/>
                    <a:pt x="29011" y="990"/>
                    <a:pt x="28999" y="990"/>
                  </a:cubicBezTo>
                  <a:cubicBezTo>
                    <a:pt x="28934" y="994"/>
                    <a:pt x="28867" y="996"/>
                    <a:pt x="28797" y="998"/>
                  </a:cubicBezTo>
                  <a:cubicBezTo>
                    <a:pt x="28654" y="1005"/>
                    <a:pt x="28496" y="1012"/>
                    <a:pt x="28325" y="1021"/>
                  </a:cubicBezTo>
                  <a:cubicBezTo>
                    <a:pt x="28154" y="1036"/>
                    <a:pt x="27969" y="1055"/>
                    <a:pt x="27771" y="1071"/>
                  </a:cubicBezTo>
                  <a:cubicBezTo>
                    <a:pt x="27573" y="1090"/>
                    <a:pt x="27364" y="1126"/>
                    <a:pt x="27143" y="1155"/>
                  </a:cubicBezTo>
                  <a:cubicBezTo>
                    <a:pt x="27033" y="1169"/>
                    <a:pt x="26920" y="1192"/>
                    <a:pt x="26804" y="1216"/>
                  </a:cubicBezTo>
                  <a:cubicBezTo>
                    <a:pt x="26689" y="1239"/>
                    <a:pt x="26571" y="1263"/>
                    <a:pt x="26451" y="1286"/>
                  </a:cubicBezTo>
                  <a:cubicBezTo>
                    <a:pt x="26212" y="1334"/>
                    <a:pt x="25965" y="1405"/>
                    <a:pt x="25709" y="1468"/>
                  </a:cubicBezTo>
                  <a:cubicBezTo>
                    <a:pt x="25581" y="1505"/>
                    <a:pt x="25453" y="1548"/>
                    <a:pt x="25322" y="1588"/>
                  </a:cubicBezTo>
                  <a:cubicBezTo>
                    <a:pt x="25193" y="1629"/>
                    <a:pt x="25057" y="1667"/>
                    <a:pt x="24926" y="1717"/>
                  </a:cubicBezTo>
                  <a:cubicBezTo>
                    <a:pt x="24718" y="1795"/>
                    <a:pt x="24503" y="1870"/>
                    <a:pt x="24288" y="1958"/>
                  </a:cubicBezTo>
                  <a:cubicBezTo>
                    <a:pt x="26075" y="1110"/>
                    <a:pt x="28076" y="633"/>
                    <a:pt x="30188" y="633"/>
                  </a:cubicBezTo>
                  <a:close/>
                  <a:moveTo>
                    <a:pt x="10698" y="14876"/>
                  </a:moveTo>
                  <a:lnTo>
                    <a:pt x="10860" y="15467"/>
                  </a:lnTo>
                  <a:cubicBezTo>
                    <a:pt x="10770" y="15514"/>
                    <a:pt x="10679" y="15559"/>
                    <a:pt x="10590" y="15605"/>
                  </a:cubicBezTo>
                  <a:cubicBezTo>
                    <a:pt x="10588" y="15606"/>
                    <a:pt x="10584" y="15608"/>
                    <a:pt x="10582" y="15608"/>
                  </a:cubicBezTo>
                  <a:cubicBezTo>
                    <a:pt x="10436" y="15673"/>
                    <a:pt x="10286" y="15734"/>
                    <a:pt x="10134" y="15797"/>
                  </a:cubicBezTo>
                  <a:cubicBezTo>
                    <a:pt x="9981" y="15859"/>
                    <a:pt x="9826" y="15922"/>
                    <a:pt x="9671" y="15981"/>
                  </a:cubicBezTo>
                  <a:cubicBezTo>
                    <a:pt x="9514" y="16037"/>
                    <a:pt x="9356" y="16099"/>
                    <a:pt x="9195" y="16153"/>
                  </a:cubicBezTo>
                  <a:cubicBezTo>
                    <a:pt x="9115" y="16182"/>
                    <a:pt x="9037" y="16209"/>
                    <a:pt x="8956" y="16237"/>
                  </a:cubicBezTo>
                  <a:lnTo>
                    <a:pt x="8712" y="16318"/>
                  </a:lnTo>
                  <a:cubicBezTo>
                    <a:pt x="8388" y="16424"/>
                    <a:pt x="8061" y="16513"/>
                    <a:pt x="7738" y="16595"/>
                  </a:cubicBezTo>
                  <a:cubicBezTo>
                    <a:pt x="7577" y="16638"/>
                    <a:pt x="7415" y="16668"/>
                    <a:pt x="7255" y="16706"/>
                  </a:cubicBezTo>
                  <a:cubicBezTo>
                    <a:pt x="7094" y="16736"/>
                    <a:pt x="6937" y="16766"/>
                    <a:pt x="6781" y="16796"/>
                  </a:cubicBezTo>
                  <a:cubicBezTo>
                    <a:pt x="6622" y="16820"/>
                    <a:pt x="6469" y="16846"/>
                    <a:pt x="6319" y="16863"/>
                  </a:cubicBezTo>
                  <a:cubicBezTo>
                    <a:pt x="6307" y="16866"/>
                    <a:pt x="6293" y="16867"/>
                    <a:pt x="6281" y="16867"/>
                  </a:cubicBezTo>
                  <a:cubicBezTo>
                    <a:pt x="6225" y="16498"/>
                    <a:pt x="6227" y="16017"/>
                    <a:pt x="6382" y="15420"/>
                  </a:cubicBezTo>
                  <a:cubicBezTo>
                    <a:pt x="6406" y="15420"/>
                    <a:pt x="6429" y="15422"/>
                    <a:pt x="6453" y="15422"/>
                  </a:cubicBezTo>
                  <a:cubicBezTo>
                    <a:pt x="6595" y="15420"/>
                    <a:pt x="6743" y="15418"/>
                    <a:pt x="6891" y="15417"/>
                  </a:cubicBezTo>
                  <a:cubicBezTo>
                    <a:pt x="7040" y="15410"/>
                    <a:pt x="7192" y="15403"/>
                    <a:pt x="7345" y="15397"/>
                  </a:cubicBezTo>
                  <a:cubicBezTo>
                    <a:pt x="7496" y="15385"/>
                    <a:pt x="7651" y="15377"/>
                    <a:pt x="7808" y="15362"/>
                  </a:cubicBezTo>
                  <a:cubicBezTo>
                    <a:pt x="8118" y="15332"/>
                    <a:pt x="8434" y="15297"/>
                    <a:pt x="8745" y="15250"/>
                  </a:cubicBezTo>
                  <a:cubicBezTo>
                    <a:pt x="9060" y="15206"/>
                    <a:pt x="9370" y="15151"/>
                    <a:pt x="9677" y="15095"/>
                  </a:cubicBezTo>
                  <a:cubicBezTo>
                    <a:pt x="9830" y="15066"/>
                    <a:pt x="9981" y="15034"/>
                    <a:pt x="10131" y="15003"/>
                  </a:cubicBezTo>
                  <a:cubicBezTo>
                    <a:pt x="10280" y="14970"/>
                    <a:pt x="10427" y="14940"/>
                    <a:pt x="10570" y="14907"/>
                  </a:cubicBezTo>
                  <a:cubicBezTo>
                    <a:pt x="10615" y="14896"/>
                    <a:pt x="10656" y="14886"/>
                    <a:pt x="10698" y="14876"/>
                  </a:cubicBezTo>
                  <a:close/>
                  <a:moveTo>
                    <a:pt x="8892" y="16407"/>
                  </a:moveTo>
                  <a:lnTo>
                    <a:pt x="8892" y="16407"/>
                  </a:lnTo>
                  <a:cubicBezTo>
                    <a:pt x="7958" y="16809"/>
                    <a:pt x="7112" y="17109"/>
                    <a:pt x="6385" y="17296"/>
                  </a:cubicBezTo>
                  <a:cubicBezTo>
                    <a:pt x="6360" y="17228"/>
                    <a:pt x="6340" y="17155"/>
                    <a:pt x="6320" y="17074"/>
                  </a:cubicBezTo>
                  <a:cubicBezTo>
                    <a:pt x="6328" y="17071"/>
                    <a:pt x="6338" y="17071"/>
                    <a:pt x="6346" y="17070"/>
                  </a:cubicBezTo>
                  <a:cubicBezTo>
                    <a:pt x="6500" y="17047"/>
                    <a:pt x="6655" y="17016"/>
                    <a:pt x="6814" y="16989"/>
                  </a:cubicBezTo>
                  <a:cubicBezTo>
                    <a:pt x="6971" y="16956"/>
                    <a:pt x="7131" y="16922"/>
                    <a:pt x="7294" y="16886"/>
                  </a:cubicBezTo>
                  <a:cubicBezTo>
                    <a:pt x="7455" y="16843"/>
                    <a:pt x="7617" y="16807"/>
                    <a:pt x="7781" y="16760"/>
                  </a:cubicBezTo>
                  <a:cubicBezTo>
                    <a:pt x="8106" y="16667"/>
                    <a:pt x="8434" y="16568"/>
                    <a:pt x="8757" y="16454"/>
                  </a:cubicBezTo>
                  <a:lnTo>
                    <a:pt x="8892" y="16407"/>
                  </a:lnTo>
                  <a:close/>
                  <a:moveTo>
                    <a:pt x="8941" y="9641"/>
                  </a:moveTo>
                  <a:lnTo>
                    <a:pt x="8959" y="9722"/>
                  </a:lnTo>
                  <a:cubicBezTo>
                    <a:pt x="8873" y="9783"/>
                    <a:pt x="8784" y="9849"/>
                    <a:pt x="8692" y="9916"/>
                  </a:cubicBezTo>
                  <a:cubicBezTo>
                    <a:pt x="8348" y="10174"/>
                    <a:pt x="7961" y="10471"/>
                    <a:pt x="7553" y="10807"/>
                  </a:cubicBezTo>
                  <a:cubicBezTo>
                    <a:pt x="7145" y="11145"/>
                    <a:pt x="6711" y="11522"/>
                    <a:pt x="6272" y="11939"/>
                  </a:cubicBezTo>
                  <a:cubicBezTo>
                    <a:pt x="5831" y="12356"/>
                    <a:pt x="5387" y="12817"/>
                    <a:pt x="4964" y="13321"/>
                  </a:cubicBezTo>
                  <a:cubicBezTo>
                    <a:pt x="4750" y="13572"/>
                    <a:pt x="4546" y="13838"/>
                    <a:pt x="4353" y="14113"/>
                  </a:cubicBezTo>
                  <a:cubicBezTo>
                    <a:pt x="4158" y="14388"/>
                    <a:pt x="3978" y="14680"/>
                    <a:pt x="3822" y="14983"/>
                  </a:cubicBezTo>
                  <a:cubicBezTo>
                    <a:pt x="3668" y="15288"/>
                    <a:pt x="3538" y="15608"/>
                    <a:pt x="3467" y="15939"/>
                  </a:cubicBezTo>
                  <a:cubicBezTo>
                    <a:pt x="3457" y="15980"/>
                    <a:pt x="3450" y="16021"/>
                    <a:pt x="3445" y="16063"/>
                  </a:cubicBezTo>
                  <a:lnTo>
                    <a:pt x="3428" y="16188"/>
                  </a:lnTo>
                  <a:cubicBezTo>
                    <a:pt x="3425" y="16229"/>
                    <a:pt x="3425" y="16270"/>
                    <a:pt x="3421" y="16311"/>
                  </a:cubicBezTo>
                  <a:cubicBezTo>
                    <a:pt x="3420" y="16353"/>
                    <a:pt x="3417" y="16396"/>
                    <a:pt x="3421" y="16436"/>
                  </a:cubicBezTo>
                  <a:lnTo>
                    <a:pt x="3430" y="16558"/>
                  </a:lnTo>
                  <a:cubicBezTo>
                    <a:pt x="3433" y="16599"/>
                    <a:pt x="3445" y="16639"/>
                    <a:pt x="3452" y="16678"/>
                  </a:cubicBezTo>
                  <a:lnTo>
                    <a:pt x="3464" y="16738"/>
                  </a:lnTo>
                  <a:cubicBezTo>
                    <a:pt x="3468" y="16756"/>
                    <a:pt x="3475" y="16775"/>
                    <a:pt x="3481" y="16793"/>
                  </a:cubicBezTo>
                  <a:cubicBezTo>
                    <a:pt x="3495" y="16830"/>
                    <a:pt x="3505" y="16866"/>
                    <a:pt x="3519" y="16902"/>
                  </a:cubicBezTo>
                  <a:lnTo>
                    <a:pt x="3579" y="17020"/>
                  </a:lnTo>
                  <a:lnTo>
                    <a:pt x="3594" y="17050"/>
                  </a:lnTo>
                  <a:lnTo>
                    <a:pt x="3595" y="17054"/>
                  </a:lnTo>
                  <a:cubicBezTo>
                    <a:pt x="3598" y="17055"/>
                    <a:pt x="3598" y="17057"/>
                    <a:pt x="3598" y="17057"/>
                  </a:cubicBezTo>
                  <a:lnTo>
                    <a:pt x="3606" y="17069"/>
                  </a:lnTo>
                  <a:cubicBezTo>
                    <a:pt x="3618" y="17083"/>
                    <a:pt x="3626" y="17102"/>
                    <a:pt x="3640" y="17117"/>
                  </a:cubicBezTo>
                  <a:cubicBezTo>
                    <a:pt x="3685" y="17179"/>
                    <a:pt x="3742" y="17235"/>
                    <a:pt x="3802" y="17283"/>
                  </a:cubicBezTo>
                  <a:cubicBezTo>
                    <a:pt x="3864" y="17332"/>
                    <a:pt x="3934" y="17372"/>
                    <a:pt x="4005" y="17406"/>
                  </a:cubicBezTo>
                  <a:cubicBezTo>
                    <a:pt x="4078" y="17439"/>
                    <a:pt x="4155" y="17467"/>
                    <a:pt x="4236" y="17488"/>
                  </a:cubicBezTo>
                  <a:cubicBezTo>
                    <a:pt x="4441" y="17543"/>
                    <a:pt x="4658" y="17562"/>
                    <a:pt x="4876" y="17562"/>
                  </a:cubicBezTo>
                  <a:cubicBezTo>
                    <a:pt x="4997" y="17562"/>
                    <a:pt x="5120" y="17556"/>
                    <a:pt x="5240" y="17547"/>
                  </a:cubicBezTo>
                  <a:cubicBezTo>
                    <a:pt x="5921" y="17484"/>
                    <a:pt x="6583" y="17312"/>
                    <a:pt x="7212" y="17112"/>
                  </a:cubicBezTo>
                  <a:cubicBezTo>
                    <a:pt x="7839" y="16909"/>
                    <a:pt x="8437" y="16681"/>
                    <a:pt x="8996" y="16444"/>
                  </a:cubicBezTo>
                  <a:cubicBezTo>
                    <a:pt x="9555" y="16208"/>
                    <a:pt x="10078" y="15966"/>
                    <a:pt x="10554" y="15735"/>
                  </a:cubicBezTo>
                  <a:cubicBezTo>
                    <a:pt x="11508" y="15270"/>
                    <a:pt x="12288" y="14851"/>
                    <a:pt x="12828" y="14549"/>
                  </a:cubicBezTo>
                  <a:cubicBezTo>
                    <a:pt x="13099" y="14396"/>
                    <a:pt x="13310" y="14277"/>
                    <a:pt x="13455" y="14196"/>
                  </a:cubicBezTo>
                  <a:cubicBezTo>
                    <a:pt x="13598" y="14114"/>
                    <a:pt x="13676" y="14070"/>
                    <a:pt x="13676" y="14070"/>
                  </a:cubicBezTo>
                  <a:lnTo>
                    <a:pt x="13676" y="14070"/>
                  </a:lnTo>
                  <a:cubicBezTo>
                    <a:pt x="13676" y="14070"/>
                    <a:pt x="13602" y="14120"/>
                    <a:pt x="13462" y="14208"/>
                  </a:cubicBezTo>
                  <a:cubicBezTo>
                    <a:pt x="13321" y="14297"/>
                    <a:pt x="13115" y="14430"/>
                    <a:pt x="12851" y="14591"/>
                  </a:cubicBezTo>
                  <a:cubicBezTo>
                    <a:pt x="12585" y="14752"/>
                    <a:pt x="12262" y="14945"/>
                    <a:pt x="11886" y="15162"/>
                  </a:cubicBezTo>
                  <a:cubicBezTo>
                    <a:pt x="11512" y="15377"/>
                    <a:pt x="11086" y="15614"/>
                    <a:pt x="10612" y="15860"/>
                  </a:cubicBezTo>
                  <a:cubicBezTo>
                    <a:pt x="10141" y="16104"/>
                    <a:pt x="9622" y="16362"/>
                    <a:pt x="9065" y="16611"/>
                  </a:cubicBezTo>
                  <a:cubicBezTo>
                    <a:pt x="8508" y="16859"/>
                    <a:pt x="7910" y="17104"/>
                    <a:pt x="7275" y="17316"/>
                  </a:cubicBezTo>
                  <a:cubicBezTo>
                    <a:pt x="6957" y="17419"/>
                    <a:pt x="6630" y="17517"/>
                    <a:pt x="6295" y="17599"/>
                  </a:cubicBezTo>
                  <a:cubicBezTo>
                    <a:pt x="5959" y="17681"/>
                    <a:pt x="5614" y="17747"/>
                    <a:pt x="5259" y="17779"/>
                  </a:cubicBezTo>
                  <a:cubicBezTo>
                    <a:pt x="5129" y="17790"/>
                    <a:pt x="4999" y="17797"/>
                    <a:pt x="4868" y="17797"/>
                  </a:cubicBezTo>
                  <a:cubicBezTo>
                    <a:pt x="4819" y="17797"/>
                    <a:pt x="4770" y="17796"/>
                    <a:pt x="4721" y="17794"/>
                  </a:cubicBezTo>
                  <a:cubicBezTo>
                    <a:pt x="4539" y="17787"/>
                    <a:pt x="4354" y="17766"/>
                    <a:pt x="4173" y="17716"/>
                  </a:cubicBezTo>
                  <a:cubicBezTo>
                    <a:pt x="4083" y="17693"/>
                    <a:pt x="3992" y="17661"/>
                    <a:pt x="3904" y="17621"/>
                  </a:cubicBezTo>
                  <a:cubicBezTo>
                    <a:pt x="3817" y="17582"/>
                    <a:pt x="3731" y="17532"/>
                    <a:pt x="3655" y="17471"/>
                  </a:cubicBezTo>
                  <a:cubicBezTo>
                    <a:pt x="3577" y="17411"/>
                    <a:pt x="3505" y="17340"/>
                    <a:pt x="3446" y="17262"/>
                  </a:cubicBezTo>
                  <a:cubicBezTo>
                    <a:pt x="3432" y="17242"/>
                    <a:pt x="3418" y="17222"/>
                    <a:pt x="3405" y="17199"/>
                  </a:cubicBezTo>
                  <a:lnTo>
                    <a:pt x="3394" y="17184"/>
                  </a:lnTo>
                  <a:cubicBezTo>
                    <a:pt x="3391" y="17177"/>
                    <a:pt x="3394" y="17185"/>
                    <a:pt x="3385" y="17169"/>
                  </a:cubicBezTo>
                  <a:lnTo>
                    <a:pt x="3381" y="17163"/>
                  </a:lnTo>
                  <a:lnTo>
                    <a:pt x="3366" y="17132"/>
                  </a:lnTo>
                  <a:lnTo>
                    <a:pt x="3305" y="17015"/>
                  </a:lnTo>
                  <a:cubicBezTo>
                    <a:pt x="3287" y="16971"/>
                    <a:pt x="3272" y="16921"/>
                    <a:pt x="3254" y="16874"/>
                  </a:cubicBezTo>
                  <a:cubicBezTo>
                    <a:pt x="3246" y="16850"/>
                    <a:pt x="3238" y="16826"/>
                    <a:pt x="3232" y="16801"/>
                  </a:cubicBezTo>
                  <a:lnTo>
                    <a:pt x="3218" y="16732"/>
                  </a:lnTo>
                  <a:cubicBezTo>
                    <a:pt x="3210" y="16685"/>
                    <a:pt x="3198" y="16638"/>
                    <a:pt x="3193" y="16591"/>
                  </a:cubicBezTo>
                  <a:lnTo>
                    <a:pt x="3183" y="16447"/>
                  </a:lnTo>
                  <a:cubicBezTo>
                    <a:pt x="3178" y="16400"/>
                    <a:pt x="3180" y="16353"/>
                    <a:pt x="3183" y="16306"/>
                  </a:cubicBezTo>
                  <a:cubicBezTo>
                    <a:pt x="3185" y="16259"/>
                    <a:pt x="3186" y="16212"/>
                    <a:pt x="3190" y="16165"/>
                  </a:cubicBezTo>
                  <a:lnTo>
                    <a:pt x="3210" y="16028"/>
                  </a:lnTo>
                  <a:cubicBezTo>
                    <a:pt x="3214" y="15982"/>
                    <a:pt x="3223" y="15935"/>
                    <a:pt x="3234" y="15892"/>
                  </a:cubicBezTo>
                  <a:cubicBezTo>
                    <a:pt x="3312" y="15532"/>
                    <a:pt x="3453" y="15195"/>
                    <a:pt x="3614" y="14880"/>
                  </a:cubicBezTo>
                  <a:cubicBezTo>
                    <a:pt x="3777" y="14564"/>
                    <a:pt x="3965" y="14265"/>
                    <a:pt x="4168" y="13985"/>
                  </a:cubicBezTo>
                  <a:cubicBezTo>
                    <a:pt x="4369" y="13705"/>
                    <a:pt x="4581" y="13436"/>
                    <a:pt x="4801" y="13184"/>
                  </a:cubicBezTo>
                  <a:cubicBezTo>
                    <a:pt x="5236" y="12676"/>
                    <a:pt x="5696" y="12221"/>
                    <a:pt x="6148" y="11807"/>
                  </a:cubicBezTo>
                  <a:cubicBezTo>
                    <a:pt x="6601" y="11395"/>
                    <a:pt x="7045" y="11027"/>
                    <a:pt x="7467" y="10699"/>
                  </a:cubicBezTo>
                  <a:cubicBezTo>
                    <a:pt x="7889" y="10373"/>
                    <a:pt x="8286" y="10088"/>
                    <a:pt x="8642" y="9844"/>
                  </a:cubicBezTo>
                  <a:cubicBezTo>
                    <a:pt x="8745" y="9773"/>
                    <a:pt x="8846" y="9706"/>
                    <a:pt x="8941" y="9641"/>
                  </a:cubicBezTo>
                  <a:close/>
                  <a:moveTo>
                    <a:pt x="30782" y="16560"/>
                  </a:moveTo>
                  <a:lnTo>
                    <a:pt x="30896" y="17815"/>
                  </a:lnTo>
                  <a:cubicBezTo>
                    <a:pt x="31389" y="17822"/>
                    <a:pt x="31803" y="17829"/>
                    <a:pt x="32107" y="17834"/>
                  </a:cubicBezTo>
                  <a:cubicBezTo>
                    <a:pt x="32473" y="17842"/>
                    <a:pt x="32681" y="17845"/>
                    <a:pt x="32681" y="17845"/>
                  </a:cubicBezTo>
                  <a:cubicBezTo>
                    <a:pt x="32681" y="17845"/>
                    <a:pt x="32471" y="17850"/>
                    <a:pt x="32107" y="17857"/>
                  </a:cubicBezTo>
                  <a:cubicBezTo>
                    <a:pt x="31741" y="17862"/>
                    <a:pt x="31218" y="17870"/>
                    <a:pt x="30591" y="17881"/>
                  </a:cubicBezTo>
                  <a:cubicBezTo>
                    <a:pt x="29963" y="17885"/>
                    <a:pt x="29234" y="17892"/>
                    <a:pt x="28449" y="17898"/>
                  </a:cubicBezTo>
                  <a:cubicBezTo>
                    <a:pt x="27665" y="17903"/>
                    <a:pt x="26830" y="17904"/>
                    <a:pt x="25993" y="17908"/>
                  </a:cubicBezTo>
                  <a:cubicBezTo>
                    <a:pt x="25158" y="17904"/>
                    <a:pt x="24321" y="17903"/>
                    <a:pt x="23537" y="17898"/>
                  </a:cubicBezTo>
                  <a:cubicBezTo>
                    <a:pt x="22754" y="17892"/>
                    <a:pt x="22022" y="17885"/>
                    <a:pt x="21395" y="17881"/>
                  </a:cubicBezTo>
                  <a:cubicBezTo>
                    <a:pt x="20768" y="17870"/>
                    <a:pt x="20246" y="17864"/>
                    <a:pt x="19881" y="17857"/>
                  </a:cubicBezTo>
                  <a:cubicBezTo>
                    <a:pt x="19514" y="17849"/>
                    <a:pt x="19306" y="17845"/>
                    <a:pt x="19306" y="17845"/>
                  </a:cubicBezTo>
                  <a:cubicBezTo>
                    <a:pt x="19306" y="17845"/>
                    <a:pt x="19515" y="17841"/>
                    <a:pt x="19881" y="17834"/>
                  </a:cubicBezTo>
                  <a:cubicBezTo>
                    <a:pt x="20145" y="17830"/>
                    <a:pt x="20493" y="17823"/>
                    <a:pt x="20902" y="17819"/>
                  </a:cubicBezTo>
                  <a:lnTo>
                    <a:pt x="21017" y="16560"/>
                  </a:lnTo>
                  <a:lnTo>
                    <a:pt x="21131" y="17815"/>
                  </a:lnTo>
                  <a:cubicBezTo>
                    <a:pt x="21217" y="17814"/>
                    <a:pt x="21305" y="17813"/>
                    <a:pt x="21395" y="17813"/>
                  </a:cubicBezTo>
                  <a:cubicBezTo>
                    <a:pt x="21975" y="17806"/>
                    <a:pt x="22640" y="17800"/>
                    <a:pt x="23352" y="17794"/>
                  </a:cubicBezTo>
                  <a:lnTo>
                    <a:pt x="23462" y="16560"/>
                  </a:lnTo>
                  <a:lnTo>
                    <a:pt x="23573" y="17791"/>
                  </a:lnTo>
                  <a:cubicBezTo>
                    <a:pt x="24282" y="17790"/>
                    <a:pt x="25037" y="17787"/>
                    <a:pt x="25792" y="17783"/>
                  </a:cubicBezTo>
                  <a:lnTo>
                    <a:pt x="25903" y="16560"/>
                  </a:lnTo>
                  <a:lnTo>
                    <a:pt x="26013" y="17783"/>
                  </a:lnTo>
                  <a:cubicBezTo>
                    <a:pt x="26767" y="17787"/>
                    <a:pt x="27517" y="17788"/>
                    <a:pt x="28233" y="17790"/>
                  </a:cubicBezTo>
                  <a:lnTo>
                    <a:pt x="28343" y="16560"/>
                  </a:lnTo>
                  <a:lnTo>
                    <a:pt x="28455" y="17791"/>
                  </a:lnTo>
                  <a:cubicBezTo>
                    <a:pt x="29236" y="17798"/>
                    <a:pt x="29967" y="17804"/>
                    <a:pt x="30593" y="17810"/>
                  </a:cubicBezTo>
                  <a:cubicBezTo>
                    <a:pt x="30620" y="17810"/>
                    <a:pt x="30645" y="17810"/>
                    <a:pt x="30671" y="17811"/>
                  </a:cubicBezTo>
                  <a:lnTo>
                    <a:pt x="30782" y="16560"/>
                  </a:lnTo>
                  <a:close/>
                  <a:moveTo>
                    <a:pt x="18632" y="16118"/>
                  </a:moveTo>
                  <a:lnTo>
                    <a:pt x="18632" y="17935"/>
                  </a:lnTo>
                  <a:lnTo>
                    <a:pt x="16424" y="17935"/>
                  </a:lnTo>
                  <a:lnTo>
                    <a:pt x="16424" y="16118"/>
                  </a:lnTo>
                  <a:close/>
                  <a:moveTo>
                    <a:pt x="40813" y="16118"/>
                  </a:moveTo>
                  <a:cubicBezTo>
                    <a:pt x="40706" y="16758"/>
                    <a:pt x="40568" y="17367"/>
                    <a:pt x="40394" y="17935"/>
                  </a:cubicBezTo>
                  <a:lnTo>
                    <a:pt x="33323" y="17935"/>
                  </a:lnTo>
                  <a:lnTo>
                    <a:pt x="33323" y="16292"/>
                  </a:lnTo>
                  <a:cubicBezTo>
                    <a:pt x="33323" y="16292"/>
                    <a:pt x="33145" y="16298"/>
                    <a:pt x="32839" y="16304"/>
                  </a:cubicBezTo>
                  <a:cubicBezTo>
                    <a:pt x="32532" y="16310"/>
                    <a:pt x="32091" y="16318"/>
                    <a:pt x="31565" y="16329"/>
                  </a:cubicBezTo>
                  <a:cubicBezTo>
                    <a:pt x="31037" y="16333"/>
                    <a:pt x="30423" y="16345"/>
                    <a:pt x="29765" y="16346"/>
                  </a:cubicBezTo>
                  <a:cubicBezTo>
                    <a:pt x="29107" y="16350"/>
                    <a:pt x="28404" y="16351"/>
                    <a:pt x="27703" y="16356"/>
                  </a:cubicBezTo>
                  <a:cubicBezTo>
                    <a:pt x="26999" y="16351"/>
                    <a:pt x="26297" y="16350"/>
                    <a:pt x="25639" y="16346"/>
                  </a:cubicBezTo>
                  <a:cubicBezTo>
                    <a:pt x="24981" y="16339"/>
                    <a:pt x="24366" y="16333"/>
                    <a:pt x="23839" y="16329"/>
                  </a:cubicBezTo>
                  <a:cubicBezTo>
                    <a:pt x="23313" y="16318"/>
                    <a:pt x="22875" y="16311"/>
                    <a:pt x="22566" y="16304"/>
                  </a:cubicBezTo>
                  <a:cubicBezTo>
                    <a:pt x="22259" y="16296"/>
                    <a:pt x="22083" y="16292"/>
                    <a:pt x="22083" y="16292"/>
                  </a:cubicBezTo>
                  <a:cubicBezTo>
                    <a:pt x="22083" y="16292"/>
                    <a:pt x="22259" y="16288"/>
                    <a:pt x="22566" y="16282"/>
                  </a:cubicBezTo>
                  <a:cubicBezTo>
                    <a:pt x="22872" y="16276"/>
                    <a:pt x="23313" y="16268"/>
                    <a:pt x="23839" y="16257"/>
                  </a:cubicBezTo>
                  <a:cubicBezTo>
                    <a:pt x="24367" y="16252"/>
                    <a:pt x="24981" y="16245"/>
                    <a:pt x="25639" y="16239"/>
                  </a:cubicBezTo>
                  <a:cubicBezTo>
                    <a:pt x="26297" y="16236"/>
                    <a:pt x="27000" y="16235"/>
                    <a:pt x="27703" y="16231"/>
                  </a:cubicBezTo>
                  <a:cubicBezTo>
                    <a:pt x="28404" y="16235"/>
                    <a:pt x="29107" y="16236"/>
                    <a:pt x="29765" y="16239"/>
                  </a:cubicBezTo>
                  <a:cubicBezTo>
                    <a:pt x="30423" y="16241"/>
                    <a:pt x="31040" y="16252"/>
                    <a:pt x="31565" y="16257"/>
                  </a:cubicBezTo>
                  <a:cubicBezTo>
                    <a:pt x="32091" y="16268"/>
                    <a:pt x="32530" y="16276"/>
                    <a:pt x="32839" y="16282"/>
                  </a:cubicBezTo>
                  <a:cubicBezTo>
                    <a:pt x="33145" y="16290"/>
                    <a:pt x="33323" y="16292"/>
                    <a:pt x="33323" y="16292"/>
                  </a:cubicBezTo>
                  <a:lnTo>
                    <a:pt x="33323" y="16118"/>
                  </a:lnTo>
                  <a:close/>
                  <a:moveTo>
                    <a:pt x="15573" y="15375"/>
                  </a:moveTo>
                  <a:lnTo>
                    <a:pt x="15573" y="15375"/>
                  </a:lnTo>
                  <a:cubicBezTo>
                    <a:pt x="15147" y="16830"/>
                    <a:pt x="14509" y="18103"/>
                    <a:pt x="13577" y="18103"/>
                  </a:cubicBezTo>
                  <a:cubicBezTo>
                    <a:pt x="13073" y="18103"/>
                    <a:pt x="12657" y="17732"/>
                    <a:pt x="12311" y="17161"/>
                  </a:cubicBezTo>
                  <a:cubicBezTo>
                    <a:pt x="13153" y="16800"/>
                    <a:pt x="13983" y="16373"/>
                    <a:pt x="14782" y="15886"/>
                  </a:cubicBezTo>
                  <a:cubicBezTo>
                    <a:pt x="15050" y="15720"/>
                    <a:pt x="15312" y="15551"/>
                    <a:pt x="15573" y="15375"/>
                  </a:cubicBezTo>
                  <a:close/>
                  <a:moveTo>
                    <a:pt x="15795" y="14747"/>
                  </a:moveTo>
                  <a:lnTo>
                    <a:pt x="15795" y="14865"/>
                  </a:lnTo>
                  <a:cubicBezTo>
                    <a:pt x="15751" y="14898"/>
                    <a:pt x="15706" y="14933"/>
                    <a:pt x="15660" y="14966"/>
                  </a:cubicBezTo>
                  <a:cubicBezTo>
                    <a:pt x="15184" y="15299"/>
                    <a:pt x="14690" y="15612"/>
                    <a:pt x="14195" y="15895"/>
                  </a:cubicBezTo>
                  <a:cubicBezTo>
                    <a:pt x="13697" y="16178"/>
                    <a:pt x="13200" y="16444"/>
                    <a:pt x="12706" y="16675"/>
                  </a:cubicBezTo>
                  <a:cubicBezTo>
                    <a:pt x="12213" y="16907"/>
                    <a:pt x="11727" y="17116"/>
                    <a:pt x="11259" y="17287"/>
                  </a:cubicBezTo>
                  <a:cubicBezTo>
                    <a:pt x="10791" y="17462"/>
                    <a:pt x="10342" y="17614"/>
                    <a:pt x="9923" y="17731"/>
                  </a:cubicBezTo>
                  <a:cubicBezTo>
                    <a:pt x="9711" y="17796"/>
                    <a:pt x="9508" y="17847"/>
                    <a:pt x="9315" y="17896"/>
                  </a:cubicBezTo>
                  <a:cubicBezTo>
                    <a:pt x="9121" y="17943"/>
                    <a:pt x="8937" y="17980"/>
                    <a:pt x="8764" y="18018"/>
                  </a:cubicBezTo>
                  <a:cubicBezTo>
                    <a:pt x="8590" y="18050"/>
                    <a:pt x="8427" y="18082"/>
                    <a:pt x="8275" y="18105"/>
                  </a:cubicBezTo>
                  <a:cubicBezTo>
                    <a:pt x="8125" y="18128"/>
                    <a:pt x="7985" y="18150"/>
                    <a:pt x="7859" y="18166"/>
                  </a:cubicBezTo>
                  <a:cubicBezTo>
                    <a:pt x="7734" y="18179"/>
                    <a:pt x="7621" y="18191"/>
                    <a:pt x="7522" y="18203"/>
                  </a:cubicBezTo>
                  <a:cubicBezTo>
                    <a:pt x="7425" y="18213"/>
                    <a:pt x="7339" y="18217"/>
                    <a:pt x="7272" y="18222"/>
                  </a:cubicBezTo>
                  <a:cubicBezTo>
                    <a:pt x="7137" y="18232"/>
                    <a:pt x="7064" y="18236"/>
                    <a:pt x="7064" y="18236"/>
                  </a:cubicBezTo>
                  <a:cubicBezTo>
                    <a:pt x="7064" y="18236"/>
                    <a:pt x="7137" y="18229"/>
                    <a:pt x="7272" y="18217"/>
                  </a:cubicBezTo>
                  <a:cubicBezTo>
                    <a:pt x="7339" y="18210"/>
                    <a:pt x="7423" y="18205"/>
                    <a:pt x="7522" y="18193"/>
                  </a:cubicBezTo>
                  <a:cubicBezTo>
                    <a:pt x="7620" y="18179"/>
                    <a:pt x="7732" y="18166"/>
                    <a:pt x="7858" y="18150"/>
                  </a:cubicBezTo>
                  <a:cubicBezTo>
                    <a:pt x="7984" y="18131"/>
                    <a:pt x="8121" y="18105"/>
                    <a:pt x="8273" y="18081"/>
                  </a:cubicBezTo>
                  <a:cubicBezTo>
                    <a:pt x="8423" y="18054"/>
                    <a:pt x="8584" y="18018"/>
                    <a:pt x="8757" y="17983"/>
                  </a:cubicBezTo>
                  <a:cubicBezTo>
                    <a:pt x="9101" y="17903"/>
                    <a:pt x="9489" y="17809"/>
                    <a:pt x="9906" y="17681"/>
                  </a:cubicBezTo>
                  <a:cubicBezTo>
                    <a:pt x="10323" y="17559"/>
                    <a:pt x="10769" y="17404"/>
                    <a:pt x="11234" y="17224"/>
                  </a:cubicBezTo>
                  <a:cubicBezTo>
                    <a:pt x="11698" y="17047"/>
                    <a:pt x="12179" y="16832"/>
                    <a:pt x="12671" y="16601"/>
                  </a:cubicBezTo>
                  <a:cubicBezTo>
                    <a:pt x="13161" y="16369"/>
                    <a:pt x="13656" y="16103"/>
                    <a:pt x="14149" y="15820"/>
                  </a:cubicBezTo>
                  <a:cubicBezTo>
                    <a:pt x="14645" y="15532"/>
                    <a:pt x="15131" y="15222"/>
                    <a:pt x="15605" y="14888"/>
                  </a:cubicBezTo>
                  <a:cubicBezTo>
                    <a:pt x="15671" y="14842"/>
                    <a:pt x="15732" y="14794"/>
                    <a:pt x="15795" y="14747"/>
                  </a:cubicBezTo>
                  <a:close/>
                  <a:moveTo>
                    <a:pt x="15794" y="15829"/>
                  </a:moveTo>
                  <a:lnTo>
                    <a:pt x="15794" y="16302"/>
                  </a:lnTo>
                  <a:cubicBezTo>
                    <a:pt x="15775" y="16386"/>
                    <a:pt x="15758" y="16479"/>
                    <a:pt x="15732" y="16578"/>
                  </a:cubicBezTo>
                  <a:cubicBezTo>
                    <a:pt x="15722" y="16631"/>
                    <a:pt x="15704" y="16682"/>
                    <a:pt x="15685" y="16736"/>
                  </a:cubicBezTo>
                  <a:cubicBezTo>
                    <a:pt x="15667" y="16789"/>
                    <a:pt x="15646" y="16843"/>
                    <a:pt x="15626" y="16899"/>
                  </a:cubicBezTo>
                  <a:cubicBezTo>
                    <a:pt x="15606" y="16954"/>
                    <a:pt x="15587" y="17011"/>
                    <a:pt x="15560" y="17065"/>
                  </a:cubicBezTo>
                  <a:cubicBezTo>
                    <a:pt x="15534" y="17120"/>
                    <a:pt x="15507" y="17173"/>
                    <a:pt x="15479" y="17230"/>
                  </a:cubicBezTo>
                  <a:cubicBezTo>
                    <a:pt x="15450" y="17285"/>
                    <a:pt x="15425" y="17341"/>
                    <a:pt x="15391" y="17395"/>
                  </a:cubicBezTo>
                  <a:cubicBezTo>
                    <a:pt x="15356" y="17447"/>
                    <a:pt x="15321" y="17501"/>
                    <a:pt x="15285" y="17555"/>
                  </a:cubicBezTo>
                  <a:cubicBezTo>
                    <a:pt x="15218" y="17662"/>
                    <a:pt x="15131" y="17757"/>
                    <a:pt x="15048" y="17851"/>
                  </a:cubicBezTo>
                  <a:cubicBezTo>
                    <a:pt x="15009" y="17901"/>
                    <a:pt x="14959" y="17941"/>
                    <a:pt x="14913" y="17983"/>
                  </a:cubicBezTo>
                  <a:cubicBezTo>
                    <a:pt x="14866" y="18023"/>
                    <a:pt x="14825" y="18066"/>
                    <a:pt x="14774" y="18103"/>
                  </a:cubicBezTo>
                  <a:cubicBezTo>
                    <a:pt x="14674" y="18171"/>
                    <a:pt x="14580" y="18240"/>
                    <a:pt x="14482" y="18287"/>
                  </a:cubicBezTo>
                  <a:cubicBezTo>
                    <a:pt x="14385" y="18343"/>
                    <a:pt x="14287" y="18374"/>
                    <a:pt x="14197" y="18407"/>
                  </a:cubicBezTo>
                  <a:cubicBezTo>
                    <a:pt x="14106" y="18434"/>
                    <a:pt x="14022" y="18458"/>
                    <a:pt x="13946" y="18468"/>
                  </a:cubicBezTo>
                  <a:cubicBezTo>
                    <a:pt x="13871" y="18483"/>
                    <a:pt x="13804" y="18483"/>
                    <a:pt x="13748" y="18487"/>
                  </a:cubicBezTo>
                  <a:cubicBezTo>
                    <a:pt x="13637" y="18487"/>
                    <a:pt x="13577" y="18475"/>
                    <a:pt x="13577" y="18475"/>
                  </a:cubicBezTo>
                  <a:cubicBezTo>
                    <a:pt x="13577" y="18475"/>
                    <a:pt x="13592" y="18472"/>
                    <a:pt x="13620" y="18465"/>
                  </a:cubicBezTo>
                  <a:cubicBezTo>
                    <a:pt x="13650" y="18460"/>
                    <a:pt x="13690" y="18445"/>
                    <a:pt x="13740" y="18432"/>
                  </a:cubicBezTo>
                  <a:cubicBezTo>
                    <a:pt x="13791" y="18413"/>
                    <a:pt x="13851" y="18393"/>
                    <a:pt x="13915" y="18364"/>
                  </a:cubicBezTo>
                  <a:cubicBezTo>
                    <a:pt x="13983" y="18339"/>
                    <a:pt x="14055" y="18297"/>
                    <a:pt x="14133" y="18258"/>
                  </a:cubicBezTo>
                  <a:cubicBezTo>
                    <a:pt x="14208" y="18211"/>
                    <a:pt x="14290" y="18166"/>
                    <a:pt x="14369" y="18104"/>
                  </a:cubicBezTo>
                  <a:cubicBezTo>
                    <a:pt x="14453" y="18050"/>
                    <a:pt x="14529" y="17976"/>
                    <a:pt x="14611" y="17908"/>
                  </a:cubicBezTo>
                  <a:cubicBezTo>
                    <a:pt x="14651" y="17873"/>
                    <a:pt x="14686" y="17829"/>
                    <a:pt x="14727" y="17790"/>
                  </a:cubicBezTo>
                  <a:cubicBezTo>
                    <a:pt x="14766" y="17749"/>
                    <a:pt x="14807" y="17713"/>
                    <a:pt x="14841" y="17666"/>
                  </a:cubicBezTo>
                  <a:cubicBezTo>
                    <a:pt x="14912" y="17575"/>
                    <a:pt x="14990" y="17492"/>
                    <a:pt x="15049" y="17391"/>
                  </a:cubicBezTo>
                  <a:cubicBezTo>
                    <a:pt x="15082" y="17343"/>
                    <a:pt x="15115" y="17296"/>
                    <a:pt x="15148" y="17249"/>
                  </a:cubicBezTo>
                  <a:cubicBezTo>
                    <a:pt x="15178" y="17199"/>
                    <a:pt x="15205" y="17148"/>
                    <a:pt x="15234" y="17097"/>
                  </a:cubicBezTo>
                  <a:cubicBezTo>
                    <a:pt x="15262" y="17047"/>
                    <a:pt x="15291" y="16996"/>
                    <a:pt x="15319" y="16948"/>
                  </a:cubicBezTo>
                  <a:cubicBezTo>
                    <a:pt x="15348" y="16899"/>
                    <a:pt x="15368" y="16846"/>
                    <a:pt x="15393" y="16796"/>
                  </a:cubicBezTo>
                  <a:cubicBezTo>
                    <a:pt x="15417" y="16746"/>
                    <a:pt x="15440" y="16698"/>
                    <a:pt x="15464" y="16648"/>
                  </a:cubicBezTo>
                  <a:cubicBezTo>
                    <a:pt x="15489" y="16601"/>
                    <a:pt x="15511" y="16553"/>
                    <a:pt x="15530" y="16506"/>
                  </a:cubicBezTo>
                  <a:cubicBezTo>
                    <a:pt x="15566" y="16411"/>
                    <a:pt x="15605" y="16322"/>
                    <a:pt x="15640" y="16237"/>
                  </a:cubicBezTo>
                  <a:cubicBezTo>
                    <a:pt x="15677" y="16155"/>
                    <a:pt x="15701" y="16076"/>
                    <a:pt x="15728" y="16006"/>
                  </a:cubicBezTo>
                  <a:cubicBezTo>
                    <a:pt x="15753" y="15937"/>
                    <a:pt x="15775" y="15879"/>
                    <a:pt x="15794" y="15829"/>
                  </a:cubicBezTo>
                  <a:close/>
                  <a:moveTo>
                    <a:pt x="3144" y="18961"/>
                  </a:moveTo>
                  <a:cubicBezTo>
                    <a:pt x="3176" y="18961"/>
                    <a:pt x="3202" y="18985"/>
                    <a:pt x="3202" y="19017"/>
                  </a:cubicBezTo>
                  <a:cubicBezTo>
                    <a:pt x="3202" y="19049"/>
                    <a:pt x="3176" y="19075"/>
                    <a:pt x="3144" y="19075"/>
                  </a:cubicBezTo>
                  <a:cubicBezTo>
                    <a:pt x="3112" y="19075"/>
                    <a:pt x="3088" y="19049"/>
                    <a:pt x="3088" y="19017"/>
                  </a:cubicBezTo>
                  <a:cubicBezTo>
                    <a:pt x="3088" y="18985"/>
                    <a:pt x="3112" y="18961"/>
                    <a:pt x="3144" y="18961"/>
                  </a:cubicBezTo>
                  <a:close/>
                  <a:moveTo>
                    <a:pt x="3131" y="18907"/>
                  </a:moveTo>
                  <a:cubicBezTo>
                    <a:pt x="3136" y="18907"/>
                    <a:pt x="3139" y="18908"/>
                    <a:pt x="3143" y="18908"/>
                  </a:cubicBezTo>
                  <a:lnTo>
                    <a:pt x="3146" y="18908"/>
                  </a:lnTo>
                  <a:cubicBezTo>
                    <a:pt x="3146" y="18908"/>
                    <a:pt x="3142" y="18910"/>
                    <a:pt x="3132" y="18914"/>
                  </a:cubicBezTo>
                  <a:cubicBezTo>
                    <a:pt x="3124" y="18916"/>
                    <a:pt x="3112" y="18922"/>
                    <a:pt x="3101" y="18930"/>
                  </a:cubicBezTo>
                  <a:cubicBezTo>
                    <a:pt x="3089" y="18938"/>
                    <a:pt x="3077" y="18950"/>
                    <a:pt x="3069" y="18965"/>
                  </a:cubicBezTo>
                  <a:cubicBezTo>
                    <a:pt x="3064" y="18971"/>
                    <a:pt x="3062" y="18981"/>
                    <a:pt x="3058" y="18989"/>
                  </a:cubicBezTo>
                  <a:cubicBezTo>
                    <a:pt x="3057" y="18997"/>
                    <a:pt x="3056" y="19004"/>
                    <a:pt x="3056" y="19016"/>
                  </a:cubicBezTo>
                  <a:cubicBezTo>
                    <a:pt x="3056" y="19022"/>
                    <a:pt x="3057" y="19032"/>
                    <a:pt x="3058" y="19041"/>
                  </a:cubicBezTo>
                  <a:cubicBezTo>
                    <a:pt x="3062" y="19049"/>
                    <a:pt x="3064" y="19057"/>
                    <a:pt x="3069" y="19064"/>
                  </a:cubicBezTo>
                  <a:cubicBezTo>
                    <a:pt x="3077" y="19079"/>
                    <a:pt x="3089" y="19091"/>
                    <a:pt x="3101" y="19099"/>
                  </a:cubicBezTo>
                  <a:cubicBezTo>
                    <a:pt x="3108" y="19103"/>
                    <a:pt x="3112" y="19108"/>
                    <a:pt x="3117" y="19110"/>
                  </a:cubicBezTo>
                  <a:cubicBezTo>
                    <a:pt x="3123" y="19112"/>
                    <a:pt x="3128" y="19115"/>
                    <a:pt x="3132" y="19116"/>
                  </a:cubicBezTo>
                  <a:cubicBezTo>
                    <a:pt x="3142" y="19119"/>
                    <a:pt x="3146" y="19122"/>
                    <a:pt x="3146" y="19122"/>
                  </a:cubicBezTo>
                  <a:cubicBezTo>
                    <a:pt x="3146" y="19122"/>
                    <a:pt x="3143" y="19125"/>
                    <a:pt x="3142" y="19125"/>
                  </a:cubicBezTo>
                  <a:cubicBezTo>
                    <a:pt x="3139" y="19125"/>
                    <a:pt x="3135" y="19126"/>
                    <a:pt x="3131" y="19126"/>
                  </a:cubicBezTo>
                  <a:cubicBezTo>
                    <a:pt x="3121" y="19126"/>
                    <a:pt x="3108" y="19126"/>
                    <a:pt x="3091" y="19119"/>
                  </a:cubicBezTo>
                  <a:cubicBezTo>
                    <a:pt x="3074" y="19112"/>
                    <a:pt x="3057" y="19102"/>
                    <a:pt x="3044" y="19083"/>
                  </a:cubicBezTo>
                  <a:cubicBezTo>
                    <a:pt x="3037" y="19075"/>
                    <a:pt x="3031" y="19063"/>
                    <a:pt x="3029" y="19052"/>
                  </a:cubicBezTo>
                  <a:cubicBezTo>
                    <a:pt x="3025" y="19041"/>
                    <a:pt x="3023" y="19031"/>
                    <a:pt x="3023" y="19016"/>
                  </a:cubicBezTo>
                  <a:cubicBezTo>
                    <a:pt x="3023" y="19005"/>
                    <a:pt x="3025" y="18992"/>
                    <a:pt x="3029" y="18981"/>
                  </a:cubicBezTo>
                  <a:cubicBezTo>
                    <a:pt x="3031" y="18969"/>
                    <a:pt x="3038" y="18958"/>
                    <a:pt x="3044" y="18950"/>
                  </a:cubicBezTo>
                  <a:cubicBezTo>
                    <a:pt x="3057" y="18931"/>
                    <a:pt x="3074" y="18920"/>
                    <a:pt x="3091" y="18914"/>
                  </a:cubicBezTo>
                  <a:cubicBezTo>
                    <a:pt x="3108" y="18907"/>
                    <a:pt x="3121" y="18907"/>
                    <a:pt x="3131" y="18907"/>
                  </a:cubicBezTo>
                  <a:close/>
                  <a:moveTo>
                    <a:pt x="40355" y="18062"/>
                  </a:moveTo>
                  <a:cubicBezTo>
                    <a:pt x="40349" y="18082"/>
                    <a:pt x="40343" y="18104"/>
                    <a:pt x="40337" y="18124"/>
                  </a:cubicBezTo>
                  <a:cubicBezTo>
                    <a:pt x="40132" y="18762"/>
                    <a:pt x="39867" y="19345"/>
                    <a:pt x="39558" y="19878"/>
                  </a:cubicBezTo>
                  <a:lnTo>
                    <a:pt x="16425" y="19878"/>
                  </a:lnTo>
                  <a:lnTo>
                    <a:pt x="16425" y="18062"/>
                  </a:lnTo>
                  <a:close/>
                  <a:moveTo>
                    <a:pt x="3238" y="19170"/>
                  </a:moveTo>
                  <a:lnTo>
                    <a:pt x="4143" y="19999"/>
                  </a:lnTo>
                  <a:cubicBezTo>
                    <a:pt x="4045" y="20054"/>
                    <a:pt x="3949" y="20112"/>
                    <a:pt x="3851" y="20172"/>
                  </a:cubicBezTo>
                  <a:cubicBezTo>
                    <a:pt x="3754" y="20231"/>
                    <a:pt x="3659" y="20293"/>
                    <a:pt x="3565" y="20353"/>
                  </a:cubicBezTo>
                  <a:lnTo>
                    <a:pt x="3238" y="19170"/>
                  </a:lnTo>
                  <a:close/>
                  <a:moveTo>
                    <a:pt x="4909" y="19867"/>
                  </a:moveTo>
                  <a:cubicBezTo>
                    <a:pt x="4911" y="19873"/>
                    <a:pt x="4914" y="19882"/>
                    <a:pt x="4917" y="19890"/>
                  </a:cubicBezTo>
                  <a:cubicBezTo>
                    <a:pt x="4924" y="19909"/>
                    <a:pt x="4930" y="19928"/>
                    <a:pt x="4936" y="19949"/>
                  </a:cubicBezTo>
                  <a:cubicBezTo>
                    <a:pt x="4948" y="19991"/>
                    <a:pt x="4958" y="20039"/>
                    <a:pt x="4972" y="20091"/>
                  </a:cubicBezTo>
                  <a:cubicBezTo>
                    <a:pt x="4985" y="20144"/>
                    <a:pt x="4995" y="20203"/>
                    <a:pt x="5008" y="20263"/>
                  </a:cubicBezTo>
                  <a:cubicBezTo>
                    <a:pt x="5015" y="20293"/>
                    <a:pt x="5019" y="20325"/>
                    <a:pt x="5023" y="20357"/>
                  </a:cubicBezTo>
                  <a:cubicBezTo>
                    <a:pt x="5028" y="20388"/>
                    <a:pt x="5031" y="20422"/>
                    <a:pt x="5036" y="20455"/>
                  </a:cubicBezTo>
                  <a:cubicBezTo>
                    <a:pt x="5038" y="20461"/>
                    <a:pt x="5038" y="20467"/>
                    <a:pt x="5038" y="20473"/>
                  </a:cubicBezTo>
                  <a:lnTo>
                    <a:pt x="4566" y="20093"/>
                  </a:lnTo>
                  <a:cubicBezTo>
                    <a:pt x="4676" y="20016"/>
                    <a:pt x="4791" y="19940"/>
                    <a:pt x="4909" y="19867"/>
                  </a:cubicBezTo>
                  <a:close/>
                  <a:moveTo>
                    <a:pt x="3910" y="20267"/>
                  </a:moveTo>
                  <a:lnTo>
                    <a:pt x="3910" y="20267"/>
                  </a:lnTo>
                  <a:cubicBezTo>
                    <a:pt x="3910" y="20267"/>
                    <a:pt x="3884" y="20285"/>
                    <a:pt x="3837" y="20314"/>
                  </a:cubicBezTo>
                  <a:cubicBezTo>
                    <a:pt x="3814" y="20330"/>
                    <a:pt x="3786" y="20351"/>
                    <a:pt x="3753" y="20372"/>
                  </a:cubicBezTo>
                  <a:cubicBezTo>
                    <a:pt x="3719" y="20395"/>
                    <a:pt x="3680" y="20420"/>
                    <a:pt x="3636" y="20451"/>
                  </a:cubicBezTo>
                  <a:cubicBezTo>
                    <a:pt x="3625" y="20459"/>
                    <a:pt x="3612" y="20467"/>
                    <a:pt x="3598" y="20478"/>
                  </a:cubicBezTo>
                  <a:lnTo>
                    <a:pt x="3593" y="20459"/>
                  </a:lnTo>
                  <a:cubicBezTo>
                    <a:pt x="3605" y="20451"/>
                    <a:pt x="3616" y="20445"/>
                    <a:pt x="3628" y="20438"/>
                  </a:cubicBezTo>
                  <a:cubicBezTo>
                    <a:pt x="3716" y="20381"/>
                    <a:pt x="3787" y="20340"/>
                    <a:pt x="3836" y="20312"/>
                  </a:cubicBezTo>
                  <a:cubicBezTo>
                    <a:pt x="3884" y="20284"/>
                    <a:pt x="3910" y="20267"/>
                    <a:pt x="3910" y="20267"/>
                  </a:cubicBezTo>
                  <a:close/>
                  <a:moveTo>
                    <a:pt x="3504" y="20516"/>
                  </a:moveTo>
                  <a:lnTo>
                    <a:pt x="3511" y="20536"/>
                  </a:lnTo>
                  <a:cubicBezTo>
                    <a:pt x="3508" y="20536"/>
                    <a:pt x="3508" y="20539"/>
                    <a:pt x="3507" y="20539"/>
                  </a:cubicBezTo>
                  <a:lnTo>
                    <a:pt x="3504" y="20516"/>
                  </a:lnTo>
                  <a:close/>
                  <a:moveTo>
                    <a:pt x="4480" y="20153"/>
                  </a:moveTo>
                  <a:lnTo>
                    <a:pt x="5051" y="20611"/>
                  </a:lnTo>
                  <a:cubicBezTo>
                    <a:pt x="5052" y="20629"/>
                    <a:pt x="5055" y="20647"/>
                    <a:pt x="5056" y="20663"/>
                  </a:cubicBezTo>
                  <a:cubicBezTo>
                    <a:pt x="5058" y="20677"/>
                    <a:pt x="5058" y="20690"/>
                    <a:pt x="5058" y="20704"/>
                  </a:cubicBezTo>
                  <a:lnTo>
                    <a:pt x="4499" y="20192"/>
                  </a:lnTo>
                  <a:cubicBezTo>
                    <a:pt x="4494" y="20179"/>
                    <a:pt x="4487" y="20165"/>
                    <a:pt x="4480" y="20153"/>
                  </a:cubicBezTo>
                  <a:close/>
                  <a:moveTo>
                    <a:pt x="5475" y="19558"/>
                  </a:moveTo>
                  <a:cubicBezTo>
                    <a:pt x="5478" y="19570"/>
                    <a:pt x="5481" y="19585"/>
                    <a:pt x="5482" y="19601"/>
                  </a:cubicBezTo>
                  <a:cubicBezTo>
                    <a:pt x="5485" y="19619"/>
                    <a:pt x="5486" y="19639"/>
                    <a:pt x="5489" y="19660"/>
                  </a:cubicBezTo>
                  <a:cubicBezTo>
                    <a:pt x="5492" y="19670"/>
                    <a:pt x="5492" y="19682"/>
                    <a:pt x="5493" y="19694"/>
                  </a:cubicBezTo>
                  <a:cubicBezTo>
                    <a:pt x="5493" y="19706"/>
                    <a:pt x="5494" y="19717"/>
                    <a:pt x="5494" y="19729"/>
                  </a:cubicBezTo>
                  <a:cubicBezTo>
                    <a:pt x="5496" y="19754"/>
                    <a:pt x="5498" y="19780"/>
                    <a:pt x="5500" y="19808"/>
                  </a:cubicBezTo>
                  <a:cubicBezTo>
                    <a:pt x="5500" y="19836"/>
                    <a:pt x="5501" y="19864"/>
                    <a:pt x="5501" y="19895"/>
                  </a:cubicBezTo>
                  <a:cubicBezTo>
                    <a:pt x="5501" y="19956"/>
                    <a:pt x="5500" y="20023"/>
                    <a:pt x="5496" y="20093"/>
                  </a:cubicBezTo>
                  <a:cubicBezTo>
                    <a:pt x="5493" y="20164"/>
                    <a:pt x="5486" y="20238"/>
                    <a:pt x="5478" y="20313"/>
                  </a:cubicBezTo>
                  <a:cubicBezTo>
                    <a:pt x="5469" y="20388"/>
                    <a:pt x="5458" y="20467"/>
                    <a:pt x="5445" y="20548"/>
                  </a:cubicBezTo>
                  <a:cubicBezTo>
                    <a:pt x="5432" y="20621"/>
                    <a:pt x="5418" y="20693"/>
                    <a:pt x="5402" y="20764"/>
                  </a:cubicBezTo>
                  <a:lnTo>
                    <a:pt x="5106" y="20528"/>
                  </a:lnTo>
                  <a:cubicBezTo>
                    <a:pt x="5105" y="20501"/>
                    <a:pt x="5103" y="20474"/>
                    <a:pt x="5102" y="20449"/>
                  </a:cubicBezTo>
                  <a:cubicBezTo>
                    <a:pt x="5098" y="20415"/>
                    <a:pt x="5095" y="20380"/>
                    <a:pt x="5091" y="20348"/>
                  </a:cubicBezTo>
                  <a:cubicBezTo>
                    <a:pt x="5089" y="20314"/>
                    <a:pt x="5085" y="20283"/>
                    <a:pt x="5079" y="20251"/>
                  </a:cubicBezTo>
                  <a:cubicBezTo>
                    <a:pt x="5070" y="20189"/>
                    <a:pt x="5063" y="20129"/>
                    <a:pt x="5051" y="20075"/>
                  </a:cubicBezTo>
                  <a:cubicBezTo>
                    <a:pt x="5039" y="20022"/>
                    <a:pt x="5028" y="19971"/>
                    <a:pt x="5019" y="19928"/>
                  </a:cubicBezTo>
                  <a:cubicBezTo>
                    <a:pt x="5015" y="19905"/>
                    <a:pt x="5009" y="19885"/>
                    <a:pt x="5003" y="19867"/>
                  </a:cubicBezTo>
                  <a:cubicBezTo>
                    <a:pt x="4997" y="19850"/>
                    <a:pt x="4992" y="19834"/>
                    <a:pt x="4989" y="19820"/>
                  </a:cubicBezTo>
                  <a:cubicBezTo>
                    <a:pt x="5109" y="19744"/>
                    <a:pt x="5231" y="19674"/>
                    <a:pt x="5359" y="19603"/>
                  </a:cubicBezTo>
                  <a:cubicBezTo>
                    <a:pt x="5399" y="19588"/>
                    <a:pt x="5438" y="19573"/>
                    <a:pt x="5475" y="19558"/>
                  </a:cubicBezTo>
                  <a:close/>
                  <a:moveTo>
                    <a:pt x="7445" y="19522"/>
                  </a:moveTo>
                  <a:cubicBezTo>
                    <a:pt x="7595" y="19801"/>
                    <a:pt x="7219" y="20333"/>
                    <a:pt x="6487" y="20951"/>
                  </a:cubicBezTo>
                  <a:cubicBezTo>
                    <a:pt x="6567" y="20874"/>
                    <a:pt x="6646" y="20794"/>
                    <a:pt x="6720" y="20713"/>
                  </a:cubicBezTo>
                  <a:cubicBezTo>
                    <a:pt x="6758" y="20670"/>
                    <a:pt x="6796" y="20627"/>
                    <a:pt x="6832" y="20587"/>
                  </a:cubicBezTo>
                  <a:cubicBezTo>
                    <a:pt x="6868" y="20543"/>
                    <a:pt x="6903" y="20501"/>
                    <a:pt x="6937" y="20459"/>
                  </a:cubicBezTo>
                  <a:cubicBezTo>
                    <a:pt x="6969" y="20415"/>
                    <a:pt x="7002" y="20373"/>
                    <a:pt x="7032" y="20332"/>
                  </a:cubicBezTo>
                  <a:cubicBezTo>
                    <a:pt x="7063" y="20287"/>
                    <a:pt x="7092" y="20247"/>
                    <a:pt x="7119" y="20206"/>
                  </a:cubicBezTo>
                  <a:cubicBezTo>
                    <a:pt x="7146" y="20164"/>
                    <a:pt x="7173" y="20124"/>
                    <a:pt x="7197" y="20082"/>
                  </a:cubicBezTo>
                  <a:cubicBezTo>
                    <a:pt x="7220" y="20042"/>
                    <a:pt x="7241" y="20001"/>
                    <a:pt x="7264" y="19963"/>
                  </a:cubicBezTo>
                  <a:cubicBezTo>
                    <a:pt x="7284" y="19924"/>
                    <a:pt x="7302" y="19885"/>
                    <a:pt x="7319" y="19850"/>
                  </a:cubicBezTo>
                  <a:cubicBezTo>
                    <a:pt x="7338" y="19815"/>
                    <a:pt x="7349" y="19777"/>
                    <a:pt x="7365" y="19745"/>
                  </a:cubicBezTo>
                  <a:cubicBezTo>
                    <a:pt x="7372" y="19729"/>
                    <a:pt x="7378" y="19714"/>
                    <a:pt x="7385" y="19699"/>
                  </a:cubicBezTo>
                  <a:cubicBezTo>
                    <a:pt x="7389" y="19682"/>
                    <a:pt x="7396" y="19667"/>
                    <a:pt x="7401" y="19652"/>
                  </a:cubicBezTo>
                  <a:cubicBezTo>
                    <a:pt x="7412" y="19623"/>
                    <a:pt x="7421" y="19596"/>
                    <a:pt x="7429" y="19572"/>
                  </a:cubicBezTo>
                  <a:cubicBezTo>
                    <a:pt x="7435" y="19553"/>
                    <a:pt x="7440" y="19538"/>
                    <a:pt x="7445" y="19522"/>
                  </a:cubicBezTo>
                  <a:close/>
                  <a:moveTo>
                    <a:pt x="5113" y="20661"/>
                  </a:moveTo>
                  <a:lnTo>
                    <a:pt x="5379" y="20874"/>
                  </a:lnTo>
                  <a:lnTo>
                    <a:pt x="5353" y="20975"/>
                  </a:lnTo>
                  <a:lnTo>
                    <a:pt x="5114" y="20756"/>
                  </a:lnTo>
                  <a:cubicBezTo>
                    <a:pt x="5116" y="20724"/>
                    <a:pt x="5116" y="20693"/>
                    <a:pt x="5113" y="20661"/>
                  </a:cubicBezTo>
                  <a:close/>
                  <a:moveTo>
                    <a:pt x="6062" y="19374"/>
                  </a:moveTo>
                  <a:cubicBezTo>
                    <a:pt x="6062" y="19392"/>
                    <a:pt x="6062" y="19409"/>
                    <a:pt x="6060" y="19432"/>
                  </a:cubicBezTo>
                  <a:cubicBezTo>
                    <a:pt x="6057" y="19472"/>
                    <a:pt x="6057" y="19521"/>
                    <a:pt x="6050" y="19576"/>
                  </a:cubicBezTo>
                  <a:cubicBezTo>
                    <a:pt x="6046" y="19604"/>
                    <a:pt x="6045" y="19633"/>
                    <a:pt x="6039" y="19664"/>
                  </a:cubicBezTo>
                  <a:cubicBezTo>
                    <a:pt x="6035" y="19697"/>
                    <a:pt x="6030" y="19729"/>
                    <a:pt x="6025" y="19764"/>
                  </a:cubicBezTo>
                  <a:cubicBezTo>
                    <a:pt x="6018" y="19797"/>
                    <a:pt x="6011" y="19832"/>
                    <a:pt x="6005" y="19870"/>
                  </a:cubicBezTo>
                  <a:cubicBezTo>
                    <a:pt x="5997" y="19906"/>
                    <a:pt x="5987" y="19944"/>
                    <a:pt x="5979" y="19983"/>
                  </a:cubicBezTo>
                  <a:cubicBezTo>
                    <a:pt x="5971" y="20020"/>
                    <a:pt x="5959" y="20061"/>
                    <a:pt x="5947" y="20101"/>
                  </a:cubicBezTo>
                  <a:cubicBezTo>
                    <a:pt x="5936" y="20141"/>
                    <a:pt x="5924" y="20181"/>
                    <a:pt x="5911" y="20224"/>
                  </a:cubicBezTo>
                  <a:cubicBezTo>
                    <a:pt x="5897" y="20266"/>
                    <a:pt x="5884" y="20308"/>
                    <a:pt x="5869" y="20349"/>
                  </a:cubicBezTo>
                  <a:cubicBezTo>
                    <a:pt x="5853" y="20392"/>
                    <a:pt x="5838" y="20435"/>
                    <a:pt x="5822" y="20477"/>
                  </a:cubicBezTo>
                  <a:cubicBezTo>
                    <a:pt x="5790" y="20563"/>
                    <a:pt x="5755" y="20650"/>
                    <a:pt x="5717" y="20736"/>
                  </a:cubicBezTo>
                  <a:cubicBezTo>
                    <a:pt x="5658" y="20873"/>
                    <a:pt x="5594" y="21010"/>
                    <a:pt x="5528" y="21138"/>
                  </a:cubicBezTo>
                  <a:lnTo>
                    <a:pt x="5383" y="21005"/>
                  </a:lnTo>
                  <a:cubicBezTo>
                    <a:pt x="5390" y="20980"/>
                    <a:pt x="5396" y="20956"/>
                    <a:pt x="5404" y="20932"/>
                  </a:cubicBezTo>
                  <a:cubicBezTo>
                    <a:pt x="5414" y="20945"/>
                    <a:pt x="5428" y="20956"/>
                    <a:pt x="5446" y="20959"/>
                  </a:cubicBezTo>
                  <a:cubicBezTo>
                    <a:pt x="5451" y="20960"/>
                    <a:pt x="5456" y="20961"/>
                    <a:pt x="5461" y="20961"/>
                  </a:cubicBezTo>
                  <a:cubicBezTo>
                    <a:pt x="5502" y="20961"/>
                    <a:pt x="5540" y="20924"/>
                    <a:pt x="5551" y="20872"/>
                  </a:cubicBezTo>
                  <a:cubicBezTo>
                    <a:pt x="5564" y="20813"/>
                    <a:pt x="5539" y="20759"/>
                    <a:pt x="5493" y="20749"/>
                  </a:cubicBezTo>
                  <a:cubicBezTo>
                    <a:pt x="5488" y="20748"/>
                    <a:pt x="5483" y="20747"/>
                    <a:pt x="5478" y="20747"/>
                  </a:cubicBezTo>
                  <a:cubicBezTo>
                    <a:pt x="5469" y="20747"/>
                    <a:pt x="5460" y="20749"/>
                    <a:pt x="5453" y="20752"/>
                  </a:cubicBezTo>
                  <a:cubicBezTo>
                    <a:pt x="5469" y="20688"/>
                    <a:pt x="5484" y="20622"/>
                    <a:pt x="5498" y="20556"/>
                  </a:cubicBezTo>
                  <a:cubicBezTo>
                    <a:pt x="5514" y="20475"/>
                    <a:pt x="5528" y="20396"/>
                    <a:pt x="5540" y="20320"/>
                  </a:cubicBezTo>
                  <a:cubicBezTo>
                    <a:pt x="5552" y="20242"/>
                    <a:pt x="5560" y="20167"/>
                    <a:pt x="5567" y="20097"/>
                  </a:cubicBezTo>
                  <a:cubicBezTo>
                    <a:pt x="5573" y="20024"/>
                    <a:pt x="5576" y="19957"/>
                    <a:pt x="5579" y="19895"/>
                  </a:cubicBezTo>
                  <a:cubicBezTo>
                    <a:pt x="5579" y="19863"/>
                    <a:pt x="5579" y="19832"/>
                    <a:pt x="5580" y="19804"/>
                  </a:cubicBezTo>
                  <a:cubicBezTo>
                    <a:pt x="5583" y="19777"/>
                    <a:pt x="5583" y="19750"/>
                    <a:pt x="5582" y="19726"/>
                  </a:cubicBezTo>
                  <a:cubicBezTo>
                    <a:pt x="5582" y="19713"/>
                    <a:pt x="5582" y="19701"/>
                    <a:pt x="5580" y="19689"/>
                  </a:cubicBezTo>
                  <a:cubicBezTo>
                    <a:pt x="5580" y="19676"/>
                    <a:pt x="5578" y="19666"/>
                    <a:pt x="5578" y="19654"/>
                  </a:cubicBezTo>
                  <a:cubicBezTo>
                    <a:pt x="5576" y="19632"/>
                    <a:pt x="5575" y="19611"/>
                    <a:pt x="5573" y="19593"/>
                  </a:cubicBezTo>
                  <a:cubicBezTo>
                    <a:pt x="5569" y="19566"/>
                    <a:pt x="5568" y="19544"/>
                    <a:pt x="5565" y="19526"/>
                  </a:cubicBezTo>
                  <a:cubicBezTo>
                    <a:pt x="5736" y="19466"/>
                    <a:pt x="5903" y="19415"/>
                    <a:pt x="6062" y="19374"/>
                  </a:cubicBezTo>
                  <a:close/>
                  <a:moveTo>
                    <a:pt x="6711" y="19272"/>
                  </a:moveTo>
                  <a:lnTo>
                    <a:pt x="6711" y="19272"/>
                  </a:lnTo>
                  <a:cubicBezTo>
                    <a:pt x="6708" y="19294"/>
                    <a:pt x="6704" y="19319"/>
                    <a:pt x="6700" y="19350"/>
                  </a:cubicBezTo>
                  <a:cubicBezTo>
                    <a:pt x="6689" y="19393"/>
                    <a:pt x="6681" y="19448"/>
                    <a:pt x="6664" y="19511"/>
                  </a:cubicBezTo>
                  <a:cubicBezTo>
                    <a:pt x="6649" y="19573"/>
                    <a:pt x="6628" y="19642"/>
                    <a:pt x="6603" y="19715"/>
                  </a:cubicBezTo>
                  <a:cubicBezTo>
                    <a:pt x="6590" y="19753"/>
                    <a:pt x="6577" y="19791"/>
                    <a:pt x="6562" y="19831"/>
                  </a:cubicBezTo>
                  <a:cubicBezTo>
                    <a:pt x="6547" y="19870"/>
                    <a:pt x="6530" y="19911"/>
                    <a:pt x="6514" y="19954"/>
                  </a:cubicBezTo>
                  <a:cubicBezTo>
                    <a:pt x="6495" y="19996"/>
                    <a:pt x="6476" y="20038"/>
                    <a:pt x="6456" y="20082"/>
                  </a:cubicBezTo>
                  <a:cubicBezTo>
                    <a:pt x="6436" y="20124"/>
                    <a:pt x="6414" y="20167"/>
                    <a:pt x="6393" y="20212"/>
                  </a:cubicBezTo>
                  <a:cubicBezTo>
                    <a:pt x="6368" y="20257"/>
                    <a:pt x="6346" y="20300"/>
                    <a:pt x="6321" y="20345"/>
                  </a:cubicBezTo>
                  <a:cubicBezTo>
                    <a:pt x="6297" y="20388"/>
                    <a:pt x="6272" y="20434"/>
                    <a:pt x="6245" y="20480"/>
                  </a:cubicBezTo>
                  <a:cubicBezTo>
                    <a:pt x="6191" y="20568"/>
                    <a:pt x="6136" y="20659"/>
                    <a:pt x="6077" y="20747"/>
                  </a:cubicBezTo>
                  <a:cubicBezTo>
                    <a:pt x="6018" y="20835"/>
                    <a:pt x="5958" y="20921"/>
                    <a:pt x="5896" y="21005"/>
                  </a:cubicBezTo>
                  <a:cubicBezTo>
                    <a:pt x="5865" y="21046"/>
                    <a:pt x="5834" y="21089"/>
                    <a:pt x="5803" y="21129"/>
                  </a:cubicBezTo>
                  <a:cubicBezTo>
                    <a:pt x="5771" y="21170"/>
                    <a:pt x="5741" y="21210"/>
                    <a:pt x="5710" y="21248"/>
                  </a:cubicBezTo>
                  <a:cubicBezTo>
                    <a:pt x="5702" y="21260"/>
                    <a:pt x="5693" y="21270"/>
                    <a:pt x="5684" y="21281"/>
                  </a:cubicBezTo>
                  <a:lnTo>
                    <a:pt x="5556" y="21164"/>
                  </a:lnTo>
                  <a:cubicBezTo>
                    <a:pt x="5627" y="21035"/>
                    <a:pt x="5700" y="20898"/>
                    <a:pt x="5763" y="20760"/>
                  </a:cubicBezTo>
                  <a:cubicBezTo>
                    <a:pt x="5803" y="20674"/>
                    <a:pt x="5841" y="20588"/>
                    <a:pt x="5877" y="20502"/>
                  </a:cubicBezTo>
                  <a:cubicBezTo>
                    <a:pt x="5893" y="20459"/>
                    <a:pt x="5911" y="20418"/>
                    <a:pt x="5927" y="20375"/>
                  </a:cubicBezTo>
                  <a:cubicBezTo>
                    <a:pt x="5943" y="20333"/>
                    <a:pt x="5958" y="20290"/>
                    <a:pt x="5972" y="20250"/>
                  </a:cubicBezTo>
                  <a:cubicBezTo>
                    <a:pt x="5986" y="20207"/>
                    <a:pt x="6002" y="20165"/>
                    <a:pt x="6013" y="20125"/>
                  </a:cubicBezTo>
                  <a:cubicBezTo>
                    <a:pt x="6025" y="20085"/>
                    <a:pt x="6038" y="20044"/>
                    <a:pt x="6048" y="20005"/>
                  </a:cubicBezTo>
                  <a:cubicBezTo>
                    <a:pt x="6058" y="19968"/>
                    <a:pt x="6070" y="19929"/>
                    <a:pt x="6078" y="19891"/>
                  </a:cubicBezTo>
                  <a:cubicBezTo>
                    <a:pt x="6091" y="19848"/>
                    <a:pt x="6099" y="19813"/>
                    <a:pt x="6107" y="19777"/>
                  </a:cubicBezTo>
                  <a:cubicBezTo>
                    <a:pt x="6113" y="19742"/>
                    <a:pt x="6120" y="19709"/>
                    <a:pt x="6125" y="19676"/>
                  </a:cubicBezTo>
                  <a:cubicBezTo>
                    <a:pt x="6132" y="19646"/>
                    <a:pt x="6133" y="19615"/>
                    <a:pt x="6139" y="19586"/>
                  </a:cubicBezTo>
                  <a:cubicBezTo>
                    <a:pt x="6147" y="19529"/>
                    <a:pt x="6151" y="19478"/>
                    <a:pt x="6154" y="19437"/>
                  </a:cubicBezTo>
                  <a:cubicBezTo>
                    <a:pt x="6158" y="19404"/>
                    <a:pt x="6158" y="19374"/>
                    <a:pt x="6158" y="19353"/>
                  </a:cubicBezTo>
                  <a:cubicBezTo>
                    <a:pt x="6167" y="19351"/>
                    <a:pt x="6179" y="19347"/>
                    <a:pt x="6190" y="19345"/>
                  </a:cubicBezTo>
                  <a:cubicBezTo>
                    <a:pt x="6381" y="19303"/>
                    <a:pt x="6556" y="19279"/>
                    <a:pt x="6711" y="19272"/>
                  </a:cubicBezTo>
                  <a:close/>
                  <a:moveTo>
                    <a:pt x="3505" y="21014"/>
                  </a:moveTo>
                  <a:lnTo>
                    <a:pt x="3578" y="21366"/>
                  </a:lnTo>
                  <a:cubicBezTo>
                    <a:pt x="3573" y="21362"/>
                    <a:pt x="3567" y="21359"/>
                    <a:pt x="3565" y="21355"/>
                  </a:cubicBezTo>
                  <a:cubicBezTo>
                    <a:pt x="3535" y="21335"/>
                    <a:pt x="3508" y="21316"/>
                    <a:pt x="3481" y="21299"/>
                  </a:cubicBezTo>
                  <a:cubicBezTo>
                    <a:pt x="3454" y="21280"/>
                    <a:pt x="3428" y="21261"/>
                    <a:pt x="3405" y="21241"/>
                  </a:cubicBezTo>
                  <a:cubicBezTo>
                    <a:pt x="3385" y="21226"/>
                    <a:pt x="3364" y="21210"/>
                    <a:pt x="3346" y="21195"/>
                  </a:cubicBezTo>
                  <a:cubicBezTo>
                    <a:pt x="3398" y="21136"/>
                    <a:pt x="3450" y="21076"/>
                    <a:pt x="3505" y="21014"/>
                  </a:cubicBezTo>
                  <a:close/>
                  <a:moveTo>
                    <a:pt x="6809" y="19271"/>
                  </a:moveTo>
                  <a:cubicBezTo>
                    <a:pt x="7063" y="19272"/>
                    <a:pt x="7255" y="19326"/>
                    <a:pt x="7369" y="19432"/>
                  </a:cubicBezTo>
                  <a:cubicBezTo>
                    <a:pt x="7369" y="19433"/>
                    <a:pt x="7369" y="19433"/>
                    <a:pt x="7368" y="19435"/>
                  </a:cubicBezTo>
                  <a:cubicBezTo>
                    <a:pt x="7361" y="19460"/>
                    <a:pt x="7353" y="19499"/>
                    <a:pt x="7339" y="19546"/>
                  </a:cubicBezTo>
                  <a:cubicBezTo>
                    <a:pt x="7330" y="19569"/>
                    <a:pt x="7323" y="19595"/>
                    <a:pt x="7314" y="19623"/>
                  </a:cubicBezTo>
                  <a:cubicBezTo>
                    <a:pt x="7308" y="19636"/>
                    <a:pt x="7303" y="19652"/>
                    <a:pt x="7299" y="19667"/>
                  </a:cubicBezTo>
                  <a:cubicBezTo>
                    <a:pt x="7294" y="19682"/>
                    <a:pt x="7287" y="19697"/>
                    <a:pt x="7280" y="19714"/>
                  </a:cubicBezTo>
                  <a:cubicBezTo>
                    <a:pt x="7267" y="19746"/>
                    <a:pt x="7255" y="19781"/>
                    <a:pt x="7240" y="19815"/>
                  </a:cubicBezTo>
                  <a:cubicBezTo>
                    <a:pt x="7223" y="19850"/>
                    <a:pt x="7206" y="19887"/>
                    <a:pt x="7189" y="19925"/>
                  </a:cubicBezTo>
                  <a:cubicBezTo>
                    <a:pt x="7169" y="19963"/>
                    <a:pt x="7150" y="20003"/>
                    <a:pt x="7127" y="20043"/>
                  </a:cubicBezTo>
                  <a:cubicBezTo>
                    <a:pt x="7106" y="20083"/>
                    <a:pt x="7080" y="20124"/>
                    <a:pt x="7055" y="20165"/>
                  </a:cubicBezTo>
                  <a:cubicBezTo>
                    <a:pt x="7031" y="20207"/>
                    <a:pt x="7001" y="20247"/>
                    <a:pt x="6973" y="20292"/>
                  </a:cubicBezTo>
                  <a:cubicBezTo>
                    <a:pt x="6945" y="20333"/>
                    <a:pt x="6912" y="20375"/>
                    <a:pt x="6883" y="20419"/>
                  </a:cubicBezTo>
                  <a:cubicBezTo>
                    <a:pt x="6849" y="20461"/>
                    <a:pt x="6817" y="20505"/>
                    <a:pt x="6783" y="20548"/>
                  </a:cubicBezTo>
                  <a:cubicBezTo>
                    <a:pt x="6749" y="20590"/>
                    <a:pt x="6714" y="20634"/>
                    <a:pt x="6676" y="20676"/>
                  </a:cubicBezTo>
                  <a:cubicBezTo>
                    <a:pt x="6602" y="20760"/>
                    <a:pt x="6526" y="20845"/>
                    <a:pt x="6442" y="20925"/>
                  </a:cubicBezTo>
                  <a:lnTo>
                    <a:pt x="6382" y="20986"/>
                  </a:lnTo>
                  <a:lnTo>
                    <a:pt x="6320" y="21045"/>
                  </a:lnTo>
                  <a:cubicBezTo>
                    <a:pt x="6280" y="21085"/>
                    <a:pt x="6237" y="21123"/>
                    <a:pt x="6197" y="21160"/>
                  </a:cubicBezTo>
                  <a:cubicBezTo>
                    <a:pt x="6154" y="21199"/>
                    <a:pt x="6112" y="21234"/>
                    <a:pt x="6070" y="21272"/>
                  </a:cubicBezTo>
                  <a:cubicBezTo>
                    <a:pt x="6035" y="21301"/>
                    <a:pt x="5999" y="21331"/>
                    <a:pt x="5966" y="21359"/>
                  </a:cubicBezTo>
                  <a:cubicBezTo>
                    <a:pt x="5931" y="21386"/>
                    <a:pt x="5894" y="21411"/>
                    <a:pt x="5858" y="21438"/>
                  </a:cubicBezTo>
                  <a:lnTo>
                    <a:pt x="5708" y="21300"/>
                  </a:lnTo>
                  <a:cubicBezTo>
                    <a:pt x="5717" y="21288"/>
                    <a:pt x="5727" y="21279"/>
                    <a:pt x="5736" y="21266"/>
                  </a:cubicBezTo>
                  <a:cubicBezTo>
                    <a:pt x="5768" y="21227"/>
                    <a:pt x="5800" y="21190"/>
                    <a:pt x="5834" y="21150"/>
                  </a:cubicBezTo>
                  <a:cubicBezTo>
                    <a:pt x="5865" y="21109"/>
                    <a:pt x="5898" y="21069"/>
                    <a:pt x="5931" y="21026"/>
                  </a:cubicBezTo>
                  <a:cubicBezTo>
                    <a:pt x="5994" y="20944"/>
                    <a:pt x="6058" y="20858"/>
                    <a:pt x="6120" y="20771"/>
                  </a:cubicBezTo>
                  <a:cubicBezTo>
                    <a:pt x="6182" y="20684"/>
                    <a:pt x="6241" y="20595"/>
                    <a:pt x="6299" y="20508"/>
                  </a:cubicBezTo>
                  <a:cubicBezTo>
                    <a:pt x="6327" y="20465"/>
                    <a:pt x="6352" y="20419"/>
                    <a:pt x="6381" y="20375"/>
                  </a:cubicBezTo>
                  <a:cubicBezTo>
                    <a:pt x="6406" y="20330"/>
                    <a:pt x="6430" y="20286"/>
                    <a:pt x="6456" y="20243"/>
                  </a:cubicBezTo>
                  <a:cubicBezTo>
                    <a:pt x="6480" y="20199"/>
                    <a:pt x="6503" y="20156"/>
                    <a:pt x="6524" y="20112"/>
                  </a:cubicBezTo>
                  <a:cubicBezTo>
                    <a:pt x="6546" y="20069"/>
                    <a:pt x="6567" y="20026"/>
                    <a:pt x="6587" y="19984"/>
                  </a:cubicBezTo>
                  <a:cubicBezTo>
                    <a:pt x="6606" y="19942"/>
                    <a:pt x="6624" y="19901"/>
                    <a:pt x="6641" y="19862"/>
                  </a:cubicBezTo>
                  <a:cubicBezTo>
                    <a:pt x="6656" y="19822"/>
                    <a:pt x="6673" y="19783"/>
                    <a:pt x="6687" y="19744"/>
                  </a:cubicBezTo>
                  <a:cubicBezTo>
                    <a:pt x="6714" y="19668"/>
                    <a:pt x="6736" y="19599"/>
                    <a:pt x="6754" y="19534"/>
                  </a:cubicBezTo>
                  <a:cubicBezTo>
                    <a:pt x="6771" y="19468"/>
                    <a:pt x="6782" y="19412"/>
                    <a:pt x="6791" y="19366"/>
                  </a:cubicBezTo>
                  <a:cubicBezTo>
                    <a:pt x="6801" y="19326"/>
                    <a:pt x="6805" y="19294"/>
                    <a:pt x="6809" y="19271"/>
                  </a:cubicBezTo>
                  <a:close/>
                  <a:moveTo>
                    <a:pt x="3612" y="20903"/>
                  </a:moveTo>
                  <a:lnTo>
                    <a:pt x="3773" y="21489"/>
                  </a:lnTo>
                  <a:lnTo>
                    <a:pt x="3736" y="21469"/>
                  </a:lnTo>
                  <a:cubicBezTo>
                    <a:pt x="3722" y="21460"/>
                    <a:pt x="3707" y="21450"/>
                    <a:pt x="3692" y="21441"/>
                  </a:cubicBezTo>
                  <a:lnTo>
                    <a:pt x="3586" y="20925"/>
                  </a:lnTo>
                  <a:cubicBezTo>
                    <a:pt x="3595" y="20919"/>
                    <a:pt x="3605" y="20911"/>
                    <a:pt x="3612" y="20903"/>
                  </a:cubicBezTo>
                  <a:close/>
                  <a:moveTo>
                    <a:pt x="39483" y="20005"/>
                  </a:moveTo>
                  <a:cubicBezTo>
                    <a:pt x="39070" y="20693"/>
                    <a:pt x="38583" y="21295"/>
                    <a:pt x="38054" y="21822"/>
                  </a:cubicBezTo>
                  <a:lnTo>
                    <a:pt x="16425" y="21822"/>
                  </a:lnTo>
                  <a:lnTo>
                    <a:pt x="16425" y="20005"/>
                  </a:lnTo>
                  <a:close/>
                  <a:moveTo>
                    <a:pt x="3297" y="21254"/>
                  </a:moveTo>
                  <a:cubicBezTo>
                    <a:pt x="3316" y="21272"/>
                    <a:pt x="3338" y="21287"/>
                    <a:pt x="3359" y="21301"/>
                  </a:cubicBezTo>
                  <a:cubicBezTo>
                    <a:pt x="3385" y="21320"/>
                    <a:pt x="3411" y="21339"/>
                    <a:pt x="3440" y="21355"/>
                  </a:cubicBezTo>
                  <a:lnTo>
                    <a:pt x="3526" y="21411"/>
                  </a:lnTo>
                  <a:cubicBezTo>
                    <a:pt x="3547" y="21426"/>
                    <a:pt x="3571" y="21440"/>
                    <a:pt x="3594" y="21453"/>
                  </a:cubicBezTo>
                  <a:lnTo>
                    <a:pt x="3672" y="21824"/>
                  </a:lnTo>
                  <a:cubicBezTo>
                    <a:pt x="3599" y="21805"/>
                    <a:pt x="3528" y="21783"/>
                    <a:pt x="3460" y="21762"/>
                  </a:cubicBezTo>
                  <a:cubicBezTo>
                    <a:pt x="3383" y="21736"/>
                    <a:pt x="3307" y="21711"/>
                    <a:pt x="3237" y="21684"/>
                  </a:cubicBezTo>
                  <a:cubicBezTo>
                    <a:pt x="3164" y="21657"/>
                    <a:pt x="3096" y="21629"/>
                    <a:pt x="3031" y="21601"/>
                  </a:cubicBezTo>
                  <a:cubicBezTo>
                    <a:pt x="3117" y="21481"/>
                    <a:pt x="3205" y="21366"/>
                    <a:pt x="3297" y="21254"/>
                  </a:cubicBezTo>
                  <a:close/>
                  <a:moveTo>
                    <a:pt x="3710" y="21520"/>
                  </a:moveTo>
                  <a:lnTo>
                    <a:pt x="3710" y="21520"/>
                  </a:lnTo>
                  <a:cubicBezTo>
                    <a:pt x="3736" y="21535"/>
                    <a:pt x="3766" y="21550"/>
                    <a:pt x="3794" y="21563"/>
                  </a:cubicBezTo>
                  <a:lnTo>
                    <a:pt x="3880" y="21876"/>
                  </a:lnTo>
                  <a:cubicBezTo>
                    <a:pt x="3860" y="21871"/>
                    <a:pt x="3840" y="21868"/>
                    <a:pt x="3820" y="21863"/>
                  </a:cubicBezTo>
                  <a:cubicBezTo>
                    <a:pt x="3808" y="21852"/>
                    <a:pt x="3793" y="21844"/>
                    <a:pt x="3775" y="21839"/>
                  </a:cubicBezTo>
                  <a:lnTo>
                    <a:pt x="3710" y="21520"/>
                  </a:lnTo>
                  <a:close/>
                  <a:moveTo>
                    <a:pt x="5643" y="21374"/>
                  </a:moveTo>
                  <a:lnTo>
                    <a:pt x="5776" y="21495"/>
                  </a:lnTo>
                  <a:cubicBezTo>
                    <a:pt x="5573" y="21637"/>
                    <a:pt x="5357" y="21782"/>
                    <a:pt x="5126" y="21926"/>
                  </a:cubicBezTo>
                  <a:cubicBezTo>
                    <a:pt x="5185" y="21868"/>
                    <a:pt x="5265" y="21786"/>
                    <a:pt x="5355" y="21689"/>
                  </a:cubicBezTo>
                  <a:lnTo>
                    <a:pt x="5373" y="21671"/>
                  </a:lnTo>
                  <a:cubicBezTo>
                    <a:pt x="5428" y="21614"/>
                    <a:pt x="5488" y="21550"/>
                    <a:pt x="5548" y="21481"/>
                  </a:cubicBezTo>
                  <a:cubicBezTo>
                    <a:pt x="5580" y="21446"/>
                    <a:pt x="5610" y="21411"/>
                    <a:pt x="5643" y="21374"/>
                  </a:cubicBezTo>
                  <a:close/>
                  <a:moveTo>
                    <a:pt x="5357" y="21112"/>
                  </a:moveTo>
                  <a:lnTo>
                    <a:pt x="5486" y="21230"/>
                  </a:lnTo>
                  <a:cubicBezTo>
                    <a:pt x="5420" y="21355"/>
                    <a:pt x="5353" y="21473"/>
                    <a:pt x="5293" y="21575"/>
                  </a:cubicBezTo>
                  <a:cubicBezTo>
                    <a:pt x="5183" y="21757"/>
                    <a:pt x="5090" y="21895"/>
                    <a:pt x="5036" y="21971"/>
                  </a:cubicBezTo>
                  <a:cubicBezTo>
                    <a:pt x="5063" y="21908"/>
                    <a:pt x="5106" y="21805"/>
                    <a:pt x="5157" y="21673"/>
                  </a:cubicBezTo>
                  <a:cubicBezTo>
                    <a:pt x="5159" y="21669"/>
                    <a:pt x="5159" y="21668"/>
                    <a:pt x="5160" y="21664"/>
                  </a:cubicBezTo>
                  <a:cubicBezTo>
                    <a:pt x="5223" y="21510"/>
                    <a:pt x="5293" y="21319"/>
                    <a:pt x="5357" y="21112"/>
                  </a:cubicBezTo>
                  <a:close/>
                  <a:moveTo>
                    <a:pt x="5508" y="21252"/>
                  </a:moveTo>
                  <a:lnTo>
                    <a:pt x="5622" y="21356"/>
                  </a:lnTo>
                  <a:cubicBezTo>
                    <a:pt x="5590" y="21395"/>
                    <a:pt x="5560" y="21433"/>
                    <a:pt x="5529" y="21468"/>
                  </a:cubicBezTo>
                  <a:cubicBezTo>
                    <a:pt x="5496" y="21508"/>
                    <a:pt x="5462" y="21547"/>
                    <a:pt x="5431" y="21582"/>
                  </a:cubicBezTo>
                  <a:cubicBezTo>
                    <a:pt x="5273" y="21758"/>
                    <a:pt x="5140" y="21891"/>
                    <a:pt x="5062" y="21966"/>
                  </a:cubicBezTo>
                  <a:cubicBezTo>
                    <a:pt x="5058" y="21967"/>
                    <a:pt x="5056" y="21970"/>
                    <a:pt x="5052" y="21971"/>
                  </a:cubicBezTo>
                  <a:cubicBezTo>
                    <a:pt x="5099" y="21906"/>
                    <a:pt x="5169" y="21804"/>
                    <a:pt x="5251" y="21673"/>
                  </a:cubicBezTo>
                  <a:lnTo>
                    <a:pt x="5261" y="21657"/>
                  </a:lnTo>
                  <a:cubicBezTo>
                    <a:pt x="5337" y="21540"/>
                    <a:pt x="5422" y="21402"/>
                    <a:pt x="5508" y="21252"/>
                  </a:cubicBezTo>
                  <a:close/>
                  <a:moveTo>
                    <a:pt x="5114" y="20892"/>
                  </a:moveTo>
                  <a:lnTo>
                    <a:pt x="5325" y="21085"/>
                  </a:lnTo>
                  <a:cubicBezTo>
                    <a:pt x="5309" y="21144"/>
                    <a:pt x="5293" y="21203"/>
                    <a:pt x="5275" y="21258"/>
                  </a:cubicBezTo>
                  <a:cubicBezTo>
                    <a:pt x="5239" y="21381"/>
                    <a:pt x="5203" y="21496"/>
                    <a:pt x="5165" y="21598"/>
                  </a:cubicBezTo>
                  <a:cubicBezTo>
                    <a:pt x="5099" y="21775"/>
                    <a:pt x="5043" y="21910"/>
                    <a:pt x="5011" y="21981"/>
                  </a:cubicBezTo>
                  <a:cubicBezTo>
                    <a:pt x="5024" y="21919"/>
                    <a:pt x="5039" y="21816"/>
                    <a:pt x="5055" y="21681"/>
                  </a:cubicBezTo>
                  <a:cubicBezTo>
                    <a:pt x="5062" y="21628"/>
                    <a:pt x="5070" y="21569"/>
                    <a:pt x="5077" y="21507"/>
                  </a:cubicBezTo>
                  <a:lnTo>
                    <a:pt x="5086" y="21411"/>
                  </a:lnTo>
                  <a:cubicBezTo>
                    <a:pt x="5090" y="21378"/>
                    <a:pt x="5091" y="21344"/>
                    <a:pt x="5095" y="21311"/>
                  </a:cubicBezTo>
                  <a:cubicBezTo>
                    <a:pt x="5102" y="21241"/>
                    <a:pt x="5105" y="21171"/>
                    <a:pt x="5108" y="21099"/>
                  </a:cubicBezTo>
                  <a:cubicBezTo>
                    <a:pt x="5112" y="21030"/>
                    <a:pt x="5113" y="20960"/>
                    <a:pt x="5114" y="20892"/>
                  </a:cubicBezTo>
                  <a:close/>
                  <a:moveTo>
                    <a:pt x="4605" y="20423"/>
                  </a:moveTo>
                  <a:lnTo>
                    <a:pt x="5066" y="20846"/>
                  </a:lnTo>
                  <a:cubicBezTo>
                    <a:pt x="5066" y="20858"/>
                    <a:pt x="5069" y="20870"/>
                    <a:pt x="5069" y="20880"/>
                  </a:cubicBezTo>
                  <a:cubicBezTo>
                    <a:pt x="5069" y="20952"/>
                    <a:pt x="5071" y="21026"/>
                    <a:pt x="5070" y="21097"/>
                  </a:cubicBezTo>
                  <a:cubicBezTo>
                    <a:pt x="5069" y="21168"/>
                    <a:pt x="5069" y="21240"/>
                    <a:pt x="5065" y="21307"/>
                  </a:cubicBezTo>
                  <a:lnTo>
                    <a:pt x="5059" y="21407"/>
                  </a:lnTo>
                  <a:cubicBezTo>
                    <a:pt x="5058" y="21441"/>
                    <a:pt x="5055" y="21473"/>
                    <a:pt x="5052" y="21503"/>
                  </a:cubicBezTo>
                  <a:cubicBezTo>
                    <a:pt x="5050" y="21551"/>
                    <a:pt x="5046" y="21597"/>
                    <a:pt x="5042" y="21641"/>
                  </a:cubicBezTo>
                  <a:cubicBezTo>
                    <a:pt x="5026" y="21802"/>
                    <a:pt x="5008" y="21924"/>
                    <a:pt x="4996" y="21988"/>
                  </a:cubicBezTo>
                  <a:cubicBezTo>
                    <a:pt x="4988" y="21931"/>
                    <a:pt x="4975" y="21830"/>
                    <a:pt x="4949" y="21699"/>
                  </a:cubicBezTo>
                  <a:cubicBezTo>
                    <a:pt x="4941" y="21652"/>
                    <a:pt x="4934" y="21601"/>
                    <a:pt x="4922" y="21547"/>
                  </a:cubicBezTo>
                  <a:cubicBezTo>
                    <a:pt x="4911" y="21489"/>
                    <a:pt x="4901" y="21429"/>
                    <a:pt x="4887" y="21367"/>
                  </a:cubicBezTo>
                  <a:cubicBezTo>
                    <a:pt x="4875" y="21305"/>
                    <a:pt x="4858" y="21241"/>
                    <a:pt x="4844" y="21175"/>
                  </a:cubicBezTo>
                  <a:cubicBezTo>
                    <a:pt x="4828" y="21112"/>
                    <a:pt x="4811" y="21045"/>
                    <a:pt x="4795" y="20980"/>
                  </a:cubicBezTo>
                  <a:cubicBezTo>
                    <a:pt x="4774" y="20916"/>
                    <a:pt x="4757" y="20850"/>
                    <a:pt x="4737" y="20788"/>
                  </a:cubicBezTo>
                  <a:cubicBezTo>
                    <a:pt x="4715" y="20724"/>
                    <a:pt x="4697" y="20662"/>
                    <a:pt x="4674" y="20602"/>
                  </a:cubicBezTo>
                  <a:cubicBezTo>
                    <a:pt x="4650" y="20543"/>
                    <a:pt x="4632" y="20484"/>
                    <a:pt x="4608" y="20430"/>
                  </a:cubicBezTo>
                  <a:cubicBezTo>
                    <a:pt x="4607" y="20427"/>
                    <a:pt x="4607" y="20426"/>
                    <a:pt x="4605" y="20423"/>
                  </a:cubicBezTo>
                  <a:close/>
                  <a:moveTo>
                    <a:pt x="4386" y="20223"/>
                  </a:moveTo>
                  <a:lnTo>
                    <a:pt x="4452" y="20281"/>
                  </a:lnTo>
                  <a:cubicBezTo>
                    <a:pt x="4458" y="20292"/>
                    <a:pt x="4464" y="20304"/>
                    <a:pt x="4471" y="20314"/>
                  </a:cubicBezTo>
                  <a:cubicBezTo>
                    <a:pt x="4482" y="20337"/>
                    <a:pt x="4494" y="20360"/>
                    <a:pt x="4506" y="20386"/>
                  </a:cubicBezTo>
                  <a:lnTo>
                    <a:pt x="4541" y="20461"/>
                  </a:lnTo>
                  <a:cubicBezTo>
                    <a:pt x="4566" y="20513"/>
                    <a:pt x="4588" y="20568"/>
                    <a:pt x="4613" y="20627"/>
                  </a:cubicBezTo>
                  <a:cubicBezTo>
                    <a:pt x="4639" y="20684"/>
                    <a:pt x="4660" y="20747"/>
                    <a:pt x="4683" y="20809"/>
                  </a:cubicBezTo>
                  <a:cubicBezTo>
                    <a:pt x="4707" y="20870"/>
                    <a:pt x="4727" y="20935"/>
                    <a:pt x="4749" y="20998"/>
                  </a:cubicBezTo>
                  <a:cubicBezTo>
                    <a:pt x="4769" y="21061"/>
                    <a:pt x="4789" y="21125"/>
                    <a:pt x="4808" y="21189"/>
                  </a:cubicBezTo>
                  <a:cubicBezTo>
                    <a:pt x="4824" y="21253"/>
                    <a:pt x="4844" y="21315"/>
                    <a:pt x="4858" y="21378"/>
                  </a:cubicBezTo>
                  <a:cubicBezTo>
                    <a:pt x="4874" y="21438"/>
                    <a:pt x="4889" y="21499"/>
                    <a:pt x="4902" y="21554"/>
                  </a:cubicBezTo>
                  <a:cubicBezTo>
                    <a:pt x="4911" y="21597"/>
                    <a:pt x="4921" y="21640"/>
                    <a:pt x="4929" y="21680"/>
                  </a:cubicBezTo>
                  <a:cubicBezTo>
                    <a:pt x="4957" y="21836"/>
                    <a:pt x="4975" y="21954"/>
                    <a:pt x="4983" y="22010"/>
                  </a:cubicBezTo>
                  <a:lnTo>
                    <a:pt x="4082" y="20467"/>
                  </a:lnTo>
                  <a:cubicBezTo>
                    <a:pt x="4180" y="20381"/>
                    <a:pt x="4280" y="20301"/>
                    <a:pt x="4386" y="20223"/>
                  </a:cubicBezTo>
                  <a:close/>
                  <a:moveTo>
                    <a:pt x="4012" y="20521"/>
                  </a:moveTo>
                  <a:lnTo>
                    <a:pt x="4968" y="22016"/>
                  </a:lnTo>
                  <a:cubicBezTo>
                    <a:pt x="4922" y="21985"/>
                    <a:pt x="4827" y="21916"/>
                    <a:pt x="4701" y="21818"/>
                  </a:cubicBezTo>
                  <a:cubicBezTo>
                    <a:pt x="4668" y="21794"/>
                    <a:pt x="4635" y="21767"/>
                    <a:pt x="4600" y="21736"/>
                  </a:cubicBezTo>
                  <a:cubicBezTo>
                    <a:pt x="4554" y="21700"/>
                    <a:pt x="4509" y="21660"/>
                    <a:pt x="4462" y="21617"/>
                  </a:cubicBezTo>
                  <a:cubicBezTo>
                    <a:pt x="4413" y="21577"/>
                    <a:pt x="4368" y="21532"/>
                    <a:pt x="4318" y="21487"/>
                  </a:cubicBezTo>
                  <a:cubicBezTo>
                    <a:pt x="4268" y="21441"/>
                    <a:pt x="4221" y="21394"/>
                    <a:pt x="4173" y="21347"/>
                  </a:cubicBezTo>
                  <a:cubicBezTo>
                    <a:pt x="4126" y="21299"/>
                    <a:pt x="4079" y="21252"/>
                    <a:pt x="4033" y="21203"/>
                  </a:cubicBezTo>
                  <a:cubicBezTo>
                    <a:pt x="3990" y="21154"/>
                    <a:pt x="3945" y="21107"/>
                    <a:pt x="3904" y="21058"/>
                  </a:cubicBezTo>
                  <a:cubicBezTo>
                    <a:pt x="3864" y="21010"/>
                    <a:pt x="3824" y="20964"/>
                    <a:pt x="3790" y="20919"/>
                  </a:cubicBezTo>
                  <a:cubicBezTo>
                    <a:pt x="3774" y="20896"/>
                    <a:pt x="3757" y="20874"/>
                    <a:pt x="3740" y="20851"/>
                  </a:cubicBezTo>
                  <a:cubicBezTo>
                    <a:pt x="3728" y="20837"/>
                    <a:pt x="3716" y="20822"/>
                    <a:pt x="3707" y="20804"/>
                  </a:cubicBezTo>
                  <a:cubicBezTo>
                    <a:pt x="3805" y="20708"/>
                    <a:pt x="3906" y="20614"/>
                    <a:pt x="4012" y="20521"/>
                  </a:cubicBezTo>
                  <a:close/>
                  <a:moveTo>
                    <a:pt x="3728" y="20959"/>
                  </a:moveTo>
                  <a:cubicBezTo>
                    <a:pt x="3730" y="20962"/>
                    <a:pt x="3732" y="20963"/>
                    <a:pt x="3734" y="20966"/>
                  </a:cubicBezTo>
                  <a:cubicBezTo>
                    <a:pt x="3770" y="21011"/>
                    <a:pt x="3814" y="21054"/>
                    <a:pt x="3856" y="21104"/>
                  </a:cubicBezTo>
                  <a:cubicBezTo>
                    <a:pt x="3898" y="21151"/>
                    <a:pt x="3947" y="21197"/>
                    <a:pt x="3992" y="21245"/>
                  </a:cubicBezTo>
                  <a:cubicBezTo>
                    <a:pt x="4039" y="21292"/>
                    <a:pt x="4090" y="21338"/>
                    <a:pt x="4138" y="21383"/>
                  </a:cubicBezTo>
                  <a:cubicBezTo>
                    <a:pt x="4189" y="21429"/>
                    <a:pt x="4239" y="21475"/>
                    <a:pt x="4290" y="21518"/>
                  </a:cubicBezTo>
                  <a:cubicBezTo>
                    <a:pt x="4341" y="21561"/>
                    <a:pt x="4390" y="21604"/>
                    <a:pt x="4440" y="21642"/>
                  </a:cubicBezTo>
                  <a:cubicBezTo>
                    <a:pt x="4488" y="21683"/>
                    <a:pt x="4538" y="21719"/>
                    <a:pt x="4585" y="21755"/>
                  </a:cubicBezTo>
                  <a:cubicBezTo>
                    <a:pt x="4628" y="21789"/>
                    <a:pt x="4670" y="21818"/>
                    <a:pt x="4709" y="21849"/>
                  </a:cubicBezTo>
                  <a:cubicBezTo>
                    <a:pt x="4815" y="21930"/>
                    <a:pt x="4897" y="21988"/>
                    <a:pt x="4945" y="22021"/>
                  </a:cubicBezTo>
                  <a:cubicBezTo>
                    <a:pt x="4883" y="22000"/>
                    <a:pt x="4766" y="21962"/>
                    <a:pt x="4616" y="21904"/>
                  </a:cubicBezTo>
                  <a:cubicBezTo>
                    <a:pt x="4576" y="21887"/>
                    <a:pt x="4533" y="21871"/>
                    <a:pt x="4488" y="21851"/>
                  </a:cubicBezTo>
                  <a:cubicBezTo>
                    <a:pt x="4460" y="21839"/>
                    <a:pt x="4431" y="21825"/>
                    <a:pt x="4400" y="21812"/>
                  </a:cubicBezTo>
                  <a:cubicBezTo>
                    <a:pt x="4370" y="21798"/>
                    <a:pt x="4339" y="21783"/>
                    <a:pt x="4307" y="21770"/>
                  </a:cubicBezTo>
                  <a:cubicBezTo>
                    <a:pt x="4245" y="21742"/>
                    <a:pt x="4182" y="21710"/>
                    <a:pt x="4118" y="21680"/>
                  </a:cubicBezTo>
                  <a:cubicBezTo>
                    <a:pt x="4055" y="21648"/>
                    <a:pt x="3990" y="21613"/>
                    <a:pt x="3924" y="21579"/>
                  </a:cubicBezTo>
                  <a:cubicBezTo>
                    <a:pt x="3915" y="21574"/>
                    <a:pt x="3904" y="21567"/>
                    <a:pt x="3895" y="21562"/>
                  </a:cubicBezTo>
                  <a:lnTo>
                    <a:pt x="3728" y="20959"/>
                  </a:lnTo>
                  <a:close/>
                  <a:moveTo>
                    <a:pt x="3914" y="21626"/>
                  </a:moveTo>
                  <a:cubicBezTo>
                    <a:pt x="3975" y="21656"/>
                    <a:pt x="4037" y="21687"/>
                    <a:pt x="4102" y="21715"/>
                  </a:cubicBezTo>
                  <a:cubicBezTo>
                    <a:pt x="4166" y="21743"/>
                    <a:pt x="4232" y="21774"/>
                    <a:pt x="4296" y="21798"/>
                  </a:cubicBezTo>
                  <a:cubicBezTo>
                    <a:pt x="4327" y="21812"/>
                    <a:pt x="4360" y="21824"/>
                    <a:pt x="4390" y="21837"/>
                  </a:cubicBezTo>
                  <a:lnTo>
                    <a:pt x="4480" y="21872"/>
                  </a:lnTo>
                  <a:cubicBezTo>
                    <a:pt x="4539" y="21896"/>
                    <a:pt x="4595" y="21915"/>
                    <a:pt x="4646" y="21933"/>
                  </a:cubicBezTo>
                  <a:cubicBezTo>
                    <a:pt x="4770" y="21980"/>
                    <a:pt x="4871" y="22013"/>
                    <a:pt x="4930" y="22032"/>
                  </a:cubicBezTo>
                  <a:cubicBezTo>
                    <a:pt x="4851" y="22027"/>
                    <a:pt x="4706" y="22017"/>
                    <a:pt x="4519" y="21993"/>
                  </a:cubicBezTo>
                  <a:cubicBezTo>
                    <a:pt x="4412" y="21978"/>
                    <a:pt x="4292" y="21959"/>
                    <a:pt x="4165" y="21937"/>
                  </a:cubicBezTo>
                  <a:cubicBezTo>
                    <a:pt x="4108" y="21924"/>
                    <a:pt x="4048" y="21912"/>
                    <a:pt x="3989" y="21902"/>
                  </a:cubicBezTo>
                  <a:lnTo>
                    <a:pt x="3914" y="21626"/>
                  </a:lnTo>
                  <a:close/>
                  <a:moveTo>
                    <a:pt x="2987" y="21664"/>
                  </a:moveTo>
                  <a:cubicBezTo>
                    <a:pt x="2991" y="21665"/>
                    <a:pt x="2997" y="21669"/>
                    <a:pt x="3002" y="21671"/>
                  </a:cubicBezTo>
                  <a:cubicBezTo>
                    <a:pt x="3069" y="21696"/>
                    <a:pt x="3139" y="21723"/>
                    <a:pt x="3213" y="21747"/>
                  </a:cubicBezTo>
                  <a:cubicBezTo>
                    <a:pt x="3287" y="21771"/>
                    <a:pt x="3364" y="21796"/>
                    <a:pt x="3444" y="21817"/>
                  </a:cubicBezTo>
                  <a:cubicBezTo>
                    <a:pt x="3512" y="21836"/>
                    <a:pt x="3581" y="21852"/>
                    <a:pt x="3649" y="21869"/>
                  </a:cubicBezTo>
                  <a:cubicBezTo>
                    <a:pt x="3645" y="21876"/>
                    <a:pt x="3641" y="21884"/>
                    <a:pt x="3640" y="21892"/>
                  </a:cubicBezTo>
                  <a:cubicBezTo>
                    <a:pt x="3629" y="21938"/>
                    <a:pt x="3668" y="21985"/>
                    <a:pt x="3727" y="21998"/>
                  </a:cubicBezTo>
                  <a:cubicBezTo>
                    <a:pt x="3737" y="22001"/>
                    <a:pt x="3748" y="22002"/>
                    <a:pt x="3757" y="22002"/>
                  </a:cubicBezTo>
                  <a:cubicBezTo>
                    <a:pt x="3804" y="22002"/>
                    <a:pt x="3841" y="21977"/>
                    <a:pt x="3849" y="21939"/>
                  </a:cubicBezTo>
                  <a:cubicBezTo>
                    <a:pt x="3851" y="21931"/>
                    <a:pt x="3851" y="21920"/>
                    <a:pt x="3849" y="21912"/>
                  </a:cubicBezTo>
                  <a:lnTo>
                    <a:pt x="3849" y="21912"/>
                  </a:lnTo>
                  <a:cubicBezTo>
                    <a:pt x="3863" y="21916"/>
                    <a:pt x="3877" y="21918"/>
                    <a:pt x="3891" y="21920"/>
                  </a:cubicBezTo>
                  <a:lnTo>
                    <a:pt x="3943" y="22110"/>
                  </a:lnTo>
                  <a:cubicBezTo>
                    <a:pt x="3800" y="22110"/>
                    <a:pt x="3649" y="22104"/>
                    <a:pt x="3500" y="22094"/>
                  </a:cubicBezTo>
                  <a:cubicBezTo>
                    <a:pt x="3406" y="22090"/>
                    <a:pt x="3313" y="22079"/>
                    <a:pt x="3223" y="22069"/>
                  </a:cubicBezTo>
                  <a:cubicBezTo>
                    <a:pt x="3178" y="22064"/>
                    <a:pt x="3132" y="22057"/>
                    <a:pt x="3088" y="22052"/>
                  </a:cubicBezTo>
                  <a:cubicBezTo>
                    <a:pt x="3044" y="22045"/>
                    <a:pt x="2998" y="22039"/>
                    <a:pt x="2956" y="22032"/>
                  </a:cubicBezTo>
                  <a:cubicBezTo>
                    <a:pt x="2913" y="22024"/>
                    <a:pt x="2870" y="22017"/>
                    <a:pt x="2830" y="22009"/>
                  </a:cubicBezTo>
                  <a:cubicBezTo>
                    <a:pt x="2813" y="22004"/>
                    <a:pt x="2792" y="22000"/>
                    <a:pt x="2774" y="21997"/>
                  </a:cubicBezTo>
                  <a:cubicBezTo>
                    <a:pt x="2809" y="21934"/>
                    <a:pt x="2849" y="21869"/>
                    <a:pt x="2893" y="21802"/>
                  </a:cubicBezTo>
                  <a:cubicBezTo>
                    <a:pt x="2923" y="21755"/>
                    <a:pt x="2955" y="21710"/>
                    <a:pt x="2987" y="21664"/>
                  </a:cubicBezTo>
                  <a:close/>
                  <a:moveTo>
                    <a:pt x="4001" y="21942"/>
                  </a:moveTo>
                  <a:lnTo>
                    <a:pt x="4001" y="21942"/>
                  </a:lnTo>
                  <a:cubicBezTo>
                    <a:pt x="4213" y="21978"/>
                    <a:pt x="4417" y="22004"/>
                    <a:pt x="4581" y="22018"/>
                  </a:cubicBezTo>
                  <a:lnTo>
                    <a:pt x="4592" y="22018"/>
                  </a:lnTo>
                  <a:cubicBezTo>
                    <a:pt x="4730" y="22033"/>
                    <a:pt x="4843" y="22043"/>
                    <a:pt x="4911" y="22047"/>
                  </a:cubicBezTo>
                  <a:cubicBezTo>
                    <a:pt x="4821" y="22059"/>
                    <a:pt x="4655" y="22079"/>
                    <a:pt x="4444" y="22096"/>
                  </a:cubicBezTo>
                  <a:cubicBezTo>
                    <a:pt x="4323" y="22103"/>
                    <a:pt x="4189" y="22107"/>
                    <a:pt x="4048" y="22110"/>
                  </a:cubicBezTo>
                  <a:lnTo>
                    <a:pt x="4001" y="21942"/>
                  </a:lnTo>
                  <a:close/>
                  <a:moveTo>
                    <a:pt x="4903" y="22064"/>
                  </a:moveTo>
                  <a:cubicBezTo>
                    <a:pt x="4901" y="22065"/>
                    <a:pt x="4898" y="22067"/>
                    <a:pt x="4895" y="22069"/>
                  </a:cubicBezTo>
                  <a:cubicBezTo>
                    <a:pt x="4793" y="22104"/>
                    <a:pt x="4615" y="22161"/>
                    <a:pt x="4386" y="22221"/>
                  </a:cubicBezTo>
                  <a:cubicBezTo>
                    <a:pt x="4338" y="22233"/>
                    <a:pt x="4290" y="22247"/>
                    <a:pt x="4237" y="22259"/>
                  </a:cubicBezTo>
                  <a:cubicBezTo>
                    <a:pt x="4192" y="22268"/>
                    <a:pt x="4145" y="22280"/>
                    <a:pt x="4096" y="22291"/>
                  </a:cubicBezTo>
                  <a:lnTo>
                    <a:pt x="4055" y="22139"/>
                  </a:lnTo>
                  <a:cubicBezTo>
                    <a:pt x="4229" y="22131"/>
                    <a:pt x="4390" y="22119"/>
                    <a:pt x="4529" y="22104"/>
                  </a:cubicBezTo>
                  <a:cubicBezTo>
                    <a:pt x="4535" y="22104"/>
                    <a:pt x="4541" y="22103"/>
                    <a:pt x="4548" y="22103"/>
                  </a:cubicBezTo>
                  <a:cubicBezTo>
                    <a:pt x="4702" y="22090"/>
                    <a:pt x="4824" y="22074"/>
                    <a:pt x="4903" y="22064"/>
                  </a:cubicBezTo>
                  <a:close/>
                  <a:moveTo>
                    <a:pt x="2739" y="22060"/>
                  </a:moveTo>
                  <a:cubicBezTo>
                    <a:pt x="2763" y="22067"/>
                    <a:pt x="2790" y="22072"/>
                    <a:pt x="2817" y="22078"/>
                  </a:cubicBezTo>
                  <a:cubicBezTo>
                    <a:pt x="2860" y="22084"/>
                    <a:pt x="2903" y="22091"/>
                    <a:pt x="2947" y="22098"/>
                  </a:cubicBezTo>
                  <a:cubicBezTo>
                    <a:pt x="2990" y="22103"/>
                    <a:pt x="3035" y="22110"/>
                    <a:pt x="3081" y="22114"/>
                  </a:cubicBezTo>
                  <a:cubicBezTo>
                    <a:pt x="3125" y="22119"/>
                    <a:pt x="3171" y="22123"/>
                    <a:pt x="3218" y="22127"/>
                  </a:cubicBezTo>
                  <a:cubicBezTo>
                    <a:pt x="3311" y="22134"/>
                    <a:pt x="3405" y="22141"/>
                    <a:pt x="3499" y="22145"/>
                  </a:cubicBezTo>
                  <a:cubicBezTo>
                    <a:pt x="3576" y="22147"/>
                    <a:pt x="3653" y="22149"/>
                    <a:pt x="3729" y="22149"/>
                  </a:cubicBezTo>
                  <a:cubicBezTo>
                    <a:pt x="3805" y="22149"/>
                    <a:pt x="3880" y="22147"/>
                    <a:pt x="3954" y="22145"/>
                  </a:cubicBezTo>
                  <a:lnTo>
                    <a:pt x="3998" y="22311"/>
                  </a:lnTo>
                  <a:cubicBezTo>
                    <a:pt x="3985" y="22314"/>
                    <a:pt x="3970" y="22315"/>
                    <a:pt x="3957" y="22319"/>
                  </a:cubicBezTo>
                  <a:cubicBezTo>
                    <a:pt x="3908" y="22329"/>
                    <a:pt x="3857" y="22338"/>
                    <a:pt x="3809" y="22347"/>
                  </a:cubicBezTo>
                  <a:cubicBezTo>
                    <a:pt x="3759" y="22356"/>
                    <a:pt x="3708" y="22366"/>
                    <a:pt x="3656" y="22373"/>
                  </a:cubicBezTo>
                  <a:cubicBezTo>
                    <a:pt x="3554" y="22389"/>
                    <a:pt x="3448" y="22405"/>
                    <a:pt x="3344" y="22416"/>
                  </a:cubicBezTo>
                  <a:cubicBezTo>
                    <a:pt x="3238" y="22429"/>
                    <a:pt x="3135" y="22439"/>
                    <a:pt x="3030" y="22445"/>
                  </a:cubicBezTo>
                  <a:cubicBezTo>
                    <a:pt x="2978" y="22448"/>
                    <a:pt x="2927" y="22450"/>
                    <a:pt x="2876" y="22452"/>
                  </a:cubicBezTo>
                  <a:cubicBezTo>
                    <a:pt x="2826" y="22452"/>
                    <a:pt x="2775" y="22454"/>
                    <a:pt x="2725" y="22454"/>
                  </a:cubicBezTo>
                  <a:cubicBezTo>
                    <a:pt x="2676" y="22452"/>
                    <a:pt x="2627" y="22452"/>
                    <a:pt x="2579" y="22450"/>
                  </a:cubicBezTo>
                  <a:lnTo>
                    <a:pt x="2574" y="22450"/>
                  </a:lnTo>
                  <a:cubicBezTo>
                    <a:pt x="2608" y="22333"/>
                    <a:pt x="2662" y="22204"/>
                    <a:pt x="2739" y="22060"/>
                  </a:cubicBezTo>
                  <a:close/>
                  <a:moveTo>
                    <a:pt x="4834" y="22106"/>
                  </a:moveTo>
                  <a:cubicBezTo>
                    <a:pt x="4599" y="22245"/>
                    <a:pt x="4372" y="22374"/>
                    <a:pt x="4153" y="22488"/>
                  </a:cubicBezTo>
                  <a:lnTo>
                    <a:pt x="4104" y="22314"/>
                  </a:lnTo>
                  <a:cubicBezTo>
                    <a:pt x="4151" y="22302"/>
                    <a:pt x="4198" y="22290"/>
                    <a:pt x="4244" y="22279"/>
                  </a:cubicBezTo>
                  <a:cubicBezTo>
                    <a:pt x="4333" y="22255"/>
                    <a:pt x="4415" y="22232"/>
                    <a:pt x="4492" y="22209"/>
                  </a:cubicBezTo>
                  <a:cubicBezTo>
                    <a:pt x="4501" y="22206"/>
                    <a:pt x="4509" y="22205"/>
                    <a:pt x="4518" y="22201"/>
                  </a:cubicBezTo>
                  <a:cubicBezTo>
                    <a:pt x="4643" y="22166"/>
                    <a:pt x="4753" y="22133"/>
                    <a:pt x="4834" y="22106"/>
                  </a:cubicBezTo>
                  <a:close/>
                  <a:moveTo>
                    <a:pt x="4009" y="22341"/>
                  </a:moveTo>
                  <a:lnTo>
                    <a:pt x="4064" y="22538"/>
                  </a:lnTo>
                  <a:cubicBezTo>
                    <a:pt x="4033" y="22554"/>
                    <a:pt x="4004" y="22570"/>
                    <a:pt x="3973" y="22585"/>
                  </a:cubicBezTo>
                  <a:cubicBezTo>
                    <a:pt x="3971" y="22585"/>
                    <a:pt x="3971" y="22588"/>
                    <a:pt x="3970" y="22588"/>
                  </a:cubicBezTo>
                  <a:cubicBezTo>
                    <a:pt x="3922" y="22609"/>
                    <a:pt x="3871" y="22629"/>
                    <a:pt x="3818" y="22651"/>
                  </a:cubicBezTo>
                  <a:cubicBezTo>
                    <a:pt x="3767" y="22671"/>
                    <a:pt x="3716" y="22693"/>
                    <a:pt x="3663" y="22713"/>
                  </a:cubicBezTo>
                  <a:cubicBezTo>
                    <a:pt x="3609" y="22733"/>
                    <a:pt x="3558" y="22753"/>
                    <a:pt x="3503" y="22772"/>
                  </a:cubicBezTo>
                  <a:cubicBezTo>
                    <a:pt x="3476" y="22783"/>
                    <a:pt x="3449" y="22791"/>
                    <a:pt x="3424" y="22800"/>
                  </a:cubicBezTo>
                  <a:lnTo>
                    <a:pt x="3339" y="22824"/>
                  </a:lnTo>
                  <a:cubicBezTo>
                    <a:pt x="3230" y="22859"/>
                    <a:pt x="3119" y="22890"/>
                    <a:pt x="3011" y="22918"/>
                  </a:cubicBezTo>
                  <a:cubicBezTo>
                    <a:pt x="2958" y="22932"/>
                    <a:pt x="2903" y="22944"/>
                    <a:pt x="2849" y="22956"/>
                  </a:cubicBezTo>
                  <a:cubicBezTo>
                    <a:pt x="2795" y="22965"/>
                    <a:pt x="2741" y="22976"/>
                    <a:pt x="2689" y="22985"/>
                  </a:cubicBezTo>
                  <a:cubicBezTo>
                    <a:pt x="2638" y="22993"/>
                    <a:pt x="2586" y="23003"/>
                    <a:pt x="2533" y="23010"/>
                  </a:cubicBezTo>
                  <a:cubicBezTo>
                    <a:pt x="2528" y="23010"/>
                    <a:pt x="2525" y="23011"/>
                    <a:pt x="2521" y="23011"/>
                  </a:cubicBezTo>
                  <a:cubicBezTo>
                    <a:pt x="2504" y="22886"/>
                    <a:pt x="2504" y="22725"/>
                    <a:pt x="2555" y="22523"/>
                  </a:cubicBezTo>
                  <a:lnTo>
                    <a:pt x="2579" y="22523"/>
                  </a:lnTo>
                  <a:cubicBezTo>
                    <a:pt x="2627" y="22523"/>
                    <a:pt x="2676" y="22522"/>
                    <a:pt x="2727" y="22522"/>
                  </a:cubicBezTo>
                  <a:cubicBezTo>
                    <a:pt x="2776" y="22521"/>
                    <a:pt x="2827" y="22517"/>
                    <a:pt x="2880" y="22515"/>
                  </a:cubicBezTo>
                  <a:cubicBezTo>
                    <a:pt x="2931" y="22513"/>
                    <a:pt x="2983" y="22509"/>
                    <a:pt x="3035" y="22503"/>
                  </a:cubicBezTo>
                  <a:cubicBezTo>
                    <a:pt x="3139" y="22494"/>
                    <a:pt x="3245" y="22482"/>
                    <a:pt x="3351" y="22467"/>
                  </a:cubicBezTo>
                  <a:cubicBezTo>
                    <a:pt x="3456" y="22452"/>
                    <a:pt x="3561" y="22433"/>
                    <a:pt x="3664" y="22415"/>
                  </a:cubicBezTo>
                  <a:cubicBezTo>
                    <a:pt x="3716" y="22404"/>
                    <a:pt x="3767" y="22394"/>
                    <a:pt x="3817" y="22385"/>
                  </a:cubicBezTo>
                  <a:cubicBezTo>
                    <a:pt x="3868" y="22373"/>
                    <a:pt x="3916" y="22362"/>
                    <a:pt x="3965" y="22351"/>
                  </a:cubicBezTo>
                  <a:cubicBezTo>
                    <a:pt x="3979" y="22347"/>
                    <a:pt x="3994" y="22345"/>
                    <a:pt x="4009" y="22341"/>
                  </a:cubicBezTo>
                  <a:close/>
                  <a:moveTo>
                    <a:pt x="3399" y="22852"/>
                  </a:moveTo>
                  <a:cubicBezTo>
                    <a:pt x="3085" y="22989"/>
                    <a:pt x="2800" y="23090"/>
                    <a:pt x="2555" y="23152"/>
                  </a:cubicBezTo>
                  <a:cubicBezTo>
                    <a:pt x="2547" y="23129"/>
                    <a:pt x="2540" y="23105"/>
                    <a:pt x="2533" y="23078"/>
                  </a:cubicBezTo>
                  <a:cubicBezTo>
                    <a:pt x="2537" y="23078"/>
                    <a:pt x="2539" y="23078"/>
                    <a:pt x="2541" y="23075"/>
                  </a:cubicBezTo>
                  <a:cubicBezTo>
                    <a:pt x="2594" y="23067"/>
                    <a:pt x="2646" y="23058"/>
                    <a:pt x="2700" y="23048"/>
                  </a:cubicBezTo>
                  <a:lnTo>
                    <a:pt x="2861" y="23014"/>
                  </a:lnTo>
                  <a:cubicBezTo>
                    <a:pt x="2915" y="23000"/>
                    <a:pt x="2970" y="22987"/>
                    <a:pt x="3025" y="22972"/>
                  </a:cubicBezTo>
                  <a:cubicBezTo>
                    <a:pt x="3135" y="22941"/>
                    <a:pt x="3245" y="22907"/>
                    <a:pt x="3354" y="22870"/>
                  </a:cubicBezTo>
                  <a:lnTo>
                    <a:pt x="3399" y="22852"/>
                  </a:lnTo>
                  <a:close/>
                  <a:moveTo>
                    <a:pt x="3411" y="20580"/>
                  </a:moveTo>
                  <a:lnTo>
                    <a:pt x="3417" y="20607"/>
                  </a:lnTo>
                  <a:cubicBezTo>
                    <a:pt x="3387" y="20627"/>
                    <a:pt x="3358" y="20649"/>
                    <a:pt x="3327" y="20673"/>
                  </a:cubicBezTo>
                  <a:cubicBezTo>
                    <a:pt x="3211" y="20760"/>
                    <a:pt x="3082" y="20861"/>
                    <a:pt x="2943" y="20972"/>
                  </a:cubicBezTo>
                  <a:cubicBezTo>
                    <a:pt x="2806" y="21086"/>
                    <a:pt x="2659" y="21213"/>
                    <a:pt x="2512" y="21354"/>
                  </a:cubicBezTo>
                  <a:cubicBezTo>
                    <a:pt x="2364" y="21495"/>
                    <a:pt x="2215" y="21649"/>
                    <a:pt x="2070" y="21818"/>
                  </a:cubicBezTo>
                  <a:cubicBezTo>
                    <a:pt x="1997" y="21903"/>
                    <a:pt x="1929" y="21993"/>
                    <a:pt x="1863" y="22086"/>
                  </a:cubicBezTo>
                  <a:cubicBezTo>
                    <a:pt x="1799" y="22178"/>
                    <a:pt x="1738" y="22278"/>
                    <a:pt x="1686" y="22380"/>
                  </a:cubicBezTo>
                  <a:cubicBezTo>
                    <a:pt x="1633" y="22482"/>
                    <a:pt x="1591" y="22589"/>
                    <a:pt x="1566" y="22701"/>
                  </a:cubicBezTo>
                  <a:cubicBezTo>
                    <a:pt x="1564" y="22714"/>
                    <a:pt x="1561" y="22729"/>
                    <a:pt x="1560" y="22742"/>
                  </a:cubicBezTo>
                  <a:lnTo>
                    <a:pt x="1554" y="22784"/>
                  </a:lnTo>
                  <a:cubicBezTo>
                    <a:pt x="1553" y="22797"/>
                    <a:pt x="1553" y="22812"/>
                    <a:pt x="1553" y="22826"/>
                  </a:cubicBezTo>
                  <a:cubicBezTo>
                    <a:pt x="1553" y="22839"/>
                    <a:pt x="1552" y="22855"/>
                    <a:pt x="1553" y="22869"/>
                  </a:cubicBezTo>
                  <a:lnTo>
                    <a:pt x="1557" y="22910"/>
                  </a:lnTo>
                  <a:cubicBezTo>
                    <a:pt x="1558" y="22924"/>
                    <a:pt x="1561" y="22937"/>
                    <a:pt x="1564" y="22950"/>
                  </a:cubicBezTo>
                  <a:lnTo>
                    <a:pt x="1566" y="22971"/>
                  </a:lnTo>
                  <a:cubicBezTo>
                    <a:pt x="1568" y="22977"/>
                    <a:pt x="1572" y="22983"/>
                    <a:pt x="1573" y="22989"/>
                  </a:cubicBezTo>
                  <a:cubicBezTo>
                    <a:pt x="1578" y="23000"/>
                    <a:pt x="1581" y="23012"/>
                    <a:pt x="1586" y="23026"/>
                  </a:cubicBezTo>
                  <a:lnTo>
                    <a:pt x="1607" y="23066"/>
                  </a:lnTo>
                  <a:lnTo>
                    <a:pt x="1612" y="23077"/>
                  </a:lnTo>
                  <a:lnTo>
                    <a:pt x="1612" y="23078"/>
                  </a:lnTo>
                  <a:lnTo>
                    <a:pt x="1612" y="23079"/>
                  </a:lnTo>
                  <a:lnTo>
                    <a:pt x="1615" y="23083"/>
                  </a:lnTo>
                  <a:cubicBezTo>
                    <a:pt x="1619" y="23087"/>
                    <a:pt x="1621" y="23094"/>
                    <a:pt x="1627" y="23099"/>
                  </a:cubicBezTo>
                  <a:cubicBezTo>
                    <a:pt x="1642" y="23121"/>
                    <a:pt x="1660" y="23140"/>
                    <a:pt x="1682" y="23155"/>
                  </a:cubicBezTo>
                  <a:cubicBezTo>
                    <a:pt x="1702" y="23172"/>
                    <a:pt x="1726" y="23185"/>
                    <a:pt x="1752" y="23198"/>
                  </a:cubicBezTo>
                  <a:cubicBezTo>
                    <a:pt x="1776" y="23208"/>
                    <a:pt x="1801" y="23218"/>
                    <a:pt x="1828" y="23226"/>
                  </a:cubicBezTo>
                  <a:cubicBezTo>
                    <a:pt x="1898" y="23244"/>
                    <a:pt x="1973" y="23250"/>
                    <a:pt x="2048" y="23250"/>
                  </a:cubicBezTo>
                  <a:cubicBezTo>
                    <a:pt x="2088" y="23250"/>
                    <a:pt x="2128" y="23249"/>
                    <a:pt x="2168" y="23246"/>
                  </a:cubicBezTo>
                  <a:cubicBezTo>
                    <a:pt x="2396" y="23224"/>
                    <a:pt x="2621" y="23167"/>
                    <a:pt x="2830" y="23099"/>
                  </a:cubicBezTo>
                  <a:cubicBezTo>
                    <a:pt x="3042" y="23031"/>
                    <a:pt x="3244" y="22953"/>
                    <a:pt x="3432" y="22875"/>
                  </a:cubicBezTo>
                  <a:cubicBezTo>
                    <a:pt x="3620" y="22795"/>
                    <a:pt x="3796" y="22714"/>
                    <a:pt x="3955" y="22636"/>
                  </a:cubicBezTo>
                  <a:cubicBezTo>
                    <a:pt x="4276" y="22480"/>
                    <a:pt x="4539" y="22339"/>
                    <a:pt x="4721" y="22237"/>
                  </a:cubicBezTo>
                  <a:cubicBezTo>
                    <a:pt x="4811" y="22185"/>
                    <a:pt x="4883" y="22146"/>
                    <a:pt x="4932" y="22118"/>
                  </a:cubicBezTo>
                  <a:cubicBezTo>
                    <a:pt x="4981" y="22090"/>
                    <a:pt x="5005" y="22076"/>
                    <a:pt x="5005" y="22076"/>
                  </a:cubicBezTo>
                  <a:lnTo>
                    <a:pt x="5005" y="22076"/>
                  </a:lnTo>
                  <a:cubicBezTo>
                    <a:pt x="5005" y="22076"/>
                    <a:pt x="4981" y="22092"/>
                    <a:pt x="4934" y="22123"/>
                  </a:cubicBezTo>
                  <a:cubicBezTo>
                    <a:pt x="4887" y="22153"/>
                    <a:pt x="4817" y="22197"/>
                    <a:pt x="4729" y="22252"/>
                  </a:cubicBezTo>
                  <a:cubicBezTo>
                    <a:pt x="4640" y="22306"/>
                    <a:pt x="4531" y="22372"/>
                    <a:pt x="4405" y="22443"/>
                  </a:cubicBezTo>
                  <a:cubicBezTo>
                    <a:pt x="4279" y="22515"/>
                    <a:pt x="4135" y="22596"/>
                    <a:pt x="3977" y="22678"/>
                  </a:cubicBezTo>
                  <a:cubicBezTo>
                    <a:pt x="3817" y="22761"/>
                    <a:pt x="3642" y="22848"/>
                    <a:pt x="3454" y="22930"/>
                  </a:cubicBezTo>
                  <a:cubicBezTo>
                    <a:pt x="3266" y="23014"/>
                    <a:pt x="3065" y="23097"/>
                    <a:pt x="2853" y="23167"/>
                  </a:cubicBezTo>
                  <a:cubicBezTo>
                    <a:pt x="2747" y="23193"/>
                    <a:pt x="2638" y="23227"/>
                    <a:pt x="2524" y="23254"/>
                  </a:cubicBezTo>
                  <a:cubicBezTo>
                    <a:pt x="2411" y="23281"/>
                    <a:pt x="2293" y="23305"/>
                    <a:pt x="2175" y="23314"/>
                  </a:cubicBezTo>
                  <a:cubicBezTo>
                    <a:pt x="2130" y="23318"/>
                    <a:pt x="2086" y="23321"/>
                    <a:pt x="2042" y="23321"/>
                  </a:cubicBezTo>
                  <a:cubicBezTo>
                    <a:pt x="2026" y="23321"/>
                    <a:pt x="2010" y="23320"/>
                    <a:pt x="1993" y="23320"/>
                  </a:cubicBezTo>
                  <a:cubicBezTo>
                    <a:pt x="1933" y="23318"/>
                    <a:pt x="1870" y="23309"/>
                    <a:pt x="1808" y="23294"/>
                  </a:cubicBezTo>
                  <a:cubicBezTo>
                    <a:pt x="1779" y="23286"/>
                    <a:pt x="1748" y="23275"/>
                    <a:pt x="1718" y="23262"/>
                  </a:cubicBezTo>
                  <a:cubicBezTo>
                    <a:pt x="1687" y="23249"/>
                    <a:pt x="1659" y="23232"/>
                    <a:pt x="1633" y="23212"/>
                  </a:cubicBezTo>
                  <a:cubicBezTo>
                    <a:pt x="1607" y="23192"/>
                    <a:pt x="1584" y="23168"/>
                    <a:pt x="1564" y="23141"/>
                  </a:cubicBezTo>
                  <a:lnTo>
                    <a:pt x="1548" y="23121"/>
                  </a:lnTo>
                  <a:lnTo>
                    <a:pt x="1545" y="23117"/>
                  </a:lnTo>
                  <a:cubicBezTo>
                    <a:pt x="1544" y="23114"/>
                    <a:pt x="1545" y="23117"/>
                    <a:pt x="1541" y="23112"/>
                  </a:cubicBezTo>
                  <a:lnTo>
                    <a:pt x="1539" y="23110"/>
                  </a:lnTo>
                  <a:lnTo>
                    <a:pt x="1534" y="23099"/>
                  </a:lnTo>
                  <a:lnTo>
                    <a:pt x="1514" y="23059"/>
                  </a:lnTo>
                  <a:cubicBezTo>
                    <a:pt x="1507" y="23044"/>
                    <a:pt x="1503" y="23027"/>
                    <a:pt x="1498" y="23012"/>
                  </a:cubicBezTo>
                  <a:cubicBezTo>
                    <a:pt x="1494" y="23004"/>
                    <a:pt x="1492" y="22996"/>
                    <a:pt x="1490" y="22989"/>
                  </a:cubicBezTo>
                  <a:lnTo>
                    <a:pt x="1484" y="22965"/>
                  </a:lnTo>
                  <a:cubicBezTo>
                    <a:pt x="1480" y="22950"/>
                    <a:pt x="1478" y="22933"/>
                    <a:pt x="1476" y="22918"/>
                  </a:cubicBezTo>
                  <a:lnTo>
                    <a:pt x="1472" y="22871"/>
                  </a:lnTo>
                  <a:cubicBezTo>
                    <a:pt x="1471" y="22856"/>
                    <a:pt x="1472" y="22839"/>
                    <a:pt x="1472" y="22824"/>
                  </a:cubicBezTo>
                  <a:cubicBezTo>
                    <a:pt x="1472" y="22809"/>
                    <a:pt x="1474" y="22792"/>
                    <a:pt x="1476" y="22777"/>
                  </a:cubicBezTo>
                  <a:lnTo>
                    <a:pt x="1483" y="22730"/>
                  </a:lnTo>
                  <a:cubicBezTo>
                    <a:pt x="1484" y="22715"/>
                    <a:pt x="1487" y="22701"/>
                    <a:pt x="1491" y="22685"/>
                  </a:cubicBezTo>
                  <a:cubicBezTo>
                    <a:pt x="1518" y="22564"/>
                    <a:pt x="1565" y="22450"/>
                    <a:pt x="1619" y="22345"/>
                  </a:cubicBezTo>
                  <a:cubicBezTo>
                    <a:pt x="1674" y="22239"/>
                    <a:pt x="1736" y="22138"/>
                    <a:pt x="1805" y="22044"/>
                  </a:cubicBezTo>
                  <a:cubicBezTo>
                    <a:pt x="1874" y="21950"/>
                    <a:pt x="1944" y="21859"/>
                    <a:pt x="2018" y="21774"/>
                  </a:cubicBezTo>
                  <a:cubicBezTo>
                    <a:pt x="2164" y="21602"/>
                    <a:pt x="2320" y="21449"/>
                    <a:pt x="2471" y="21311"/>
                  </a:cubicBezTo>
                  <a:cubicBezTo>
                    <a:pt x="2622" y="21171"/>
                    <a:pt x="2774" y="21046"/>
                    <a:pt x="2915" y="20937"/>
                  </a:cubicBezTo>
                  <a:cubicBezTo>
                    <a:pt x="3056" y="20827"/>
                    <a:pt x="3190" y="20731"/>
                    <a:pt x="3311" y="20649"/>
                  </a:cubicBezTo>
                  <a:cubicBezTo>
                    <a:pt x="3346" y="20626"/>
                    <a:pt x="3379" y="20602"/>
                    <a:pt x="3411" y="20580"/>
                  </a:cubicBezTo>
                  <a:close/>
                  <a:moveTo>
                    <a:pt x="5647" y="22505"/>
                  </a:moveTo>
                  <a:cubicBezTo>
                    <a:pt x="5505" y="22995"/>
                    <a:pt x="5290" y="23423"/>
                    <a:pt x="4976" y="23423"/>
                  </a:cubicBezTo>
                  <a:cubicBezTo>
                    <a:pt x="4807" y="23423"/>
                    <a:pt x="4666" y="23300"/>
                    <a:pt x="4549" y="23106"/>
                  </a:cubicBezTo>
                  <a:cubicBezTo>
                    <a:pt x="4834" y="22985"/>
                    <a:pt x="5112" y="22842"/>
                    <a:pt x="5381" y="22676"/>
                  </a:cubicBezTo>
                  <a:cubicBezTo>
                    <a:pt x="5473" y="22621"/>
                    <a:pt x="5561" y="22564"/>
                    <a:pt x="5647" y="22505"/>
                  </a:cubicBezTo>
                  <a:close/>
                  <a:moveTo>
                    <a:pt x="7539" y="19937"/>
                  </a:moveTo>
                  <a:cubicBezTo>
                    <a:pt x="7539" y="19937"/>
                    <a:pt x="7535" y="19961"/>
                    <a:pt x="7527" y="20005"/>
                  </a:cubicBezTo>
                  <a:cubicBezTo>
                    <a:pt x="7517" y="20051"/>
                    <a:pt x="7503" y="20117"/>
                    <a:pt x="7476" y="20198"/>
                  </a:cubicBezTo>
                  <a:cubicBezTo>
                    <a:pt x="7425" y="20360"/>
                    <a:pt x="7326" y="20587"/>
                    <a:pt x="7167" y="20835"/>
                  </a:cubicBezTo>
                  <a:cubicBezTo>
                    <a:pt x="7010" y="21084"/>
                    <a:pt x="6801" y="21358"/>
                    <a:pt x="6543" y="21621"/>
                  </a:cubicBezTo>
                  <a:cubicBezTo>
                    <a:pt x="6288" y="21884"/>
                    <a:pt x="5990" y="22141"/>
                    <a:pt x="5669" y="22368"/>
                  </a:cubicBezTo>
                  <a:cubicBezTo>
                    <a:pt x="5509" y="22480"/>
                    <a:pt x="5341" y="22586"/>
                    <a:pt x="5176" y="22682"/>
                  </a:cubicBezTo>
                  <a:cubicBezTo>
                    <a:pt x="5008" y="22777"/>
                    <a:pt x="4840" y="22866"/>
                    <a:pt x="4674" y="22945"/>
                  </a:cubicBezTo>
                  <a:cubicBezTo>
                    <a:pt x="4507" y="23023"/>
                    <a:pt x="4345" y="23093"/>
                    <a:pt x="4186" y="23152"/>
                  </a:cubicBezTo>
                  <a:cubicBezTo>
                    <a:pt x="4029" y="23211"/>
                    <a:pt x="3877" y="23261"/>
                    <a:pt x="3736" y="23301"/>
                  </a:cubicBezTo>
                  <a:cubicBezTo>
                    <a:pt x="3675" y="23321"/>
                    <a:pt x="3606" y="23339"/>
                    <a:pt x="3540" y="23355"/>
                  </a:cubicBezTo>
                  <a:cubicBezTo>
                    <a:pt x="3475" y="23369"/>
                    <a:pt x="3413" y="23383"/>
                    <a:pt x="3354" y="23396"/>
                  </a:cubicBezTo>
                  <a:cubicBezTo>
                    <a:pt x="3296" y="23407"/>
                    <a:pt x="3240" y="23419"/>
                    <a:pt x="3190" y="23427"/>
                  </a:cubicBezTo>
                  <a:cubicBezTo>
                    <a:pt x="3139" y="23434"/>
                    <a:pt x="3092" y="23442"/>
                    <a:pt x="3049" y="23447"/>
                  </a:cubicBezTo>
                  <a:cubicBezTo>
                    <a:pt x="3007" y="23453"/>
                    <a:pt x="2968" y="23455"/>
                    <a:pt x="2935" y="23459"/>
                  </a:cubicBezTo>
                  <a:cubicBezTo>
                    <a:pt x="2901" y="23462"/>
                    <a:pt x="2873" y="23463"/>
                    <a:pt x="2850" y="23466"/>
                  </a:cubicBezTo>
                  <a:cubicBezTo>
                    <a:pt x="2806" y="23469"/>
                    <a:pt x="2780" y="23470"/>
                    <a:pt x="2780" y="23470"/>
                  </a:cubicBezTo>
                  <a:cubicBezTo>
                    <a:pt x="2780" y="23470"/>
                    <a:pt x="2803" y="23469"/>
                    <a:pt x="2850" y="23463"/>
                  </a:cubicBezTo>
                  <a:cubicBezTo>
                    <a:pt x="2874" y="23462"/>
                    <a:pt x="2901" y="23461"/>
                    <a:pt x="2935" y="23455"/>
                  </a:cubicBezTo>
                  <a:cubicBezTo>
                    <a:pt x="2968" y="23450"/>
                    <a:pt x="3005" y="23447"/>
                    <a:pt x="3048" y="23441"/>
                  </a:cubicBezTo>
                  <a:cubicBezTo>
                    <a:pt x="3089" y="23434"/>
                    <a:pt x="3136" y="23426"/>
                    <a:pt x="3186" y="23416"/>
                  </a:cubicBezTo>
                  <a:cubicBezTo>
                    <a:pt x="3237" y="23408"/>
                    <a:pt x="3292" y="23395"/>
                    <a:pt x="3350" y="23386"/>
                  </a:cubicBezTo>
                  <a:cubicBezTo>
                    <a:pt x="3465" y="23359"/>
                    <a:pt x="3595" y="23326"/>
                    <a:pt x="3735" y="23285"/>
                  </a:cubicBezTo>
                  <a:cubicBezTo>
                    <a:pt x="3876" y="23245"/>
                    <a:pt x="4025" y="23191"/>
                    <a:pt x="4182" y="23130"/>
                  </a:cubicBezTo>
                  <a:cubicBezTo>
                    <a:pt x="4338" y="23070"/>
                    <a:pt x="4501" y="22997"/>
                    <a:pt x="4666" y="22920"/>
                  </a:cubicBezTo>
                  <a:cubicBezTo>
                    <a:pt x="4830" y="22842"/>
                    <a:pt x="4997" y="22752"/>
                    <a:pt x="5164" y="22656"/>
                  </a:cubicBezTo>
                  <a:cubicBezTo>
                    <a:pt x="5330" y="22560"/>
                    <a:pt x="5494" y="22455"/>
                    <a:pt x="5654" y="22342"/>
                  </a:cubicBezTo>
                  <a:cubicBezTo>
                    <a:pt x="5972" y="22119"/>
                    <a:pt x="6272" y="21864"/>
                    <a:pt x="6527" y="21602"/>
                  </a:cubicBezTo>
                  <a:cubicBezTo>
                    <a:pt x="6655" y="21472"/>
                    <a:pt x="6771" y="21340"/>
                    <a:pt x="6877" y="21210"/>
                  </a:cubicBezTo>
                  <a:cubicBezTo>
                    <a:pt x="6984" y="21078"/>
                    <a:pt x="7076" y="20951"/>
                    <a:pt x="7154" y="20827"/>
                  </a:cubicBezTo>
                  <a:cubicBezTo>
                    <a:pt x="7233" y="20704"/>
                    <a:pt x="7300" y="20587"/>
                    <a:pt x="7353" y="20481"/>
                  </a:cubicBezTo>
                  <a:cubicBezTo>
                    <a:pt x="7407" y="20375"/>
                    <a:pt x="7445" y="20278"/>
                    <a:pt x="7472" y="20198"/>
                  </a:cubicBezTo>
                  <a:cubicBezTo>
                    <a:pt x="7501" y="20117"/>
                    <a:pt x="7515" y="20051"/>
                    <a:pt x="7526" y="20005"/>
                  </a:cubicBezTo>
                  <a:cubicBezTo>
                    <a:pt x="7534" y="19961"/>
                    <a:pt x="7539" y="19937"/>
                    <a:pt x="7539" y="19937"/>
                  </a:cubicBezTo>
                  <a:close/>
                  <a:moveTo>
                    <a:pt x="5745" y="22604"/>
                  </a:moveTo>
                  <a:cubicBezTo>
                    <a:pt x="5745" y="22604"/>
                    <a:pt x="5745" y="22624"/>
                    <a:pt x="5743" y="22662"/>
                  </a:cubicBezTo>
                  <a:cubicBezTo>
                    <a:pt x="5741" y="22679"/>
                    <a:pt x="5739" y="22702"/>
                    <a:pt x="5737" y="22726"/>
                  </a:cubicBezTo>
                  <a:cubicBezTo>
                    <a:pt x="5735" y="22752"/>
                    <a:pt x="5733" y="22780"/>
                    <a:pt x="5725" y="22811"/>
                  </a:cubicBezTo>
                  <a:cubicBezTo>
                    <a:pt x="5719" y="22840"/>
                    <a:pt x="5712" y="22874"/>
                    <a:pt x="5704" y="22910"/>
                  </a:cubicBezTo>
                  <a:cubicBezTo>
                    <a:pt x="5701" y="22928"/>
                    <a:pt x="5694" y="22945"/>
                    <a:pt x="5688" y="22964"/>
                  </a:cubicBezTo>
                  <a:lnTo>
                    <a:pt x="5667" y="23019"/>
                  </a:lnTo>
                  <a:cubicBezTo>
                    <a:pt x="5661" y="23038"/>
                    <a:pt x="5654" y="23058"/>
                    <a:pt x="5645" y="23074"/>
                  </a:cubicBezTo>
                  <a:cubicBezTo>
                    <a:pt x="5637" y="23093"/>
                    <a:pt x="5627" y="23112"/>
                    <a:pt x="5616" y="23129"/>
                  </a:cubicBezTo>
                  <a:cubicBezTo>
                    <a:pt x="5607" y="23148"/>
                    <a:pt x="5598" y="23168"/>
                    <a:pt x="5587" y="23185"/>
                  </a:cubicBezTo>
                  <a:cubicBezTo>
                    <a:pt x="5575" y="23203"/>
                    <a:pt x="5563" y="23220"/>
                    <a:pt x="5551" y="23239"/>
                  </a:cubicBezTo>
                  <a:cubicBezTo>
                    <a:pt x="5529" y="23275"/>
                    <a:pt x="5500" y="23308"/>
                    <a:pt x="5471" y="23340"/>
                  </a:cubicBezTo>
                  <a:cubicBezTo>
                    <a:pt x="5458" y="23356"/>
                    <a:pt x="5441" y="23369"/>
                    <a:pt x="5426" y="23383"/>
                  </a:cubicBezTo>
                  <a:cubicBezTo>
                    <a:pt x="5410" y="23396"/>
                    <a:pt x="5395" y="23411"/>
                    <a:pt x="5379" y="23423"/>
                  </a:cubicBezTo>
                  <a:cubicBezTo>
                    <a:pt x="5345" y="23447"/>
                    <a:pt x="5313" y="23470"/>
                    <a:pt x="5279" y="23485"/>
                  </a:cubicBezTo>
                  <a:cubicBezTo>
                    <a:pt x="5247" y="23504"/>
                    <a:pt x="5214" y="23516"/>
                    <a:pt x="5184" y="23525"/>
                  </a:cubicBezTo>
                  <a:cubicBezTo>
                    <a:pt x="5153" y="23535"/>
                    <a:pt x="5125" y="23543"/>
                    <a:pt x="5098" y="23545"/>
                  </a:cubicBezTo>
                  <a:cubicBezTo>
                    <a:pt x="5073" y="23551"/>
                    <a:pt x="5050" y="23551"/>
                    <a:pt x="5031" y="23552"/>
                  </a:cubicBezTo>
                  <a:cubicBezTo>
                    <a:pt x="4993" y="23552"/>
                    <a:pt x="4973" y="23549"/>
                    <a:pt x="4973" y="23549"/>
                  </a:cubicBezTo>
                  <a:cubicBezTo>
                    <a:pt x="4973" y="23549"/>
                    <a:pt x="4979" y="23548"/>
                    <a:pt x="4989" y="23545"/>
                  </a:cubicBezTo>
                  <a:cubicBezTo>
                    <a:pt x="4999" y="23544"/>
                    <a:pt x="5012" y="23539"/>
                    <a:pt x="5030" y="23535"/>
                  </a:cubicBezTo>
                  <a:cubicBezTo>
                    <a:pt x="5046" y="23528"/>
                    <a:pt x="5066" y="23521"/>
                    <a:pt x="5087" y="23510"/>
                  </a:cubicBezTo>
                  <a:cubicBezTo>
                    <a:pt x="5112" y="23502"/>
                    <a:pt x="5134" y="23488"/>
                    <a:pt x="5161" y="23475"/>
                  </a:cubicBezTo>
                  <a:cubicBezTo>
                    <a:pt x="5187" y="23461"/>
                    <a:pt x="5215" y="23443"/>
                    <a:pt x="5240" y="23423"/>
                  </a:cubicBezTo>
                  <a:cubicBezTo>
                    <a:pt x="5270" y="23404"/>
                    <a:pt x="5294" y="23380"/>
                    <a:pt x="5322" y="23357"/>
                  </a:cubicBezTo>
                  <a:cubicBezTo>
                    <a:pt x="5336" y="23347"/>
                    <a:pt x="5348" y="23330"/>
                    <a:pt x="5361" y="23320"/>
                  </a:cubicBezTo>
                  <a:cubicBezTo>
                    <a:pt x="5375" y="23306"/>
                    <a:pt x="5388" y="23293"/>
                    <a:pt x="5400" y="23277"/>
                  </a:cubicBezTo>
                  <a:cubicBezTo>
                    <a:pt x="5423" y="23247"/>
                    <a:pt x="5450" y="23219"/>
                    <a:pt x="5470" y="23185"/>
                  </a:cubicBezTo>
                  <a:cubicBezTo>
                    <a:pt x="5482" y="23168"/>
                    <a:pt x="5493" y="23153"/>
                    <a:pt x="5504" y="23136"/>
                  </a:cubicBezTo>
                  <a:cubicBezTo>
                    <a:pt x="5514" y="23120"/>
                    <a:pt x="5524" y="23102"/>
                    <a:pt x="5533" y="23086"/>
                  </a:cubicBezTo>
                  <a:cubicBezTo>
                    <a:pt x="5543" y="23069"/>
                    <a:pt x="5551" y="23052"/>
                    <a:pt x="5561" y="23035"/>
                  </a:cubicBezTo>
                  <a:cubicBezTo>
                    <a:pt x="5572" y="23019"/>
                    <a:pt x="5578" y="23001"/>
                    <a:pt x="5587" y="22985"/>
                  </a:cubicBezTo>
                  <a:cubicBezTo>
                    <a:pt x="5595" y="22968"/>
                    <a:pt x="5603" y="22952"/>
                    <a:pt x="5610" y="22934"/>
                  </a:cubicBezTo>
                  <a:cubicBezTo>
                    <a:pt x="5618" y="22918"/>
                    <a:pt x="5625" y="22903"/>
                    <a:pt x="5631" y="22886"/>
                  </a:cubicBezTo>
                  <a:cubicBezTo>
                    <a:pt x="5646" y="22855"/>
                    <a:pt x="5659" y="22824"/>
                    <a:pt x="5670" y="22796"/>
                  </a:cubicBezTo>
                  <a:cubicBezTo>
                    <a:pt x="5684" y="22766"/>
                    <a:pt x="5693" y="22742"/>
                    <a:pt x="5701" y="22718"/>
                  </a:cubicBezTo>
                  <a:cubicBezTo>
                    <a:pt x="5709" y="22695"/>
                    <a:pt x="5717" y="22675"/>
                    <a:pt x="5724" y="22658"/>
                  </a:cubicBezTo>
                  <a:cubicBezTo>
                    <a:pt x="5737" y="22624"/>
                    <a:pt x="5745" y="22604"/>
                    <a:pt x="5745" y="22604"/>
                  </a:cubicBezTo>
                  <a:close/>
                  <a:moveTo>
                    <a:pt x="37925" y="21949"/>
                  </a:moveTo>
                  <a:cubicBezTo>
                    <a:pt x="37143" y="22699"/>
                    <a:pt x="36278" y="23296"/>
                    <a:pt x="35431" y="23764"/>
                  </a:cubicBezTo>
                  <a:lnTo>
                    <a:pt x="16425" y="23764"/>
                  </a:lnTo>
                  <a:lnTo>
                    <a:pt x="16425" y="21949"/>
                  </a:lnTo>
                  <a:close/>
                  <a:moveTo>
                    <a:pt x="35193" y="23892"/>
                  </a:moveTo>
                  <a:cubicBezTo>
                    <a:pt x="34339" y="24342"/>
                    <a:pt x="33513" y="24665"/>
                    <a:pt x="32816" y="24892"/>
                  </a:cubicBezTo>
                  <a:lnTo>
                    <a:pt x="41567" y="25381"/>
                  </a:lnTo>
                  <a:lnTo>
                    <a:pt x="23467" y="25381"/>
                  </a:lnTo>
                  <a:lnTo>
                    <a:pt x="16425" y="25378"/>
                  </a:lnTo>
                  <a:lnTo>
                    <a:pt x="16425" y="23892"/>
                  </a:lnTo>
                  <a:close/>
                  <a:moveTo>
                    <a:pt x="33228" y="970"/>
                  </a:moveTo>
                  <a:cubicBezTo>
                    <a:pt x="33278" y="981"/>
                    <a:pt x="33373" y="1002"/>
                    <a:pt x="33508" y="1032"/>
                  </a:cubicBezTo>
                  <a:cubicBezTo>
                    <a:pt x="33720" y="1076"/>
                    <a:pt x="34029" y="1155"/>
                    <a:pt x="34419" y="1271"/>
                  </a:cubicBezTo>
                  <a:cubicBezTo>
                    <a:pt x="34609" y="1337"/>
                    <a:pt x="34828" y="1394"/>
                    <a:pt x="35055" y="1484"/>
                  </a:cubicBezTo>
                  <a:cubicBezTo>
                    <a:pt x="35169" y="1526"/>
                    <a:pt x="35287" y="1569"/>
                    <a:pt x="35412" y="1616"/>
                  </a:cubicBezTo>
                  <a:cubicBezTo>
                    <a:pt x="35534" y="1667"/>
                    <a:pt x="35661" y="1719"/>
                    <a:pt x="35791" y="1775"/>
                  </a:cubicBezTo>
                  <a:cubicBezTo>
                    <a:pt x="36311" y="1997"/>
                    <a:pt x="36888" y="2277"/>
                    <a:pt x="37482" y="2641"/>
                  </a:cubicBezTo>
                  <a:cubicBezTo>
                    <a:pt x="38077" y="3003"/>
                    <a:pt x="38694" y="3442"/>
                    <a:pt x="39301" y="3963"/>
                  </a:cubicBezTo>
                  <a:cubicBezTo>
                    <a:pt x="39910" y="4483"/>
                    <a:pt x="40507" y="5085"/>
                    <a:pt x="41048" y="5770"/>
                  </a:cubicBezTo>
                  <a:cubicBezTo>
                    <a:pt x="41595" y="6453"/>
                    <a:pt x="42093" y="7209"/>
                    <a:pt x="42519" y="8022"/>
                  </a:cubicBezTo>
                  <a:cubicBezTo>
                    <a:pt x="42946" y="8834"/>
                    <a:pt x="43290" y="9707"/>
                    <a:pt x="43549" y="10604"/>
                  </a:cubicBezTo>
                  <a:cubicBezTo>
                    <a:pt x="43617" y="10827"/>
                    <a:pt x="43664" y="11055"/>
                    <a:pt x="43721" y="11282"/>
                  </a:cubicBezTo>
                  <a:cubicBezTo>
                    <a:pt x="43774" y="11509"/>
                    <a:pt x="43813" y="11739"/>
                    <a:pt x="43859" y="11967"/>
                  </a:cubicBezTo>
                  <a:cubicBezTo>
                    <a:pt x="43893" y="12197"/>
                    <a:pt x="43933" y="12425"/>
                    <a:pt x="43960" y="12655"/>
                  </a:cubicBezTo>
                  <a:cubicBezTo>
                    <a:pt x="43981" y="12886"/>
                    <a:pt x="44016" y="13114"/>
                    <a:pt x="44026" y="13343"/>
                  </a:cubicBezTo>
                  <a:cubicBezTo>
                    <a:pt x="44039" y="13572"/>
                    <a:pt x="44056" y="13800"/>
                    <a:pt x="44056" y="14028"/>
                  </a:cubicBezTo>
                  <a:cubicBezTo>
                    <a:pt x="44062" y="14257"/>
                    <a:pt x="44066" y="14481"/>
                    <a:pt x="44063" y="14705"/>
                  </a:cubicBezTo>
                  <a:cubicBezTo>
                    <a:pt x="44063" y="15144"/>
                    <a:pt x="44063" y="15585"/>
                    <a:pt x="44062" y="16020"/>
                  </a:cubicBezTo>
                  <a:cubicBezTo>
                    <a:pt x="44056" y="17753"/>
                    <a:pt x="44034" y="19372"/>
                    <a:pt x="44023" y="20757"/>
                  </a:cubicBezTo>
                  <a:cubicBezTo>
                    <a:pt x="44012" y="22145"/>
                    <a:pt x="43987" y="23301"/>
                    <a:pt x="43976" y="24111"/>
                  </a:cubicBezTo>
                  <a:cubicBezTo>
                    <a:pt x="43961" y="24912"/>
                    <a:pt x="43952" y="25373"/>
                    <a:pt x="43952" y="25381"/>
                  </a:cubicBezTo>
                  <a:cubicBezTo>
                    <a:pt x="43952" y="25381"/>
                    <a:pt x="43942" y="24919"/>
                    <a:pt x="43926" y="24111"/>
                  </a:cubicBezTo>
                  <a:cubicBezTo>
                    <a:pt x="43915" y="23301"/>
                    <a:pt x="43891" y="22146"/>
                    <a:pt x="43879" y="20757"/>
                  </a:cubicBezTo>
                  <a:cubicBezTo>
                    <a:pt x="43868" y="19372"/>
                    <a:pt x="43846" y="17753"/>
                    <a:pt x="43840" y="16020"/>
                  </a:cubicBezTo>
                  <a:cubicBezTo>
                    <a:pt x="43839" y="15586"/>
                    <a:pt x="43837" y="15144"/>
                    <a:pt x="43837" y="14700"/>
                  </a:cubicBezTo>
                  <a:cubicBezTo>
                    <a:pt x="43839" y="14477"/>
                    <a:pt x="43833" y="14253"/>
                    <a:pt x="43827" y="14030"/>
                  </a:cubicBezTo>
                  <a:cubicBezTo>
                    <a:pt x="43825" y="13807"/>
                    <a:pt x="43807" y="13582"/>
                    <a:pt x="43792" y="13357"/>
                  </a:cubicBezTo>
                  <a:cubicBezTo>
                    <a:pt x="43781" y="13133"/>
                    <a:pt x="43745" y="12907"/>
                    <a:pt x="43723" y="12683"/>
                  </a:cubicBezTo>
                  <a:cubicBezTo>
                    <a:pt x="43694" y="12457"/>
                    <a:pt x="43654" y="12233"/>
                    <a:pt x="43620" y="12007"/>
                  </a:cubicBezTo>
                  <a:cubicBezTo>
                    <a:pt x="43573" y="11784"/>
                    <a:pt x="43535" y="11559"/>
                    <a:pt x="43482" y="11336"/>
                  </a:cubicBezTo>
                  <a:cubicBezTo>
                    <a:pt x="43424" y="11114"/>
                    <a:pt x="43377" y="10890"/>
                    <a:pt x="43308" y="10671"/>
                  </a:cubicBezTo>
                  <a:cubicBezTo>
                    <a:pt x="43060" y="9790"/>
                    <a:pt x="42726" y="8932"/>
                    <a:pt x="42313" y="8130"/>
                  </a:cubicBezTo>
                  <a:cubicBezTo>
                    <a:pt x="41898" y="7329"/>
                    <a:pt x="41411" y="6581"/>
                    <a:pt x="40879" y="5905"/>
                  </a:cubicBezTo>
                  <a:cubicBezTo>
                    <a:pt x="40346" y="5231"/>
                    <a:pt x="39773" y="4625"/>
                    <a:pt x="39182" y="4102"/>
                  </a:cubicBezTo>
                  <a:cubicBezTo>
                    <a:pt x="38594" y="3575"/>
                    <a:pt x="37991" y="3131"/>
                    <a:pt x="37408" y="2760"/>
                  </a:cubicBezTo>
                  <a:cubicBezTo>
                    <a:pt x="36825" y="2391"/>
                    <a:pt x="36264" y="2097"/>
                    <a:pt x="35755" y="1859"/>
                  </a:cubicBezTo>
                  <a:cubicBezTo>
                    <a:pt x="35627" y="1801"/>
                    <a:pt x="35502" y="1745"/>
                    <a:pt x="35384" y="1691"/>
                  </a:cubicBezTo>
                  <a:cubicBezTo>
                    <a:pt x="35261" y="1642"/>
                    <a:pt x="35145" y="1593"/>
                    <a:pt x="35031" y="1548"/>
                  </a:cubicBezTo>
                  <a:cubicBezTo>
                    <a:pt x="34808" y="1452"/>
                    <a:pt x="34593" y="1389"/>
                    <a:pt x="34404" y="1317"/>
                  </a:cubicBezTo>
                  <a:cubicBezTo>
                    <a:pt x="34021" y="1192"/>
                    <a:pt x="33716" y="1096"/>
                    <a:pt x="33505" y="1044"/>
                  </a:cubicBezTo>
                  <a:cubicBezTo>
                    <a:pt x="33371" y="1009"/>
                    <a:pt x="33278" y="984"/>
                    <a:pt x="33228" y="970"/>
                  </a:cubicBezTo>
                  <a:close/>
                  <a:moveTo>
                    <a:pt x="9574" y="18638"/>
                  </a:moveTo>
                  <a:lnTo>
                    <a:pt x="9574" y="18638"/>
                  </a:lnTo>
                  <a:cubicBezTo>
                    <a:pt x="9994" y="19620"/>
                    <a:pt x="9461" y="20720"/>
                    <a:pt x="9641" y="21910"/>
                  </a:cubicBezTo>
                  <a:lnTo>
                    <a:pt x="8745" y="21997"/>
                  </a:lnTo>
                  <a:lnTo>
                    <a:pt x="9189" y="22040"/>
                  </a:lnTo>
                  <a:lnTo>
                    <a:pt x="8497" y="22110"/>
                  </a:lnTo>
                  <a:lnTo>
                    <a:pt x="9706" y="22228"/>
                  </a:lnTo>
                  <a:cubicBezTo>
                    <a:pt x="9751" y="22400"/>
                    <a:pt x="9813" y="22573"/>
                    <a:pt x="9898" y="22748"/>
                  </a:cubicBezTo>
                  <a:cubicBezTo>
                    <a:pt x="10400" y="23782"/>
                    <a:pt x="11733" y="24792"/>
                    <a:pt x="12531" y="25330"/>
                  </a:cubicBezTo>
                  <a:lnTo>
                    <a:pt x="8085" y="25537"/>
                  </a:lnTo>
                  <a:lnTo>
                    <a:pt x="9973" y="25624"/>
                  </a:lnTo>
                  <a:cubicBezTo>
                    <a:pt x="9219" y="25644"/>
                    <a:pt x="8494" y="25670"/>
                    <a:pt x="7801" y="25698"/>
                  </a:cubicBezTo>
                  <a:cubicBezTo>
                    <a:pt x="7776" y="25415"/>
                    <a:pt x="7600" y="23167"/>
                    <a:pt x="8999" y="20606"/>
                  </a:cubicBezTo>
                  <a:cubicBezTo>
                    <a:pt x="9681" y="19357"/>
                    <a:pt x="9574" y="18639"/>
                    <a:pt x="9574" y="18638"/>
                  </a:cubicBezTo>
                  <a:close/>
                  <a:moveTo>
                    <a:pt x="6187" y="22388"/>
                  </a:moveTo>
                  <a:cubicBezTo>
                    <a:pt x="6187" y="22388"/>
                    <a:pt x="6185" y="22447"/>
                    <a:pt x="6183" y="22549"/>
                  </a:cubicBezTo>
                  <a:cubicBezTo>
                    <a:pt x="6180" y="22651"/>
                    <a:pt x="6180" y="22799"/>
                    <a:pt x="6191" y="22973"/>
                  </a:cubicBezTo>
                  <a:cubicBezTo>
                    <a:pt x="6197" y="23061"/>
                    <a:pt x="6205" y="23157"/>
                    <a:pt x="6218" y="23255"/>
                  </a:cubicBezTo>
                  <a:cubicBezTo>
                    <a:pt x="6232" y="23356"/>
                    <a:pt x="6250" y="23461"/>
                    <a:pt x="6273" y="23568"/>
                  </a:cubicBezTo>
                  <a:cubicBezTo>
                    <a:pt x="6300" y="23674"/>
                    <a:pt x="6332" y="23783"/>
                    <a:pt x="6373" y="23890"/>
                  </a:cubicBezTo>
                  <a:cubicBezTo>
                    <a:pt x="6393" y="23944"/>
                    <a:pt x="6415" y="23998"/>
                    <a:pt x="6441" y="24050"/>
                  </a:cubicBezTo>
                  <a:cubicBezTo>
                    <a:pt x="6467" y="24101"/>
                    <a:pt x="6495" y="24154"/>
                    <a:pt x="6522" y="24206"/>
                  </a:cubicBezTo>
                  <a:cubicBezTo>
                    <a:pt x="6630" y="24416"/>
                    <a:pt x="6723" y="24634"/>
                    <a:pt x="6791" y="24841"/>
                  </a:cubicBezTo>
                  <a:cubicBezTo>
                    <a:pt x="6863" y="25052"/>
                    <a:pt x="6910" y="25253"/>
                    <a:pt x="6939" y="25428"/>
                  </a:cubicBezTo>
                  <a:cubicBezTo>
                    <a:pt x="6959" y="25544"/>
                    <a:pt x="6970" y="25644"/>
                    <a:pt x="6975" y="25732"/>
                  </a:cubicBezTo>
                  <a:lnTo>
                    <a:pt x="6965" y="25732"/>
                  </a:lnTo>
                  <a:cubicBezTo>
                    <a:pt x="6957" y="25646"/>
                    <a:pt x="6943" y="25545"/>
                    <a:pt x="6920" y="25431"/>
                  </a:cubicBezTo>
                  <a:cubicBezTo>
                    <a:pt x="6890" y="25259"/>
                    <a:pt x="6837" y="25060"/>
                    <a:pt x="6765" y="24852"/>
                  </a:cubicBezTo>
                  <a:cubicBezTo>
                    <a:pt x="6730" y="24747"/>
                    <a:pt x="6688" y="24642"/>
                    <a:pt x="6642" y="24536"/>
                  </a:cubicBezTo>
                  <a:cubicBezTo>
                    <a:pt x="6597" y="24430"/>
                    <a:pt x="6546" y="24326"/>
                    <a:pt x="6492" y="24221"/>
                  </a:cubicBezTo>
                  <a:cubicBezTo>
                    <a:pt x="6465" y="24168"/>
                    <a:pt x="6436" y="24117"/>
                    <a:pt x="6411" y="24065"/>
                  </a:cubicBezTo>
                  <a:cubicBezTo>
                    <a:pt x="6386" y="24011"/>
                    <a:pt x="6362" y="23958"/>
                    <a:pt x="6342" y="23903"/>
                  </a:cubicBezTo>
                  <a:cubicBezTo>
                    <a:pt x="6301" y="23792"/>
                    <a:pt x="6270" y="23682"/>
                    <a:pt x="6246" y="23575"/>
                  </a:cubicBezTo>
                  <a:cubicBezTo>
                    <a:pt x="6199" y="23359"/>
                    <a:pt x="6180" y="23152"/>
                    <a:pt x="6174" y="22976"/>
                  </a:cubicBezTo>
                  <a:cubicBezTo>
                    <a:pt x="6167" y="22799"/>
                    <a:pt x="6172" y="22651"/>
                    <a:pt x="6178" y="22549"/>
                  </a:cubicBezTo>
                  <a:cubicBezTo>
                    <a:pt x="6179" y="22497"/>
                    <a:pt x="6183" y="22456"/>
                    <a:pt x="6185" y="22429"/>
                  </a:cubicBezTo>
                  <a:cubicBezTo>
                    <a:pt x="6186" y="22403"/>
                    <a:pt x="6187" y="22388"/>
                    <a:pt x="6187" y="22388"/>
                  </a:cubicBezTo>
                  <a:close/>
                  <a:moveTo>
                    <a:pt x="3628" y="23603"/>
                  </a:moveTo>
                  <a:lnTo>
                    <a:pt x="3628" y="23603"/>
                  </a:lnTo>
                  <a:cubicBezTo>
                    <a:pt x="3770" y="23933"/>
                    <a:pt x="3591" y="24304"/>
                    <a:pt x="3652" y="24704"/>
                  </a:cubicBezTo>
                  <a:lnTo>
                    <a:pt x="3351" y="24735"/>
                  </a:lnTo>
                  <a:lnTo>
                    <a:pt x="3500" y="24750"/>
                  </a:lnTo>
                  <a:lnTo>
                    <a:pt x="3266" y="24773"/>
                  </a:lnTo>
                  <a:lnTo>
                    <a:pt x="3673" y="24813"/>
                  </a:lnTo>
                  <a:cubicBezTo>
                    <a:pt x="3688" y="24871"/>
                    <a:pt x="3708" y="24928"/>
                    <a:pt x="3736" y="24988"/>
                  </a:cubicBezTo>
                  <a:cubicBezTo>
                    <a:pt x="3900" y="25323"/>
                    <a:pt x="4323" y="25651"/>
                    <a:pt x="4595" y="25838"/>
                  </a:cubicBezTo>
                  <a:cubicBezTo>
                    <a:pt x="4400" y="25847"/>
                    <a:pt x="4210" y="25858"/>
                    <a:pt x="4025" y="25867"/>
                  </a:cubicBezTo>
                  <a:cubicBezTo>
                    <a:pt x="3672" y="25885"/>
                    <a:pt x="3340" y="25902"/>
                    <a:pt x="3027" y="25921"/>
                  </a:cubicBezTo>
                  <a:cubicBezTo>
                    <a:pt x="3017" y="25706"/>
                    <a:pt x="3018" y="25028"/>
                    <a:pt x="3434" y="24266"/>
                  </a:cubicBezTo>
                  <a:cubicBezTo>
                    <a:pt x="3665" y="23845"/>
                    <a:pt x="3628" y="23603"/>
                    <a:pt x="3628" y="23603"/>
                  </a:cubicBezTo>
                  <a:close/>
                  <a:moveTo>
                    <a:pt x="30187" y="1"/>
                  </a:moveTo>
                  <a:cubicBezTo>
                    <a:pt x="29755" y="1"/>
                    <a:pt x="29328" y="22"/>
                    <a:pt x="28902" y="58"/>
                  </a:cubicBezTo>
                  <a:lnTo>
                    <a:pt x="890" y="313"/>
                  </a:lnTo>
                  <a:lnTo>
                    <a:pt x="17768" y="1687"/>
                  </a:lnTo>
                  <a:lnTo>
                    <a:pt x="8306" y="1801"/>
                  </a:lnTo>
                  <a:lnTo>
                    <a:pt x="21137" y="3199"/>
                  </a:lnTo>
                  <a:cubicBezTo>
                    <a:pt x="20747" y="3516"/>
                    <a:pt x="20368" y="3855"/>
                    <a:pt x="20009" y="4215"/>
                  </a:cubicBezTo>
                  <a:cubicBezTo>
                    <a:pt x="19672" y="4553"/>
                    <a:pt x="19354" y="4903"/>
                    <a:pt x="19056" y="5266"/>
                  </a:cubicBezTo>
                  <a:cubicBezTo>
                    <a:pt x="19028" y="5266"/>
                    <a:pt x="19000" y="5265"/>
                    <a:pt x="18972" y="5265"/>
                  </a:cubicBezTo>
                  <a:cubicBezTo>
                    <a:pt x="18416" y="5265"/>
                    <a:pt x="17781" y="5341"/>
                    <a:pt x="17077" y="5496"/>
                  </a:cubicBezTo>
                  <a:cubicBezTo>
                    <a:pt x="15438" y="5857"/>
                    <a:pt x="13549" y="6604"/>
                    <a:pt x="11638" y="7635"/>
                  </a:cubicBezTo>
                  <a:lnTo>
                    <a:pt x="8573" y="5175"/>
                  </a:lnTo>
                  <a:cubicBezTo>
                    <a:pt x="8591" y="5125"/>
                    <a:pt x="8602" y="5071"/>
                    <a:pt x="8602" y="5014"/>
                  </a:cubicBezTo>
                  <a:cubicBezTo>
                    <a:pt x="8602" y="4757"/>
                    <a:pt x="8392" y="4548"/>
                    <a:pt x="8134" y="4548"/>
                  </a:cubicBezTo>
                  <a:cubicBezTo>
                    <a:pt x="7878" y="4548"/>
                    <a:pt x="7668" y="4757"/>
                    <a:pt x="7668" y="5014"/>
                  </a:cubicBezTo>
                  <a:cubicBezTo>
                    <a:pt x="7668" y="5253"/>
                    <a:pt x="7848" y="5449"/>
                    <a:pt x="8079" y="5477"/>
                  </a:cubicBezTo>
                  <a:lnTo>
                    <a:pt x="8872" y="9327"/>
                  </a:lnTo>
                  <a:cubicBezTo>
                    <a:pt x="7084" y="10557"/>
                    <a:pt x="5559" y="11900"/>
                    <a:pt x="4491" y="13194"/>
                  </a:cubicBezTo>
                  <a:cubicBezTo>
                    <a:pt x="3085" y="14896"/>
                    <a:pt x="2629" y="16351"/>
                    <a:pt x="3203" y="17292"/>
                  </a:cubicBezTo>
                  <a:cubicBezTo>
                    <a:pt x="3676" y="18066"/>
                    <a:pt x="4877" y="18492"/>
                    <a:pt x="6507" y="18492"/>
                  </a:cubicBezTo>
                  <a:cubicBezTo>
                    <a:pt x="6868" y="18492"/>
                    <a:pt x="7251" y="18472"/>
                    <a:pt x="7651" y="18428"/>
                  </a:cubicBezTo>
                  <a:cubicBezTo>
                    <a:pt x="8242" y="18364"/>
                    <a:pt x="8846" y="18258"/>
                    <a:pt x="9457" y="18113"/>
                  </a:cubicBezTo>
                  <a:lnTo>
                    <a:pt x="9457" y="18113"/>
                  </a:lnTo>
                  <a:cubicBezTo>
                    <a:pt x="9327" y="18864"/>
                    <a:pt x="9108" y="19581"/>
                    <a:pt x="8770" y="20207"/>
                  </a:cubicBezTo>
                  <a:cubicBezTo>
                    <a:pt x="7445" y="22648"/>
                    <a:pt x="7345" y="24836"/>
                    <a:pt x="7368" y="25717"/>
                  </a:cubicBezTo>
                  <a:cubicBezTo>
                    <a:pt x="7266" y="25721"/>
                    <a:pt x="7163" y="25725"/>
                    <a:pt x="7063" y="25729"/>
                  </a:cubicBezTo>
                  <a:cubicBezTo>
                    <a:pt x="7040" y="25360"/>
                    <a:pt x="6943" y="24773"/>
                    <a:pt x="6595" y="24133"/>
                  </a:cubicBezTo>
                  <a:cubicBezTo>
                    <a:pt x="6254" y="23506"/>
                    <a:pt x="6277" y="22607"/>
                    <a:pt x="6360" y="21946"/>
                  </a:cubicBezTo>
                  <a:cubicBezTo>
                    <a:pt x="6708" y="21630"/>
                    <a:pt x="7006" y="21287"/>
                    <a:pt x="7240" y="20931"/>
                  </a:cubicBezTo>
                  <a:cubicBezTo>
                    <a:pt x="7650" y="20306"/>
                    <a:pt x="7777" y="19742"/>
                    <a:pt x="7582" y="19424"/>
                  </a:cubicBezTo>
                  <a:cubicBezTo>
                    <a:pt x="7452" y="19211"/>
                    <a:pt x="7180" y="19102"/>
                    <a:pt x="6794" y="19102"/>
                  </a:cubicBezTo>
                  <a:cubicBezTo>
                    <a:pt x="6607" y="19102"/>
                    <a:pt x="6394" y="19128"/>
                    <a:pt x="6158" y="19180"/>
                  </a:cubicBezTo>
                  <a:cubicBezTo>
                    <a:pt x="5606" y="19300"/>
                    <a:pt x="4969" y="19553"/>
                    <a:pt x="4326" y="19901"/>
                  </a:cubicBezTo>
                  <a:lnTo>
                    <a:pt x="3293" y="19072"/>
                  </a:lnTo>
                  <a:cubicBezTo>
                    <a:pt x="3300" y="19056"/>
                    <a:pt x="3304" y="19037"/>
                    <a:pt x="3304" y="19018"/>
                  </a:cubicBezTo>
                  <a:cubicBezTo>
                    <a:pt x="3304" y="18931"/>
                    <a:pt x="3233" y="18861"/>
                    <a:pt x="3146" y="18861"/>
                  </a:cubicBezTo>
                  <a:cubicBezTo>
                    <a:pt x="3058" y="18861"/>
                    <a:pt x="2988" y="18931"/>
                    <a:pt x="2988" y="19018"/>
                  </a:cubicBezTo>
                  <a:cubicBezTo>
                    <a:pt x="2988" y="19099"/>
                    <a:pt x="3049" y="19165"/>
                    <a:pt x="3125" y="19176"/>
                  </a:cubicBezTo>
                  <a:lnTo>
                    <a:pt x="3393" y="20471"/>
                  </a:lnTo>
                  <a:cubicBezTo>
                    <a:pt x="2790" y="20885"/>
                    <a:pt x="2277" y="21338"/>
                    <a:pt x="1917" y="21774"/>
                  </a:cubicBezTo>
                  <a:cubicBezTo>
                    <a:pt x="1444" y="22347"/>
                    <a:pt x="1290" y="22836"/>
                    <a:pt x="1484" y="23153"/>
                  </a:cubicBezTo>
                  <a:cubicBezTo>
                    <a:pt x="1644" y="23414"/>
                    <a:pt x="2048" y="23557"/>
                    <a:pt x="2598" y="23557"/>
                  </a:cubicBezTo>
                  <a:cubicBezTo>
                    <a:pt x="2719" y="23557"/>
                    <a:pt x="2847" y="23551"/>
                    <a:pt x="2983" y="23536"/>
                  </a:cubicBezTo>
                  <a:cubicBezTo>
                    <a:pt x="3183" y="23514"/>
                    <a:pt x="3386" y="23480"/>
                    <a:pt x="3591" y="23430"/>
                  </a:cubicBezTo>
                  <a:lnTo>
                    <a:pt x="3591" y="23430"/>
                  </a:lnTo>
                  <a:cubicBezTo>
                    <a:pt x="3547" y="23684"/>
                    <a:pt x="3473" y="23924"/>
                    <a:pt x="3359" y="24135"/>
                  </a:cubicBezTo>
                  <a:cubicBezTo>
                    <a:pt x="2940" y="24910"/>
                    <a:pt x="2884" y="25604"/>
                    <a:pt x="2886" y="25932"/>
                  </a:cubicBezTo>
                  <a:cubicBezTo>
                    <a:pt x="2518" y="25953"/>
                    <a:pt x="2179" y="25975"/>
                    <a:pt x="1875" y="25993"/>
                  </a:cubicBezTo>
                  <a:cubicBezTo>
                    <a:pt x="1278" y="26028"/>
                    <a:pt x="809" y="26067"/>
                    <a:pt x="491" y="26089"/>
                  </a:cubicBezTo>
                  <a:cubicBezTo>
                    <a:pt x="171" y="26114"/>
                    <a:pt x="1" y="26128"/>
                    <a:pt x="1" y="26128"/>
                  </a:cubicBezTo>
                  <a:cubicBezTo>
                    <a:pt x="1" y="26128"/>
                    <a:pt x="171" y="26141"/>
                    <a:pt x="491" y="26167"/>
                  </a:cubicBezTo>
                  <a:cubicBezTo>
                    <a:pt x="809" y="26188"/>
                    <a:pt x="1279" y="26227"/>
                    <a:pt x="1875" y="26262"/>
                  </a:cubicBezTo>
                  <a:cubicBezTo>
                    <a:pt x="2473" y="26300"/>
                    <a:pt x="3197" y="26348"/>
                    <a:pt x="4028" y="26387"/>
                  </a:cubicBezTo>
                  <a:cubicBezTo>
                    <a:pt x="4858" y="26430"/>
                    <a:pt x="5796" y="26478"/>
                    <a:pt x="6818" y="26516"/>
                  </a:cubicBezTo>
                  <a:cubicBezTo>
                    <a:pt x="7843" y="26557"/>
                    <a:pt x="8951" y="26604"/>
                    <a:pt x="10122" y="26633"/>
                  </a:cubicBezTo>
                  <a:cubicBezTo>
                    <a:pt x="11294" y="26666"/>
                    <a:pt x="12531" y="26709"/>
                    <a:pt x="13811" y="26725"/>
                  </a:cubicBezTo>
                  <a:cubicBezTo>
                    <a:pt x="15089" y="26744"/>
                    <a:pt x="16411" y="26779"/>
                    <a:pt x="17753" y="26787"/>
                  </a:cubicBezTo>
                  <a:cubicBezTo>
                    <a:pt x="19096" y="26794"/>
                    <a:pt x="20461" y="26800"/>
                    <a:pt x="21824" y="26810"/>
                  </a:cubicBezTo>
                  <a:cubicBezTo>
                    <a:pt x="23188" y="26806"/>
                    <a:pt x="24551" y="26804"/>
                    <a:pt x="25894" y="26790"/>
                  </a:cubicBezTo>
                  <a:cubicBezTo>
                    <a:pt x="25984" y="26790"/>
                    <a:pt x="26073" y="26787"/>
                    <a:pt x="26161" y="26786"/>
                  </a:cubicBezTo>
                  <a:cubicBezTo>
                    <a:pt x="26530" y="26792"/>
                    <a:pt x="26900" y="26799"/>
                    <a:pt x="27274" y="26803"/>
                  </a:cubicBezTo>
                  <a:cubicBezTo>
                    <a:pt x="28334" y="26818"/>
                    <a:pt x="29408" y="26821"/>
                    <a:pt x="30484" y="26825"/>
                  </a:cubicBezTo>
                  <a:cubicBezTo>
                    <a:pt x="31560" y="26821"/>
                    <a:pt x="32634" y="26819"/>
                    <a:pt x="33693" y="26804"/>
                  </a:cubicBezTo>
                  <a:cubicBezTo>
                    <a:pt x="34222" y="26799"/>
                    <a:pt x="34748" y="26791"/>
                    <a:pt x="35266" y="26780"/>
                  </a:cubicBezTo>
                  <a:cubicBezTo>
                    <a:pt x="35784" y="26771"/>
                    <a:pt x="36297" y="26759"/>
                    <a:pt x="36802" y="26747"/>
                  </a:cubicBezTo>
                  <a:cubicBezTo>
                    <a:pt x="38818" y="26697"/>
                    <a:pt x="40699" y="26622"/>
                    <a:pt x="42313" y="26535"/>
                  </a:cubicBezTo>
                  <a:cubicBezTo>
                    <a:pt x="43119" y="26492"/>
                    <a:pt x="43859" y="26442"/>
                    <a:pt x="44513" y="26398"/>
                  </a:cubicBezTo>
                  <a:cubicBezTo>
                    <a:pt x="45168" y="26357"/>
                    <a:pt x="45740" y="26308"/>
                    <a:pt x="46210" y="26270"/>
                  </a:cubicBezTo>
                  <a:cubicBezTo>
                    <a:pt x="46680" y="26235"/>
                    <a:pt x="47050" y="26195"/>
                    <a:pt x="47303" y="26173"/>
                  </a:cubicBezTo>
                  <a:cubicBezTo>
                    <a:pt x="47555" y="26146"/>
                    <a:pt x="47689" y="26133"/>
                    <a:pt x="47689" y="26133"/>
                  </a:cubicBezTo>
                  <a:cubicBezTo>
                    <a:pt x="47689" y="26133"/>
                    <a:pt x="47555" y="26120"/>
                    <a:pt x="47303" y="26093"/>
                  </a:cubicBezTo>
                  <a:cubicBezTo>
                    <a:pt x="47048" y="26067"/>
                    <a:pt x="46679" y="26027"/>
                    <a:pt x="46209" y="25992"/>
                  </a:cubicBezTo>
                  <a:cubicBezTo>
                    <a:pt x="45739" y="25954"/>
                    <a:pt x="45167" y="25905"/>
                    <a:pt x="44512" y="25864"/>
                  </a:cubicBezTo>
                  <a:cubicBezTo>
                    <a:pt x="44463" y="25860"/>
                    <a:pt x="44415" y="25858"/>
                    <a:pt x="44364" y="25854"/>
                  </a:cubicBezTo>
                  <a:cubicBezTo>
                    <a:pt x="44497" y="25738"/>
                    <a:pt x="44583" y="25570"/>
                    <a:pt x="44583" y="25381"/>
                  </a:cubicBezTo>
                  <a:lnTo>
                    <a:pt x="44583" y="14396"/>
                  </a:lnTo>
                  <a:cubicBezTo>
                    <a:pt x="44583" y="10550"/>
                    <a:pt x="43085" y="6937"/>
                    <a:pt x="40366" y="4217"/>
                  </a:cubicBezTo>
                  <a:cubicBezTo>
                    <a:pt x="37647" y="1498"/>
                    <a:pt x="34032" y="1"/>
                    <a:pt x="30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6" name="Google Shape;646;p54"/>
          <p:cNvSpPr/>
          <p:nvPr/>
        </p:nvSpPr>
        <p:spPr>
          <a:xfrm rot="5400000">
            <a:off x="8088708" y="874789"/>
            <a:ext cx="891288" cy="220717"/>
          </a:xfrm>
          <a:prstGeom prst="rect">
            <a:avLst/>
          </a:prstGeom>
        </p:spPr>
        <p:txBody>
          <a:bodyPr>
            <a:prstTxWarp prst="textPlain"/>
          </a:bodyPr>
          <a:lstStyle/>
          <a:p>
            <a:pPr lvl="0" algn="ctr"/>
            <a:r>
              <a:rPr b="0" i="0">
                <a:ln cap="flat" cmpd="sng" w="19050">
                  <a:solidFill>
                    <a:schemeClr val="dk2"/>
                  </a:solidFill>
                  <a:prstDash val="solid"/>
                  <a:round/>
                  <a:headEnd len="sm" w="sm" type="none"/>
                  <a:tailEnd len="sm" w="sm" type="none"/>
                </a:ln>
                <a:noFill/>
                <a:latin typeface="Audiowide"/>
              </a:rPr>
              <a:t>0016</a:t>
            </a:r>
          </a:p>
        </p:txBody>
      </p:sp>
      <p:grpSp>
        <p:nvGrpSpPr>
          <p:cNvPr id="647" name="Google Shape;647;p54"/>
          <p:cNvGrpSpPr/>
          <p:nvPr/>
        </p:nvGrpSpPr>
        <p:grpSpPr>
          <a:xfrm>
            <a:off x="830899" y="3359930"/>
            <a:ext cx="420628" cy="548617"/>
            <a:chOff x="3926225" y="4399275"/>
            <a:chExt cx="360775" cy="483150"/>
          </a:xfrm>
        </p:grpSpPr>
        <p:sp>
          <p:nvSpPr>
            <p:cNvPr id="648" name="Google Shape;648;p54"/>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 name="Google Shape;649;p54"/>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3" name="Shape 653"/>
        <p:cNvGrpSpPr/>
        <p:nvPr/>
      </p:nvGrpSpPr>
      <p:grpSpPr>
        <a:xfrm>
          <a:off x="0" y="0"/>
          <a:ext cx="0" cy="0"/>
          <a:chOff x="0" y="0"/>
          <a:chExt cx="0" cy="0"/>
        </a:xfrm>
      </p:grpSpPr>
      <p:sp>
        <p:nvSpPr>
          <p:cNvPr id="654" name="Google Shape;654;p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AWARDS</a:t>
            </a:r>
            <a:endParaRPr/>
          </a:p>
        </p:txBody>
      </p:sp>
      <p:sp>
        <p:nvSpPr>
          <p:cNvPr id="655" name="Google Shape;655;p55"/>
          <p:cNvSpPr txBox="1"/>
          <p:nvPr>
            <p:ph idx="2" type="title"/>
          </p:nvPr>
        </p:nvSpPr>
        <p:spPr>
          <a:xfrm>
            <a:off x="1538013" y="1775195"/>
            <a:ext cx="1938600" cy="377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solidFill>
                  <a:schemeClr val="dk1"/>
                </a:solidFill>
              </a:rPr>
              <a:t>MERCURY</a:t>
            </a:r>
            <a:endParaRPr>
              <a:solidFill>
                <a:schemeClr val="dk1"/>
              </a:solidFill>
            </a:endParaRPr>
          </a:p>
        </p:txBody>
      </p:sp>
      <p:sp>
        <p:nvSpPr>
          <p:cNvPr id="656" name="Google Shape;656;p55"/>
          <p:cNvSpPr txBox="1"/>
          <p:nvPr>
            <p:ph idx="1" type="subTitle"/>
          </p:nvPr>
        </p:nvSpPr>
        <p:spPr>
          <a:xfrm>
            <a:off x="1538013" y="2058795"/>
            <a:ext cx="1938600" cy="541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 is the smallest planet of them all</a:t>
            </a:r>
            <a:endParaRPr/>
          </a:p>
        </p:txBody>
      </p:sp>
      <p:sp>
        <p:nvSpPr>
          <p:cNvPr id="657" name="Google Shape;657;p55"/>
          <p:cNvSpPr txBox="1"/>
          <p:nvPr>
            <p:ph idx="3" type="title"/>
          </p:nvPr>
        </p:nvSpPr>
        <p:spPr>
          <a:xfrm>
            <a:off x="5665888" y="1775195"/>
            <a:ext cx="1940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dk1"/>
                </a:solidFill>
              </a:rPr>
              <a:t>VENUS</a:t>
            </a:r>
            <a:endParaRPr>
              <a:solidFill>
                <a:schemeClr val="dk1"/>
              </a:solidFill>
            </a:endParaRPr>
          </a:p>
        </p:txBody>
      </p:sp>
      <p:sp>
        <p:nvSpPr>
          <p:cNvPr id="658" name="Google Shape;658;p55"/>
          <p:cNvSpPr txBox="1"/>
          <p:nvPr>
            <p:ph idx="4" type="subTitle"/>
          </p:nvPr>
        </p:nvSpPr>
        <p:spPr>
          <a:xfrm>
            <a:off x="5665888" y="2058795"/>
            <a:ext cx="1940100" cy="54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659" name="Google Shape;659;p55"/>
          <p:cNvSpPr txBox="1"/>
          <p:nvPr>
            <p:ph idx="5" type="title"/>
          </p:nvPr>
        </p:nvSpPr>
        <p:spPr>
          <a:xfrm>
            <a:off x="1538013" y="3091620"/>
            <a:ext cx="1938600" cy="377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solidFill>
                  <a:schemeClr val="dk1"/>
                </a:solidFill>
              </a:rPr>
              <a:t>MARS</a:t>
            </a:r>
            <a:endParaRPr>
              <a:solidFill>
                <a:schemeClr val="dk1"/>
              </a:solidFill>
            </a:endParaRPr>
          </a:p>
        </p:txBody>
      </p:sp>
      <p:sp>
        <p:nvSpPr>
          <p:cNvPr id="660" name="Google Shape;660;p55"/>
          <p:cNvSpPr txBox="1"/>
          <p:nvPr>
            <p:ph idx="6" type="subTitle"/>
          </p:nvPr>
        </p:nvSpPr>
        <p:spPr>
          <a:xfrm>
            <a:off x="1538013" y="3375145"/>
            <a:ext cx="1938600" cy="541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Mars is actually a very  cold place</a:t>
            </a:r>
            <a:endParaRPr/>
          </a:p>
        </p:txBody>
      </p:sp>
      <p:sp>
        <p:nvSpPr>
          <p:cNvPr id="661" name="Google Shape;661;p55"/>
          <p:cNvSpPr txBox="1"/>
          <p:nvPr>
            <p:ph idx="7" type="title"/>
          </p:nvPr>
        </p:nvSpPr>
        <p:spPr>
          <a:xfrm>
            <a:off x="5665888" y="3091620"/>
            <a:ext cx="1940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dk1"/>
                </a:solidFill>
              </a:rPr>
              <a:t>JUPITER</a:t>
            </a:r>
            <a:endParaRPr>
              <a:solidFill>
                <a:schemeClr val="dk1"/>
              </a:solidFill>
            </a:endParaRPr>
          </a:p>
        </p:txBody>
      </p:sp>
      <p:sp>
        <p:nvSpPr>
          <p:cNvPr id="662" name="Google Shape;662;p55"/>
          <p:cNvSpPr txBox="1"/>
          <p:nvPr>
            <p:ph idx="8" type="subTitle"/>
          </p:nvPr>
        </p:nvSpPr>
        <p:spPr>
          <a:xfrm>
            <a:off x="5665888" y="3375145"/>
            <a:ext cx="1940100" cy="54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doesn’t have a solid surface</a:t>
            </a:r>
            <a:endParaRPr/>
          </a:p>
        </p:txBody>
      </p:sp>
      <p:grpSp>
        <p:nvGrpSpPr>
          <p:cNvPr id="663" name="Google Shape;663;p55"/>
          <p:cNvGrpSpPr/>
          <p:nvPr/>
        </p:nvGrpSpPr>
        <p:grpSpPr>
          <a:xfrm>
            <a:off x="3688516" y="3253745"/>
            <a:ext cx="502915" cy="502933"/>
            <a:chOff x="5648375" y="1427025"/>
            <a:chExt cx="483200" cy="483125"/>
          </a:xfrm>
        </p:grpSpPr>
        <p:sp>
          <p:nvSpPr>
            <p:cNvPr id="664" name="Google Shape;664;p55"/>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5" name="Google Shape;665;p55"/>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6" name="Google Shape;666;p55"/>
          <p:cNvGrpSpPr/>
          <p:nvPr/>
        </p:nvGrpSpPr>
        <p:grpSpPr>
          <a:xfrm>
            <a:off x="4962087" y="3322333"/>
            <a:ext cx="475492" cy="365758"/>
            <a:chOff x="2676100" y="2083800"/>
            <a:chExt cx="483125" cy="358375"/>
          </a:xfrm>
        </p:grpSpPr>
        <p:sp>
          <p:nvSpPr>
            <p:cNvPr id="667" name="Google Shape;667;p55"/>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8" name="Google Shape;668;p55"/>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9" name="Google Shape;669;p55"/>
          <p:cNvGrpSpPr/>
          <p:nvPr/>
        </p:nvGrpSpPr>
        <p:grpSpPr>
          <a:xfrm>
            <a:off x="4948365" y="1939843"/>
            <a:ext cx="502935" cy="502935"/>
            <a:chOff x="-40171725" y="2705875"/>
            <a:chExt cx="319000" cy="316650"/>
          </a:xfrm>
        </p:grpSpPr>
        <p:sp>
          <p:nvSpPr>
            <p:cNvPr id="670" name="Google Shape;670;p55"/>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55"/>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 name="Google Shape;672;p55"/>
          <p:cNvGrpSpPr/>
          <p:nvPr/>
        </p:nvGrpSpPr>
        <p:grpSpPr>
          <a:xfrm>
            <a:off x="3688496" y="1939851"/>
            <a:ext cx="502935" cy="502919"/>
            <a:chOff x="-42062025" y="2316000"/>
            <a:chExt cx="319000" cy="317700"/>
          </a:xfrm>
        </p:grpSpPr>
        <p:sp>
          <p:nvSpPr>
            <p:cNvPr id="673" name="Google Shape;673;p55"/>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5"/>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5" name="Google Shape;675;p55"/>
          <p:cNvSpPr/>
          <p:nvPr/>
        </p:nvSpPr>
        <p:spPr>
          <a:xfrm rot="5400000">
            <a:off x="8108797" y="861476"/>
            <a:ext cx="864650" cy="220717"/>
          </a:xfrm>
          <a:prstGeom prst="rect">
            <a:avLst/>
          </a:prstGeom>
        </p:spPr>
        <p:txBody>
          <a:bodyPr>
            <a:prstTxWarp prst="textPlain"/>
          </a:bodyPr>
          <a:lstStyle/>
          <a:p>
            <a:pPr lvl="0" algn="ctr"/>
            <a:r>
              <a:rPr b="0" i="0">
                <a:ln cap="flat" cmpd="sng" w="19050">
                  <a:solidFill>
                    <a:schemeClr val="dk1"/>
                  </a:solidFill>
                  <a:prstDash val="solid"/>
                  <a:round/>
                  <a:headEnd len="sm" w="sm" type="none"/>
                  <a:tailEnd len="sm" w="sm" type="none"/>
                </a:ln>
                <a:noFill/>
                <a:latin typeface="Audiowide"/>
              </a:rPr>
              <a:t>0017</a:t>
            </a:r>
          </a:p>
        </p:txBody>
      </p:sp>
      <p:sp>
        <p:nvSpPr>
          <p:cNvPr id="676" name="Google Shape;676;p55"/>
          <p:cNvSpPr/>
          <p:nvPr/>
        </p:nvSpPr>
        <p:spPr>
          <a:xfrm flipH="1" rot="5400000">
            <a:off x="8224228" y="4085896"/>
            <a:ext cx="413100" cy="623100"/>
          </a:xfrm>
          <a:prstGeom prst="chevron">
            <a:avLst>
              <a:gd fmla="val 35069"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55"/>
          <p:cNvSpPr/>
          <p:nvPr/>
        </p:nvSpPr>
        <p:spPr>
          <a:xfrm flipH="1" rot="5400000">
            <a:off x="8224228" y="3693824"/>
            <a:ext cx="413100" cy="623100"/>
          </a:xfrm>
          <a:prstGeom prst="chevron">
            <a:avLst>
              <a:gd fmla="val 35069"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55"/>
          <p:cNvSpPr/>
          <p:nvPr/>
        </p:nvSpPr>
        <p:spPr>
          <a:xfrm flipH="1" rot="5400000">
            <a:off x="8224228" y="3301753"/>
            <a:ext cx="413100" cy="623100"/>
          </a:xfrm>
          <a:prstGeom prst="chevron">
            <a:avLst>
              <a:gd fmla="val 35069"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 name="Shape 682"/>
        <p:cNvGrpSpPr/>
        <p:nvPr/>
      </p:nvGrpSpPr>
      <p:grpSpPr>
        <a:xfrm>
          <a:off x="0" y="0"/>
          <a:ext cx="0" cy="0"/>
          <a:chOff x="0" y="0"/>
          <a:chExt cx="0" cy="0"/>
        </a:xfrm>
      </p:grpSpPr>
      <p:sp>
        <p:nvSpPr>
          <p:cNvPr id="683" name="Google Shape;683;p5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lt1"/>
              </a:buClr>
              <a:buSzPts val="1100"/>
              <a:buFont typeface="Arial"/>
              <a:buNone/>
            </a:pPr>
            <a:r>
              <a:rPr lang="en"/>
              <a:t>MARKET SIZE</a:t>
            </a:r>
            <a:endParaRPr/>
          </a:p>
        </p:txBody>
      </p:sp>
      <p:sp>
        <p:nvSpPr>
          <p:cNvPr id="684" name="Google Shape;684;p56"/>
          <p:cNvSpPr/>
          <p:nvPr/>
        </p:nvSpPr>
        <p:spPr>
          <a:xfrm>
            <a:off x="1361552" y="1644857"/>
            <a:ext cx="1490565" cy="434733"/>
          </a:xfrm>
          <a:prstGeom prst="rect">
            <a:avLst/>
          </a:prstGeom>
        </p:spPr>
        <p:txBody>
          <a:bodyPr>
            <a:prstTxWarp prst="textPlain"/>
          </a:bodyPr>
          <a:lstStyle/>
          <a:p>
            <a:pPr lvl="0" algn="ctr"/>
            <a:r>
              <a:rPr b="0" i="0">
                <a:ln cap="flat" cmpd="sng" w="19050">
                  <a:solidFill>
                    <a:schemeClr val="dk2"/>
                  </a:solidFill>
                  <a:prstDash val="solid"/>
                  <a:round/>
                  <a:headEnd len="sm" w="sm" type="none"/>
                  <a:tailEnd len="sm" w="sm" type="none"/>
                </a:ln>
                <a:noFill/>
                <a:latin typeface="Audiowide"/>
              </a:rPr>
              <a:t>30%</a:t>
            </a:r>
          </a:p>
        </p:txBody>
      </p:sp>
      <p:sp>
        <p:nvSpPr>
          <p:cNvPr id="685" name="Google Shape;685;p56"/>
          <p:cNvSpPr/>
          <p:nvPr/>
        </p:nvSpPr>
        <p:spPr>
          <a:xfrm>
            <a:off x="1361552" y="2628716"/>
            <a:ext cx="1519670" cy="434733"/>
          </a:xfrm>
          <a:prstGeom prst="rect">
            <a:avLst/>
          </a:prstGeom>
        </p:spPr>
        <p:txBody>
          <a:bodyPr>
            <a:prstTxWarp prst="textPlain"/>
          </a:bodyPr>
          <a:lstStyle/>
          <a:p>
            <a:pPr lvl="0" algn="ctr"/>
            <a:r>
              <a:rPr b="0" i="0">
                <a:ln cap="flat" cmpd="sng" w="19050">
                  <a:solidFill>
                    <a:schemeClr val="dk2"/>
                  </a:solidFill>
                  <a:prstDash val="solid"/>
                  <a:round/>
                  <a:headEnd len="sm" w="sm" type="none"/>
                  <a:tailEnd len="sm" w="sm" type="none"/>
                </a:ln>
                <a:noFill/>
                <a:latin typeface="Audiowide"/>
              </a:rPr>
              <a:t>20%</a:t>
            </a:r>
          </a:p>
        </p:txBody>
      </p:sp>
      <p:sp>
        <p:nvSpPr>
          <p:cNvPr id="686" name="Google Shape;686;p56"/>
          <p:cNvSpPr/>
          <p:nvPr/>
        </p:nvSpPr>
        <p:spPr>
          <a:xfrm>
            <a:off x="1361552" y="3616268"/>
            <a:ext cx="1511620" cy="434733"/>
          </a:xfrm>
          <a:prstGeom prst="rect">
            <a:avLst/>
          </a:prstGeom>
        </p:spPr>
        <p:txBody>
          <a:bodyPr>
            <a:prstTxWarp prst="textPlain"/>
          </a:bodyPr>
          <a:lstStyle/>
          <a:p>
            <a:pPr lvl="0" algn="ctr"/>
            <a:r>
              <a:rPr b="0" i="0">
                <a:ln cap="flat" cmpd="sng" w="19050">
                  <a:solidFill>
                    <a:schemeClr val="dk2"/>
                  </a:solidFill>
                  <a:prstDash val="solid"/>
                  <a:round/>
                  <a:headEnd len="sm" w="sm" type="none"/>
                  <a:tailEnd len="sm" w="sm" type="none"/>
                </a:ln>
                <a:noFill/>
                <a:latin typeface="Audiowide"/>
              </a:rPr>
              <a:t>50%</a:t>
            </a:r>
          </a:p>
        </p:txBody>
      </p:sp>
      <p:sp>
        <p:nvSpPr>
          <p:cNvPr id="687" name="Google Shape;687;p56"/>
          <p:cNvSpPr/>
          <p:nvPr/>
        </p:nvSpPr>
        <p:spPr>
          <a:xfrm>
            <a:off x="3211698" y="1675681"/>
            <a:ext cx="2414400" cy="3657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56"/>
          <p:cNvSpPr/>
          <p:nvPr/>
        </p:nvSpPr>
        <p:spPr>
          <a:xfrm>
            <a:off x="3211698" y="1675681"/>
            <a:ext cx="724200" cy="365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6"/>
          <p:cNvSpPr/>
          <p:nvPr/>
        </p:nvSpPr>
        <p:spPr>
          <a:xfrm>
            <a:off x="3211698" y="2663233"/>
            <a:ext cx="2414400" cy="3657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6"/>
          <p:cNvSpPr/>
          <p:nvPr/>
        </p:nvSpPr>
        <p:spPr>
          <a:xfrm>
            <a:off x="3211698" y="2663233"/>
            <a:ext cx="483000" cy="365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6"/>
          <p:cNvSpPr/>
          <p:nvPr/>
        </p:nvSpPr>
        <p:spPr>
          <a:xfrm>
            <a:off x="3211698" y="3650785"/>
            <a:ext cx="2414400" cy="3657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56"/>
          <p:cNvSpPr/>
          <p:nvPr/>
        </p:nvSpPr>
        <p:spPr>
          <a:xfrm>
            <a:off x="3211698" y="3650785"/>
            <a:ext cx="1207200" cy="365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6"/>
          <p:cNvSpPr txBox="1"/>
          <p:nvPr/>
        </p:nvSpPr>
        <p:spPr>
          <a:xfrm>
            <a:off x="5857648" y="1511833"/>
            <a:ext cx="1924800" cy="3783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Audiowide"/>
                <a:ea typeface="Audiowide"/>
                <a:cs typeface="Audiowide"/>
                <a:sym typeface="Audiowide"/>
              </a:rPr>
              <a:t>VENUS</a:t>
            </a:r>
            <a:endParaRPr sz="2200">
              <a:solidFill>
                <a:schemeClr val="dk1"/>
              </a:solidFill>
              <a:latin typeface="Audiowide"/>
              <a:ea typeface="Audiowide"/>
              <a:cs typeface="Audiowide"/>
              <a:sym typeface="Audiowide"/>
            </a:endParaRPr>
          </a:p>
        </p:txBody>
      </p:sp>
      <p:sp>
        <p:nvSpPr>
          <p:cNvPr id="694" name="Google Shape;694;p56"/>
          <p:cNvSpPr txBox="1"/>
          <p:nvPr/>
        </p:nvSpPr>
        <p:spPr>
          <a:xfrm>
            <a:off x="5857648" y="1720421"/>
            <a:ext cx="1924800" cy="48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F3F3F3"/>
                </a:solidFill>
                <a:latin typeface="Titillium Web"/>
                <a:ea typeface="Titillium Web"/>
                <a:cs typeface="Titillium Web"/>
                <a:sym typeface="Titillium Web"/>
              </a:rPr>
              <a:t>Venus has extremely high temperatures</a:t>
            </a:r>
            <a:endParaRPr>
              <a:solidFill>
                <a:srgbClr val="F3F3F3"/>
              </a:solidFill>
              <a:latin typeface="Titillium Web"/>
              <a:ea typeface="Titillium Web"/>
              <a:cs typeface="Titillium Web"/>
              <a:sym typeface="Titillium Web"/>
            </a:endParaRPr>
          </a:p>
        </p:txBody>
      </p:sp>
      <p:sp>
        <p:nvSpPr>
          <p:cNvPr id="695" name="Google Shape;695;p56"/>
          <p:cNvSpPr txBox="1"/>
          <p:nvPr/>
        </p:nvSpPr>
        <p:spPr>
          <a:xfrm>
            <a:off x="5857648" y="2707980"/>
            <a:ext cx="1924800" cy="48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F3F3F3"/>
                </a:solidFill>
                <a:latin typeface="Titillium Web"/>
                <a:ea typeface="Titillium Web"/>
                <a:cs typeface="Titillium Web"/>
                <a:sym typeface="Titillium Web"/>
              </a:rPr>
              <a:t>Neptune is the farthest planet from the Sun</a:t>
            </a:r>
            <a:endParaRPr>
              <a:solidFill>
                <a:srgbClr val="F3F3F3"/>
              </a:solidFill>
              <a:latin typeface="Titillium Web"/>
              <a:ea typeface="Titillium Web"/>
              <a:cs typeface="Titillium Web"/>
              <a:sym typeface="Titillium Web"/>
            </a:endParaRPr>
          </a:p>
        </p:txBody>
      </p:sp>
      <p:sp>
        <p:nvSpPr>
          <p:cNvPr id="696" name="Google Shape;696;p56"/>
          <p:cNvSpPr txBox="1"/>
          <p:nvPr/>
        </p:nvSpPr>
        <p:spPr>
          <a:xfrm>
            <a:off x="5857648" y="2499391"/>
            <a:ext cx="1924800" cy="3783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Audiowide"/>
                <a:ea typeface="Audiowide"/>
                <a:cs typeface="Audiowide"/>
                <a:sym typeface="Audiowide"/>
              </a:rPr>
              <a:t>NEPTUNE</a:t>
            </a:r>
            <a:endParaRPr sz="2200">
              <a:solidFill>
                <a:schemeClr val="dk1"/>
              </a:solidFill>
              <a:latin typeface="Audiowide"/>
              <a:ea typeface="Audiowide"/>
              <a:cs typeface="Audiowide"/>
              <a:sym typeface="Audiowide"/>
            </a:endParaRPr>
          </a:p>
        </p:txBody>
      </p:sp>
      <p:sp>
        <p:nvSpPr>
          <p:cNvPr id="697" name="Google Shape;697;p56"/>
          <p:cNvSpPr txBox="1"/>
          <p:nvPr/>
        </p:nvSpPr>
        <p:spPr>
          <a:xfrm>
            <a:off x="5857648" y="3486981"/>
            <a:ext cx="1924800" cy="3783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Audiowide"/>
                <a:ea typeface="Audiowide"/>
                <a:cs typeface="Audiowide"/>
                <a:sym typeface="Audiowide"/>
              </a:rPr>
              <a:t>JUPITER</a:t>
            </a:r>
            <a:endParaRPr sz="2200">
              <a:solidFill>
                <a:schemeClr val="dk1"/>
              </a:solidFill>
              <a:latin typeface="Audiowide"/>
              <a:ea typeface="Audiowide"/>
              <a:cs typeface="Audiowide"/>
              <a:sym typeface="Audiowide"/>
            </a:endParaRPr>
          </a:p>
        </p:txBody>
      </p:sp>
      <p:sp>
        <p:nvSpPr>
          <p:cNvPr id="698" name="Google Shape;698;p56"/>
          <p:cNvSpPr txBox="1"/>
          <p:nvPr/>
        </p:nvSpPr>
        <p:spPr>
          <a:xfrm>
            <a:off x="5857648" y="3695507"/>
            <a:ext cx="1924800" cy="48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F3F3F3"/>
                </a:solidFill>
                <a:latin typeface="Titillium Web"/>
                <a:ea typeface="Titillium Web"/>
                <a:cs typeface="Titillium Web"/>
                <a:sym typeface="Titillium Web"/>
              </a:rPr>
              <a:t>Jupiter is the biggest planet of them all</a:t>
            </a:r>
            <a:endParaRPr>
              <a:solidFill>
                <a:srgbClr val="F3F3F3"/>
              </a:solidFill>
              <a:latin typeface="Titillium Web"/>
              <a:ea typeface="Titillium Web"/>
              <a:cs typeface="Titillium Web"/>
              <a:sym typeface="Titillium Web"/>
            </a:endParaRPr>
          </a:p>
        </p:txBody>
      </p:sp>
      <p:sp>
        <p:nvSpPr>
          <p:cNvPr id="699" name="Google Shape;699;p56"/>
          <p:cNvSpPr/>
          <p:nvPr/>
        </p:nvSpPr>
        <p:spPr>
          <a:xfrm rot="5400000">
            <a:off x="8096731" y="4049242"/>
            <a:ext cx="888781" cy="220717"/>
          </a:xfrm>
          <a:prstGeom prst="rect">
            <a:avLst/>
          </a:prstGeom>
        </p:spPr>
        <p:txBody>
          <a:bodyPr>
            <a:prstTxWarp prst="textPlain"/>
          </a:bodyPr>
          <a:lstStyle/>
          <a:p>
            <a:pPr lvl="0" algn="ctr"/>
            <a:r>
              <a:rPr b="0" i="0">
                <a:ln cap="flat" cmpd="sng" w="19050">
                  <a:solidFill>
                    <a:schemeClr val="dk1"/>
                  </a:solidFill>
                  <a:prstDash val="solid"/>
                  <a:round/>
                  <a:headEnd len="sm" w="sm" type="none"/>
                  <a:tailEnd len="sm" w="sm" type="none"/>
                </a:ln>
                <a:noFill/>
                <a:latin typeface="Audiowide"/>
              </a:rPr>
              <a:t>0018</a:t>
            </a: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3" name="Shape 703"/>
        <p:cNvGrpSpPr/>
        <p:nvPr/>
      </p:nvGrpSpPr>
      <p:grpSpPr>
        <a:xfrm>
          <a:off x="0" y="0"/>
          <a:ext cx="0" cy="0"/>
          <a:chOff x="0" y="0"/>
          <a:chExt cx="0" cy="0"/>
        </a:xfrm>
      </p:grpSpPr>
      <p:sp>
        <p:nvSpPr>
          <p:cNvPr id="704" name="Google Shape;704;p57"/>
          <p:cNvSpPr/>
          <p:nvPr/>
        </p:nvSpPr>
        <p:spPr>
          <a:xfrm>
            <a:off x="3932925" y="1681650"/>
            <a:ext cx="1286400" cy="1286400"/>
          </a:xfrm>
          <a:prstGeom prst="ellipse">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57"/>
          <p:cNvSpPr/>
          <p:nvPr/>
        </p:nvSpPr>
        <p:spPr>
          <a:xfrm flipH="1">
            <a:off x="3934725" y="1683462"/>
            <a:ext cx="1282800" cy="1282800"/>
          </a:xfrm>
          <a:prstGeom prst="pie">
            <a:avLst>
              <a:gd fmla="val 0" name="adj1"/>
              <a:gd fmla="val 16200000" name="adj2"/>
            </a:avLst>
          </a:pr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TARGET</a:t>
            </a:r>
            <a:endParaRPr/>
          </a:p>
        </p:txBody>
      </p:sp>
      <p:sp>
        <p:nvSpPr>
          <p:cNvPr id="707" name="Google Shape;707;p57"/>
          <p:cNvSpPr txBox="1"/>
          <p:nvPr/>
        </p:nvSpPr>
        <p:spPr>
          <a:xfrm>
            <a:off x="701423" y="1206635"/>
            <a:ext cx="2569500" cy="3783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Audiowide"/>
                <a:ea typeface="Audiowide"/>
                <a:cs typeface="Audiowide"/>
                <a:sym typeface="Audiowide"/>
              </a:rPr>
              <a:t>GENDER</a:t>
            </a:r>
            <a:endParaRPr sz="2200">
              <a:solidFill>
                <a:schemeClr val="dk1"/>
              </a:solidFill>
              <a:latin typeface="Audiowide"/>
              <a:ea typeface="Audiowide"/>
              <a:cs typeface="Audiowide"/>
              <a:sym typeface="Audiowide"/>
            </a:endParaRPr>
          </a:p>
        </p:txBody>
      </p:sp>
      <p:sp>
        <p:nvSpPr>
          <p:cNvPr id="708" name="Google Shape;708;p57"/>
          <p:cNvSpPr txBox="1"/>
          <p:nvPr/>
        </p:nvSpPr>
        <p:spPr>
          <a:xfrm>
            <a:off x="1506173" y="2689226"/>
            <a:ext cx="960000" cy="28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3F3F3"/>
                </a:solidFill>
                <a:latin typeface="Titillium Web"/>
                <a:ea typeface="Titillium Web"/>
                <a:cs typeface="Titillium Web"/>
                <a:sym typeface="Titillium Web"/>
              </a:rPr>
              <a:t>Female</a:t>
            </a:r>
            <a:endParaRPr>
              <a:solidFill>
                <a:srgbClr val="F3F3F3"/>
              </a:solidFill>
              <a:latin typeface="Titillium Web"/>
              <a:ea typeface="Titillium Web"/>
              <a:cs typeface="Titillium Web"/>
              <a:sym typeface="Titillium Web"/>
            </a:endParaRPr>
          </a:p>
        </p:txBody>
      </p:sp>
      <p:sp>
        <p:nvSpPr>
          <p:cNvPr id="709" name="Google Shape;709;p57"/>
          <p:cNvSpPr txBox="1"/>
          <p:nvPr/>
        </p:nvSpPr>
        <p:spPr>
          <a:xfrm>
            <a:off x="5876502" y="1206635"/>
            <a:ext cx="2566500" cy="3783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Audiowide"/>
                <a:ea typeface="Audiowide"/>
                <a:cs typeface="Audiowide"/>
                <a:sym typeface="Audiowide"/>
              </a:rPr>
              <a:t>PROFESSIONS</a:t>
            </a:r>
            <a:endParaRPr sz="2200">
              <a:solidFill>
                <a:schemeClr val="dk1"/>
              </a:solidFill>
              <a:latin typeface="Audiowide"/>
              <a:ea typeface="Audiowide"/>
              <a:cs typeface="Audiowide"/>
              <a:sym typeface="Audiowide"/>
            </a:endParaRPr>
          </a:p>
        </p:txBody>
      </p:sp>
      <p:sp>
        <p:nvSpPr>
          <p:cNvPr id="710" name="Google Shape;710;p57"/>
          <p:cNvSpPr txBox="1"/>
          <p:nvPr/>
        </p:nvSpPr>
        <p:spPr>
          <a:xfrm>
            <a:off x="1193600" y="4156000"/>
            <a:ext cx="2377500" cy="378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Audiowide"/>
                <a:ea typeface="Audiowide"/>
                <a:cs typeface="Audiowide"/>
                <a:sym typeface="Audiowide"/>
              </a:rPr>
              <a:t>INVESTMENT:</a:t>
            </a:r>
            <a:endParaRPr sz="2200">
              <a:solidFill>
                <a:schemeClr val="dk1"/>
              </a:solidFill>
              <a:latin typeface="Audiowide"/>
              <a:ea typeface="Audiowide"/>
              <a:cs typeface="Audiowide"/>
              <a:sym typeface="Audiowide"/>
            </a:endParaRPr>
          </a:p>
        </p:txBody>
      </p:sp>
      <p:sp>
        <p:nvSpPr>
          <p:cNvPr id="711" name="Google Shape;711;p57"/>
          <p:cNvSpPr txBox="1"/>
          <p:nvPr/>
        </p:nvSpPr>
        <p:spPr>
          <a:xfrm>
            <a:off x="6025600" y="4190350"/>
            <a:ext cx="1924800" cy="309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3F3F3"/>
                </a:solidFill>
                <a:latin typeface="Titillium Web"/>
                <a:ea typeface="Titillium Web"/>
                <a:cs typeface="Titillium Web"/>
                <a:sym typeface="Titillium Web"/>
              </a:rPr>
              <a:t>Per mission participant</a:t>
            </a:r>
            <a:endParaRPr>
              <a:solidFill>
                <a:srgbClr val="F3F3F3"/>
              </a:solidFill>
              <a:latin typeface="Titillium Web"/>
              <a:ea typeface="Titillium Web"/>
              <a:cs typeface="Titillium Web"/>
              <a:sym typeface="Titillium Web"/>
            </a:endParaRPr>
          </a:p>
        </p:txBody>
      </p:sp>
      <p:sp>
        <p:nvSpPr>
          <p:cNvPr id="712" name="Google Shape;712;p57"/>
          <p:cNvSpPr/>
          <p:nvPr/>
        </p:nvSpPr>
        <p:spPr>
          <a:xfrm>
            <a:off x="1506112" y="1676873"/>
            <a:ext cx="960122" cy="274319"/>
          </a:xfrm>
          <a:prstGeom prst="rect">
            <a:avLst/>
          </a:prstGeom>
        </p:spPr>
        <p:txBody>
          <a:bodyPr>
            <a:prstTxWarp prst="textPlain"/>
          </a:bodyPr>
          <a:lstStyle/>
          <a:p>
            <a:pPr lvl="0" algn="ctr"/>
            <a:r>
              <a:rPr b="0" i="0">
                <a:ln cap="flat" cmpd="sng" w="19050">
                  <a:solidFill>
                    <a:schemeClr val="dk2"/>
                  </a:solidFill>
                  <a:prstDash val="solid"/>
                  <a:round/>
                  <a:headEnd len="sm" w="sm" type="none"/>
                  <a:tailEnd len="sm" w="sm" type="none"/>
                </a:ln>
                <a:noFill/>
                <a:latin typeface="Audiowide"/>
              </a:rPr>
              <a:t>40%</a:t>
            </a:r>
          </a:p>
        </p:txBody>
      </p:sp>
      <p:sp>
        <p:nvSpPr>
          <p:cNvPr id="713" name="Google Shape;713;p57"/>
          <p:cNvSpPr/>
          <p:nvPr/>
        </p:nvSpPr>
        <p:spPr>
          <a:xfrm>
            <a:off x="1514685" y="2407974"/>
            <a:ext cx="942977" cy="274319"/>
          </a:xfrm>
          <a:prstGeom prst="rect">
            <a:avLst/>
          </a:prstGeom>
        </p:spPr>
        <p:txBody>
          <a:bodyPr>
            <a:prstTxWarp prst="textPlain"/>
          </a:bodyPr>
          <a:lstStyle/>
          <a:p>
            <a:pPr lvl="0" algn="ctr"/>
            <a:r>
              <a:rPr b="0" i="0">
                <a:ln cap="flat" cmpd="sng" w="19050">
                  <a:solidFill>
                    <a:schemeClr val="dk2"/>
                  </a:solidFill>
                  <a:prstDash val="solid"/>
                  <a:round/>
                  <a:headEnd len="sm" w="sm" type="none"/>
                  <a:tailEnd len="sm" w="sm" type="none"/>
                </a:ln>
                <a:noFill/>
                <a:latin typeface="Audiowide"/>
              </a:rPr>
              <a:t>50%</a:t>
            </a:r>
          </a:p>
        </p:txBody>
      </p:sp>
      <p:sp>
        <p:nvSpPr>
          <p:cNvPr id="714" name="Google Shape;714;p57"/>
          <p:cNvSpPr/>
          <p:nvPr/>
        </p:nvSpPr>
        <p:spPr>
          <a:xfrm>
            <a:off x="1584980" y="3139076"/>
            <a:ext cx="802386" cy="274320"/>
          </a:xfrm>
          <a:prstGeom prst="rect">
            <a:avLst/>
          </a:prstGeom>
        </p:spPr>
        <p:txBody>
          <a:bodyPr>
            <a:prstTxWarp prst="textPlain"/>
          </a:bodyPr>
          <a:lstStyle/>
          <a:p>
            <a:pPr lvl="0" algn="ctr"/>
            <a:r>
              <a:rPr b="0" i="0">
                <a:ln cap="flat" cmpd="sng" w="19050">
                  <a:solidFill>
                    <a:schemeClr val="dk2"/>
                  </a:solidFill>
                  <a:prstDash val="solid"/>
                  <a:round/>
                  <a:headEnd len="sm" w="sm" type="none"/>
                  <a:tailEnd len="sm" w="sm" type="none"/>
                </a:ln>
                <a:noFill/>
                <a:latin typeface="Audiowide"/>
              </a:rPr>
              <a:t>10%</a:t>
            </a:r>
          </a:p>
        </p:txBody>
      </p:sp>
      <p:sp>
        <p:nvSpPr>
          <p:cNvPr id="715" name="Google Shape;715;p57"/>
          <p:cNvSpPr txBox="1"/>
          <p:nvPr/>
        </p:nvSpPr>
        <p:spPr>
          <a:xfrm>
            <a:off x="1506173" y="1951191"/>
            <a:ext cx="960000" cy="28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3F3F3"/>
                </a:solidFill>
                <a:latin typeface="Titillium Web"/>
                <a:ea typeface="Titillium Web"/>
                <a:cs typeface="Titillium Web"/>
                <a:sym typeface="Titillium Web"/>
              </a:rPr>
              <a:t>M</a:t>
            </a:r>
            <a:r>
              <a:rPr lang="en">
                <a:solidFill>
                  <a:srgbClr val="F3F3F3"/>
                </a:solidFill>
                <a:latin typeface="Titillium Web"/>
                <a:ea typeface="Titillium Web"/>
                <a:cs typeface="Titillium Web"/>
                <a:sym typeface="Titillium Web"/>
              </a:rPr>
              <a:t>ale</a:t>
            </a:r>
            <a:endParaRPr>
              <a:solidFill>
                <a:srgbClr val="F3F3F3"/>
              </a:solidFill>
              <a:latin typeface="Titillium Web"/>
              <a:ea typeface="Titillium Web"/>
              <a:cs typeface="Titillium Web"/>
              <a:sym typeface="Titillium Web"/>
            </a:endParaRPr>
          </a:p>
        </p:txBody>
      </p:sp>
      <p:sp>
        <p:nvSpPr>
          <p:cNvPr id="716" name="Google Shape;716;p57"/>
          <p:cNvSpPr txBox="1"/>
          <p:nvPr/>
        </p:nvSpPr>
        <p:spPr>
          <a:xfrm>
            <a:off x="1506173" y="3427260"/>
            <a:ext cx="960000" cy="28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3F3F3"/>
                </a:solidFill>
                <a:latin typeface="Titillium Web"/>
                <a:ea typeface="Titillium Web"/>
                <a:cs typeface="Titillium Web"/>
                <a:sym typeface="Titillium Web"/>
              </a:rPr>
              <a:t>Others</a:t>
            </a:r>
            <a:endParaRPr>
              <a:solidFill>
                <a:srgbClr val="F3F3F3"/>
              </a:solidFill>
              <a:latin typeface="Titillium Web"/>
              <a:ea typeface="Titillium Web"/>
              <a:cs typeface="Titillium Web"/>
              <a:sym typeface="Titillium Web"/>
            </a:endParaRPr>
          </a:p>
        </p:txBody>
      </p:sp>
      <p:sp>
        <p:nvSpPr>
          <p:cNvPr id="717" name="Google Shape;717;p57"/>
          <p:cNvSpPr/>
          <p:nvPr/>
        </p:nvSpPr>
        <p:spPr>
          <a:xfrm>
            <a:off x="3707443" y="4190355"/>
            <a:ext cx="2181814" cy="309589"/>
          </a:xfrm>
          <a:prstGeom prst="rect">
            <a:avLst/>
          </a:prstGeom>
        </p:spPr>
        <p:txBody>
          <a:bodyPr>
            <a:prstTxWarp prst="textPlain"/>
          </a:bodyPr>
          <a:lstStyle/>
          <a:p>
            <a:pPr lvl="0" algn="ctr"/>
            <a:r>
              <a:rPr b="0" i="0">
                <a:ln cap="flat" cmpd="sng" w="19050">
                  <a:solidFill>
                    <a:schemeClr val="dk2"/>
                  </a:solidFill>
                  <a:prstDash val="solid"/>
                  <a:round/>
                  <a:headEnd len="sm" w="sm" type="none"/>
                  <a:tailEnd len="sm" w="sm" type="none"/>
                </a:ln>
                <a:noFill/>
                <a:latin typeface="Audiowide"/>
              </a:rPr>
              <a:t>$100,000</a:t>
            </a:r>
          </a:p>
        </p:txBody>
      </p:sp>
      <p:sp>
        <p:nvSpPr>
          <p:cNvPr id="718" name="Google Shape;718;p57"/>
          <p:cNvSpPr txBox="1"/>
          <p:nvPr/>
        </p:nvSpPr>
        <p:spPr>
          <a:xfrm>
            <a:off x="6816564" y="2547822"/>
            <a:ext cx="1216200" cy="285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3F3F3"/>
                </a:solidFill>
                <a:latin typeface="Titillium Web"/>
                <a:ea typeface="Titillium Web"/>
                <a:cs typeface="Titillium Web"/>
                <a:sym typeface="Titillium Web"/>
              </a:rPr>
              <a:t>Analyst</a:t>
            </a:r>
            <a:endParaRPr>
              <a:solidFill>
                <a:srgbClr val="F3F3F3"/>
              </a:solidFill>
              <a:latin typeface="Titillium Web"/>
              <a:ea typeface="Titillium Web"/>
              <a:cs typeface="Titillium Web"/>
              <a:sym typeface="Titillium Web"/>
            </a:endParaRPr>
          </a:p>
        </p:txBody>
      </p:sp>
      <p:sp>
        <p:nvSpPr>
          <p:cNvPr id="719" name="Google Shape;719;p57"/>
          <p:cNvSpPr txBox="1"/>
          <p:nvPr/>
        </p:nvSpPr>
        <p:spPr>
          <a:xfrm>
            <a:off x="6816564" y="1816302"/>
            <a:ext cx="1216200" cy="285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3F3F3"/>
                </a:solidFill>
                <a:latin typeface="Titillium Web"/>
                <a:ea typeface="Titillium Web"/>
                <a:cs typeface="Titillium Web"/>
                <a:sym typeface="Titillium Web"/>
              </a:rPr>
              <a:t>Engineer</a:t>
            </a:r>
            <a:endParaRPr>
              <a:solidFill>
                <a:srgbClr val="F3F3F3"/>
              </a:solidFill>
              <a:latin typeface="Titillium Web"/>
              <a:ea typeface="Titillium Web"/>
              <a:cs typeface="Titillium Web"/>
              <a:sym typeface="Titillium Web"/>
            </a:endParaRPr>
          </a:p>
        </p:txBody>
      </p:sp>
      <p:sp>
        <p:nvSpPr>
          <p:cNvPr id="720" name="Google Shape;720;p57"/>
          <p:cNvSpPr txBox="1"/>
          <p:nvPr/>
        </p:nvSpPr>
        <p:spPr>
          <a:xfrm>
            <a:off x="6816564" y="3279342"/>
            <a:ext cx="1218300" cy="285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3F3F3"/>
                </a:solidFill>
                <a:latin typeface="Titillium Web"/>
                <a:ea typeface="Titillium Web"/>
                <a:cs typeface="Titillium Web"/>
                <a:sym typeface="Titillium Web"/>
              </a:rPr>
              <a:t>Administrator</a:t>
            </a:r>
            <a:endParaRPr>
              <a:solidFill>
                <a:srgbClr val="F3F3F3"/>
              </a:solidFill>
              <a:latin typeface="Titillium Web"/>
              <a:ea typeface="Titillium Web"/>
              <a:cs typeface="Titillium Web"/>
              <a:sym typeface="Titillium Web"/>
            </a:endParaRPr>
          </a:p>
        </p:txBody>
      </p:sp>
      <p:sp>
        <p:nvSpPr>
          <p:cNvPr id="721" name="Google Shape;721;p57"/>
          <p:cNvSpPr txBox="1"/>
          <p:nvPr/>
        </p:nvSpPr>
        <p:spPr>
          <a:xfrm>
            <a:off x="3287250" y="1206635"/>
            <a:ext cx="2569500" cy="3783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Audiowide"/>
                <a:ea typeface="Audiowide"/>
                <a:cs typeface="Audiowide"/>
                <a:sym typeface="Audiowide"/>
              </a:rPr>
              <a:t>AGE</a:t>
            </a:r>
            <a:endParaRPr sz="2200">
              <a:solidFill>
                <a:schemeClr val="dk1"/>
              </a:solidFill>
              <a:latin typeface="Audiowide"/>
              <a:ea typeface="Audiowide"/>
              <a:cs typeface="Audiowide"/>
              <a:sym typeface="Audiowide"/>
            </a:endParaRPr>
          </a:p>
        </p:txBody>
      </p:sp>
      <p:sp>
        <p:nvSpPr>
          <p:cNvPr id="722" name="Google Shape;722;p57"/>
          <p:cNvSpPr/>
          <p:nvPr/>
        </p:nvSpPr>
        <p:spPr>
          <a:xfrm>
            <a:off x="4148744" y="3138678"/>
            <a:ext cx="846511" cy="274319"/>
          </a:xfrm>
          <a:prstGeom prst="rect">
            <a:avLst/>
          </a:prstGeom>
        </p:spPr>
        <p:txBody>
          <a:bodyPr>
            <a:prstTxWarp prst="textPlain"/>
          </a:bodyPr>
          <a:lstStyle/>
          <a:p>
            <a:pPr lvl="0" algn="ctr"/>
            <a:r>
              <a:rPr b="0" i="0">
                <a:ln cap="flat" cmpd="sng" w="19050">
                  <a:solidFill>
                    <a:schemeClr val="dk2"/>
                  </a:solidFill>
                  <a:prstDash val="solid"/>
                  <a:round/>
                  <a:headEnd len="sm" w="sm" type="none"/>
                  <a:tailEnd len="sm" w="sm" type="none"/>
                </a:ln>
                <a:noFill/>
                <a:latin typeface="Audiowide"/>
              </a:rPr>
              <a:t>75%</a:t>
            </a:r>
          </a:p>
        </p:txBody>
      </p:sp>
      <p:sp>
        <p:nvSpPr>
          <p:cNvPr id="723" name="Google Shape;723;p57"/>
          <p:cNvSpPr txBox="1"/>
          <p:nvPr/>
        </p:nvSpPr>
        <p:spPr>
          <a:xfrm>
            <a:off x="3958949" y="3425646"/>
            <a:ext cx="1218300" cy="28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3F3F3"/>
                </a:solidFill>
                <a:latin typeface="Titillium Web"/>
                <a:ea typeface="Titillium Web"/>
                <a:cs typeface="Titillium Web"/>
                <a:sym typeface="Titillium Web"/>
              </a:rPr>
              <a:t>25-40</a:t>
            </a:r>
            <a:endParaRPr>
              <a:solidFill>
                <a:srgbClr val="F3F3F3"/>
              </a:solidFill>
              <a:latin typeface="Titillium Web"/>
              <a:ea typeface="Titillium Web"/>
              <a:cs typeface="Titillium Web"/>
              <a:sym typeface="Titillium Web"/>
            </a:endParaRPr>
          </a:p>
        </p:txBody>
      </p:sp>
      <p:sp>
        <p:nvSpPr>
          <p:cNvPr id="724" name="Google Shape;724;p57"/>
          <p:cNvSpPr/>
          <p:nvPr/>
        </p:nvSpPr>
        <p:spPr>
          <a:xfrm rot="5400000">
            <a:off x="8098298" y="4043725"/>
            <a:ext cx="885647" cy="220717"/>
          </a:xfrm>
          <a:prstGeom prst="rect">
            <a:avLst/>
          </a:prstGeom>
        </p:spPr>
        <p:txBody>
          <a:bodyPr>
            <a:prstTxWarp prst="textPlain"/>
          </a:bodyPr>
          <a:lstStyle/>
          <a:p>
            <a:pPr lvl="0" algn="ctr"/>
            <a:r>
              <a:rPr b="0" i="0">
                <a:ln cap="flat" cmpd="sng" w="19050">
                  <a:solidFill>
                    <a:schemeClr val="dk2"/>
                  </a:solidFill>
                  <a:prstDash val="solid"/>
                  <a:round/>
                  <a:headEnd len="sm" w="sm" type="none"/>
                  <a:tailEnd len="sm" w="sm" type="none"/>
                </a:ln>
                <a:noFill/>
                <a:latin typeface="Audiowide"/>
              </a:rPr>
              <a:t>0019</a:t>
            </a:r>
          </a:p>
        </p:txBody>
      </p:sp>
      <p:grpSp>
        <p:nvGrpSpPr>
          <p:cNvPr id="725" name="Google Shape;725;p57"/>
          <p:cNvGrpSpPr/>
          <p:nvPr/>
        </p:nvGrpSpPr>
        <p:grpSpPr>
          <a:xfrm>
            <a:off x="6284640" y="2462017"/>
            <a:ext cx="457211" cy="457211"/>
            <a:chOff x="-61783350" y="2297100"/>
            <a:chExt cx="316650" cy="316650"/>
          </a:xfrm>
        </p:grpSpPr>
        <p:sp>
          <p:nvSpPr>
            <p:cNvPr id="726" name="Google Shape;726;p57"/>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7"/>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 name="Google Shape;728;p57"/>
          <p:cNvGrpSpPr/>
          <p:nvPr/>
        </p:nvGrpSpPr>
        <p:grpSpPr>
          <a:xfrm>
            <a:off x="6286823" y="1739291"/>
            <a:ext cx="457191" cy="439623"/>
            <a:chOff x="-31889075" y="2658950"/>
            <a:chExt cx="302475" cy="290775"/>
          </a:xfrm>
        </p:grpSpPr>
        <p:sp>
          <p:nvSpPr>
            <p:cNvPr id="729" name="Google Shape;729;p57"/>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57"/>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 name="Google Shape;731;p57"/>
          <p:cNvGrpSpPr/>
          <p:nvPr/>
        </p:nvGrpSpPr>
        <p:grpSpPr>
          <a:xfrm>
            <a:off x="6288354" y="3193537"/>
            <a:ext cx="457186" cy="457211"/>
            <a:chOff x="-32956300" y="1915900"/>
            <a:chExt cx="292225" cy="295375"/>
          </a:xfrm>
        </p:grpSpPr>
        <p:sp>
          <p:nvSpPr>
            <p:cNvPr id="732" name="Google Shape;732;p57"/>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7"/>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7" name="Shape 737"/>
        <p:cNvGrpSpPr/>
        <p:nvPr/>
      </p:nvGrpSpPr>
      <p:grpSpPr>
        <a:xfrm>
          <a:off x="0" y="0"/>
          <a:ext cx="0" cy="0"/>
          <a:chOff x="0" y="0"/>
          <a:chExt cx="0" cy="0"/>
        </a:xfrm>
      </p:grpSpPr>
      <p:sp>
        <p:nvSpPr>
          <p:cNvPr id="738" name="Google Shape;738;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lt1"/>
              </a:buClr>
              <a:buSzPts val="1100"/>
              <a:buFont typeface="Arial"/>
              <a:buNone/>
            </a:pPr>
            <a:r>
              <a:rPr lang="en"/>
              <a:t>COMPETITORS</a:t>
            </a:r>
            <a:endParaRPr/>
          </a:p>
        </p:txBody>
      </p:sp>
      <p:sp>
        <p:nvSpPr>
          <p:cNvPr id="739" name="Google Shape;739;p58"/>
          <p:cNvSpPr txBox="1"/>
          <p:nvPr/>
        </p:nvSpPr>
        <p:spPr>
          <a:xfrm flipH="1">
            <a:off x="6407501" y="1837734"/>
            <a:ext cx="19464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Audiowide"/>
                <a:ea typeface="Audiowide"/>
                <a:cs typeface="Audiowide"/>
                <a:sym typeface="Audiowide"/>
              </a:rPr>
              <a:t>VENUS</a:t>
            </a:r>
            <a:endParaRPr sz="2200">
              <a:solidFill>
                <a:schemeClr val="dk1"/>
              </a:solidFill>
              <a:latin typeface="Audiowide"/>
              <a:ea typeface="Audiowide"/>
              <a:cs typeface="Audiowide"/>
              <a:sym typeface="Audiowide"/>
            </a:endParaRPr>
          </a:p>
        </p:txBody>
      </p:sp>
      <p:sp>
        <p:nvSpPr>
          <p:cNvPr id="740" name="Google Shape;740;p58"/>
          <p:cNvSpPr txBox="1"/>
          <p:nvPr/>
        </p:nvSpPr>
        <p:spPr>
          <a:xfrm flipH="1">
            <a:off x="6407515" y="3039210"/>
            <a:ext cx="19464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chemeClr val="dk2"/>
                </a:solidFill>
                <a:latin typeface="Audiowide"/>
                <a:ea typeface="Audiowide"/>
                <a:cs typeface="Audiowide"/>
                <a:sym typeface="Audiowide"/>
              </a:rPr>
              <a:t>MERCURY</a:t>
            </a:r>
            <a:endParaRPr sz="2200">
              <a:solidFill>
                <a:schemeClr val="dk2"/>
              </a:solidFill>
              <a:latin typeface="Audiowide"/>
              <a:ea typeface="Audiowide"/>
              <a:cs typeface="Audiowide"/>
              <a:sym typeface="Audiowide"/>
            </a:endParaRPr>
          </a:p>
        </p:txBody>
      </p:sp>
      <p:sp>
        <p:nvSpPr>
          <p:cNvPr id="741" name="Google Shape;741;p58"/>
          <p:cNvSpPr txBox="1"/>
          <p:nvPr/>
        </p:nvSpPr>
        <p:spPr>
          <a:xfrm flipH="1">
            <a:off x="6407503" y="2081128"/>
            <a:ext cx="19464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Titillium Web"/>
                <a:ea typeface="Titillium Web"/>
                <a:cs typeface="Titillium Web"/>
                <a:sym typeface="Titillium Web"/>
              </a:rPr>
              <a:t>Venus is the second planet from the Sun</a:t>
            </a:r>
            <a:endParaRPr>
              <a:solidFill>
                <a:schemeClr val="dk2"/>
              </a:solidFill>
              <a:latin typeface="Titillium Web"/>
              <a:ea typeface="Titillium Web"/>
              <a:cs typeface="Titillium Web"/>
              <a:sym typeface="Titillium Web"/>
            </a:endParaRPr>
          </a:p>
        </p:txBody>
      </p:sp>
      <p:sp>
        <p:nvSpPr>
          <p:cNvPr id="742" name="Google Shape;742;p58"/>
          <p:cNvSpPr txBox="1"/>
          <p:nvPr/>
        </p:nvSpPr>
        <p:spPr>
          <a:xfrm flipH="1">
            <a:off x="6407517" y="3282606"/>
            <a:ext cx="19464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Titillium Web"/>
                <a:ea typeface="Titillium Web"/>
                <a:cs typeface="Titillium Web"/>
                <a:sym typeface="Titillium Web"/>
              </a:rPr>
              <a:t>Mercury is the closest planet to the Sun</a:t>
            </a:r>
            <a:endParaRPr>
              <a:solidFill>
                <a:schemeClr val="dk2"/>
              </a:solidFill>
              <a:latin typeface="Titillium Web"/>
              <a:ea typeface="Titillium Web"/>
              <a:cs typeface="Titillium Web"/>
              <a:sym typeface="Titillium Web"/>
            </a:endParaRPr>
          </a:p>
        </p:txBody>
      </p:sp>
      <p:grpSp>
        <p:nvGrpSpPr>
          <p:cNvPr id="743" name="Google Shape;743;p58"/>
          <p:cNvGrpSpPr/>
          <p:nvPr/>
        </p:nvGrpSpPr>
        <p:grpSpPr>
          <a:xfrm>
            <a:off x="790083" y="1595181"/>
            <a:ext cx="4919741" cy="2620545"/>
            <a:chOff x="233350" y="949250"/>
            <a:chExt cx="7137300" cy="3802300"/>
          </a:xfrm>
        </p:grpSpPr>
        <p:sp>
          <p:nvSpPr>
            <p:cNvPr id="744" name="Google Shape;744;p5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5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5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5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5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5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5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5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5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5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5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5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5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5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 name="Google Shape;795;p58"/>
          <p:cNvSpPr/>
          <p:nvPr/>
        </p:nvSpPr>
        <p:spPr>
          <a:xfrm flipH="1" rot="10800000">
            <a:off x="5902116" y="3132907"/>
            <a:ext cx="413100" cy="623100"/>
          </a:xfrm>
          <a:prstGeom prst="chevron">
            <a:avLst>
              <a:gd fmla="val 35069"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8"/>
          <p:cNvSpPr/>
          <p:nvPr/>
        </p:nvSpPr>
        <p:spPr>
          <a:xfrm flipH="1" rot="10800000">
            <a:off x="5902116" y="1935043"/>
            <a:ext cx="413100" cy="623100"/>
          </a:xfrm>
          <a:prstGeom prst="chevron">
            <a:avLst>
              <a:gd fmla="val 35069"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8"/>
          <p:cNvSpPr/>
          <p:nvPr/>
        </p:nvSpPr>
        <p:spPr>
          <a:xfrm flipH="1" rot="-5400000">
            <a:off x="4993442" y="3489139"/>
            <a:ext cx="199800" cy="301500"/>
          </a:xfrm>
          <a:prstGeom prst="chevron">
            <a:avLst>
              <a:gd fmla="val 35069"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8"/>
          <p:cNvSpPr/>
          <p:nvPr/>
        </p:nvSpPr>
        <p:spPr>
          <a:xfrm flipH="1" rot="-5400000">
            <a:off x="4589292" y="1810464"/>
            <a:ext cx="199800" cy="301500"/>
          </a:xfrm>
          <a:prstGeom prst="chevron">
            <a:avLst>
              <a:gd fmla="val 35069"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8"/>
          <p:cNvSpPr/>
          <p:nvPr/>
        </p:nvSpPr>
        <p:spPr>
          <a:xfrm flipH="1" rot="-5400000">
            <a:off x="2076342" y="3177164"/>
            <a:ext cx="199800" cy="301500"/>
          </a:xfrm>
          <a:prstGeom prst="chevron">
            <a:avLst>
              <a:gd fmla="val 35069"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8"/>
          <p:cNvSpPr/>
          <p:nvPr/>
        </p:nvSpPr>
        <p:spPr>
          <a:xfrm flipH="1" rot="-5400000">
            <a:off x="1415017" y="1978564"/>
            <a:ext cx="199800" cy="301500"/>
          </a:xfrm>
          <a:prstGeom prst="chevron">
            <a:avLst>
              <a:gd fmla="val 35069"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8"/>
          <p:cNvSpPr/>
          <p:nvPr/>
        </p:nvSpPr>
        <p:spPr>
          <a:xfrm flipH="1" rot="-5400000">
            <a:off x="2620067" y="1425564"/>
            <a:ext cx="199800" cy="301500"/>
          </a:xfrm>
          <a:prstGeom prst="chevron">
            <a:avLst>
              <a:gd fmla="val 35069"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8"/>
          <p:cNvSpPr/>
          <p:nvPr/>
        </p:nvSpPr>
        <p:spPr>
          <a:xfrm flipH="1" rot="-5400000">
            <a:off x="2921567" y="2519539"/>
            <a:ext cx="199800" cy="301500"/>
          </a:xfrm>
          <a:prstGeom prst="chevron">
            <a:avLst>
              <a:gd fmla="val 35069"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8"/>
          <p:cNvSpPr/>
          <p:nvPr/>
        </p:nvSpPr>
        <p:spPr>
          <a:xfrm flipH="1" rot="-5400000">
            <a:off x="4222142" y="2309189"/>
            <a:ext cx="199800" cy="301500"/>
          </a:xfrm>
          <a:prstGeom prst="chevron">
            <a:avLst>
              <a:gd fmla="val 35069"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8"/>
          <p:cNvSpPr/>
          <p:nvPr/>
        </p:nvSpPr>
        <p:spPr>
          <a:xfrm flipH="1" rot="-5400000">
            <a:off x="3347742" y="3096439"/>
            <a:ext cx="199800" cy="301500"/>
          </a:xfrm>
          <a:prstGeom prst="chevron">
            <a:avLst>
              <a:gd fmla="val 35069"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8"/>
          <p:cNvSpPr/>
          <p:nvPr/>
        </p:nvSpPr>
        <p:spPr>
          <a:xfrm>
            <a:off x="7352836" y="4491360"/>
            <a:ext cx="1071176" cy="220717"/>
          </a:xfrm>
          <a:prstGeom prst="rect">
            <a:avLst/>
          </a:prstGeom>
        </p:spPr>
        <p:txBody>
          <a:bodyPr>
            <a:prstTxWarp prst="textPlain"/>
          </a:bodyPr>
          <a:lstStyle/>
          <a:p>
            <a:pPr lvl="0" algn="ctr"/>
            <a:r>
              <a:rPr b="0" i="0">
                <a:ln cap="flat" cmpd="sng" w="19050">
                  <a:solidFill>
                    <a:schemeClr val="dk1"/>
                  </a:solidFill>
                  <a:prstDash val="solid"/>
                  <a:round/>
                  <a:headEnd len="sm" w="sm" type="none"/>
                  <a:tailEnd len="sm" w="sm" type="none"/>
                </a:ln>
                <a:noFill/>
                <a:latin typeface="Audiowide"/>
              </a:rPr>
              <a:t>0020</a:t>
            </a:r>
          </a:p>
        </p:txBody>
      </p:sp>
      <p:grpSp>
        <p:nvGrpSpPr>
          <p:cNvPr id="806" name="Google Shape;806;p58"/>
          <p:cNvGrpSpPr/>
          <p:nvPr/>
        </p:nvGrpSpPr>
        <p:grpSpPr>
          <a:xfrm>
            <a:off x="8119228" y="539503"/>
            <a:ext cx="623100" cy="1197243"/>
            <a:chOff x="8119228" y="539503"/>
            <a:chExt cx="623100" cy="1197243"/>
          </a:xfrm>
        </p:grpSpPr>
        <p:sp>
          <p:nvSpPr>
            <p:cNvPr id="807" name="Google Shape;807;p58"/>
            <p:cNvSpPr/>
            <p:nvPr/>
          </p:nvSpPr>
          <p:spPr>
            <a:xfrm flipH="1" rot="5400000">
              <a:off x="8224228" y="1218646"/>
              <a:ext cx="413100" cy="623100"/>
            </a:xfrm>
            <a:prstGeom prst="chevron">
              <a:avLst>
                <a:gd fmla="val 35069"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8"/>
            <p:cNvSpPr/>
            <p:nvPr/>
          </p:nvSpPr>
          <p:spPr>
            <a:xfrm flipH="1" rot="5400000">
              <a:off x="8224228" y="826574"/>
              <a:ext cx="413100" cy="623100"/>
            </a:xfrm>
            <a:prstGeom prst="chevron">
              <a:avLst>
                <a:gd fmla="val 35069"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8"/>
            <p:cNvSpPr/>
            <p:nvPr/>
          </p:nvSpPr>
          <p:spPr>
            <a:xfrm flipH="1" rot="5400000">
              <a:off x="8224228" y="434503"/>
              <a:ext cx="413100" cy="623100"/>
            </a:xfrm>
            <a:prstGeom prst="chevron">
              <a:avLst>
                <a:gd fmla="val 35069"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3" name="Shape 813"/>
        <p:cNvGrpSpPr/>
        <p:nvPr/>
      </p:nvGrpSpPr>
      <p:grpSpPr>
        <a:xfrm>
          <a:off x="0" y="0"/>
          <a:ext cx="0" cy="0"/>
          <a:chOff x="0" y="0"/>
          <a:chExt cx="0" cy="0"/>
        </a:xfrm>
      </p:grpSpPr>
      <p:sp>
        <p:nvSpPr>
          <p:cNvPr id="814" name="Google Shape;814;p59"/>
          <p:cNvSpPr txBox="1"/>
          <p:nvPr/>
        </p:nvSpPr>
        <p:spPr>
          <a:xfrm>
            <a:off x="5378999" y="1212545"/>
            <a:ext cx="2685600" cy="527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Audiowide"/>
                <a:ea typeface="Audiowide"/>
                <a:cs typeface="Audiowide"/>
                <a:sym typeface="Audiowide"/>
              </a:rPr>
              <a:t>TECHNOLOGY</a:t>
            </a:r>
            <a:endParaRPr sz="2200">
              <a:solidFill>
                <a:schemeClr val="dk1"/>
              </a:solidFill>
              <a:latin typeface="Audiowide"/>
              <a:ea typeface="Audiowide"/>
              <a:cs typeface="Audiowide"/>
              <a:sym typeface="Audiowide"/>
            </a:endParaRPr>
          </a:p>
        </p:txBody>
      </p:sp>
      <p:sp>
        <p:nvSpPr>
          <p:cNvPr id="815" name="Google Shape;815;p59"/>
          <p:cNvSpPr txBox="1"/>
          <p:nvPr/>
        </p:nvSpPr>
        <p:spPr>
          <a:xfrm>
            <a:off x="5378999" y="1618166"/>
            <a:ext cx="2685600" cy="576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Titillium Web"/>
                <a:ea typeface="Titillium Web"/>
                <a:cs typeface="Titillium Web"/>
                <a:sym typeface="Titillium Web"/>
              </a:rPr>
              <a:t>Venus has a beautiful name, but also high temperatures</a:t>
            </a:r>
            <a:endParaRPr>
              <a:solidFill>
                <a:schemeClr val="dk2"/>
              </a:solidFill>
              <a:latin typeface="Titillium Web"/>
              <a:ea typeface="Titillium Web"/>
              <a:cs typeface="Titillium Web"/>
              <a:sym typeface="Titillium Web"/>
            </a:endParaRPr>
          </a:p>
        </p:txBody>
      </p:sp>
      <p:sp>
        <p:nvSpPr>
          <p:cNvPr id="816" name="Google Shape;816;p59"/>
          <p:cNvSpPr txBox="1"/>
          <p:nvPr/>
        </p:nvSpPr>
        <p:spPr>
          <a:xfrm>
            <a:off x="1079400" y="3499120"/>
            <a:ext cx="2685600" cy="5277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200">
                <a:solidFill>
                  <a:schemeClr val="dk1"/>
                </a:solidFill>
                <a:latin typeface="Audiowide"/>
                <a:ea typeface="Audiowide"/>
                <a:cs typeface="Audiowide"/>
                <a:sym typeface="Audiowide"/>
              </a:rPr>
              <a:t>MARKETING</a:t>
            </a:r>
            <a:endParaRPr sz="2200">
              <a:solidFill>
                <a:schemeClr val="dk1"/>
              </a:solidFill>
              <a:latin typeface="Audiowide"/>
              <a:ea typeface="Audiowide"/>
              <a:cs typeface="Audiowide"/>
              <a:sym typeface="Audiowide"/>
            </a:endParaRPr>
          </a:p>
        </p:txBody>
      </p:sp>
      <p:sp>
        <p:nvSpPr>
          <p:cNvPr id="817" name="Google Shape;817;p59"/>
          <p:cNvSpPr txBox="1"/>
          <p:nvPr/>
        </p:nvSpPr>
        <p:spPr>
          <a:xfrm>
            <a:off x="1079400" y="2377116"/>
            <a:ext cx="2685600" cy="5760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Clr>
                <a:schemeClr val="lt1"/>
              </a:buClr>
              <a:buSzPts val="1100"/>
              <a:buFont typeface="Arial"/>
              <a:buNone/>
            </a:pPr>
            <a:r>
              <a:rPr lang="en">
                <a:solidFill>
                  <a:schemeClr val="dk2"/>
                </a:solidFill>
                <a:latin typeface="Titillium Web"/>
                <a:ea typeface="Titillium Web"/>
                <a:cs typeface="Titillium Web"/>
                <a:sym typeface="Titillium Web"/>
              </a:rPr>
              <a:t>Mercury is the closest planet to the Sun and the smallest</a:t>
            </a:r>
            <a:endParaRPr>
              <a:solidFill>
                <a:schemeClr val="dk2"/>
              </a:solidFill>
              <a:latin typeface="Titillium Web"/>
              <a:ea typeface="Titillium Web"/>
              <a:cs typeface="Titillium Web"/>
              <a:sym typeface="Titillium Web"/>
            </a:endParaRPr>
          </a:p>
        </p:txBody>
      </p:sp>
      <p:sp>
        <p:nvSpPr>
          <p:cNvPr id="818" name="Google Shape;818;p59"/>
          <p:cNvSpPr txBox="1"/>
          <p:nvPr/>
        </p:nvSpPr>
        <p:spPr>
          <a:xfrm>
            <a:off x="5379000" y="2739595"/>
            <a:ext cx="2685600" cy="527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Audiowide"/>
                <a:ea typeface="Audiowide"/>
                <a:cs typeface="Audiowide"/>
                <a:sym typeface="Audiowide"/>
              </a:rPr>
              <a:t>ASSESSMENT</a:t>
            </a:r>
            <a:endParaRPr sz="2200">
              <a:solidFill>
                <a:schemeClr val="dk1"/>
              </a:solidFill>
              <a:latin typeface="Audiowide"/>
              <a:ea typeface="Audiowide"/>
              <a:cs typeface="Audiowide"/>
              <a:sym typeface="Audiowide"/>
            </a:endParaRPr>
          </a:p>
        </p:txBody>
      </p:sp>
      <p:sp>
        <p:nvSpPr>
          <p:cNvPr id="819" name="Google Shape;819;p59"/>
          <p:cNvSpPr txBox="1"/>
          <p:nvPr/>
        </p:nvSpPr>
        <p:spPr>
          <a:xfrm>
            <a:off x="5379000" y="3145219"/>
            <a:ext cx="2685600" cy="576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Clr>
                <a:schemeClr val="lt1"/>
              </a:buClr>
              <a:buSzPts val="1100"/>
              <a:buFont typeface="Arial"/>
              <a:buNone/>
            </a:pPr>
            <a:r>
              <a:rPr lang="en">
                <a:solidFill>
                  <a:schemeClr val="dk2"/>
                </a:solidFill>
                <a:latin typeface="Titillium Web"/>
                <a:ea typeface="Titillium Web"/>
                <a:cs typeface="Titillium Web"/>
                <a:sym typeface="Titillium Web"/>
              </a:rPr>
              <a:t>Jupiter is the biggest planet in the entire Solar System</a:t>
            </a:r>
            <a:endParaRPr>
              <a:solidFill>
                <a:schemeClr val="dk2"/>
              </a:solidFill>
              <a:latin typeface="Titillium Web"/>
              <a:ea typeface="Titillium Web"/>
              <a:cs typeface="Titillium Web"/>
              <a:sym typeface="Titillium Web"/>
            </a:endParaRPr>
          </a:p>
        </p:txBody>
      </p:sp>
      <p:sp>
        <p:nvSpPr>
          <p:cNvPr id="820" name="Google Shape;820;p59"/>
          <p:cNvSpPr txBox="1"/>
          <p:nvPr/>
        </p:nvSpPr>
        <p:spPr>
          <a:xfrm>
            <a:off x="1079400" y="1971495"/>
            <a:ext cx="2685600" cy="5277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200">
                <a:solidFill>
                  <a:schemeClr val="dk1"/>
                </a:solidFill>
                <a:latin typeface="Audiowide"/>
                <a:ea typeface="Audiowide"/>
                <a:cs typeface="Audiowide"/>
                <a:sym typeface="Audiowide"/>
              </a:rPr>
              <a:t>TRAINING</a:t>
            </a:r>
            <a:endParaRPr sz="2200">
              <a:solidFill>
                <a:schemeClr val="dk1"/>
              </a:solidFill>
              <a:latin typeface="Audiowide"/>
              <a:ea typeface="Audiowide"/>
              <a:cs typeface="Audiowide"/>
              <a:sym typeface="Audiowide"/>
            </a:endParaRPr>
          </a:p>
        </p:txBody>
      </p:sp>
      <p:sp>
        <p:nvSpPr>
          <p:cNvPr id="821" name="Google Shape;821;p5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BUSINESS MODEL</a:t>
            </a:r>
            <a:endParaRPr/>
          </a:p>
        </p:txBody>
      </p:sp>
      <p:sp>
        <p:nvSpPr>
          <p:cNvPr id="822" name="Google Shape;822;p59"/>
          <p:cNvSpPr/>
          <p:nvPr/>
        </p:nvSpPr>
        <p:spPr>
          <a:xfrm flipH="1" rot="5400000">
            <a:off x="4162200" y="1173743"/>
            <a:ext cx="819600" cy="1052400"/>
          </a:xfrm>
          <a:prstGeom prst="chevron">
            <a:avLst>
              <a:gd fmla="val 19376"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823" name="Google Shape;823;p59"/>
          <p:cNvSpPr/>
          <p:nvPr/>
        </p:nvSpPr>
        <p:spPr>
          <a:xfrm flipH="1" rot="5400000">
            <a:off x="4162200" y="1936918"/>
            <a:ext cx="819600" cy="1052400"/>
          </a:xfrm>
          <a:prstGeom prst="chevron">
            <a:avLst>
              <a:gd fmla="val 19376"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824" name="Google Shape;824;p59"/>
          <p:cNvSpPr/>
          <p:nvPr/>
        </p:nvSpPr>
        <p:spPr>
          <a:xfrm flipH="1" rot="5400000">
            <a:off x="4162200" y="2700093"/>
            <a:ext cx="819600" cy="1052400"/>
          </a:xfrm>
          <a:prstGeom prst="chevron">
            <a:avLst>
              <a:gd fmla="val 19376"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825" name="Google Shape;825;p59"/>
          <p:cNvSpPr/>
          <p:nvPr/>
        </p:nvSpPr>
        <p:spPr>
          <a:xfrm flipH="1" rot="5400000">
            <a:off x="4160550" y="3465368"/>
            <a:ext cx="822900" cy="1051500"/>
          </a:xfrm>
          <a:prstGeom prst="homePlate">
            <a:avLst>
              <a:gd fmla="val 18966"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59"/>
          <p:cNvSpPr txBox="1"/>
          <p:nvPr/>
        </p:nvSpPr>
        <p:spPr>
          <a:xfrm>
            <a:off x="1079400" y="3906895"/>
            <a:ext cx="2685600" cy="5727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a:solidFill>
                  <a:schemeClr val="dk2"/>
                </a:solidFill>
                <a:latin typeface="Titillium Web"/>
                <a:ea typeface="Titillium Web"/>
                <a:cs typeface="Titillium Web"/>
                <a:sym typeface="Titillium Web"/>
              </a:rPr>
              <a:t>Neptune is the fourth-largest </a:t>
            </a:r>
            <a:r>
              <a:rPr lang="en">
                <a:solidFill>
                  <a:schemeClr val="dk2"/>
                </a:solidFill>
                <a:latin typeface="Titillium Web"/>
                <a:ea typeface="Titillium Web"/>
                <a:cs typeface="Titillium Web"/>
                <a:sym typeface="Titillium Web"/>
              </a:rPr>
              <a:t>planet in the Solar System</a:t>
            </a:r>
            <a:endParaRPr>
              <a:solidFill>
                <a:schemeClr val="dk2"/>
              </a:solidFill>
              <a:latin typeface="Titillium Web"/>
              <a:ea typeface="Titillium Web"/>
              <a:cs typeface="Titillium Web"/>
              <a:sym typeface="Titillium Web"/>
            </a:endParaRPr>
          </a:p>
        </p:txBody>
      </p:sp>
      <p:cxnSp>
        <p:nvCxnSpPr>
          <p:cNvPr id="827" name="Google Shape;827;p59"/>
          <p:cNvCxnSpPr>
            <a:stCxn id="820" idx="3"/>
            <a:endCxn id="823" idx="2"/>
          </p:cNvCxnSpPr>
          <p:nvPr/>
        </p:nvCxnSpPr>
        <p:spPr>
          <a:xfrm>
            <a:off x="3765000" y="2235345"/>
            <a:ext cx="280800" cy="307200"/>
          </a:xfrm>
          <a:prstGeom prst="bentConnector3">
            <a:avLst>
              <a:gd fmla="val 50000" name="adj1"/>
            </a:avLst>
          </a:prstGeom>
          <a:noFill/>
          <a:ln cap="flat" cmpd="sng" w="19050">
            <a:solidFill>
              <a:schemeClr val="dk1"/>
            </a:solidFill>
            <a:prstDash val="solid"/>
            <a:round/>
            <a:headEnd len="med" w="med" type="none"/>
            <a:tailEnd len="med" w="med" type="none"/>
          </a:ln>
        </p:spPr>
      </p:cxnSp>
      <p:cxnSp>
        <p:nvCxnSpPr>
          <p:cNvPr id="828" name="Google Shape;828;p59"/>
          <p:cNvCxnSpPr>
            <a:stCxn id="816" idx="3"/>
            <a:endCxn id="825" idx="2"/>
          </p:cNvCxnSpPr>
          <p:nvPr/>
        </p:nvCxnSpPr>
        <p:spPr>
          <a:xfrm>
            <a:off x="3765000" y="3762970"/>
            <a:ext cx="281100" cy="306300"/>
          </a:xfrm>
          <a:prstGeom prst="bentConnector3">
            <a:avLst>
              <a:gd fmla="val 50027" name="adj1"/>
            </a:avLst>
          </a:prstGeom>
          <a:noFill/>
          <a:ln cap="flat" cmpd="sng" w="19050">
            <a:solidFill>
              <a:schemeClr val="dk1"/>
            </a:solidFill>
            <a:prstDash val="solid"/>
            <a:round/>
            <a:headEnd len="med" w="med" type="none"/>
            <a:tailEnd len="med" w="med" type="none"/>
          </a:ln>
        </p:spPr>
      </p:cxnSp>
      <p:cxnSp>
        <p:nvCxnSpPr>
          <p:cNvPr id="829" name="Google Shape;829;p59"/>
          <p:cNvCxnSpPr>
            <a:stCxn id="818" idx="1"/>
            <a:endCxn id="824" idx="0"/>
          </p:cNvCxnSpPr>
          <p:nvPr/>
        </p:nvCxnSpPr>
        <p:spPr>
          <a:xfrm flipH="1">
            <a:off x="5098200" y="3003445"/>
            <a:ext cx="280800" cy="302400"/>
          </a:xfrm>
          <a:prstGeom prst="bentConnector3">
            <a:avLst>
              <a:gd fmla="val 50000" name="adj1"/>
            </a:avLst>
          </a:prstGeom>
          <a:noFill/>
          <a:ln cap="flat" cmpd="sng" w="19050">
            <a:solidFill>
              <a:schemeClr val="dk1"/>
            </a:solidFill>
            <a:prstDash val="solid"/>
            <a:round/>
            <a:headEnd len="med" w="med" type="none"/>
            <a:tailEnd len="med" w="med" type="none"/>
          </a:ln>
        </p:spPr>
      </p:cxnSp>
      <p:sp>
        <p:nvSpPr>
          <p:cNvPr id="830" name="Google Shape;830;p59"/>
          <p:cNvSpPr/>
          <p:nvPr/>
        </p:nvSpPr>
        <p:spPr>
          <a:xfrm rot="5400000">
            <a:off x="8040854" y="3945352"/>
            <a:ext cx="1016332" cy="220717"/>
          </a:xfrm>
          <a:prstGeom prst="rect">
            <a:avLst/>
          </a:prstGeom>
        </p:spPr>
        <p:txBody>
          <a:bodyPr>
            <a:prstTxWarp prst="textPlain"/>
          </a:bodyPr>
          <a:lstStyle/>
          <a:p>
            <a:pPr lvl="0" algn="ctr"/>
            <a:r>
              <a:rPr b="0" i="0">
                <a:ln cap="flat" cmpd="sng" w="19050">
                  <a:solidFill>
                    <a:schemeClr val="lt1"/>
                  </a:solidFill>
                  <a:prstDash val="solid"/>
                  <a:round/>
                  <a:headEnd len="sm" w="sm" type="none"/>
                  <a:tailEnd len="sm" w="sm" type="none"/>
                </a:ln>
                <a:noFill/>
                <a:latin typeface="Audiowide"/>
              </a:rPr>
              <a:t>0024</a:t>
            </a:r>
          </a:p>
        </p:txBody>
      </p:sp>
      <p:sp>
        <p:nvSpPr>
          <p:cNvPr id="831" name="Google Shape;831;p59"/>
          <p:cNvSpPr/>
          <p:nvPr/>
        </p:nvSpPr>
        <p:spPr>
          <a:xfrm>
            <a:off x="4351945" y="3780437"/>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 name="Google Shape;832;p59"/>
          <p:cNvGrpSpPr/>
          <p:nvPr/>
        </p:nvGrpSpPr>
        <p:grpSpPr>
          <a:xfrm>
            <a:off x="4395883" y="3055847"/>
            <a:ext cx="352230" cy="348542"/>
            <a:chOff x="1049375" y="2318350"/>
            <a:chExt cx="298525" cy="295400"/>
          </a:xfrm>
        </p:grpSpPr>
        <p:sp>
          <p:nvSpPr>
            <p:cNvPr id="833" name="Google Shape;833;p59"/>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9"/>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9"/>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9"/>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7" name="Google Shape;837;p59"/>
          <p:cNvSpPr/>
          <p:nvPr/>
        </p:nvSpPr>
        <p:spPr>
          <a:xfrm>
            <a:off x="4386046" y="2275389"/>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59"/>
          <p:cNvSpPr/>
          <p:nvPr/>
        </p:nvSpPr>
        <p:spPr>
          <a:xfrm>
            <a:off x="4392911" y="1520373"/>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9" name="Google Shape;839;p59"/>
          <p:cNvCxnSpPr>
            <a:stCxn id="814" idx="1"/>
            <a:endCxn id="822" idx="0"/>
          </p:cNvCxnSpPr>
          <p:nvPr/>
        </p:nvCxnSpPr>
        <p:spPr>
          <a:xfrm flipH="1">
            <a:off x="5098199" y="1476395"/>
            <a:ext cx="280800" cy="303000"/>
          </a:xfrm>
          <a:prstGeom prst="bentConnector3">
            <a:avLst>
              <a:gd fmla="val 50000" name="adj1"/>
            </a:avLst>
          </a:prstGeom>
          <a:noFill/>
          <a:ln cap="flat" cmpd="sng" w="19050">
            <a:solidFill>
              <a:schemeClr val="dk1"/>
            </a:solidFill>
            <a:prstDash val="solid"/>
            <a:round/>
            <a:headEnd len="med" w="med" type="none"/>
            <a:tailEnd len="med" w="med" type="none"/>
          </a:ln>
        </p:spPr>
      </p:cxnSp>
      <p:sp>
        <p:nvSpPr>
          <p:cNvPr id="840" name="Google Shape;840;p59"/>
          <p:cNvSpPr/>
          <p:nvPr/>
        </p:nvSpPr>
        <p:spPr>
          <a:xfrm rot="5400000">
            <a:off x="8098616" y="4053382"/>
            <a:ext cx="885020" cy="220717"/>
          </a:xfrm>
          <a:prstGeom prst="rect">
            <a:avLst/>
          </a:prstGeom>
        </p:spPr>
        <p:txBody>
          <a:bodyPr>
            <a:prstTxWarp prst="textPlain"/>
          </a:bodyPr>
          <a:lstStyle/>
          <a:p>
            <a:pPr lvl="0" algn="ctr"/>
            <a:r>
              <a:rPr b="0" i="0">
                <a:ln cap="flat" cmpd="sng" w="19050">
                  <a:solidFill>
                    <a:schemeClr val="dk1"/>
                  </a:solidFill>
                  <a:prstDash val="solid"/>
                  <a:round/>
                  <a:headEnd len="sm" w="sm" type="none"/>
                  <a:tailEnd len="sm" w="sm" type="none"/>
                </a:ln>
                <a:noFill/>
                <a:latin typeface="Audiowide"/>
              </a:rPr>
              <a:t>0021</a:t>
            </a: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 name="Shape 844"/>
        <p:cNvGrpSpPr/>
        <p:nvPr/>
      </p:nvGrpSpPr>
      <p:grpSpPr>
        <a:xfrm>
          <a:off x="0" y="0"/>
          <a:ext cx="0" cy="0"/>
          <a:chOff x="0" y="0"/>
          <a:chExt cx="0" cy="0"/>
        </a:xfrm>
      </p:grpSpPr>
      <p:sp>
        <p:nvSpPr>
          <p:cNvPr id="845" name="Google Shape;845;p6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TIMING</a:t>
            </a:r>
            <a:endParaRPr/>
          </a:p>
        </p:txBody>
      </p:sp>
      <p:sp>
        <p:nvSpPr>
          <p:cNvPr id="846" name="Google Shape;846;p60"/>
          <p:cNvSpPr txBox="1"/>
          <p:nvPr/>
        </p:nvSpPr>
        <p:spPr>
          <a:xfrm flipH="1">
            <a:off x="856512" y="1647871"/>
            <a:ext cx="1956900" cy="571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Titillium Web"/>
                <a:ea typeface="Titillium Web"/>
                <a:cs typeface="Titillium Web"/>
                <a:sym typeface="Titillium Web"/>
              </a:rPr>
              <a:t>Venus is the second planet from the Sun</a:t>
            </a:r>
            <a:endParaRPr>
              <a:solidFill>
                <a:schemeClr val="dk2"/>
              </a:solidFill>
              <a:latin typeface="Titillium Web"/>
              <a:ea typeface="Titillium Web"/>
              <a:cs typeface="Titillium Web"/>
              <a:sym typeface="Titillium Web"/>
            </a:endParaRPr>
          </a:p>
        </p:txBody>
      </p:sp>
      <p:sp>
        <p:nvSpPr>
          <p:cNvPr id="847" name="Google Shape;847;p60"/>
          <p:cNvSpPr txBox="1"/>
          <p:nvPr/>
        </p:nvSpPr>
        <p:spPr>
          <a:xfrm flipH="1">
            <a:off x="2680913" y="3472469"/>
            <a:ext cx="1956900" cy="571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Titillium Web"/>
                <a:ea typeface="Titillium Web"/>
                <a:cs typeface="Titillium Web"/>
                <a:sym typeface="Titillium Web"/>
              </a:rPr>
              <a:t>Mercury is the closest planet to the Sun</a:t>
            </a:r>
            <a:endParaRPr>
              <a:solidFill>
                <a:schemeClr val="dk2"/>
              </a:solidFill>
              <a:latin typeface="Titillium Web"/>
              <a:ea typeface="Titillium Web"/>
              <a:cs typeface="Titillium Web"/>
              <a:sym typeface="Titillium Web"/>
            </a:endParaRPr>
          </a:p>
        </p:txBody>
      </p:sp>
      <p:sp>
        <p:nvSpPr>
          <p:cNvPr id="848" name="Google Shape;848;p60"/>
          <p:cNvSpPr txBox="1"/>
          <p:nvPr/>
        </p:nvSpPr>
        <p:spPr>
          <a:xfrm flipH="1">
            <a:off x="4504668" y="1647871"/>
            <a:ext cx="1957500" cy="571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Titillium Web"/>
                <a:ea typeface="Titillium Web"/>
                <a:cs typeface="Titillium Web"/>
                <a:sym typeface="Titillium Web"/>
              </a:rPr>
              <a:t>Despite being red, Mars is a very cold place</a:t>
            </a:r>
            <a:endParaRPr>
              <a:solidFill>
                <a:schemeClr val="dk2"/>
              </a:solidFill>
              <a:latin typeface="Titillium Web"/>
              <a:ea typeface="Titillium Web"/>
              <a:cs typeface="Titillium Web"/>
              <a:sym typeface="Titillium Web"/>
            </a:endParaRPr>
          </a:p>
        </p:txBody>
      </p:sp>
      <p:sp>
        <p:nvSpPr>
          <p:cNvPr id="849" name="Google Shape;849;p60"/>
          <p:cNvSpPr txBox="1"/>
          <p:nvPr/>
        </p:nvSpPr>
        <p:spPr>
          <a:xfrm flipH="1">
            <a:off x="6330588" y="3472469"/>
            <a:ext cx="1956900" cy="571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Titillium Web"/>
                <a:ea typeface="Titillium Web"/>
                <a:cs typeface="Titillium Web"/>
                <a:sym typeface="Titillium Web"/>
              </a:rPr>
              <a:t>Jupiter is the biggest planet of them all</a:t>
            </a:r>
            <a:endParaRPr>
              <a:solidFill>
                <a:schemeClr val="dk2"/>
              </a:solidFill>
              <a:latin typeface="Titillium Web"/>
              <a:ea typeface="Titillium Web"/>
              <a:cs typeface="Titillium Web"/>
              <a:sym typeface="Titillium Web"/>
            </a:endParaRPr>
          </a:p>
        </p:txBody>
      </p:sp>
      <p:sp>
        <p:nvSpPr>
          <p:cNvPr id="850" name="Google Shape;850;p60"/>
          <p:cNvSpPr/>
          <p:nvPr/>
        </p:nvSpPr>
        <p:spPr>
          <a:xfrm>
            <a:off x="6382339" y="2461919"/>
            <a:ext cx="1853400" cy="764100"/>
          </a:xfrm>
          <a:prstGeom prst="chevron">
            <a:avLst>
              <a:gd fmla="val 19376"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2"/>
                </a:solidFill>
                <a:latin typeface="Audiowide"/>
                <a:ea typeface="Audiowide"/>
                <a:cs typeface="Audiowide"/>
                <a:sym typeface="Audiowide"/>
              </a:rPr>
              <a:t>DAY 4</a:t>
            </a:r>
            <a:endParaRPr sz="2400">
              <a:solidFill>
                <a:schemeClr val="dk2"/>
              </a:solidFill>
              <a:latin typeface="Audiowide"/>
              <a:ea typeface="Audiowide"/>
              <a:cs typeface="Audiowide"/>
              <a:sym typeface="Audiowide"/>
            </a:endParaRPr>
          </a:p>
        </p:txBody>
      </p:sp>
      <p:sp>
        <p:nvSpPr>
          <p:cNvPr id="851" name="Google Shape;851;p60"/>
          <p:cNvSpPr/>
          <p:nvPr/>
        </p:nvSpPr>
        <p:spPr>
          <a:xfrm>
            <a:off x="4557494" y="2461919"/>
            <a:ext cx="1853400" cy="764100"/>
          </a:xfrm>
          <a:prstGeom prst="chevron">
            <a:avLst>
              <a:gd fmla="val 19376"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2"/>
                </a:solidFill>
                <a:latin typeface="Audiowide"/>
                <a:ea typeface="Audiowide"/>
                <a:cs typeface="Audiowide"/>
                <a:sym typeface="Audiowide"/>
              </a:rPr>
              <a:t>DAY 3</a:t>
            </a:r>
            <a:endParaRPr sz="2400">
              <a:solidFill>
                <a:schemeClr val="dk2"/>
              </a:solidFill>
              <a:latin typeface="Audiowide"/>
              <a:ea typeface="Audiowide"/>
              <a:cs typeface="Audiowide"/>
              <a:sym typeface="Audiowide"/>
            </a:endParaRPr>
          </a:p>
        </p:txBody>
      </p:sp>
      <p:sp>
        <p:nvSpPr>
          <p:cNvPr id="852" name="Google Shape;852;p60"/>
          <p:cNvSpPr/>
          <p:nvPr/>
        </p:nvSpPr>
        <p:spPr>
          <a:xfrm>
            <a:off x="2732649" y="2461919"/>
            <a:ext cx="1853400" cy="764100"/>
          </a:xfrm>
          <a:prstGeom prst="chevron">
            <a:avLst>
              <a:gd fmla="val 19376"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2"/>
                </a:solidFill>
                <a:latin typeface="Audiowide"/>
                <a:ea typeface="Audiowide"/>
                <a:cs typeface="Audiowide"/>
                <a:sym typeface="Audiowide"/>
              </a:rPr>
              <a:t>DAY 2</a:t>
            </a:r>
            <a:endParaRPr sz="2400">
              <a:solidFill>
                <a:schemeClr val="dk2"/>
              </a:solidFill>
              <a:latin typeface="Audiowide"/>
              <a:ea typeface="Audiowide"/>
              <a:cs typeface="Audiowide"/>
              <a:sym typeface="Audiowide"/>
            </a:endParaRPr>
          </a:p>
        </p:txBody>
      </p:sp>
      <p:sp>
        <p:nvSpPr>
          <p:cNvPr id="853" name="Google Shape;853;p60"/>
          <p:cNvSpPr/>
          <p:nvPr/>
        </p:nvSpPr>
        <p:spPr>
          <a:xfrm>
            <a:off x="908262" y="2461919"/>
            <a:ext cx="1853400" cy="764100"/>
          </a:xfrm>
          <a:prstGeom prst="chevron">
            <a:avLst>
              <a:gd fmla="val 19376"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2"/>
                </a:solidFill>
                <a:latin typeface="Audiowide"/>
                <a:ea typeface="Audiowide"/>
                <a:cs typeface="Audiowide"/>
                <a:sym typeface="Audiowide"/>
              </a:rPr>
              <a:t>DAY 1</a:t>
            </a:r>
            <a:endParaRPr sz="2400">
              <a:solidFill>
                <a:schemeClr val="dk2"/>
              </a:solidFill>
              <a:latin typeface="Audiowide"/>
              <a:ea typeface="Audiowide"/>
              <a:cs typeface="Audiowide"/>
              <a:sym typeface="Audiowide"/>
            </a:endParaRPr>
          </a:p>
        </p:txBody>
      </p:sp>
      <p:cxnSp>
        <p:nvCxnSpPr>
          <p:cNvPr id="854" name="Google Shape;854;p60"/>
          <p:cNvCxnSpPr>
            <a:stCxn id="846" idx="2"/>
            <a:endCxn id="853" idx="0"/>
          </p:cNvCxnSpPr>
          <p:nvPr/>
        </p:nvCxnSpPr>
        <p:spPr>
          <a:xfrm rot="5400000">
            <a:off x="1676862" y="2303671"/>
            <a:ext cx="242100" cy="74100"/>
          </a:xfrm>
          <a:prstGeom prst="bentConnector3">
            <a:avLst>
              <a:gd fmla="val 50031" name="adj1"/>
            </a:avLst>
          </a:prstGeom>
          <a:noFill/>
          <a:ln cap="flat" cmpd="sng" w="19050">
            <a:solidFill>
              <a:schemeClr val="dk1"/>
            </a:solidFill>
            <a:prstDash val="solid"/>
            <a:round/>
            <a:headEnd len="med" w="med" type="none"/>
            <a:tailEnd len="med" w="med" type="none"/>
          </a:ln>
        </p:spPr>
      </p:cxnSp>
      <p:sp>
        <p:nvSpPr>
          <p:cNvPr id="855" name="Google Shape;855;p60"/>
          <p:cNvSpPr/>
          <p:nvPr/>
        </p:nvSpPr>
        <p:spPr>
          <a:xfrm rot="5400000">
            <a:off x="8033117" y="3985631"/>
            <a:ext cx="1016018" cy="220717"/>
          </a:xfrm>
          <a:prstGeom prst="rect">
            <a:avLst/>
          </a:prstGeom>
        </p:spPr>
        <p:txBody>
          <a:bodyPr>
            <a:prstTxWarp prst="textPlain"/>
          </a:bodyPr>
          <a:lstStyle/>
          <a:p>
            <a:pPr lvl="0" algn="ctr"/>
            <a:r>
              <a:rPr b="0" i="0">
                <a:ln cap="flat" cmpd="sng" w="19050">
                  <a:solidFill>
                    <a:schemeClr val="dk1"/>
                  </a:solidFill>
                  <a:prstDash val="solid"/>
                  <a:round/>
                  <a:headEnd len="sm" w="sm" type="none"/>
                  <a:tailEnd len="sm" w="sm" type="none"/>
                </a:ln>
                <a:noFill/>
                <a:latin typeface="Audiowide"/>
              </a:rPr>
              <a:t>0022</a:t>
            </a:r>
          </a:p>
        </p:txBody>
      </p:sp>
      <p:grpSp>
        <p:nvGrpSpPr>
          <p:cNvPr id="856" name="Google Shape;856;p60"/>
          <p:cNvGrpSpPr/>
          <p:nvPr/>
        </p:nvGrpSpPr>
        <p:grpSpPr>
          <a:xfrm>
            <a:off x="8119228" y="539503"/>
            <a:ext cx="623100" cy="1197243"/>
            <a:chOff x="8119228" y="539503"/>
            <a:chExt cx="623100" cy="1197243"/>
          </a:xfrm>
        </p:grpSpPr>
        <p:sp>
          <p:nvSpPr>
            <p:cNvPr id="857" name="Google Shape;857;p60"/>
            <p:cNvSpPr/>
            <p:nvPr/>
          </p:nvSpPr>
          <p:spPr>
            <a:xfrm flipH="1" rot="5400000">
              <a:off x="8224228" y="1218646"/>
              <a:ext cx="413100" cy="623100"/>
            </a:xfrm>
            <a:prstGeom prst="chevron">
              <a:avLst>
                <a:gd fmla="val 35069"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60"/>
            <p:cNvSpPr/>
            <p:nvPr/>
          </p:nvSpPr>
          <p:spPr>
            <a:xfrm flipH="1" rot="5400000">
              <a:off x="8224228" y="826574"/>
              <a:ext cx="413100" cy="623100"/>
            </a:xfrm>
            <a:prstGeom prst="chevron">
              <a:avLst>
                <a:gd fmla="val 35069"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60"/>
            <p:cNvSpPr/>
            <p:nvPr/>
          </p:nvSpPr>
          <p:spPr>
            <a:xfrm flipH="1" rot="5400000">
              <a:off x="8224228" y="434503"/>
              <a:ext cx="413100" cy="623100"/>
            </a:xfrm>
            <a:prstGeom prst="chevron">
              <a:avLst>
                <a:gd fmla="val 35069"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860" name="Google Shape;860;p60"/>
          <p:cNvCxnSpPr>
            <a:stCxn id="852" idx="2"/>
            <a:endCxn id="847" idx="0"/>
          </p:cNvCxnSpPr>
          <p:nvPr/>
        </p:nvCxnSpPr>
        <p:spPr>
          <a:xfrm flipH="1" rot="-5400000">
            <a:off x="3499073" y="3312269"/>
            <a:ext cx="246600" cy="74100"/>
          </a:xfrm>
          <a:prstGeom prst="bentConnector3">
            <a:avLst>
              <a:gd fmla="val 49970" name="adj1"/>
            </a:avLst>
          </a:prstGeom>
          <a:noFill/>
          <a:ln cap="flat" cmpd="sng" w="19050">
            <a:solidFill>
              <a:schemeClr val="dk1"/>
            </a:solidFill>
            <a:prstDash val="solid"/>
            <a:round/>
            <a:headEnd len="med" w="med" type="none"/>
            <a:tailEnd len="med" w="med" type="none"/>
          </a:ln>
        </p:spPr>
      </p:cxnSp>
      <p:cxnSp>
        <p:nvCxnSpPr>
          <p:cNvPr id="861" name="Google Shape;861;p60"/>
          <p:cNvCxnSpPr>
            <a:stCxn id="851" idx="0"/>
            <a:endCxn id="848" idx="2"/>
          </p:cNvCxnSpPr>
          <p:nvPr/>
        </p:nvCxnSpPr>
        <p:spPr>
          <a:xfrm rot="-5400000">
            <a:off x="5325718" y="2304269"/>
            <a:ext cx="242100" cy="73200"/>
          </a:xfrm>
          <a:prstGeom prst="bentConnector3">
            <a:avLst>
              <a:gd fmla="val 50031" name="adj1"/>
            </a:avLst>
          </a:prstGeom>
          <a:noFill/>
          <a:ln cap="flat" cmpd="sng" w="19050">
            <a:solidFill>
              <a:schemeClr val="dk1"/>
            </a:solidFill>
            <a:prstDash val="solid"/>
            <a:round/>
            <a:headEnd len="med" w="med" type="none"/>
            <a:tailEnd len="med" w="med" type="none"/>
          </a:ln>
        </p:spPr>
      </p:cxnSp>
      <p:cxnSp>
        <p:nvCxnSpPr>
          <p:cNvPr id="862" name="Google Shape;862;p60"/>
          <p:cNvCxnSpPr>
            <a:stCxn id="850" idx="2"/>
            <a:endCxn id="849" idx="0"/>
          </p:cNvCxnSpPr>
          <p:nvPr/>
        </p:nvCxnSpPr>
        <p:spPr>
          <a:xfrm flipH="1" rot="-5400000">
            <a:off x="7148763" y="3312269"/>
            <a:ext cx="246600" cy="74100"/>
          </a:xfrm>
          <a:prstGeom prst="bentConnector3">
            <a:avLst>
              <a:gd fmla="val 49970" name="adj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 name="Shape 866"/>
        <p:cNvGrpSpPr/>
        <p:nvPr/>
      </p:nvGrpSpPr>
      <p:grpSpPr>
        <a:xfrm>
          <a:off x="0" y="0"/>
          <a:ext cx="0" cy="0"/>
          <a:chOff x="0" y="0"/>
          <a:chExt cx="0" cy="0"/>
        </a:xfrm>
      </p:grpSpPr>
      <p:sp>
        <p:nvSpPr>
          <p:cNvPr id="867" name="Google Shape;867;p6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PREDICTED GROWTH</a:t>
            </a:r>
            <a:endParaRPr/>
          </a:p>
        </p:txBody>
      </p:sp>
      <p:sp>
        <p:nvSpPr>
          <p:cNvPr id="868" name="Google Shape;868;p61"/>
          <p:cNvSpPr txBox="1"/>
          <p:nvPr/>
        </p:nvSpPr>
        <p:spPr>
          <a:xfrm>
            <a:off x="981900" y="4269100"/>
            <a:ext cx="7180200" cy="309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2"/>
                </a:solidFill>
                <a:latin typeface="Titillium Web"/>
                <a:ea typeface="Titillium Web"/>
                <a:cs typeface="Titillium Web"/>
                <a:sym typeface="Titillium Web"/>
              </a:rPr>
              <a:t>Follow the link in the graph to modify its data and then paste the new one here. </a:t>
            </a:r>
            <a:r>
              <a:rPr b="1" lang="en" sz="1200">
                <a:solidFill>
                  <a:schemeClr val="dk2"/>
                </a:solidFill>
                <a:uFill>
                  <a:noFill/>
                </a:uFill>
                <a:latin typeface="Titillium Web"/>
                <a:ea typeface="Titillium Web"/>
                <a:cs typeface="Titillium Web"/>
                <a:sym typeface="Titillium Web"/>
                <a:hlinkClick r:id="rId3">
                  <a:extLst>
                    <a:ext uri="{A12FA001-AC4F-418D-AE19-62706E023703}">
                      <ahyp:hlinkClr val="tx"/>
                    </a:ext>
                  </a:extLst>
                </a:hlinkClick>
              </a:rPr>
              <a:t>For more info, click here</a:t>
            </a:r>
            <a:endParaRPr b="1" sz="1200">
              <a:solidFill>
                <a:schemeClr val="dk2"/>
              </a:solidFill>
              <a:latin typeface="Titillium Web"/>
              <a:ea typeface="Titillium Web"/>
              <a:cs typeface="Titillium Web"/>
              <a:sym typeface="Titillium Web"/>
            </a:endParaRPr>
          </a:p>
        </p:txBody>
      </p:sp>
      <p:pic>
        <p:nvPicPr>
          <p:cNvPr id="869" name="Google Shape;869;p61">
            <a:hlinkClick r:id="rId4"/>
          </p:cNvPr>
          <p:cNvPicPr preferRelativeResize="0"/>
          <p:nvPr/>
        </p:nvPicPr>
        <p:blipFill>
          <a:blip r:embed="rId5">
            <a:alphaModFix/>
          </a:blip>
          <a:stretch>
            <a:fillRect/>
          </a:stretch>
        </p:blipFill>
        <p:spPr>
          <a:xfrm>
            <a:off x="720000" y="1245552"/>
            <a:ext cx="4630248" cy="2863037"/>
          </a:xfrm>
          <a:prstGeom prst="rect">
            <a:avLst/>
          </a:prstGeom>
          <a:noFill/>
          <a:ln>
            <a:noFill/>
          </a:ln>
        </p:spPr>
      </p:pic>
      <p:sp>
        <p:nvSpPr>
          <p:cNvPr id="870" name="Google Shape;870;p61"/>
          <p:cNvSpPr/>
          <p:nvPr/>
        </p:nvSpPr>
        <p:spPr>
          <a:xfrm>
            <a:off x="5454775" y="1673320"/>
            <a:ext cx="2976000" cy="905400"/>
          </a:xfrm>
          <a:prstGeom prst="homePlate">
            <a:avLst>
              <a:gd fmla="val 26214"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dk2"/>
                </a:solidFill>
                <a:latin typeface="Audiowide"/>
                <a:ea typeface="Audiowide"/>
                <a:cs typeface="Audiowide"/>
                <a:sym typeface="Audiowide"/>
              </a:rPr>
              <a:t>$900,000</a:t>
            </a:r>
            <a:endParaRPr sz="3000">
              <a:solidFill>
                <a:schemeClr val="dk2"/>
              </a:solidFill>
              <a:latin typeface="Audiowide"/>
              <a:ea typeface="Audiowide"/>
              <a:cs typeface="Audiowide"/>
              <a:sym typeface="Audiowide"/>
            </a:endParaRPr>
          </a:p>
          <a:p>
            <a:pPr indent="0" lvl="0" marL="0" rtl="0" algn="ctr">
              <a:spcBef>
                <a:spcPts val="0"/>
              </a:spcBef>
              <a:spcAft>
                <a:spcPts val="0"/>
              </a:spcAft>
              <a:buNone/>
            </a:pPr>
            <a:r>
              <a:rPr lang="en">
                <a:solidFill>
                  <a:schemeClr val="dk2"/>
                </a:solidFill>
                <a:latin typeface="Titillium Web"/>
                <a:ea typeface="Titillium Web"/>
                <a:cs typeface="Titillium Web"/>
                <a:sym typeface="Titillium Web"/>
              </a:rPr>
              <a:t>Expected for 2025</a:t>
            </a:r>
            <a:endParaRPr>
              <a:solidFill>
                <a:schemeClr val="dk2"/>
              </a:solidFill>
              <a:latin typeface="Titillium Web"/>
              <a:ea typeface="Titillium Web"/>
              <a:cs typeface="Titillium Web"/>
              <a:sym typeface="Titillium Web"/>
            </a:endParaRPr>
          </a:p>
        </p:txBody>
      </p:sp>
      <p:sp>
        <p:nvSpPr>
          <p:cNvPr id="871" name="Google Shape;871;p61"/>
          <p:cNvSpPr/>
          <p:nvPr/>
        </p:nvSpPr>
        <p:spPr>
          <a:xfrm>
            <a:off x="5454775" y="2776295"/>
            <a:ext cx="2116200" cy="905400"/>
          </a:xfrm>
          <a:prstGeom prst="homePlate">
            <a:avLst>
              <a:gd fmla="val 26214"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dk2"/>
                </a:solidFill>
                <a:latin typeface="Audiowide"/>
                <a:ea typeface="Audiowide"/>
                <a:cs typeface="Audiowide"/>
                <a:sym typeface="Audiowide"/>
              </a:rPr>
              <a:t>100</a:t>
            </a:r>
            <a:endParaRPr sz="3000">
              <a:solidFill>
                <a:schemeClr val="dk2"/>
              </a:solidFill>
              <a:latin typeface="Audiowide"/>
              <a:ea typeface="Audiowide"/>
              <a:cs typeface="Audiowide"/>
              <a:sym typeface="Audiowide"/>
            </a:endParaRPr>
          </a:p>
          <a:p>
            <a:pPr indent="0" lvl="0" marL="0" rtl="0" algn="ctr">
              <a:spcBef>
                <a:spcPts val="0"/>
              </a:spcBef>
              <a:spcAft>
                <a:spcPts val="0"/>
              </a:spcAft>
              <a:buNone/>
            </a:pPr>
            <a:r>
              <a:rPr lang="en">
                <a:solidFill>
                  <a:schemeClr val="dk2"/>
                </a:solidFill>
                <a:latin typeface="Titillium Web"/>
                <a:ea typeface="Titillium Web"/>
                <a:cs typeface="Titillium Web"/>
                <a:sym typeface="Titillium Web"/>
              </a:rPr>
              <a:t>Participants</a:t>
            </a:r>
            <a:endParaRPr>
              <a:solidFill>
                <a:schemeClr val="dk2"/>
              </a:solidFill>
              <a:latin typeface="Titillium Web"/>
              <a:ea typeface="Titillium Web"/>
              <a:cs typeface="Titillium Web"/>
              <a:sym typeface="Titillium Web"/>
            </a:endParaRPr>
          </a:p>
        </p:txBody>
      </p:sp>
      <p:sp>
        <p:nvSpPr>
          <p:cNvPr id="872" name="Google Shape;872;p61"/>
          <p:cNvSpPr/>
          <p:nvPr/>
        </p:nvSpPr>
        <p:spPr>
          <a:xfrm>
            <a:off x="7407660" y="431423"/>
            <a:ext cx="1002229" cy="220717"/>
          </a:xfrm>
          <a:prstGeom prst="rect">
            <a:avLst/>
          </a:prstGeom>
        </p:spPr>
        <p:txBody>
          <a:bodyPr>
            <a:prstTxWarp prst="textPlain"/>
          </a:bodyPr>
          <a:lstStyle/>
          <a:p>
            <a:pPr lvl="0" algn="ctr"/>
            <a:r>
              <a:rPr b="0" i="0">
                <a:ln cap="flat" cmpd="sng" w="19050">
                  <a:solidFill>
                    <a:schemeClr val="dk2"/>
                  </a:solidFill>
                  <a:prstDash val="solid"/>
                  <a:round/>
                  <a:headEnd len="sm" w="sm" type="none"/>
                  <a:tailEnd len="sm" w="sm" type="none"/>
                </a:ln>
                <a:noFill/>
                <a:latin typeface="Audiowide"/>
              </a:rPr>
              <a:t>0023</a:t>
            </a: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 name="Shape 876"/>
        <p:cNvGrpSpPr/>
        <p:nvPr/>
      </p:nvGrpSpPr>
      <p:grpSpPr>
        <a:xfrm>
          <a:off x="0" y="0"/>
          <a:ext cx="0" cy="0"/>
          <a:chOff x="0" y="0"/>
          <a:chExt cx="0" cy="0"/>
        </a:xfrm>
      </p:grpSpPr>
      <p:sp>
        <p:nvSpPr>
          <p:cNvPr id="877" name="Google Shape;877;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lt1"/>
              </a:buClr>
              <a:buSzPts val="1100"/>
              <a:buFont typeface="Arial"/>
              <a:buNone/>
            </a:pPr>
            <a:r>
              <a:rPr lang="en"/>
              <a:t>INVESTMENT</a:t>
            </a:r>
            <a:endParaRPr/>
          </a:p>
        </p:txBody>
      </p:sp>
      <p:graphicFrame>
        <p:nvGraphicFramePr>
          <p:cNvPr id="878" name="Google Shape;878;p62"/>
          <p:cNvGraphicFramePr/>
          <p:nvPr/>
        </p:nvGraphicFramePr>
        <p:xfrm>
          <a:off x="720000" y="1305758"/>
          <a:ext cx="3000000" cy="3000000"/>
        </p:xfrm>
        <a:graphic>
          <a:graphicData uri="http://schemas.openxmlformats.org/drawingml/2006/table">
            <a:tbl>
              <a:tblPr>
                <a:noFill/>
                <a:tableStyleId>{D886A143-5B8B-409E-85FC-669CE8CAFE8F}</a:tableStyleId>
              </a:tblPr>
              <a:tblGrid>
                <a:gridCol w="1926000"/>
                <a:gridCol w="1926000"/>
                <a:gridCol w="1926000"/>
                <a:gridCol w="1926000"/>
              </a:tblGrid>
              <a:tr h="616125">
                <a:tc>
                  <a:txBody>
                    <a:bodyPr/>
                    <a:lstStyle/>
                    <a:p>
                      <a:pPr indent="0" lvl="0" marL="0" rtl="0" algn="l">
                        <a:spcBef>
                          <a:spcPts val="0"/>
                        </a:spcBef>
                        <a:spcAft>
                          <a:spcPts val="0"/>
                        </a:spcAft>
                        <a:buNone/>
                      </a:pPr>
                      <a:r>
                        <a:t/>
                      </a:r>
                      <a:endParaRPr>
                        <a:solidFill>
                          <a:schemeClr val="dk2"/>
                        </a:solidFill>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200">
                          <a:solidFill>
                            <a:schemeClr val="dk1"/>
                          </a:solidFill>
                          <a:latin typeface="Audiowide"/>
                          <a:ea typeface="Audiowide"/>
                          <a:cs typeface="Audiowide"/>
                          <a:sym typeface="Audiowide"/>
                        </a:rPr>
                        <a:t>2020</a:t>
                      </a:r>
                      <a:endParaRPr sz="2200">
                        <a:solidFill>
                          <a:schemeClr val="dk1"/>
                        </a:solidFill>
                        <a:latin typeface="Audiowide"/>
                        <a:ea typeface="Audiowide"/>
                        <a:cs typeface="Audiowide"/>
                        <a:sym typeface="Audiowid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200">
                          <a:solidFill>
                            <a:schemeClr val="dk1"/>
                          </a:solidFill>
                          <a:latin typeface="Audiowide"/>
                          <a:ea typeface="Audiowide"/>
                          <a:cs typeface="Audiowide"/>
                          <a:sym typeface="Audiowide"/>
                        </a:rPr>
                        <a:t>2021</a:t>
                      </a:r>
                      <a:endParaRPr sz="2200">
                        <a:solidFill>
                          <a:schemeClr val="dk1"/>
                        </a:solidFill>
                        <a:latin typeface="Audiowide"/>
                        <a:ea typeface="Audiowide"/>
                        <a:cs typeface="Audiowide"/>
                        <a:sym typeface="Audiowid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200">
                          <a:solidFill>
                            <a:schemeClr val="dk1"/>
                          </a:solidFill>
                          <a:latin typeface="Audiowide"/>
                          <a:ea typeface="Audiowide"/>
                          <a:cs typeface="Audiowide"/>
                          <a:sym typeface="Audiowide"/>
                        </a:rPr>
                        <a:t>2022</a:t>
                      </a:r>
                      <a:endParaRPr sz="2200">
                        <a:solidFill>
                          <a:schemeClr val="dk1"/>
                        </a:solidFill>
                        <a:latin typeface="Audiowide"/>
                        <a:ea typeface="Audiowide"/>
                        <a:cs typeface="Audiowide"/>
                        <a:sym typeface="Audiowid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616125">
                <a:tc>
                  <a:txBody>
                    <a:bodyPr/>
                    <a:lstStyle/>
                    <a:p>
                      <a:pPr indent="0" lvl="0" marL="0" rtl="0" algn="ctr">
                        <a:spcBef>
                          <a:spcPts val="0"/>
                        </a:spcBef>
                        <a:spcAft>
                          <a:spcPts val="0"/>
                        </a:spcAft>
                        <a:buNone/>
                      </a:pPr>
                      <a:r>
                        <a:rPr lang="en" sz="1800">
                          <a:solidFill>
                            <a:schemeClr val="dk1"/>
                          </a:solidFill>
                          <a:latin typeface="Audiowide"/>
                          <a:ea typeface="Audiowide"/>
                          <a:cs typeface="Audiowide"/>
                          <a:sym typeface="Audiowide"/>
                        </a:rPr>
                        <a:t>JUPITER</a:t>
                      </a:r>
                      <a:endParaRPr sz="1800">
                        <a:solidFill>
                          <a:schemeClr val="dk1"/>
                        </a:solidFill>
                        <a:latin typeface="Audiowide"/>
                        <a:ea typeface="Audiowide"/>
                        <a:cs typeface="Audiowide"/>
                        <a:sym typeface="Audiowid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Titillium Web"/>
                          <a:ea typeface="Titillium Web"/>
                          <a:cs typeface="Titillium Web"/>
                          <a:sym typeface="Titillium Web"/>
                        </a:rPr>
                        <a:t>$100,500</a:t>
                      </a:r>
                      <a:endParaRPr>
                        <a:solidFill>
                          <a:schemeClr val="dk2"/>
                        </a:solidFill>
                        <a:latin typeface="Titillium Web"/>
                        <a:ea typeface="Titillium Web"/>
                        <a:cs typeface="Titillium Web"/>
                        <a:sym typeface="Titillium Web"/>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Titillium Web"/>
                          <a:ea typeface="Titillium Web"/>
                          <a:cs typeface="Titillium Web"/>
                          <a:sym typeface="Titillium Web"/>
                        </a:rPr>
                        <a:t>$200,000</a:t>
                      </a:r>
                      <a:endParaRPr>
                        <a:solidFill>
                          <a:schemeClr val="dk2"/>
                        </a:solidFill>
                        <a:latin typeface="Titillium Web"/>
                        <a:ea typeface="Titillium Web"/>
                        <a:cs typeface="Titillium Web"/>
                        <a:sym typeface="Titillium Web"/>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Titillium Web"/>
                          <a:ea typeface="Titillium Web"/>
                          <a:cs typeface="Titillium Web"/>
                          <a:sym typeface="Titillium Web"/>
                        </a:rPr>
                        <a:t>$500,000</a:t>
                      </a:r>
                      <a:endParaRPr>
                        <a:solidFill>
                          <a:schemeClr val="dk2"/>
                        </a:solidFill>
                        <a:latin typeface="Titillium Web"/>
                        <a:ea typeface="Titillium Web"/>
                        <a:cs typeface="Titillium Web"/>
                        <a:sym typeface="Titillium Web"/>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616125">
                <a:tc>
                  <a:txBody>
                    <a:bodyPr/>
                    <a:lstStyle/>
                    <a:p>
                      <a:pPr indent="0" lvl="0" marL="0" rtl="0" algn="ctr">
                        <a:spcBef>
                          <a:spcPts val="0"/>
                        </a:spcBef>
                        <a:spcAft>
                          <a:spcPts val="0"/>
                        </a:spcAft>
                        <a:buNone/>
                      </a:pPr>
                      <a:r>
                        <a:rPr lang="en" sz="1800">
                          <a:solidFill>
                            <a:schemeClr val="dk1"/>
                          </a:solidFill>
                          <a:latin typeface="Audiowide"/>
                          <a:ea typeface="Audiowide"/>
                          <a:cs typeface="Audiowide"/>
                          <a:sym typeface="Audiowide"/>
                        </a:rPr>
                        <a:t>VENUS</a:t>
                      </a:r>
                      <a:endParaRPr sz="1800">
                        <a:solidFill>
                          <a:schemeClr val="dk1"/>
                        </a:solidFill>
                        <a:latin typeface="Audiowide"/>
                        <a:ea typeface="Audiowide"/>
                        <a:cs typeface="Audiowide"/>
                        <a:sym typeface="Audiowid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Titillium Web"/>
                          <a:ea typeface="Titillium Web"/>
                          <a:cs typeface="Titillium Web"/>
                          <a:sym typeface="Titillium Web"/>
                        </a:rPr>
                        <a:t>$50,000</a:t>
                      </a:r>
                      <a:endParaRPr>
                        <a:solidFill>
                          <a:schemeClr val="dk2"/>
                        </a:solidFill>
                        <a:latin typeface="Titillium Web"/>
                        <a:ea typeface="Titillium Web"/>
                        <a:cs typeface="Titillium Web"/>
                        <a:sym typeface="Titillium Web"/>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Titillium Web"/>
                          <a:ea typeface="Titillium Web"/>
                          <a:cs typeface="Titillium Web"/>
                          <a:sym typeface="Titillium Web"/>
                        </a:rPr>
                        <a:t>$150,000</a:t>
                      </a:r>
                      <a:endParaRPr>
                        <a:solidFill>
                          <a:schemeClr val="dk2"/>
                        </a:solidFill>
                        <a:latin typeface="Titillium Web"/>
                        <a:ea typeface="Titillium Web"/>
                        <a:cs typeface="Titillium Web"/>
                        <a:sym typeface="Titillium Web"/>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Titillium Web"/>
                          <a:ea typeface="Titillium Web"/>
                          <a:cs typeface="Titillium Web"/>
                          <a:sym typeface="Titillium Web"/>
                        </a:rPr>
                        <a:t>$250,000</a:t>
                      </a:r>
                      <a:endParaRPr>
                        <a:solidFill>
                          <a:schemeClr val="dk2"/>
                        </a:solidFill>
                        <a:latin typeface="Titillium Web"/>
                        <a:ea typeface="Titillium Web"/>
                        <a:cs typeface="Titillium Web"/>
                        <a:sym typeface="Titillium Web"/>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616125">
                <a:tc>
                  <a:txBody>
                    <a:bodyPr/>
                    <a:lstStyle/>
                    <a:p>
                      <a:pPr indent="0" lvl="0" marL="0" rtl="0" algn="ctr">
                        <a:spcBef>
                          <a:spcPts val="0"/>
                        </a:spcBef>
                        <a:spcAft>
                          <a:spcPts val="0"/>
                        </a:spcAft>
                        <a:buNone/>
                      </a:pPr>
                      <a:r>
                        <a:rPr lang="en" sz="1800">
                          <a:solidFill>
                            <a:schemeClr val="dk1"/>
                          </a:solidFill>
                          <a:latin typeface="Audiowide"/>
                          <a:ea typeface="Audiowide"/>
                          <a:cs typeface="Audiowide"/>
                          <a:sym typeface="Audiowide"/>
                        </a:rPr>
                        <a:t>MERCURY</a:t>
                      </a:r>
                      <a:endParaRPr sz="1800">
                        <a:solidFill>
                          <a:schemeClr val="dk1"/>
                        </a:solidFill>
                        <a:latin typeface="Audiowide"/>
                        <a:ea typeface="Audiowide"/>
                        <a:cs typeface="Audiowide"/>
                        <a:sym typeface="Audiowid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Titillium Web"/>
                          <a:ea typeface="Titillium Web"/>
                          <a:cs typeface="Titillium Web"/>
                          <a:sym typeface="Titillium Web"/>
                        </a:rPr>
                        <a:t>$76,200</a:t>
                      </a:r>
                      <a:endParaRPr>
                        <a:solidFill>
                          <a:schemeClr val="dk2"/>
                        </a:solidFill>
                        <a:latin typeface="Titillium Web"/>
                        <a:ea typeface="Titillium Web"/>
                        <a:cs typeface="Titillium Web"/>
                        <a:sym typeface="Titillium Web"/>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Titillium Web"/>
                          <a:ea typeface="Titillium Web"/>
                          <a:cs typeface="Titillium Web"/>
                          <a:sym typeface="Titillium Web"/>
                        </a:rPr>
                        <a:t>$92,000</a:t>
                      </a:r>
                      <a:endParaRPr>
                        <a:solidFill>
                          <a:schemeClr val="dk2"/>
                        </a:solidFill>
                        <a:latin typeface="Titillium Web"/>
                        <a:ea typeface="Titillium Web"/>
                        <a:cs typeface="Titillium Web"/>
                        <a:sym typeface="Titillium Web"/>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Titillium Web"/>
                          <a:ea typeface="Titillium Web"/>
                          <a:cs typeface="Titillium Web"/>
                          <a:sym typeface="Titillium Web"/>
                        </a:rPr>
                        <a:t>$100,000</a:t>
                      </a:r>
                      <a:endParaRPr>
                        <a:solidFill>
                          <a:schemeClr val="dk2"/>
                        </a:solidFill>
                        <a:latin typeface="Titillium Web"/>
                        <a:ea typeface="Titillium Web"/>
                        <a:cs typeface="Titillium Web"/>
                        <a:sym typeface="Titillium Web"/>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616125">
                <a:tc>
                  <a:txBody>
                    <a:bodyPr/>
                    <a:lstStyle/>
                    <a:p>
                      <a:pPr indent="0" lvl="0" marL="0" rtl="0" algn="ctr">
                        <a:spcBef>
                          <a:spcPts val="0"/>
                        </a:spcBef>
                        <a:spcAft>
                          <a:spcPts val="0"/>
                        </a:spcAft>
                        <a:buNone/>
                      </a:pPr>
                      <a:r>
                        <a:rPr lang="en" sz="1800">
                          <a:solidFill>
                            <a:schemeClr val="dk1"/>
                          </a:solidFill>
                          <a:latin typeface="Audiowide"/>
                          <a:ea typeface="Audiowide"/>
                          <a:cs typeface="Audiowide"/>
                          <a:sym typeface="Audiowide"/>
                        </a:rPr>
                        <a:t>NEPTUNE</a:t>
                      </a:r>
                      <a:endParaRPr sz="1800">
                        <a:solidFill>
                          <a:schemeClr val="dk1"/>
                        </a:solidFill>
                        <a:latin typeface="Audiowide"/>
                        <a:ea typeface="Audiowide"/>
                        <a:cs typeface="Audiowide"/>
                        <a:sym typeface="Audiowid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Titillium Web"/>
                          <a:ea typeface="Titillium Web"/>
                          <a:cs typeface="Titillium Web"/>
                          <a:sym typeface="Titillium Web"/>
                        </a:rPr>
                        <a:t>$35,000</a:t>
                      </a:r>
                      <a:endParaRPr>
                        <a:solidFill>
                          <a:schemeClr val="dk2"/>
                        </a:solidFill>
                        <a:latin typeface="Titillium Web"/>
                        <a:ea typeface="Titillium Web"/>
                        <a:cs typeface="Titillium Web"/>
                        <a:sym typeface="Titillium Web"/>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Titillium Web"/>
                          <a:ea typeface="Titillium Web"/>
                          <a:cs typeface="Titillium Web"/>
                          <a:sym typeface="Titillium Web"/>
                        </a:rPr>
                        <a:t>$50,000</a:t>
                      </a:r>
                      <a:endParaRPr>
                        <a:solidFill>
                          <a:schemeClr val="dk2"/>
                        </a:solidFill>
                        <a:latin typeface="Titillium Web"/>
                        <a:ea typeface="Titillium Web"/>
                        <a:cs typeface="Titillium Web"/>
                        <a:sym typeface="Titillium Web"/>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Titillium Web"/>
                          <a:ea typeface="Titillium Web"/>
                          <a:cs typeface="Titillium Web"/>
                          <a:sym typeface="Titillium Web"/>
                        </a:rPr>
                        <a:t>$75,000</a:t>
                      </a:r>
                      <a:endParaRPr>
                        <a:solidFill>
                          <a:schemeClr val="dk2"/>
                        </a:solidFill>
                        <a:latin typeface="Titillium Web"/>
                        <a:ea typeface="Titillium Web"/>
                        <a:cs typeface="Titillium Web"/>
                        <a:sym typeface="Titillium Web"/>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bl>
          </a:graphicData>
        </a:graphic>
      </p:graphicFrame>
      <p:sp>
        <p:nvSpPr>
          <p:cNvPr id="879" name="Google Shape;879;p62"/>
          <p:cNvSpPr/>
          <p:nvPr/>
        </p:nvSpPr>
        <p:spPr>
          <a:xfrm>
            <a:off x="7407660" y="431423"/>
            <a:ext cx="1016332" cy="220717"/>
          </a:xfrm>
          <a:prstGeom prst="rect">
            <a:avLst/>
          </a:prstGeom>
        </p:spPr>
        <p:txBody>
          <a:bodyPr>
            <a:prstTxWarp prst="textPlain"/>
          </a:bodyPr>
          <a:lstStyle/>
          <a:p>
            <a:pPr lvl="0" algn="ctr"/>
            <a:r>
              <a:rPr b="0" i="0">
                <a:ln cap="flat" cmpd="sng" w="19050">
                  <a:solidFill>
                    <a:schemeClr val="dk2"/>
                  </a:solidFill>
                  <a:prstDash val="solid"/>
                  <a:round/>
                  <a:headEnd len="sm" w="sm" type="none"/>
                  <a:tailEnd len="sm" w="sm" type="none"/>
                </a:ln>
                <a:noFill/>
                <a:latin typeface="Audiowide"/>
              </a:rPr>
              <a:t>0024</a:t>
            </a: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3" name="Shape 883"/>
        <p:cNvGrpSpPr/>
        <p:nvPr/>
      </p:nvGrpSpPr>
      <p:grpSpPr>
        <a:xfrm>
          <a:off x="0" y="0"/>
          <a:ext cx="0" cy="0"/>
          <a:chOff x="0" y="0"/>
          <a:chExt cx="0" cy="0"/>
        </a:xfrm>
      </p:grpSpPr>
      <p:sp>
        <p:nvSpPr>
          <p:cNvPr id="884" name="Google Shape;884;p63"/>
          <p:cNvSpPr txBox="1"/>
          <p:nvPr>
            <p:ph type="title"/>
          </p:nvPr>
        </p:nvSpPr>
        <p:spPr>
          <a:xfrm>
            <a:off x="3314700" y="1539300"/>
            <a:ext cx="5116200" cy="2064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AWESOME WORDS</a:t>
            </a:r>
            <a:endParaRPr/>
          </a:p>
        </p:txBody>
      </p:sp>
      <p:grpSp>
        <p:nvGrpSpPr>
          <p:cNvPr id="885" name="Google Shape;885;p63"/>
          <p:cNvGrpSpPr/>
          <p:nvPr/>
        </p:nvGrpSpPr>
        <p:grpSpPr>
          <a:xfrm>
            <a:off x="578835" y="739744"/>
            <a:ext cx="2297727" cy="3644962"/>
            <a:chOff x="578835" y="739744"/>
            <a:chExt cx="2297727" cy="3644962"/>
          </a:xfrm>
        </p:grpSpPr>
        <p:sp>
          <p:nvSpPr>
            <p:cNvPr id="886" name="Google Shape;886;p63"/>
            <p:cNvSpPr/>
            <p:nvPr/>
          </p:nvSpPr>
          <p:spPr>
            <a:xfrm>
              <a:off x="1040711" y="1435906"/>
              <a:ext cx="1515480" cy="1697702"/>
            </a:xfrm>
            <a:custGeom>
              <a:rect b="b" l="l" r="r" t="t"/>
              <a:pathLst>
                <a:path extrusionOk="0" h="37481" w="33458">
                  <a:moveTo>
                    <a:pt x="9568" y="514"/>
                  </a:moveTo>
                  <a:cubicBezTo>
                    <a:pt x="9733" y="514"/>
                    <a:pt x="9865" y="647"/>
                    <a:pt x="9865" y="812"/>
                  </a:cubicBezTo>
                  <a:cubicBezTo>
                    <a:pt x="9865" y="976"/>
                    <a:pt x="9733" y="1109"/>
                    <a:pt x="9568" y="1109"/>
                  </a:cubicBezTo>
                  <a:cubicBezTo>
                    <a:pt x="9404" y="1109"/>
                    <a:pt x="9271" y="976"/>
                    <a:pt x="9271" y="812"/>
                  </a:cubicBezTo>
                  <a:cubicBezTo>
                    <a:pt x="9271" y="647"/>
                    <a:pt x="9404" y="514"/>
                    <a:pt x="9568" y="514"/>
                  </a:cubicBezTo>
                  <a:close/>
                  <a:moveTo>
                    <a:pt x="9459" y="247"/>
                  </a:moveTo>
                  <a:cubicBezTo>
                    <a:pt x="9471" y="247"/>
                    <a:pt x="9482" y="248"/>
                    <a:pt x="9491" y="249"/>
                  </a:cubicBezTo>
                  <a:cubicBezTo>
                    <a:pt x="9516" y="249"/>
                    <a:pt x="9534" y="253"/>
                    <a:pt x="9548" y="256"/>
                  </a:cubicBezTo>
                  <a:cubicBezTo>
                    <a:pt x="9561" y="257"/>
                    <a:pt x="9568" y="259"/>
                    <a:pt x="9568" y="259"/>
                  </a:cubicBezTo>
                  <a:cubicBezTo>
                    <a:pt x="9568" y="259"/>
                    <a:pt x="9540" y="265"/>
                    <a:pt x="9496" y="280"/>
                  </a:cubicBezTo>
                  <a:cubicBezTo>
                    <a:pt x="9450" y="293"/>
                    <a:pt x="9389" y="323"/>
                    <a:pt x="9329" y="366"/>
                  </a:cubicBezTo>
                  <a:cubicBezTo>
                    <a:pt x="9269" y="412"/>
                    <a:pt x="9208" y="473"/>
                    <a:pt x="9165" y="551"/>
                  </a:cubicBezTo>
                  <a:cubicBezTo>
                    <a:pt x="9141" y="589"/>
                    <a:pt x="9128" y="633"/>
                    <a:pt x="9114" y="676"/>
                  </a:cubicBezTo>
                  <a:cubicBezTo>
                    <a:pt x="9103" y="723"/>
                    <a:pt x="9098" y="757"/>
                    <a:pt x="9097" y="817"/>
                  </a:cubicBezTo>
                  <a:cubicBezTo>
                    <a:pt x="9098" y="856"/>
                    <a:pt x="9103" y="908"/>
                    <a:pt x="9114" y="950"/>
                  </a:cubicBezTo>
                  <a:cubicBezTo>
                    <a:pt x="9128" y="994"/>
                    <a:pt x="9141" y="1037"/>
                    <a:pt x="9165" y="1076"/>
                  </a:cubicBezTo>
                  <a:cubicBezTo>
                    <a:pt x="9208" y="1153"/>
                    <a:pt x="9269" y="1216"/>
                    <a:pt x="9329" y="1260"/>
                  </a:cubicBezTo>
                  <a:cubicBezTo>
                    <a:pt x="9360" y="1283"/>
                    <a:pt x="9391" y="1301"/>
                    <a:pt x="9419" y="1314"/>
                  </a:cubicBezTo>
                  <a:cubicBezTo>
                    <a:pt x="9447" y="1327"/>
                    <a:pt x="9473" y="1340"/>
                    <a:pt x="9496" y="1346"/>
                  </a:cubicBezTo>
                  <a:cubicBezTo>
                    <a:pt x="9541" y="1361"/>
                    <a:pt x="9568" y="1368"/>
                    <a:pt x="9568" y="1368"/>
                  </a:cubicBezTo>
                  <a:cubicBezTo>
                    <a:pt x="9568" y="1368"/>
                    <a:pt x="9561" y="1370"/>
                    <a:pt x="9548" y="1372"/>
                  </a:cubicBezTo>
                  <a:cubicBezTo>
                    <a:pt x="9536" y="1373"/>
                    <a:pt x="9519" y="1379"/>
                    <a:pt x="9498" y="1379"/>
                  </a:cubicBezTo>
                  <a:cubicBezTo>
                    <a:pt x="9496" y="1379"/>
                    <a:pt x="9494" y="1379"/>
                    <a:pt x="9491" y="1378"/>
                  </a:cubicBezTo>
                  <a:cubicBezTo>
                    <a:pt x="9488" y="1379"/>
                    <a:pt x="9483" y="1379"/>
                    <a:pt x="9479" y="1379"/>
                  </a:cubicBezTo>
                  <a:cubicBezTo>
                    <a:pt x="9429" y="1379"/>
                    <a:pt x="9362" y="1371"/>
                    <a:pt x="9285" y="1342"/>
                  </a:cubicBezTo>
                  <a:cubicBezTo>
                    <a:pt x="9203" y="1310"/>
                    <a:pt x="9111" y="1246"/>
                    <a:pt x="9043" y="1153"/>
                  </a:cubicBezTo>
                  <a:cubicBezTo>
                    <a:pt x="9009" y="1107"/>
                    <a:pt x="8981" y="1052"/>
                    <a:pt x="8961" y="996"/>
                  </a:cubicBezTo>
                  <a:cubicBezTo>
                    <a:pt x="8941" y="935"/>
                    <a:pt x="8932" y="880"/>
                    <a:pt x="8930" y="808"/>
                  </a:cubicBezTo>
                  <a:cubicBezTo>
                    <a:pt x="8932" y="759"/>
                    <a:pt x="8941" y="686"/>
                    <a:pt x="8961" y="628"/>
                  </a:cubicBezTo>
                  <a:cubicBezTo>
                    <a:pt x="8981" y="569"/>
                    <a:pt x="9009" y="515"/>
                    <a:pt x="9043" y="471"/>
                  </a:cubicBezTo>
                  <a:cubicBezTo>
                    <a:pt x="9111" y="377"/>
                    <a:pt x="9203" y="314"/>
                    <a:pt x="9285" y="283"/>
                  </a:cubicBezTo>
                  <a:cubicBezTo>
                    <a:pt x="9351" y="257"/>
                    <a:pt x="9412" y="247"/>
                    <a:pt x="9459" y="247"/>
                  </a:cubicBezTo>
                  <a:close/>
                  <a:moveTo>
                    <a:pt x="10051" y="1604"/>
                  </a:moveTo>
                  <a:lnTo>
                    <a:pt x="14717" y="5878"/>
                  </a:lnTo>
                  <a:cubicBezTo>
                    <a:pt x="14214" y="6165"/>
                    <a:pt x="13711" y="6460"/>
                    <a:pt x="13209" y="6767"/>
                  </a:cubicBezTo>
                  <a:cubicBezTo>
                    <a:pt x="12708" y="7074"/>
                    <a:pt x="12215" y="7387"/>
                    <a:pt x="11731" y="7705"/>
                  </a:cubicBezTo>
                  <a:lnTo>
                    <a:pt x="10051" y="1604"/>
                  </a:lnTo>
                  <a:close/>
                  <a:moveTo>
                    <a:pt x="18671" y="5192"/>
                  </a:moveTo>
                  <a:cubicBezTo>
                    <a:pt x="18683" y="5233"/>
                    <a:pt x="18697" y="5271"/>
                    <a:pt x="18712" y="5313"/>
                  </a:cubicBezTo>
                  <a:cubicBezTo>
                    <a:pt x="18743" y="5406"/>
                    <a:pt x="18780" y="5505"/>
                    <a:pt x="18806" y="5614"/>
                  </a:cubicBezTo>
                  <a:cubicBezTo>
                    <a:pt x="18862" y="5831"/>
                    <a:pt x="18928" y="6079"/>
                    <a:pt x="18999" y="6348"/>
                  </a:cubicBezTo>
                  <a:cubicBezTo>
                    <a:pt x="19064" y="6620"/>
                    <a:pt x="19113" y="6918"/>
                    <a:pt x="19176" y="7232"/>
                  </a:cubicBezTo>
                  <a:cubicBezTo>
                    <a:pt x="19210" y="7388"/>
                    <a:pt x="19234" y="7553"/>
                    <a:pt x="19256" y="7718"/>
                  </a:cubicBezTo>
                  <a:cubicBezTo>
                    <a:pt x="19278" y="7885"/>
                    <a:pt x="19303" y="8057"/>
                    <a:pt x="19325" y="8229"/>
                  </a:cubicBezTo>
                  <a:cubicBezTo>
                    <a:pt x="19331" y="8258"/>
                    <a:pt x="19332" y="8288"/>
                    <a:pt x="19337" y="8316"/>
                  </a:cubicBezTo>
                  <a:lnTo>
                    <a:pt x="16901" y="6362"/>
                  </a:lnTo>
                  <a:cubicBezTo>
                    <a:pt x="17475" y="5963"/>
                    <a:pt x="18063" y="5572"/>
                    <a:pt x="18671" y="5192"/>
                  </a:cubicBezTo>
                  <a:close/>
                  <a:moveTo>
                    <a:pt x="13512" y="7263"/>
                  </a:moveTo>
                  <a:cubicBezTo>
                    <a:pt x="13512" y="7263"/>
                    <a:pt x="13383" y="7348"/>
                    <a:pt x="13143" y="7507"/>
                  </a:cubicBezTo>
                  <a:cubicBezTo>
                    <a:pt x="13022" y="7587"/>
                    <a:pt x="12874" y="7685"/>
                    <a:pt x="12700" y="7800"/>
                  </a:cubicBezTo>
                  <a:cubicBezTo>
                    <a:pt x="12528" y="7918"/>
                    <a:pt x="12329" y="8053"/>
                    <a:pt x="12106" y="8206"/>
                  </a:cubicBezTo>
                  <a:cubicBezTo>
                    <a:pt x="12043" y="8249"/>
                    <a:pt x="11976" y="8296"/>
                    <a:pt x="11906" y="8343"/>
                  </a:cubicBezTo>
                  <a:lnTo>
                    <a:pt x="11882" y="8253"/>
                  </a:lnTo>
                  <a:cubicBezTo>
                    <a:pt x="11944" y="8212"/>
                    <a:pt x="12004" y="8173"/>
                    <a:pt x="12062" y="8136"/>
                  </a:cubicBezTo>
                  <a:cubicBezTo>
                    <a:pt x="12518" y="7850"/>
                    <a:pt x="12884" y="7632"/>
                    <a:pt x="13132" y="7489"/>
                  </a:cubicBezTo>
                  <a:cubicBezTo>
                    <a:pt x="13380" y="7342"/>
                    <a:pt x="13512" y="7263"/>
                    <a:pt x="13512" y="7263"/>
                  </a:cubicBezTo>
                  <a:close/>
                  <a:moveTo>
                    <a:pt x="11429" y="8543"/>
                  </a:moveTo>
                  <a:lnTo>
                    <a:pt x="11460" y="8656"/>
                  </a:lnTo>
                  <a:cubicBezTo>
                    <a:pt x="11455" y="8658"/>
                    <a:pt x="11449" y="8662"/>
                    <a:pt x="11447" y="8665"/>
                  </a:cubicBezTo>
                  <a:lnTo>
                    <a:pt x="11423" y="8548"/>
                  </a:lnTo>
                  <a:cubicBezTo>
                    <a:pt x="11425" y="8547"/>
                    <a:pt x="11428" y="8544"/>
                    <a:pt x="11429" y="8543"/>
                  </a:cubicBezTo>
                  <a:close/>
                  <a:moveTo>
                    <a:pt x="16464" y="6673"/>
                  </a:moveTo>
                  <a:lnTo>
                    <a:pt x="19406" y="9034"/>
                  </a:lnTo>
                  <a:lnTo>
                    <a:pt x="19431" y="9307"/>
                  </a:lnTo>
                  <a:cubicBezTo>
                    <a:pt x="19437" y="9375"/>
                    <a:pt x="19440" y="9444"/>
                    <a:pt x="19444" y="9514"/>
                  </a:cubicBezTo>
                  <a:lnTo>
                    <a:pt x="16558" y="6870"/>
                  </a:lnTo>
                  <a:cubicBezTo>
                    <a:pt x="16527" y="6802"/>
                    <a:pt x="16493" y="6737"/>
                    <a:pt x="16464" y="6673"/>
                  </a:cubicBezTo>
                  <a:close/>
                  <a:moveTo>
                    <a:pt x="21595" y="3604"/>
                  </a:moveTo>
                  <a:cubicBezTo>
                    <a:pt x="21606" y="3671"/>
                    <a:pt x="21618" y="3747"/>
                    <a:pt x="21628" y="3831"/>
                  </a:cubicBezTo>
                  <a:cubicBezTo>
                    <a:pt x="21639" y="3922"/>
                    <a:pt x="21649" y="4023"/>
                    <a:pt x="21661" y="4131"/>
                  </a:cubicBezTo>
                  <a:cubicBezTo>
                    <a:pt x="21667" y="4186"/>
                    <a:pt x="21673" y="4244"/>
                    <a:pt x="21679" y="4303"/>
                  </a:cubicBezTo>
                  <a:cubicBezTo>
                    <a:pt x="21682" y="4361"/>
                    <a:pt x="21688" y="4424"/>
                    <a:pt x="21692" y="4487"/>
                  </a:cubicBezTo>
                  <a:cubicBezTo>
                    <a:pt x="21697" y="4615"/>
                    <a:pt x="21709" y="4749"/>
                    <a:pt x="21714" y="4894"/>
                  </a:cubicBezTo>
                  <a:cubicBezTo>
                    <a:pt x="21717" y="5036"/>
                    <a:pt x="21721" y="5187"/>
                    <a:pt x="21725" y="5345"/>
                  </a:cubicBezTo>
                  <a:cubicBezTo>
                    <a:pt x="21725" y="5661"/>
                    <a:pt x="21720" y="6002"/>
                    <a:pt x="21700" y="6365"/>
                  </a:cubicBezTo>
                  <a:cubicBezTo>
                    <a:pt x="21679" y="6724"/>
                    <a:pt x="21647" y="7107"/>
                    <a:pt x="21602" y="7501"/>
                  </a:cubicBezTo>
                  <a:cubicBezTo>
                    <a:pt x="21557" y="7895"/>
                    <a:pt x="21498" y="8300"/>
                    <a:pt x="21431" y="8711"/>
                  </a:cubicBezTo>
                  <a:cubicBezTo>
                    <a:pt x="21367" y="9080"/>
                    <a:pt x="21294" y="9455"/>
                    <a:pt x="21216" y="9829"/>
                  </a:cubicBezTo>
                  <a:lnTo>
                    <a:pt x="19691" y="8605"/>
                  </a:lnTo>
                  <a:cubicBezTo>
                    <a:pt x="19684" y="8468"/>
                    <a:pt x="19677" y="8329"/>
                    <a:pt x="19660" y="8195"/>
                  </a:cubicBezTo>
                  <a:cubicBezTo>
                    <a:pt x="19644" y="8018"/>
                    <a:pt x="19626" y="7843"/>
                    <a:pt x="19610" y="7674"/>
                  </a:cubicBezTo>
                  <a:cubicBezTo>
                    <a:pt x="19594" y="7502"/>
                    <a:pt x="19578" y="7336"/>
                    <a:pt x="19551" y="7173"/>
                  </a:cubicBezTo>
                  <a:cubicBezTo>
                    <a:pt x="19499" y="6851"/>
                    <a:pt x="19462" y="6542"/>
                    <a:pt x="19405" y="6261"/>
                  </a:cubicBezTo>
                  <a:cubicBezTo>
                    <a:pt x="19344" y="5982"/>
                    <a:pt x="19288" y="5724"/>
                    <a:pt x="19237" y="5496"/>
                  </a:cubicBezTo>
                  <a:cubicBezTo>
                    <a:pt x="19215" y="5382"/>
                    <a:pt x="19182" y="5278"/>
                    <a:pt x="19154" y="5180"/>
                  </a:cubicBezTo>
                  <a:cubicBezTo>
                    <a:pt x="19127" y="5092"/>
                    <a:pt x="19102" y="5011"/>
                    <a:pt x="19080" y="4937"/>
                  </a:cubicBezTo>
                  <a:cubicBezTo>
                    <a:pt x="19693" y="4561"/>
                    <a:pt x="20329" y="4196"/>
                    <a:pt x="20981" y="3836"/>
                  </a:cubicBezTo>
                  <a:cubicBezTo>
                    <a:pt x="21191" y="3755"/>
                    <a:pt x="21393" y="3680"/>
                    <a:pt x="21595" y="3604"/>
                  </a:cubicBezTo>
                  <a:close/>
                  <a:moveTo>
                    <a:pt x="31747" y="3421"/>
                  </a:moveTo>
                  <a:lnTo>
                    <a:pt x="31747" y="3421"/>
                  </a:lnTo>
                  <a:cubicBezTo>
                    <a:pt x="32515" y="4861"/>
                    <a:pt x="30581" y="7608"/>
                    <a:pt x="26804" y="10788"/>
                  </a:cubicBezTo>
                  <a:cubicBezTo>
                    <a:pt x="27222" y="10391"/>
                    <a:pt x="27623" y="9977"/>
                    <a:pt x="28010" y="9559"/>
                  </a:cubicBezTo>
                  <a:cubicBezTo>
                    <a:pt x="28209" y="9344"/>
                    <a:pt x="28397" y="9122"/>
                    <a:pt x="28589" y="8907"/>
                  </a:cubicBezTo>
                  <a:cubicBezTo>
                    <a:pt x="28773" y="8685"/>
                    <a:pt x="28952" y="8466"/>
                    <a:pt x="29128" y="8247"/>
                  </a:cubicBezTo>
                  <a:cubicBezTo>
                    <a:pt x="29296" y="8023"/>
                    <a:pt x="29468" y="7806"/>
                    <a:pt x="29625" y="7588"/>
                  </a:cubicBezTo>
                  <a:cubicBezTo>
                    <a:pt x="29778" y="7365"/>
                    <a:pt x="29934" y="7152"/>
                    <a:pt x="30074" y="6935"/>
                  </a:cubicBezTo>
                  <a:cubicBezTo>
                    <a:pt x="30209" y="6716"/>
                    <a:pt x="30349" y="6507"/>
                    <a:pt x="30471" y="6297"/>
                  </a:cubicBezTo>
                  <a:cubicBezTo>
                    <a:pt x="30591" y="6085"/>
                    <a:pt x="30706" y="5881"/>
                    <a:pt x="30816" y="5684"/>
                  </a:cubicBezTo>
                  <a:cubicBezTo>
                    <a:pt x="30917" y="5481"/>
                    <a:pt x="31012" y="5288"/>
                    <a:pt x="31102" y="5104"/>
                  </a:cubicBezTo>
                  <a:cubicBezTo>
                    <a:pt x="31194" y="4918"/>
                    <a:pt x="31262" y="4736"/>
                    <a:pt x="31337" y="4566"/>
                  </a:cubicBezTo>
                  <a:cubicBezTo>
                    <a:pt x="31374" y="4482"/>
                    <a:pt x="31409" y="4400"/>
                    <a:pt x="31442" y="4321"/>
                  </a:cubicBezTo>
                  <a:cubicBezTo>
                    <a:pt x="31470" y="4240"/>
                    <a:pt x="31499" y="4162"/>
                    <a:pt x="31525" y="4086"/>
                  </a:cubicBezTo>
                  <a:cubicBezTo>
                    <a:pt x="31579" y="3935"/>
                    <a:pt x="31626" y="3797"/>
                    <a:pt x="31672" y="3671"/>
                  </a:cubicBezTo>
                  <a:cubicBezTo>
                    <a:pt x="31700" y="3581"/>
                    <a:pt x="31726" y="3499"/>
                    <a:pt x="31747" y="3421"/>
                  </a:cubicBezTo>
                  <a:close/>
                  <a:moveTo>
                    <a:pt x="19728" y="9289"/>
                  </a:moveTo>
                  <a:lnTo>
                    <a:pt x="21097" y="10388"/>
                  </a:lnTo>
                  <a:cubicBezTo>
                    <a:pt x="21055" y="10564"/>
                    <a:pt x="21013" y="10737"/>
                    <a:pt x="20969" y="10910"/>
                  </a:cubicBezTo>
                  <a:lnTo>
                    <a:pt x="19738" y="9780"/>
                  </a:lnTo>
                  <a:cubicBezTo>
                    <a:pt x="19735" y="9616"/>
                    <a:pt x="19734" y="9453"/>
                    <a:pt x="19728" y="9289"/>
                  </a:cubicBezTo>
                  <a:close/>
                  <a:moveTo>
                    <a:pt x="24630" y="2656"/>
                  </a:moveTo>
                  <a:cubicBezTo>
                    <a:pt x="24630" y="2740"/>
                    <a:pt x="24628" y="2837"/>
                    <a:pt x="24626" y="2946"/>
                  </a:cubicBezTo>
                  <a:cubicBezTo>
                    <a:pt x="24610" y="3152"/>
                    <a:pt x="24607" y="3405"/>
                    <a:pt x="24569" y="3694"/>
                  </a:cubicBezTo>
                  <a:cubicBezTo>
                    <a:pt x="24553" y="3837"/>
                    <a:pt x="24541" y="3990"/>
                    <a:pt x="24516" y="4152"/>
                  </a:cubicBezTo>
                  <a:cubicBezTo>
                    <a:pt x="24491" y="4313"/>
                    <a:pt x="24466" y="4482"/>
                    <a:pt x="24439" y="4658"/>
                  </a:cubicBezTo>
                  <a:cubicBezTo>
                    <a:pt x="24406" y="4835"/>
                    <a:pt x="24369" y="5018"/>
                    <a:pt x="24333" y="5207"/>
                  </a:cubicBezTo>
                  <a:cubicBezTo>
                    <a:pt x="24294" y="5396"/>
                    <a:pt x="24246" y="5590"/>
                    <a:pt x="24200" y="5791"/>
                  </a:cubicBezTo>
                  <a:cubicBezTo>
                    <a:pt x="24153" y="5991"/>
                    <a:pt x="24095" y="6194"/>
                    <a:pt x="24042" y="6404"/>
                  </a:cubicBezTo>
                  <a:cubicBezTo>
                    <a:pt x="23984" y="6612"/>
                    <a:pt x="23917" y="6824"/>
                    <a:pt x="23854" y="7039"/>
                  </a:cubicBezTo>
                  <a:cubicBezTo>
                    <a:pt x="23782" y="7252"/>
                    <a:pt x="23713" y="7470"/>
                    <a:pt x="23640" y="7690"/>
                  </a:cubicBezTo>
                  <a:cubicBezTo>
                    <a:pt x="23561" y="7908"/>
                    <a:pt x="23482" y="8128"/>
                    <a:pt x="23401" y="8351"/>
                  </a:cubicBezTo>
                  <a:cubicBezTo>
                    <a:pt x="23233" y="8794"/>
                    <a:pt x="23056" y="9241"/>
                    <a:pt x="22864" y="9683"/>
                  </a:cubicBezTo>
                  <a:cubicBezTo>
                    <a:pt x="22559" y="10392"/>
                    <a:pt x="22226" y="11090"/>
                    <a:pt x="21889" y="11752"/>
                  </a:cubicBezTo>
                  <a:lnTo>
                    <a:pt x="21145" y="11070"/>
                  </a:lnTo>
                  <a:cubicBezTo>
                    <a:pt x="21183" y="10947"/>
                    <a:pt x="21218" y="10822"/>
                    <a:pt x="21252" y="10697"/>
                  </a:cubicBezTo>
                  <a:cubicBezTo>
                    <a:pt x="21309" y="10768"/>
                    <a:pt x="21380" y="10819"/>
                    <a:pt x="21466" y="10838"/>
                  </a:cubicBezTo>
                  <a:cubicBezTo>
                    <a:pt x="21490" y="10843"/>
                    <a:pt x="21515" y="10846"/>
                    <a:pt x="21540" y="10846"/>
                  </a:cubicBezTo>
                  <a:cubicBezTo>
                    <a:pt x="21750" y="10846"/>
                    <a:pt x="21951" y="10656"/>
                    <a:pt x="22010" y="10388"/>
                  </a:cubicBezTo>
                  <a:cubicBezTo>
                    <a:pt x="22076" y="10087"/>
                    <a:pt x="21939" y="9804"/>
                    <a:pt x="21704" y="9751"/>
                  </a:cubicBezTo>
                  <a:cubicBezTo>
                    <a:pt x="21681" y="9747"/>
                    <a:pt x="21658" y="9744"/>
                    <a:pt x="21635" y="9744"/>
                  </a:cubicBezTo>
                  <a:cubicBezTo>
                    <a:pt x="21587" y="9744"/>
                    <a:pt x="21538" y="9755"/>
                    <a:pt x="21493" y="9773"/>
                  </a:cubicBezTo>
                  <a:cubicBezTo>
                    <a:pt x="21575" y="9436"/>
                    <a:pt x="21654" y="9099"/>
                    <a:pt x="21724" y="8764"/>
                  </a:cubicBezTo>
                  <a:cubicBezTo>
                    <a:pt x="21807" y="8351"/>
                    <a:pt x="21882" y="7941"/>
                    <a:pt x="21943" y="7544"/>
                  </a:cubicBezTo>
                  <a:cubicBezTo>
                    <a:pt x="22003" y="7146"/>
                    <a:pt x="22050" y="6758"/>
                    <a:pt x="22084" y="6390"/>
                  </a:cubicBezTo>
                  <a:cubicBezTo>
                    <a:pt x="22119" y="6024"/>
                    <a:pt x="22136" y="5672"/>
                    <a:pt x="22147" y="5348"/>
                  </a:cubicBezTo>
                  <a:cubicBezTo>
                    <a:pt x="22149" y="5186"/>
                    <a:pt x="22151" y="5031"/>
                    <a:pt x="22153" y="4883"/>
                  </a:cubicBezTo>
                  <a:cubicBezTo>
                    <a:pt x="22153" y="4736"/>
                    <a:pt x="22147" y="4595"/>
                    <a:pt x="22144" y="4463"/>
                  </a:cubicBezTo>
                  <a:cubicBezTo>
                    <a:pt x="22143" y="4399"/>
                    <a:pt x="22140" y="4334"/>
                    <a:pt x="22139" y="4272"/>
                  </a:cubicBezTo>
                  <a:cubicBezTo>
                    <a:pt x="22133" y="4211"/>
                    <a:pt x="22131" y="4152"/>
                    <a:pt x="22125" y="4094"/>
                  </a:cubicBezTo>
                  <a:cubicBezTo>
                    <a:pt x="22117" y="3980"/>
                    <a:pt x="22111" y="3875"/>
                    <a:pt x="22102" y="3781"/>
                  </a:cubicBezTo>
                  <a:cubicBezTo>
                    <a:pt x="22089" y="3643"/>
                    <a:pt x="22076" y="3528"/>
                    <a:pt x="22064" y="3436"/>
                  </a:cubicBezTo>
                  <a:cubicBezTo>
                    <a:pt x="22947" y="3124"/>
                    <a:pt x="23807" y="2862"/>
                    <a:pt x="24630" y="2656"/>
                  </a:cubicBezTo>
                  <a:close/>
                  <a:moveTo>
                    <a:pt x="27978" y="2121"/>
                  </a:moveTo>
                  <a:cubicBezTo>
                    <a:pt x="27965" y="2235"/>
                    <a:pt x="27949" y="2365"/>
                    <a:pt x="27920" y="2521"/>
                  </a:cubicBezTo>
                  <a:cubicBezTo>
                    <a:pt x="27870" y="2752"/>
                    <a:pt x="27830" y="3033"/>
                    <a:pt x="27741" y="3348"/>
                  </a:cubicBezTo>
                  <a:cubicBezTo>
                    <a:pt x="27665" y="3668"/>
                    <a:pt x="27555" y="4023"/>
                    <a:pt x="27432" y="4408"/>
                  </a:cubicBezTo>
                  <a:cubicBezTo>
                    <a:pt x="27363" y="4600"/>
                    <a:pt x="27291" y="4797"/>
                    <a:pt x="27217" y="5004"/>
                  </a:cubicBezTo>
                  <a:cubicBezTo>
                    <a:pt x="27134" y="5207"/>
                    <a:pt x="27050" y="5417"/>
                    <a:pt x="26962" y="5634"/>
                  </a:cubicBezTo>
                  <a:cubicBezTo>
                    <a:pt x="26870" y="5848"/>
                    <a:pt x="26769" y="6065"/>
                    <a:pt x="26668" y="6288"/>
                  </a:cubicBezTo>
                  <a:cubicBezTo>
                    <a:pt x="26561" y="6508"/>
                    <a:pt x="26449" y="6733"/>
                    <a:pt x="26338" y="6961"/>
                  </a:cubicBezTo>
                  <a:cubicBezTo>
                    <a:pt x="26218" y="7186"/>
                    <a:pt x="26096" y="7415"/>
                    <a:pt x="25971" y="7646"/>
                  </a:cubicBezTo>
                  <a:cubicBezTo>
                    <a:pt x="25841" y="7874"/>
                    <a:pt x="25713" y="8108"/>
                    <a:pt x="25575" y="8337"/>
                  </a:cubicBezTo>
                  <a:cubicBezTo>
                    <a:pt x="25300" y="8798"/>
                    <a:pt x="25012" y="9261"/>
                    <a:pt x="24709" y="9714"/>
                  </a:cubicBezTo>
                  <a:cubicBezTo>
                    <a:pt x="24408" y="10172"/>
                    <a:pt x="24091" y="10615"/>
                    <a:pt x="23776" y="11051"/>
                  </a:cubicBezTo>
                  <a:cubicBezTo>
                    <a:pt x="23619" y="11267"/>
                    <a:pt x="23455" y="11481"/>
                    <a:pt x="23298" y="11690"/>
                  </a:cubicBezTo>
                  <a:cubicBezTo>
                    <a:pt x="23135" y="11899"/>
                    <a:pt x="22978" y="12105"/>
                    <a:pt x="22817" y="12304"/>
                  </a:cubicBezTo>
                  <a:cubicBezTo>
                    <a:pt x="22770" y="12363"/>
                    <a:pt x="22724" y="12418"/>
                    <a:pt x="22680" y="12476"/>
                  </a:cubicBezTo>
                  <a:lnTo>
                    <a:pt x="22022" y="11872"/>
                  </a:lnTo>
                  <a:cubicBezTo>
                    <a:pt x="22388" y="11207"/>
                    <a:pt x="22754" y="10502"/>
                    <a:pt x="23091" y="9782"/>
                  </a:cubicBezTo>
                  <a:cubicBezTo>
                    <a:pt x="23299" y="9343"/>
                    <a:pt x="23492" y="8897"/>
                    <a:pt x="23676" y="8455"/>
                  </a:cubicBezTo>
                  <a:cubicBezTo>
                    <a:pt x="23765" y="8233"/>
                    <a:pt x="23852" y="8012"/>
                    <a:pt x="23938" y="7795"/>
                  </a:cubicBezTo>
                  <a:cubicBezTo>
                    <a:pt x="24019" y="7573"/>
                    <a:pt x="24098" y="7356"/>
                    <a:pt x="24176" y="7141"/>
                  </a:cubicBezTo>
                  <a:cubicBezTo>
                    <a:pt x="24247" y="6925"/>
                    <a:pt x="24321" y="6714"/>
                    <a:pt x="24387" y="6502"/>
                  </a:cubicBezTo>
                  <a:cubicBezTo>
                    <a:pt x="24448" y="6291"/>
                    <a:pt x="24516" y="6085"/>
                    <a:pt x="24569" y="5883"/>
                  </a:cubicBezTo>
                  <a:cubicBezTo>
                    <a:pt x="24622" y="5680"/>
                    <a:pt x="24679" y="5482"/>
                    <a:pt x="24724" y="5290"/>
                  </a:cubicBezTo>
                  <a:cubicBezTo>
                    <a:pt x="24768" y="5097"/>
                    <a:pt x="24810" y="4910"/>
                    <a:pt x="24850" y="4730"/>
                  </a:cubicBezTo>
                  <a:cubicBezTo>
                    <a:pt x="24884" y="4549"/>
                    <a:pt x="24916" y="4377"/>
                    <a:pt x="24945" y="4212"/>
                  </a:cubicBezTo>
                  <a:cubicBezTo>
                    <a:pt x="24978" y="4048"/>
                    <a:pt x="24992" y="3888"/>
                    <a:pt x="25017" y="3741"/>
                  </a:cubicBezTo>
                  <a:cubicBezTo>
                    <a:pt x="25064" y="3445"/>
                    <a:pt x="25074" y="3182"/>
                    <a:pt x="25098" y="2967"/>
                  </a:cubicBezTo>
                  <a:cubicBezTo>
                    <a:pt x="25112" y="2789"/>
                    <a:pt x="25115" y="2645"/>
                    <a:pt x="25119" y="2533"/>
                  </a:cubicBezTo>
                  <a:cubicBezTo>
                    <a:pt x="25174" y="2520"/>
                    <a:pt x="25229" y="2507"/>
                    <a:pt x="25285" y="2494"/>
                  </a:cubicBezTo>
                  <a:cubicBezTo>
                    <a:pt x="26275" y="2277"/>
                    <a:pt x="27176" y="2155"/>
                    <a:pt x="27978" y="2121"/>
                  </a:cubicBezTo>
                  <a:close/>
                  <a:moveTo>
                    <a:pt x="11427" y="11120"/>
                  </a:moveTo>
                  <a:lnTo>
                    <a:pt x="11799" y="12927"/>
                  </a:lnTo>
                  <a:cubicBezTo>
                    <a:pt x="11776" y="12911"/>
                    <a:pt x="11750" y="12895"/>
                    <a:pt x="11725" y="12878"/>
                  </a:cubicBezTo>
                  <a:cubicBezTo>
                    <a:pt x="11582" y="12777"/>
                    <a:pt x="11440" y="12677"/>
                    <a:pt x="11302" y="12582"/>
                  </a:cubicBezTo>
                  <a:cubicBezTo>
                    <a:pt x="11163" y="12485"/>
                    <a:pt x="11029" y="12391"/>
                    <a:pt x="10904" y="12289"/>
                  </a:cubicBezTo>
                  <a:cubicBezTo>
                    <a:pt x="10802" y="12207"/>
                    <a:pt x="10701" y="12130"/>
                    <a:pt x="10602" y="12053"/>
                  </a:cubicBezTo>
                  <a:cubicBezTo>
                    <a:pt x="10872" y="11736"/>
                    <a:pt x="11146" y="11425"/>
                    <a:pt x="11427" y="11120"/>
                  </a:cubicBezTo>
                  <a:close/>
                  <a:moveTo>
                    <a:pt x="28474" y="2121"/>
                  </a:moveTo>
                  <a:cubicBezTo>
                    <a:pt x="29782" y="2129"/>
                    <a:pt x="30773" y="2410"/>
                    <a:pt x="31364" y="2948"/>
                  </a:cubicBezTo>
                  <a:cubicBezTo>
                    <a:pt x="31364" y="2951"/>
                    <a:pt x="31363" y="2956"/>
                    <a:pt x="31362" y="2963"/>
                  </a:cubicBezTo>
                  <a:cubicBezTo>
                    <a:pt x="31327" y="3095"/>
                    <a:pt x="31286" y="3289"/>
                    <a:pt x="31215" y="3532"/>
                  </a:cubicBezTo>
                  <a:cubicBezTo>
                    <a:pt x="31176" y="3653"/>
                    <a:pt x="31133" y="3788"/>
                    <a:pt x="31086" y="3931"/>
                  </a:cubicBezTo>
                  <a:cubicBezTo>
                    <a:pt x="31062" y="4004"/>
                    <a:pt x="31038" y="4080"/>
                    <a:pt x="31012" y="4158"/>
                  </a:cubicBezTo>
                  <a:cubicBezTo>
                    <a:pt x="30982" y="4236"/>
                    <a:pt x="30951" y="4314"/>
                    <a:pt x="30918" y="4399"/>
                  </a:cubicBezTo>
                  <a:cubicBezTo>
                    <a:pt x="30851" y="4562"/>
                    <a:pt x="30790" y="4741"/>
                    <a:pt x="30705" y="4922"/>
                  </a:cubicBezTo>
                  <a:cubicBezTo>
                    <a:pt x="30622" y="5104"/>
                    <a:pt x="30534" y="5293"/>
                    <a:pt x="30442" y="5490"/>
                  </a:cubicBezTo>
                  <a:cubicBezTo>
                    <a:pt x="30340" y="5684"/>
                    <a:pt x="30232" y="5887"/>
                    <a:pt x="30122" y="6095"/>
                  </a:cubicBezTo>
                  <a:cubicBezTo>
                    <a:pt x="30008" y="6301"/>
                    <a:pt x="29878" y="6510"/>
                    <a:pt x="29752" y="6726"/>
                  </a:cubicBezTo>
                  <a:cubicBezTo>
                    <a:pt x="29621" y="6941"/>
                    <a:pt x="29474" y="7154"/>
                    <a:pt x="29328" y="7377"/>
                  </a:cubicBezTo>
                  <a:cubicBezTo>
                    <a:pt x="29179" y="7597"/>
                    <a:pt x="29018" y="7814"/>
                    <a:pt x="28858" y="8039"/>
                  </a:cubicBezTo>
                  <a:cubicBezTo>
                    <a:pt x="28689" y="8257"/>
                    <a:pt x="28517" y="8478"/>
                    <a:pt x="28343" y="8703"/>
                  </a:cubicBezTo>
                  <a:cubicBezTo>
                    <a:pt x="28160" y="8919"/>
                    <a:pt x="27980" y="9143"/>
                    <a:pt x="27790" y="9362"/>
                  </a:cubicBezTo>
                  <a:cubicBezTo>
                    <a:pt x="27407" y="9797"/>
                    <a:pt x="27007" y="10233"/>
                    <a:pt x="26589" y="10650"/>
                  </a:cubicBezTo>
                  <a:lnTo>
                    <a:pt x="26277" y="10963"/>
                  </a:lnTo>
                  <a:lnTo>
                    <a:pt x="25958" y="11269"/>
                  </a:lnTo>
                  <a:cubicBezTo>
                    <a:pt x="25748" y="11476"/>
                    <a:pt x="25528" y="11668"/>
                    <a:pt x="25313" y="11866"/>
                  </a:cubicBezTo>
                  <a:cubicBezTo>
                    <a:pt x="25098" y="12061"/>
                    <a:pt x="24878" y="12249"/>
                    <a:pt x="24663" y="12438"/>
                  </a:cubicBezTo>
                  <a:cubicBezTo>
                    <a:pt x="24482" y="12590"/>
                    <a:pt x="24305" y="12743"/>
                    <a:pt x="24125" y="12891"/>
                  </a:cubicBezTo>
                  <a:cubicBezTo>
                    <a:pt x="23942" y="13025"/>
                    <a:pt x="23757" y="13160"/>
                    <a:pt x="23568" y="13295"/>
                  </a:cubicBezTo>
                  <a:lnTo>
                    <a:pt x="22790" y="12582"/>
                  </a:lnTo>
                  <a:cubicBezTo>
                    <a:pt x="22840" y="12523"/>
                    <a:pt x="22889" y="12465"/>
                    <a:pt x="22938" y="12408"/>
                  </a:cubicBezTo>
                  <a:cubicBezTo>
                    <a:pt x="23104" y="12210"/>
                    <a:pt x="23269" y="12007"/>
                    <a:pt x="23439" y="11803"/>
                  </a:cubicBezTo>
                  <a:cubicBezTo>
                    <a:pt x="23602" y="11595"/>
                    <a:pt x="23773" y="11387"/>
                    <a:pt x="23937" y="11173"/>
                  </a:cubicBezTo>
                  <a:cubicBezTo>
                    <a:pt x="24267" y="10745"/>
                    <a:pt x="24599" y="10307"/>
                    <a:pt x="24914" y="9857"/>
                  </a:cubicBezTo>
                  <a:cubicBezTo>
                    <a:pt x="25233" y="9410"/>
                    <a:pt x="25536" y="8951"/>
                    <a:pt x="25828" y="8494"/>
                  </a:cubicBezTo>
                  <a:cubicBezTo>
                    <a:pt x="25973" y="8266"/>
                    <a:pt x="26110" y="8032"/>
                    <a:pt x="26248" y="7808"/>
                  </a:cubicBezTo>
                  <a:cubicBezTo>
                    <a:pt x="26381" y="7576"/>
                    <a:pt x="26510" y="7348"/>
                    <a:pt x="26637" y="7125"/>
                  </a:cubicBezTo>
                  <a:cubicBezTo>
                    <a:pt x="26758" y="6896"/>
                    <a:pt x="26876" y="6669"/>
                    <a:pt x="26992" y="6449"/>
                  </a:cubicBezTo>
                  <a:cubicBezTo>
                    <a:pt x="27099" y="6225"/>
                    <a:pt x="27208" y="6006"/>
                    <a:pt x="27309" y="5791"/>
                  </a:cubicBezTo>
                  <a:cubicBezTo>
                    <a:pt x="27405" y="5574"/>
                    <a:pt x="27497" y="5361"/>
                    <a:pt x="27588" y="5157"/>
                  </a:cubicBezTo>
                  <a:cubicBezTo>
                    <a:pt x="27670" y="4949"/>
                    <a:pt x="27749" y="4748"/>
                    <a:pt x="27824" y="4553"/>
                  </a:cubicBezTo>
                  <a:cubicBezTo>
                    <a:pt x="27963" y="4160"/>
                    <a:pt x="28088" y="3800"/>
                    <a:pt x="28174" y="3469"/>
                  </a:cubicBezTo>
                  <a:cubicBezTo>
                    <a:pt x="28274" y="3146"/>
                    <a:pt x="28327" y="2853"/>
                    <a:pt x="28386" y="2615"/>
                  </a:cubicBezTo>
                  <a:cubicBezTo>
                    <a:pt x="28429" y="2412"/>
                    <a:pt x="28453" y="2245"/>
                    <a:pt x="28474" y="2121"/>
                  </a:cubicBezTo>
                  <a:close/>
                  <a:moveTo>
                    <a:pt x="11978" y="10536"/>
                  </a:moveTo>
                  <a:lnTo>
                    <a:pt x="12812" y="13569"/>
                  </a:lnTo>
                  <a:cubicBezTo>
                    <a:pt x="12753" y="13533"/>
                    <a:pt x="12693" y="13499"/>
                    <a:pt x="12635" y="13463"/>
                  </a:cubicBezTo>
                  <a:lnTo>
                    <a:pt x="12403" y="13317"/>
                  </a:lnTo>
                  <a:lnTo>
                    <a:pt x="11856" y="10659"/>
                  </a:lnTo>
                  <a:cubicBezTo>
                    <a:pt x="11897" y="10619"/>
                    <a:pt x="11938" y="10577"/>
                    <a:pt x="11978" y="10536"/>
                  </a:cubicBezTo>
                  <a:close/>
                  <a:moveTo>
                    <a:pt x="10347" y="12362"/>
                  </a:moveTo>
                  <a:cubicBezTo>
                    <a:pt x="10456" y="12438"/>
                    <a:pt x="10567" y="12518"/>
                    <a:pt x="10681" y="12602"/>
                  </a:cubicBezTo>
                  <a:cubicBezTo>
                    <a:pt x="10812" y="12700"/>
                    <a:pt x="10953" y="12790"/>
                    <a:pt x="11099" y="12882"/>
                  </a:cubicBezTo>
                  <a:cubicBezTo>
                    <a:pt x="11243" y="12974"/>
                    <a:pt x="11390" y="13068"/>
                    <a:pt x="11541" y="13164"/>
                  </a:cubicBezTo>
                  <a:cubicBezTo>
                    <a:pt x="11652" y="13240"/>
                    <a:pt x="11772" y="13309"/>
                    <a:pt x="11891" y="13377"/>
                  </a:cubicBezTo>
                  <a:lnTo>
                    <a:pt x="12286" y="15292"/>
                  </a:lnTo>
                  <a:cubicBezTo>
                    <a:pt x="11917" y="15194"/>
                    <a:pt x="11551" y="15087"/>
                    <a:pt x="11193" y="14975"/>
                  </a:cubicBezTo>
                  <a:cubicBezTo>
                    <a:pt x="10797" y="14848"/>
                    <a:pt x="10407" y="14715"/>
                    <a:pt x="10038" y="14576"/>
                  </a:cubicBezTo>
                  <a:cubicBezTo>
                    <a:pt x="9667" y="14437"/>
                    <a:pt x="9313" y="14292"/>
                    <a:pt x="8983" y="14144"/>
                  </a:cubicBezTo>
                  <a:cubicBezTo>
                    <a:pt x="8983" y="14144"/>
                    <a:pt x="8980" y="14144"/>
                    <a:pt x="8980" y="14143"/>
                  </a:cubicBezTo>
                  <a:cubicBezTo>
                    <a:pt x="9419" y="13525"/>
                    <a:pt x="9876" y="12933"/>
                    <a:pt x="10347" y="12362"/>
                  </a:cubicBezTo>
                  <a:close/>
                  <a:moveTo>
                    <a:pt x="12486" y="13721"/>
                  </a:moveTo>
                  <a:lnTo>
                    <a:pt x="12486" y="13721"/>
                  </a:lnTo>
                  <a:cubicBezTo>
                    <a:pt x="12627" y="13800"/>
                    <a:pt x="12772" y="13875"/>
                    <a:pt x="12917" y="13953"/>
                  </a:cubicBezTo>
                  <a:lnTo>
                    <a:pt x="13362" y="15563"/>
                  </a:lnTo>
                  <a:cubicBezTo>
                    <a:pt x="13258" y="15539"/>
                    <a:pt x="13154" y="15516"/>
                    <a:pt x="13050" y="15491"/>
                  </a:cubicBezTo>
                  <a:cubicBezTo>
                    <a:pt x="12987" y="15437"/>
                    <a:pt x="12910" y="15395"/>
                    <a:pt x="12825" y="15366"/>
                  </a:cubicBezTo>
                  <a:lnTo>
                    <a:pt x="12486" y="13721"/>
                  </a:lnTo>
                  <a:close/>
                  <a:moveTo>
                    <a:pt x="22456" y="12969"/>
                  </a:moveTo>
                  <a:lnTo>
                    <a:pt x="23141" y="13597"/>
                  </a:lnTo>
                  <a:cubicBezTo>
                    <a:pt x="22097" y="14335"/>
                    <a:pt x="20976" y="15080"/>
                    <a:pt x="19786" y="15825"/>
                  </a:cubicBezTo>
                  <a:cubicBezTo>
                    <a:pt x="20096" y="15514"/>
                    <a:pt x="20504" y="15099"/>
                    <a:pt x="20973" y="14594"/>
                  </a:cubicBezTo>
                  <a:cubicBezTo>
                    <a:pt x="21003" y="14563"/>
                    <a:pt x="21034" y="14531"/>
                    <a:pt x="21064" y="14498"/>
                  </a:cubicBezTo>
                  <a:cubicBezTo>
                    <a:pt x="21348" y="14200"/>
                    <a:pt x="21653" y="13874"/>
                    <a:pt x="21965" y="13524"/>
                  </a:cubicBezTo>
                  <a:cubicBezTo>
                    <a:pt x="22128" y="13345"/>
                    <a:pt x="22290" y="13161"/>
                    <a:pt x="22456" y="12969"/>
                  </a:cubicBezTo>
                  <a:close/>
                  <a:moveTo>
                    <a:pt x="21763" y="12335"/>
                  </a:moveTo>
                  <a:lnTo>
                    <a:pt x="22355" y="12878"/>
                  </a:lnTo>
                  <a:cubicBezTo>
                    <a:pt x="22195" y="13074"/>
                    <a:pt x="22037" y="13264"/>
                    <a:pt x="21880" y="13448"/>
                  </a:cubicBezTo>
                  <a:cubicBezTo>
                    <a:pt x="21705" y="13654"/>
                    <a:pt x="21533" y="13851"/>
                    <a:pt x="21367" y="14041"/>
                  </a:cubicBezTo>
                  <a:cubicBezTo>
                    <a:pt x="20550" y="14946"/>
                    <a:pt x="19865" y="15635"/>
                    <a:pt x="19465" y="16024"/>
                  </a:cubicBezTo>
                  <a:lnTo>
                    <a:pt x="19425" y="16049"/>
                  </a:lnTo>
                  <a:cubicBezTo>
                    <a:pt x="19657" y="15718"/>
                    <a:pt x="20014" y="15185"/>
                    <a:pt x="20440" y="14505"/>
                  </a:cubicBezTo>
                  <a:cubicBezTo>
                    <a:pt x="20457" y="14480"/>
                    <a:pt x="20472" y="14457"/>
                    <a:pt x="20488" y="14431"/>
                  </a:cubicBezTo>
                  <a:cubicBezTo>
                    <a:pt x="20880" y="13828"/>
                    <a:pt x="21320" y="13115"/>
                    <a:pt x="21763" y="12335"/>
                  </a:cubicBezTo>
                  <a:close/>
                  <a:moveTo>
                    <a:pt x="20981" y="11617"/>
                  </a:moveTo>
                  <a:lnTo>
                    <a:pt x="21645" y="12224"/>
                  </a:lnTo>
                  <a:cubicBezTo>
                    <a:pt x="21303" y="12874"/>
                    <a:pt x="20962" y="13478"/>
                    <a:pt x="20647" y="14014"/>
                  </a:cubicBezTo>
                  <a:cubicBezTo>
                    <a:pt x="20077" y="14948"/>
                    <a:pt x="19597" y="15660"/>
                    <a:pt x="19321" y="16053"/>
                  </a:cubicBezTo>
                  <a:cubicBezTo>
                    <a:pt x="19465" y="15722"/>
                    <a:pt x="19688" y="15190"/>
                    <a:pt x="19947" y="14512"/>
                  </a:cubicBezTo>
                  <a:cubicBezTo>
                    <a:pt x="19954" y="14497"/>
                    <a:pt x="19959" y="14482"/>
                    <a:pt x="19966" y="14466"/>
                  </a:cubicBezTo>
                  <a:cubicBezTo>
                    <a:pt x="20286" y="13671"/>
                    <a:pt x="20648" y="12683"/>
                    <a:pt x="20981" y="11617"/>
                  </a:cubicBezTo>
                  <a:close/>
                  <a:moveTo>
                    <a:pt x="19740" y="10481"/>
                  </a:moveTo>
                  <a:lnTo>
                    <a:pt x="20823" y="11474"/>
                  </a:lnTo>
                  <a:cubicBezTo>
                    <a:pt x="20741" y="11778"/>
                    <a:pt x="20658" y="12079"/>
                    <a:pt x="20573" y="12369"/>
                  </a:cubicBezTo>
                  <a:cubicBezTo>
                    <a:pt x="20385" y="13002"/>
                    <a:pt x="20189" y="13596"/>
                    <a:pt x="20006" y="14122"/>
                  </a:cubicBezTo>
                  <a:cubicBezTo>
                    <a:pt x="19671" y="15033"/>
                    <a:pt x="19376" y="15727"/>
                    <a:pt x="19211" y="16098"/>
                  </a:cubicBezTo>
                  <a:cubicBezTo>
                    <a:pt x="19265" y="15780"/>
                    <a:pt x="19348" y="15242"/>
                    <a:pt x="19426" y="14552"/>
                  </a:cubicBezTo>
                  <a:cubicBezTo>
                    <a:pt x="19462" y="14274"/>
                    <a:pt x="19505" y="13973"/>
                    <a:pt x="19538" y="13652"/>
                  </a:cubicBezTo>
                  <a:cubicBezTo>
                    <a:pt x="19554" y="13491"/>
                    <a:pt x="19572" y="13325"/>
                    <a:pt x="19591" y="13156"/>
                  </a:cubicBezTo>
                  <a:cubicBezTo>
                    <a:pt x="19606" y="12986"/>
                    <a:pt x="19619" y="12813"/>
                    <a:pt x="19634" y="12637"/>
                  </a:cubicBezTo>
                  <a:cubicBezTo>
                    <a:pt x="19668" y="12284"/>
                    <a:pt x="19684" y="11919"/>
                    <a:pt x="19707" y="11548"/>
                  </a:cubicBezTo>
                  <a:cubicBezTo>
                    <a:pt x="19727" y="11195"/>
                    <a:pt x="19731" y="10838"/>
                    <a:pt x="19740" y="10481"/>
                  </a:cubicBezTo>
                  <a:close/>
                  <a:moveTo>
                    <a:pt x="17103" y="8065"/>
                  </a:moveTo>
                  <a:lnTo>
                    <a:pt x="19484" y="10246"/>
                  </a:lnTo>
                  <a:cubicBezTo>
                    <a:pt x="19487" y="10306"/>
                    <a:pt x="19489" y="10364"/>
                    <a:pt x="19492" y="10423"/>
                  </a:cubicBezTo>
                  <a:cubicBezTo>
                    <a:pt x="19496" y="10797"/>
                    <a:pt x="19509" y="11173"/>
                    <a:pt x="19504" y="11543"/>
                  </a:cubicBezTo>
                  <a:cubicBezTo>
                    <a:pt x="19497" y="11912"/>
                    <a:pt x="19497" y="12276"/>
                    <a:pt x="19477" y="12629"/>
                  </a:cubicBezTo>
                  <a:cubicBezTo>
                    <a:pt x="19468" y="12805"/>
                    <a:pt x="19462" y="12978"/>
                    <a:pt x="19454" y="13147"/>
                  </a:cubicBezTo>
                  <a:cubicBezTo>
                    <a:pt x="19444" y="13317"/>
                    <a:pt x="19433" y="13483"/>
                    <a:pt x="19421" y="13644"/>
                  </a:cubicBezTo>
                  <a:cubicBezTo>
                    <a:pt x="19407" y="13893"/>
                    <a:pt x="19384" y="14130"/>
                    <a:pt x="19364" y="14356"/>
                  </a:cubicBezTo>
                  <a:cubicBezTo>
                    <a:pt x="19274" y="15178"/>
                    <a:pt x="19176" y="15808"/>
                    <a:pt x="19119" y="16143"/>
                  </a:cubicBezTo>
                  <a:cubicBezTo>
                    <a:pt x="19078" y="15848"/>
                    <a:pt x="19003" y="15326"/>
                    <a:pt x="18881" y="14653"/>
                  </a:cubicBezTo>
                  <a:cubicBezTo>
                    <a:pt x="18841" y="14408"/>
                    <a:pt x="18799" y="14143"/>
                    <a:pt x="18745" y="13865"/>
                  </a:cubicBezTo>
                  <a:cubicBezTo>
                    <a:pt x="18693" y="13569"/>
                    <a:pt x="18631" y="13260"/>
                    <a:pt x="18564" y="12939"/>
                  </a:cubicBezTo>
                  <a:cubicBezTo>
                    <a:pt x="18501" y="12618"/>
                    <a:pt x="18418" y="12291"/>
                    <a:pt x="18344" y="11955"/>
                  </a:cubicBezTo>
                  <a:cubicBezTo>
                    <a:pt x="18262" y="11623"/>
                    <a:pt x="18175" y="11284"/>
                    <a:pt x="18083" y="10947"/>
                  </a:cubicBezTo>
                  <a:cubicBezTo>
                    <a:pt x="17983" y="10612"/>
                    <a:pt x="17895" y="10274"/>
                    <a:pt x="17786" y="9946"/>
                  </a:cubicBezTo>
                  <a:cubicBezTo>
                    <a:pt x="17675" y="9621"/>
                    <a:pt x="17581" y="9293"/>
                    <a:pt x="17460" y="8987"/>
                  </a:cubicBezTo>
                  <a:cubicBezTo>
                    <a:pt x="17343" y="8681"/>
                    <a:pt x="17244" y="8379"/>
                    <a:pt x="17120" y="8102"/>
                  </a:cubicBezTo>
                  <a:cubicBezTo>
                    <a:pt x="17115" y="8090"/>
                    <a:pt x="17110" y="8078"/>
                    <a:pt x="17103" y="8065"/>
                  </a:cubicBezTo>
                  <a:close/>
                  <a:moveTo>
                    <a:pt x="15975" y="7032"/>
                  </a:moveTo>
                  <a:lnTo>
                    <a:pt x="16311" y="7340"/>
                  </a:lnTo>
                  <a:cubicBezTo>
                    <a:pt x="16342" y="7395"/>
                    <a:pt x="16371" y="7452"/>
                    <a:pt x="16403" y="7509"/>
                  </a:cubicBezTo>
                  <a:cubicBezTo>
                    <a:pt x="16468" y="7622"/>
                    <a:pt x="16524" y="7742"/>
                    <a:pt x="16583" y="7867"/>
                  </a:cubicBezTo>
                  <a:cubicBezTo>
                    <a:pt x="16644" y="7994"/>
                    <a:pt x="16705" y="8124"/>
                    <a:pt x="16770" y="8258"/>
                  </a:cubicBezTo>
                  <a:cubicBezTo>
                    <a:pt x="16904" y="8523"/>
                    <a:pt x="17014" y="8815"/>
                    <a:pt x="17143" y="9112"/>
                  </a:cubicBezTo>
                  <a:cubicBezTo>
                    <a:pt x="17276" y="9408"/>
                    <a:pt x="17384" y="9724"/>
                    <a:pt x="17506" y="10041"/>
                  </a:cubicBezTo>
                  <a:cubicBezTo>
                    <a:pt x="17629" y="10358"/>
                    <a:pt x="17731" y="10691"/>
                    <a:pt x="17846" y="11018"/>
                  </a:cubicBezTo>
                  <a:cubicBezTo>
                    <a:pt x="17952" y="11348"/>
                    <a:pt x="18052" y="11678"/>
                    <a:pt x="18149" y="12006"/>
                  </a:cubicBezTo>
                  <a:cubicBezTo>
                    <a:pt x="18238" y="12335"/>
                    <a:pt x="18336" y="12657"/>
                    <a:pt x="18411" y="12974"/>
                  </a:cubicBezTo>
                  <a:cubicBezTo>
                    <a:pt x="18491" y="13290"/>
                    <a:pt x="18569" y="13596"/>
                    <a:pt x="18632" y="13886"/>
                  </a:cubicBezTo>
                  <a:cubicBezTo>
                    <a:pt x="18686" y="14113"/>
                    <a:pt x="18732" y="14329"/>
                    <a:pt x="18775" y="14536"/>
                  </a:cubicBezTo>
                  <a:cubicBezTo>
                    <a:pt x="18927" y="15344"/>
                    <a:pt x="19012" y="15953"/>
                    <a:pt x="19049" y="16241"/>
                  </a:cubicBezTo>
                  <a:lnTo>
                    <a:pt x="14397" y="8282"/>
                  </a:lnTo>
                  <a:cubicBezTo>
                    <a:pt x="14907" y="7853"/>
                    <a:pt x="15434" y="7436"/>
                    <a:pt x="15975" y="7032"/>
                  </a:cubicBezTo>
                  <a:close/>
                  <a:moveTo>
                    <a:pt x="14055" y="8575"/>
                  </a:moveTo>
                  <a:lnTo>
                    <a:pt x="18982" y="16283"/>
                  </a:lnTo>
                  <a:cubicBezTo>
                    <a:pt x="18743" y="16118"/>
                    <a:pt x="18242" y="15766"/>
                    <a:pt x="17592" y="15265"/>
                  </a:cubicBezTo>
                  <a:cubicBezTo>
                    <a:pt x="17428" y="15130"/>
                    <a:pt x="17255" y="14990"/>
                    <a:pt x="17076" y="14838"/>
                  </a:cubicBezTo>
                  <a:cubicBezTo>
                    <a:pt x="16846" y="14647"/>
                    <a:pt x="16610" y="14439"/>
                    <a:pt x="16367" y="14224"/>
                  </a:cubicBezTo>
                  <a:cubicBezTo>
                    <a:pt x="16120" y="14014"/>
                    <a:pt x="15878" y="13780"/>
                    <a:pt x="15624" y="13550"/>
                  </a:cubicBezTo>
                  <a:cubicBezTo>
                    <a:pt x="15377" y="13315"/>
                    <a:pt x="15128" y="13074"/>
                    <a:pt x="14883" y="12831"/>
                  </a:cubicBezTo>
                  <a:cubicBezTo>
                    <a:pt x="14644" y="12579"/>
                    <a:pt x="14396" y="12338"/>
                    <a:pt x="14167" y="12085"/>
                  </a:cubicBezTo>
                  <a:cubicBezTo>
                    <a:pt x="13940" y="11829"/>
                    <a:pt x="13708" y="11590"/>
                    <a:pt x="13504" y="11337"/>
                  </a:cubicBezTo>
                  <a:cubicBezTo>
                    <a:pt x="13300" y="11088"/>
                    <a:pt x="13090" y="10854"/>
                    <a:pt x="12916" y="10616"/>
                  </a:cubicBezTo>
                  <a:cubicBezTo>
                    <a:pt x="12825" y="10498"/>
                    <a:pt x="12737" y="10384"/>
                    <a:pt x="12653" y="10274"/>
                  </a:cubicBezTo>
                  <a:cubicBezTo>
                    <a:pt x="12591" y="10193"/>
                    <a:pt x="12532" y="10114"/>
                    <a:pt x="12475" y="10035"/>
                  </a:cubicBezTo>
                  <a:cubicBezTo>
                    <a:pt x="12984" y="9531"/>
                    <a:pt x="13509" y="9045"/>
                    <a:pt x="14055" y="8575"/>
                  </a:cubicBezTo>
                  <a:close/>
                  <a:moveTo>
                    <a:pt x="12591" y="10826"/>
                  </a:moveTo>
                  <a:lnTo>
                    <a:pt x="12591" y="10826"/>
                  </a:lnTo>
                  <a:cubicBezTo>
                    <a:pt x="12599" y="10838"/>
                    <a:pt x="12608" y="10847"/>
                    <a:pt x="12618" y="10858"/>
                  </a:cubicBezTo>
                  <a:cubicBezTo>
                    <a:pt x="12806" y="11094"/>
                    <a:pt x="13031" y="11321"/>
                    <a:pt x="13249" y="11564"/>
                  </a:cubicBezTo>
                  <a:cubicBezTo>
                    <a:pt x="13468" y="11811"/>
                    <a:pt x="13715" y="12042"/>
                    <a:pt x="13954" y="12289"/>
                  </a:cubicBezTo>
                  <a:cubicBezTo>
                    <a:pt x="14194" y="12536"/>
                    <a:pt x="14456" y="12767"/>
                    <a:pt x="14709" y="13009"/>
                  </a:cubicBezTo>
                  <a:cubicBezTo>
                    <a:pt x="14966" y="13244"/>
                    <a:pt x="15228" y="13477"/>
                    <a:pt x="15486" y="13701"/>
                  </a:cubicBezTo>
                  <a:cubicBezTo>
                    <a:pt x="15752" y="13921"/>
                    <a:pt x="16006" y="14144"/>
                    <a:pt x="16262" y="14345"/>
                  </a:cubicBezTo>
                  <a:cubicBezTo>
                    <a:pt x="16517" y="14551"/>
                    <a:pt x="16765" y="14748"/>
                    <a:pt x="17002" y="14928"/>
                  </a:cubicBezTo>
                  <a:cubicBezTo>
                    <a:pt x="17226" y="15103"/>
                    <a:pt x="17444" y="15261"/>
                    <a:pt x="17644" y="15409"/>
                  </a:cubicBezTo>
                  <a:cubicBezTo>
                    <a:pt x="18187" y="15825"/>
                    <a:pt x="18615" y="16130"/>
                    <a:pt x="18861" y="16299"/>
                  </a:cubicBezTo>
                  <a:cubicBezTo>
                    <a:pt x="18537" y="16197"/>
                    <a:pt x="17931" y="15997"/>
                    <a:pt x="17157" y="15704"/>
                  </a:cubicBezTo>
                  <a:cubicBezTo>
                    <a:pt x="16947" y="15620"/>
                    <a:pt x="16726" y="15531"/>
                    <a:pt x="16497" y="15430"/>
                  </a:cubicBezTo>
                  <a:cubicBezTo>
                    <a:pt x="16350" y="15366"/>
                    <a:pt x="16196" y="15301"/>
                    <a:pt x="16041" y="15234"/>
                  </a:cubicBezTo>
                  <a:cubicBezTo>
                    <a:pt x="15886" y="15163"/>
                    <a:pt x="15728" y="15091"/>
                    <a:pt x="15569" y="15017"/>
                  </a:cubicBezTo>
                  <a:cubicBezTo>
                    <a:pt x="15247" y="14874"/>
                    <a:pt x="14922" y="14708"/>
                    <a:pt x="14590" y="14545"/>
                  </a:cubicBezTo>
                  <a:cubicBezTo>
                    <a:pt x="14260" y="14383"/>
                    <a:pt x="13931" y="14198"/>
                    <a:pt x="13598" y="14026"/>
                  </a:cubicBezTo>
                  <a:cubicBezTo>
                    <a:pt x="13546" y="13995"/>
                    <a:pt x="13496" y="13967"/>
                    <a:pt x="13444" y="13936"/>
                  </a:cubicBezTo>
                  <a:lnTo>
                    <a:pt x="12591" y="10826"/>
                  </a:lnTo>
                  <a:close/>
                  <a:moveTo>
                    <a:pt x="13539" y="14274"/>
                  </a:moveTo>
                  <a:lnTo>
                    <a:pt x="13539" y="14274"/>
                  </a:lnTo>
                  <a:cubicBezTo>
                    <a:pt x="13864" y="14429"/>
                    <a:pt x="14184" y="14587"/>
                    <a:pt x="14507" y="14731"/>
                  </a:cubicBezTo>
                  <a:cubicBezTo>
                    <a:pt x="14847" y="14880"/>
                    <a:pt x="15180" y="15033"/>
                    <a:pt x="15509" y="15163"/>
                  </a:cubicBezTo>
                  <a:cubicBezTo>
                    <a:pt x="15673" y="15230"/>
                    <a:pt x="15834" y="15296"/>
                    <a:pt x="15990" y="15362"/>
                  </a:cubicBezTo>
                  <a:cubicBezTo>
                    <a:pt x="16149" y="15422"/>
                    <a:pt x="16304" y="15483"/>
                    <a:pt x="16457" y="15539"/>
                  </a:cubicBezTo>
                  <a:cubicBezTo>
                    <a:pt x="16756" y="15657"/>
                    <a:pt x="17045" y="15754"/>
                    <a:pt x="17308" y="15849"/>
                  </a:cubicBezTo>
                  <a:cubicBezTo>
                    <a:pt x="17958" y="16091"/>
                    <a:pt x="18473" y="16264"/>
                    <a:pt x="18782" y="16362"/>
                  </a:cubicBezTo>
                  <a:cubicBezTo>
                    <a:pt x="18377" y="16338"/>
                    <a:pt x="17625" y="16283"/>
                    <a:pt x="16664" y="16169"/>
                  </a:cubicBezTo>
                  <a:cubicBezTo>
                    <a:pt x="16109" y="16091"/>
                    <a:pt x="15491" y="15996"/>
                    <a:pt x="14840" y="15875"/>
                  </a:cubicBezTo>
                  <a:cubicBezTo>
                    <a:pt x="14543" y="15818"/>
                    <a:pt x="14239" y="15755"/>
                    <a:pt x="13928" y="15691"/>
                  </a:cubicBezTo>
                  <a:lnTo>
                    <a:pt x="13539" y="14274"/>
                  </a:lnTo>
                  <a:close/>
                  <a:moveTo>
                    <a:pt x="13986" y="15894"/>
                  </a:moveTo>
                  <a:cubicBezTo>
                    <a:pt x="15086" y="16084"/>
                    <a:pt x="16132" y="16212"/>
                    <a:pt x="16986" y="16290"/>
                  </a:cubicBezTo>
                  <a:cubicBezTo>
                    <a:pt x="17002" y="16291"/>
                    <a:pt x="17017" y="16293"/>
                    <a:pt x="17034" y="16295"/>
                  </a:cubicBezTo>
                  <a:cubicBezTo>
                    <a:pt x="17754" y="16373"/>
                    <a:pt x="18330" y="16417"/>
                    <a:pt x="18690" y="16439"/>
                  </a:cubicBezTo>
                  <a:cubicBezTo>
                    <a:pt x="18215" y="16505"/>
                    <a:pt x="17362" y="16608"/>
                    <a:pt x="16270" y="16689"/>
                  </a:cubicBezTo>
                  <a:cubicBezTo>
                    <a:pt x="15650" y="16726"/>
                    <a:pt x="14956" y="16753"/>
                    <a:pt x="14225" y="16761"/>
                  </a:cubicBezTo>
                  <a:lnTo>
                    <a:pt x="13986" y="15894"/>
                  </a:lnTo>
                  <a:close/>
                  <a:moveTo>
                    <a:pt x="8753" y="14464"/>
                  </a:moveTo>
                  <a:cubicBezTo>
                    <a:pt x="8780" y="14473"/>
                    <a:pt x="8804" y="14485"/>
                    <a:pt x="8831" y="14494"/>
                  </a:cubicBezTo>
                  <a:cubicBezTo>
                    <a:pt x="9176" y="14633"/>
                    <a:pt x="9541" y="14767"/>
                    <a:pt x="9923" y="14895"/>
                  </a:cubicBezTo>
                  <a:cubicBezTo>
                    <a:pt x="10304" y="15022"/>
                    <a:pt x="10701" y="15142"/>
                    <a:pt x="11107" y="15257"/>
                  </a:cubicBezTo>
                  <a:cubicBezTo>
                    <a:pt x="11459" y="15353"/>
                    <a:pt x="11816" y="15444"/>
                    <a:pt x="12175" y="15527"/>
                  </a:cubicBezTo>
                  <a:cubicBezTo>
                    <a:pt x="12150" y="15565"/>
                    <a:pt x="12128" y="15605"/>
                    <a:pt x="12120" y="15649"/>
                  </a:cubicBezTo>
                  <a:cubicBezTo>
                    <a:pt x="12067" y="15884"/>
                    <a:pt x="12269" y="16129"/>
                    <a:pt x="12569" y="16193"/>
                  </a:cubicBezTo>
                  <a:cubicBezTo>
                    <a:pt x="12621" y="16204"/>
                    <a:pt x="12672" y="16210"/>
                    <a:pt x="12721" y="16210"/>
                  </a:cubicBezTo>
                  <a:cubicBezTo>
                    <a:pt x="12960" y="16210"/>
                    <a:pt x="13162" y="16083"/>
                    <a:pt x="13206" y="15888"/>
                  </a:cubicBezTo>
                  <a:cubicBezTo>
                    <a:pt x="13215" y="15843"/>
                    <a:pt x="13214" y="15796"/>
                    <a:pt x="13206" y="15750"/>
                  </a:cubicBezTo>
                  <a:lnTo>
                    <a:pt x="13206" y="15750"/>
                  </a:lnTo>
                  <a:cubicBezTo>
                    <a:pt x="13280" y="15766"/>
                    <a:pt x="13352" y="15780"/>
                    <a:pt x="13426" y="15793"/>
                  </a:cubicBezTo>
                  <a:lnTo>
                    <a:pt x="13692" y="16764"/>
                  </a:lnTo>
                  <a:cubicBezTo>
                    <a:pt x="12949" y="16763"/>
                    <a:pt x="12177" y="16741"/>
                    <a:pt x="11406" y="16689"/>
                  </a:cubicBezTo>
                  <a:cubicBezTo>
                    <a:pt x="10926" y="16659"/>
                    <a:pt x="10446" y="16613"/>
                    <a:pt x="9976" y="16561"/>
                  </a:cubicBezTo>
                  <a:cubicBezTo>
                    <a:pt x="9741" y="16532"/>
                    <a:pt x="9509" y="16501"/>
                    <a:pt x="9279" y="16472"/>
                  </a:cubicBezTo>
                  <a:cubicBezTo>
                    <a:pt x="9051" y="16435"/>
                    <a:pt x="8824" y="16400"/>
                    <a:pt x="8603" y="16365"/>
                  </a:cubicBezTo>
                  <a:cubicBezTo>
                    <a:pt x="8381" y="16323"/>
                    <a:pt x="8163" y="16286"/>
                    <a:pt x="7951" y="16243"/>
                  </a:cubicBezTo>
                  <a:cubicBezTo>
                    <a:pt x="7853" y="16220"/>
                    <a:pt x="7754" y="16200"/>
                    <a:pt x="7656" y="16178"/>
                  </a:cubicBezTo>
                  <a:cubicBezTo>
                    <a:pt x="7837" y="15855"/>
                    <a:pt x="8043" y="15519"/>
                    <a:pt x="8272" y="15170"/>
                  </a:cubicBezTo>
                  <a:cubicBezTo>
                    <a:pt x="8431" y="14930"/>
                    <a:pt x="8592" y="14694"/>
                    <a:pt x="8753" y="14464"/>
                  </a:cubicBezTo>
                  <a:close/>
                  <a:moveTo>
                    <a:pt x="18641" y="16528"/>
                  </a:moveTo>
                  <a:lnTo>
                    <a:pt x="18641" y="16528"/>
                  </a:lnTo>
                  <a:cubicBezTo>
                    <a:pt x="18627" y="16536"/>
                    <a:pt x="18614" y="16545"/>
                    <a:pt x="18600" y="16552"/>
                  </a:cubicBezTo>
                  <a:cubicBezTo>
                    <a:pt x="18072" y="16729"/>
                    <a:pt x="17150" y="17024"/>
                    <a:pt x="15978" y="17337"/>
                  </a:cubicBezTo>
                  <a:cubicBezTo>
                    <a:pt x="15731" y="17403"/>
                    <a:pt x="15474" y="17466"/>
                    <a:pt x="15207" y="17528"/>
                  </a:cubicBezTo>
                  <a:cubicBezTo>
                    <a:pt x="14972" y="17583"/>
                    <a:pt x="14730" y="17639"/>
                    <a:pt x="14482" y="17693"/>
                  </a:cubicBezTo>
                  <a:lnTo>
                    <a:pt x="14268" y="16917"/>
                  </a:lnTo>
                  <a:cubicBezTo>
                    <a:pt x="15165" y="16877"/>
                    <a:pt x="16000" y="16811"/>
                    <a:pt x="16716" y="16737"/>
                  </a:cubicBezTo>
                  <a:cubicBezTo>
                    <a:pt x="16747" y="16734"/>
                    <a:pt x="16777" y="16730"/>
                    <a:pt x="16807" y="16728"/>
                  </a:cubicBezTo>
                  <a:cubicBezTo>
                    <a:pt x="17605" y="16659"/>
                    <a:pt x="18240" y="16581"/>
                    <a:pt x="18641" y="16528"/>
                  </a:cubicBezTo>
                  <a:close/>
                  <a:moveTo>
                    <a:pt x="7468" y="16521"/>
                  </a:moveTo>
                  <a:cubicBezTo>
                    <a:pt x="7605" y="16546"/>
                    <a:pt x="7743" y="16572"/>
                    <a:pt x="7884" y="16599"/>
                  </a:cubicBezTo>
                  <a:cubicBezTo>
                    <a:pt x="8100" y="16638"/>
                    <a:pt x="8325" y="16666"/>
                    <a:pt x="8549" y="16701"/>
                  </a:cubicBezTo>
                  <a:cubicBezTo>
                    <a:pt x="8776" y="16729"/>
                    <a:pt x="9005" y="16759"/>
                    <a:pt x="9239" y="16787"/>
                  </a:cubicBezTo>
                  <a:cubicBezTo>
                    <a:pt x="9473" y="16808"/>
                    <a:pt x="9709" y="16832"/>
                    <a:pt x="9948" y="16854"/>
                  </a:cubicBezTo>
                  <a:cubicBezTo>
                    <a:pt x="10425" y="16890"/>
                    <a:pt x="10910" y="16921"/>
                    <a:pt x="11394" y="16936"/>
                  </a:cubicBezTo>
                  <a:cubicBezTo>
                    <a:pt x="11781" y="16950"/>
                    <a:pt x="12169" y="16956"/>
                    <a:pt x="12552" y="16956"/>
                  </a:cubicBezTo>
                  <a:cubicBezTo>
                    <a:pt x="12955" y="16956"/>
                    <a:pt x="13353" y="16949"/>
                    <a:pt x="13742" y="16936"/>
                  </a:cubicBezTo>
                  <a:lnTo>
                    <a:pt x="13978" y="17797"/>
                  </a:lnTo>
                  <a:cubicBezTo>
                    <a:pt x="13906" y="17813"/>
                    <a:pt x="13836" y="17827"/>
                    <a:pt x="13762" y="17841"/>
                  </a:cubicBezTo>
                  <a:cubicBezTo>
                    <a:pt x="13509" y="17893"/>
                    <a:pt x="13254" y="17938"/>
                    <a:pt x="12994" y="17989"/>
                  </a:cubicBezTo>
                  <a:cubicBezTo>
                    <a:pt x="12735" y="18034"/>
                    <a:pt x="12473" y="18081"/>
                    <a:pt x="12207" y="18123"/>
                  </a:cubicBezTo>
                  <a:cubicBezTo>
                    <a:pt x="11676" y="18206"/>
                    <a:pt x="11137" y="18285"/>
                    <a:pt x="10593" y="18344"/>
                  </a:cubicBezTo>
                  <a:cubicBezTo>
                    <a:pt x="10050" y="18410"/>
                    <a:pt x="9506" y="18453"/>
                    <a:pt x="8972" y="18488"/>
                  </a:cubicBezTo>
                  <a:cubicBezTo>
                    <a:pt x="8706" y="18507"/>
                    <a:pt x="8439" y="18514"/>
                    <a:pt x="8177" y="18527"/>
                  </a:cubicBezTo>
                  <a:cubicBezTo>
                    <a:pt x="7915" y="18532"/>
                    <a:pt x="7654" y="18535"/>
                    <a:pt x="7399" y="18541"/>
                  </a:cubicBezTo>
                  <a:cubicBezTo>
                    <a:pt x="7144" y="18535"/>
                    <a:pt x="6894" y="18532"/>
                    <a:pt x="6649" y="18527"/>
                  </a:cubicBezTo>
                  <a:cubicBezTo>
                    <a:pt x="6639" y="18527"/>
                    <a:pt x="6631" y="18526"/>
                    <a:pt x="6622" y="18526"/>
                  </a:cubicBezTo>
                  <a:cubicBezTo>
                    <a:pt x="6807" y="17923"/>
                    <a:pt x="7081" y="17255"/>
                    <a:pt x="7468" y="16521"/>
                  </a:cubicBezTo>
                  <a:close/>
                  <a:moveTo>
                    <a:pt x="18278" y="16748"/>
                  </a:moveTo>
                  <a:cubicBezTo>
                    <a:pt x="17068" y="17472"/>
                    <a:pt x="15893" y="18131"/>
                    <a:pt x="14766" y="18727"/>
                  </a:cubicBezTo>
                  <a:lnTo>
                    <a:pt x="14518" y="17826"/>
                  </a:lnTo>
                  <a:cubicBezTo>
                    <a:pt x="14764" y="17766"/>
                    <a:pt x="15003" y="17703"/>
                    <a:pt x="15235" y="17641"/>
                  </a:cubicBezTo>
                  <a:cubicBezTo>
                    <a:pt x="15690" y="17520"/>
                    <a:pt x="16120" y="17398"/>
                    <a:pt x="16513" y="17282"/>
                  </a:cubicBezTo>
                  <a:cubicBezTo>
                    <a:pt x="16559" y="17269"/>
                    <a:pt x="16603" y="17255"/>
                    <a:pt x="16646" y="17242"/>
                  </a:cubicBezTo>
                  <a:cubicBezTo>
                    <a:pt x="17306" y="17055"/>
                    <a:pt x="17862" y="16882"/>
                    <a:pt x="18278" y="16748"/>
                  </a:cubicBezTo>
                  <a:close/>
                  <a:moveTo>
                    <a:pt x="14021" y="17944"/>
                  </a:moveTo>
                  <a:lnTo>
                    <a:pt x="14303" y="18970"/>
                  </a:lnTo>
                  <a:cubicBezTo>
                    <a:pt x="14142" y="19052"/>
                    <a:pt x="13986" y="19131"/>
                    <a:pt x="13832" y="19211"/>
                  </a:cubicBezTo>
                  <a:cubicBezTo>
                    <a:pt x="13826" y="19212"/>
                    <a:pt x="13822" y="19216"/>
                    <a:pt x="13817" y="19217"/>
                  </a:cubicBezTo>
                  <a:cubicBezTo>
                    <a:pt x="13563" y="19330"/>
                    <a:pt x="13301" y="19435"/>
                    <a:pt x="13039" y="19546"/>
                  </a:cubicBezTo>
                  <a:cubicBezTo>
                    <a:pt x="12775" y="19652"/>
                    <a:pt x="12508" y="19761"/>
                    <a:pt x="12235" y="19863"/>
                  </a:cubicBezTo>
                  <a:cubicBezTo>
                    <a:pt x="11962" y="19964"/>
                    <a:pt x="11690" y="20071"/>
                    <a:pt x="11412" y="20164"/>
                  </a:cubicBezTo>
                  <a:cubicBezTo>
                    <a:pt x="11272" y="20212"/>
                    <a:pt x="11132" y="20261"/>
                    <a:pt x="10993" y="20308"/>
                  </a:cubicBezTo>
                  <a:lnTo>
                    <a:pt x="10573" y="20445"/>
                  </a:lnTo>
                  <a:cubicBezTo>
                    <a:pt x="10011" y="20627"/>
                    <a:pt x="9442" y="20783"/>
                    <a:pt x="8880" y="20925"/>
                  </a:cubicBezTo>
                  <a:cubicBezTo>
                    <a:pt x="8600" y="20998"/>
                    <a:pt x="8318" y="21056"/>
                    <a:pt x="8041" y="21119"/>
                  </a:cubicBezTo>
                  <a:cubicBezTo>
                    <a:pt x="7762" y="21171"/>
                    <a:pt x="7487" y="21224"/>
                    <a:pt x="7215" y="21275"/>
                  </a:cubicBezTo>
                  <a:cubicBezTo>
                    <a:pt x="6943" y="21315"/>
                    <a:pt x="6674" y="21361"/>
                    <a:pt x="6412" y="21393"/>
                  </a:cubicBezTo>
                  <a:cubicBezTo>
                    <a:pt x="6391" y="21394"/>
                    <a:pt x="6371" y="21398"/>
                    <a:pt x="6349" y="21400"/>
                  </a:cubicBezTo>
                  <a:cubicBezTo>
                    <a:pt x="6250" y="20758"/>
                    <a:pt x="6256" y="19922"/>
                    <a:pt x="6525" y="18887"/>
                  </a:cubicBezTo>
                  <a:cubicBezTo>
                    <a:pt x="6565" y="18888"/>
                    <a:pt x="6606" y="18888"/>
                    <a:pt x="6647" y="18890"/>
                  </a:cubicBezTo>
                  <a:cubicBezTo>
                    <a:pt x="6896" y="18887"/>
                    <a:pt x="7151" y="18884"/>
                    <a:pt x="7410" y="18882"/>
                  </a:cubicBezTo>
                  <a:cubicBezTo>
                    <a:pt x="7668" y="18870"/>
                    <a:pt x="7930" y="18857"/>
                    <a:pt x="8196" y="18847"/>
                  </a:cubicBezTo>
                  <a:cubicBezTo>
                    <a:pt x="8460" y="18825"/>
                    <a:pt x="8729" y="18810"/>
                    <a:pt x="8999" y="18786"/>
                  </a:cubicBezTo>
                  <a:cubicBezTo>
                    <a:pt x="9538" y="18735"/>
                    <a:pt x="10085" y="18675"/>
                    <a:pt x="10629" y="18594"/>
                  </a:cubicBezTo>
                  <a:cubicBezTo>
                    <a:pt x="11173" y="18519"/>
                    <a:pt x="11715" y="18422"/>
                    <a:pt x="12246" y="18324"/>
                  </a:cubicBezTo>
                  <a:cubicBezTo>
                    <a:pt x="12510" y="18273"/>
                    <a:pt x="12775" y="18218"/>
                    <a:pt x="13033" y="18166"/>
                  </a:cubicBezTo>
                  <a:cubicBezTo>
                    <a:pt x="13290" y="18109"/>
                    <a:pt x="13548" y="18056"/>
                    <a:pt x="13798" y="17997"/>
                  </a:cubicBezTo>
                  <a:cubicBezTo>
                    <a:pt x="13873" y="17981"/>
                    <a:pt x="13947" y="17962"/>
                    <a:pt x="14021" y="17944"/>
                  </a:cubicBezTo>
                  <a:close/>
                  <a:moveTo>
                    <a:pt x="10883" y="20599"/>
                  </a:moveTo>
                  <a:cubicBezTo>
                    <a:pt x="9261" y="21300"/>
                    <a:pt x="7794" y="21818"/>
                    <a:pt x="6526" y="22141"/>
                  </a:cubicBezTo>
                  <a:cubicBezTo>
                    <a:pt x="6486" y="22029"/>
                    <a:pt x="6447" y="21899"/>
                    <a:pt x="6416" y="21761"/>
                  </a:cubicBezTo>
                  <a:cubicBezTo>
                    <a:pt x="6431" y="21758"/>
                    <a:pt x="6446" y="21755"/>
                    <a:pt x="6461" y="21754"/>
                  </a:cubicBezTo>
                  <a:cubicBezTo>
                    <a:pt x="6728" y="21714"/>
                    <a:pt x="6998" y="21660"/>
                    <a:pt x="7276" y="21613"/>
                  </a:cubicBezTo>
                  <a:cubicBezTo>
                    <a:pt x="7548" y="21555"/>
                    <a:pt x="7828" y="21495"/>
                    <a:pt x="8110" y="21432"/>
                  </a:cubicBezTo>
                  <a:cubicBezTo>
                    <a:pt x="8388" y="21359"/>
                    <a:pt x="8671" y="21293"/>
                    <a:pt x="8954" y="21213"/>
                  </a:cubicBezTo>
                  <a:cubicBezTo>
                    <a:pt x="9520" y="21053"/>
                    <a:pt x="10089" y="20881"/>
                    <a:pt x="10650" y="20681"/>
                  </a:cubicBezTo>
                  <a:lnTo>
                    <a:pt x="10883" y="20599"/>
                  </a:lnTo>
                  <a:close/>
                  <a:moveTo>
                    <a:pt x="10958" y="8850"/>
                  </a:moveTo>
                  <a:lnTo>
                    <a:pt x="10986" y="8991"/>
                  </a:lnTo>
                  <a:cubicBezTo>
                    <a:pt x="10837" y="9099"/>
                    <a:pt x="10683" y="9210"/>
                    <a:pt x="10526" y="9328"/>
                  </a:cubicBezTo>
                  <a:cubicBezTo>
                    <a:pt x="9925" y="9778"/>
                    <a:pt x="9258" y="10294"/>
                    <a:pt x="8545" y="10875"/>
                  </a:cubicBezTo>
                  <a:cubicBezTo>
                    <a:pt x="7834" y="11462"/>
                    <a:pt x="7082" y="12118"/>
                    <a:pt x="6318" y="12841"/>
                  </a:cubicBezTo>
                  <a:cubicBezTo>
                    <a:pt x="5554" y="13566"/>
                    <a:pt x="4782" y="14365"/>
                    <a:pt x="4046" y="15242"/>
                  </a:cubicBezTo>
                  <a:cubicBezTo>
                    <a:pt x="3674" y="15679"/>
                    <a:pt x="3321" y="16139"/>
                    <a:pt x="2983" y="16620"/>
                  </a:cubicBezTo>
                  <a:cubicBezTo>
                    <a:pt x="2645" y="17101"/>
                    <a:pt x="2334" y="17606"/>
                    <a:pt x="2061" y="18132"/>
                  </a:cubicBezTo>
                  <a:cubicBezTo>
                    <a:pt x="1793" y="18660"/>
                    <a:pt x="1566" y="19217"/>
                    <a:pt x="1444" y="19791"/>
                  </a:cubicBezTo>
                  <a:cubicBezTo>
                    <a:pt x="1425" y="19863"/>
                    <a:pt x="1413" y="19933"/>
                    <a:pt x="1405" y="20007"/>
                  </a:cubicBezTo>
                  <a:lnTo>
                    <a:pt x="1375" y="20224"/>
                  </a:lnTo>
                  <a:cubicBezTo>
                    <a:pt x="1368" y="20296"/>
                    <a:pt x="1368" y="20368"/>
                    <a:pt x="1364" y="20441"/>
                  </a:cubicBezTo>
                  <a:cubicBezTo>
                    <a:pt x="1363" y="20513"/>
                    <a:pt x="1356" y="20584"/>
                    <a:pt x="1364" y="20656"/>
                  </a:cubicBezTo>
                  <a:lnTo>
                    <a:pt x="1379" y="20869"/>
                  </a:lnTo>
                  <a:cubicBezTo>
                    <a:pt x="1386" y="20939"/>
                    <a:pt x="1406" y="21007"/>
                    <a:pt x="1418" y="21077"/>
                  </a:cubicBezTo>
                  <a:lnTo>
                    <a:pt x="1438" y="21181"/>
                  </a:lnTo>
                  <a:cubicBezTo>
                    <a:pt x="1446" y="21214"/>
                    <a:pt x="1461" y="21245"/>
                    <a:pt x="1470" y="21276"/>
                  </a:cubicBezTo>
                  <a:cubicBezTo>
                    <a:pt x="1495" y="21340"/>
                    <a:pt x="1511" y="21401"/>
                    <a:pt x="1536" y="21467"/>
                  </a:cubicBezTo>
                  <a:lnTo>
                    <a:pt x="1642" y="21671"/>
                  </a:lnTo>
                  <a:lnTo>
                    <a:pt x="1669" y="21723"/>
                  </a:lnTo>
                  <a:lnTo>
                    <a:pt x="1671" y="21729"/>
                  </a:lnTo>
                  <a:cubicBezTo>
                    <a:pt x="1672" y="21731"/>
                    <a:pt x="1674" y="21733"/>
                    <a:pt x="1674" y="21733"/>
                  </a:cubicBezTo>
                  <a:cubicBezTo>
                    <a:pt x="1674" y="21733"/>
                    <a:pt x="1674" y="21733"/>
                    <a:pt x="1673" y="21733"/>
                  </a:cubicBezTo>
                  <a:lnTo>
                    <a:pt x="1673" y="21733"/>
                  </a:lnTo>
                  <a:lnTo>
                    <a:pt x="1687" y="21755"/>
                  </a:lnTo>
                  <a:cubicBezTo>
                    <a:pt x="1707" y="21782"/>
                    <a:pt x="1724" y="21812"/>
                    <a:pt x="1744" y="21839"/>
                  </a:cubicBezTo>
                  <a:cubicBezTo>
                    <a:pt x="1822" y="21947"/>
                    <a:pt x="1922" y="22041"/>
                    <a:pt x="2028" y="22126"/>
                  </a:cubicBezTo>
                  <a:cubicBezTo>
                    <a:pt x="2135" y="22209"/>
                    <a:pt x="2255" y="22282"/>
                    <a:pt x="2382" y="22340"/>
                  </a:cubicBezTo>
                  <a:cubicBezTo>
                    <a:pt x="2509" y="22397"/>
                    <a:pt x="2643" y="22447"/>
                    <a:pt x="2781" y="22482"/>
                  </a:cubicBezTo>
                  <a:cubicBezTo>
                    <a:pt x="3135" y="22577"/>
                    <a:pt x="3509" y="22611"/>
                    <a:pt x="3886" y="22611"/>
                  </a:cubicBezTo>
                  <a:cubicBezTo>
                    <a:pt x="4101" y="22611"/>
                    <a:pt x="4316" y="22600"/>
                    <a:pt x="4530" y="22583"/>
                  </a:cubicBezTo>
                  <a:cubicBezTo>
                    <a:pt x="5711" y="22474"/>
                    <a:pt x="6862" y="22173"/>
                    <a:pt x="7954" y="21827"/>
                  </a:cubicBezTo>
                  <a:cubicBezTo>
                    <a:pt x="9044" y="21476"/>
                    <a:pt x="10082" y="21077"/>
                    <a:pt x="11052" y="20665"/>
                  </a:cubicBezTo>
                  <a:cubicBezTo>
                    <a:pt x="12023" y="20253"/>
                    <a:pt x="12929" y="19836"/>
                    <a:pt x="13758" y="19434"/>
                  </a:cubicBezTo>
                  <a:cubicBezTo>
                    <a:pt x="15415" y="18626"/>
                    <a:pt x="16770" y="17897"/>
                    <a:pt x="17707" y="17372"/>
                  </a:cubicBezTo>
                  <a:cubicBezTo>
                    <a:pt x="18177" y="17109"/>
                    <a:pt x="18545" y="16901"/>
                    <a:pt x="18798" y="16760"/>
                  </a:cubicBezTo>
                  <a:cubicBezTo>
                    <a:pt x="19047" y="16615"/>
                    <a:pt x="19182" y="16540"/>
                    <a:pt x="19182" y="16540"/>
                  </a:cubicBezTo>
                  <a:lnTo>
                    <a:pt x="19182" y="16540"/>
                  </a:lnTo>
                  <a:cubicBezTo>
                    <a:pt x="19182" y="16540"/>
                    <a:pt x="19053" y="16623"/>
                    <a:pt x="18808" y="16780"/>
                  </a:cubicBezTo>
                  <a:cubicBezTo>
                    <a:pt x="18565" y="16934"/>
                    <a:pt x="18209" y="17164"/>
                    <a:pt x="17748" y="17442"/>
                  </a:cubicBezTo>
                  <a:cubicBezTo>
                    <a:pt x="17288" y="17723"/>
                    <a:pt x="16726" y="18058"/>
                    <a:pt x="16076" y="18433"/>
                  </a:cubicBezTo>
                  <a:cubicBezTo>
                    <a:pt x="15424" y="18808"/>
                    <a:pt x="14684" y="19220"/>
                    <a:pt x="13864" y="19647"/>
                  </a:cubicBezTo>
                  <a:cubicBezTo>
                    <a:pt x="13043" y="20073"/>
                    <a:pt x="12145" y="20517"/>
                    <a:pt x="11174" y="20950"/>
                  </a:cubicBezTo>
                  <a:cubicBezTo>
                    <a:pt x="10206" y="21381"/>
                    <a:pt x="9169" y="21809"/>
                    <a:pt x="8065" y="22174"/>
                  </a:cubicBezTo>
                  <a:cubicBezTo>
                    <a:pt x="7515" y="22357"/>
                    <a:pt x="6948" y="22528"/>
                    <a:pt x="6364" y="22670"/>
                  </a:cubicBezTo>
                  <a:cubicBezTo>
                    <a:pt x="5780" y="22811"/>
                    <a:pt x="5181" y="22926"/>
                    <a:pt x="4563" y="22981"/>
                  </a:cubicBezTo>
                  <a:cubicBezTo>
                    <a:pt x="4337" y="23001"/>
                    <a:pt x="4109" y="23014"/>
                    <a:pt x="3879" y="23014"/>
                  </a:cubicBezTo>
                  <a:cubicBezTo>
                    <a:pt x="3795" y="23014"/>
                    <a:pt x="3710" y="23012"/>
                    <a:pt x="3626" y="23008"/>
                  </a:cubicBezTo>
                  <a:cubicBezTo>
                    <a:pt x="3310" y="22995"/>
                    <a:pt x="2991" y="22960"/>
                    <a:pt x="2676" y="22874"/>
                  </a:cubicBezTo>
                  <a:cubicBezTo>
                    <a:pt x="2518" y="22834"/>
                    <a:pt x="2362" y="22779"/>
                    <a:pt x="2209" y="22709"/>
                  </a:cubicBezTo>
                  <a:cubicBezTo>
                    <a:pt x="2056" y="22639"/>
                    <a:pt x="1910" y="22554"/>
                    <a:pt x="1774" y="22448"/>
                  </a:cubicBezTo>
                  <a:cubicBezTo>
                    <a:pt x="1640" y="22344"/>
                    <a:pt x="1513" y="22221"/>
                    <a:pt x="1411" y="22082"/>
                  </a:cubicBezTo>
                  <a:cubicBezTo>
                    <a:pt x="1391" y="22051"/>
                    <a:pt x="1368" y="22013"/>
                    <a:pt x="1344" y="21978"/>
                  </a:cubicBezTo>
                  <a:lnTo>
                    <a:pt x="1327" y="21951"/>
                  </a:lnTo>
                  <a:cubicBezTo>
                    <a:pt x="1320" y="21942"/>
                    <a:pt x="1328" y="21955"/>
                    <a:pt x="1309" y="21925"/>
                  </a:cubicBezTo>
                  <a:lnTo>
                    <a:pt x="1303" y="21911"/>
                  </a:lnTo>
                  <a:lnTo>
                    <a:pt x="1276" y="21861"/>
                  </a:lnTo>
                  <a:lnTo>
                    <a:pt x="1170" y="21656"/>
                  </a:lnTo>
                  <a:cubicBezTo>
                    <a:pt x="1139" y="21578"/>
                    <a:pt x="1109" y="21494"/>
                    <a:pt x="1081" y="21410"/>
                  </a:cubicBezTo>
                  <a:cubicBezTo>
                    <a:pt x="1068" y="21369"/>
                    <a:pt x="1050" y="21328"/>
                    <a:pt x="1041" y="21287"/>
                  </a:cubicBezTo>
                  <a:lnTo>
                    <a:pt x="1015" y="21165"/>
                  </a:lnTo>
                  <a:cubicBezTo>
                    <a:pt x="1000" y="21083"/>
                    <a:pt x="980" y="21002"/>
                    <a:pt x="972" y="20919"/>
                  </a:cubicBezTo>
                  <a:lnTo>
                    <a:pt x="955" y="20672"/>
                  </a:lnTo>
                  <a:cubicBezTo>
                    <a:pt x="945" y="20590"/>
                    <a:pt x="953" y="20509"/>
                    <a:pt x="955" y="20427"/>
                  </a:cubicBezTo>
                  <a:cubicBezTo>
                    <a:pt x="960" y="20347"/>
                    <a:pt x="960" y="20265"/>
                    <a:pt x="968" y="20184"/>
                  </a:cubicBezTo>
                  <a:lnTo>
                    <a:pt x="1002" y="19944"/>
                  </a:lnTo>
                  <a:cubicBezTo>
                    <a:pt x="1013" y="19863"/>
                    <a:pt x="1026" y="19784"/>
                    <a:pt x="1046" y="19707"/>
                  </a:cubicBezTo>
                  <a:cubicBezTo>
                    <a:pt x="1182" y="19082"/>
                    <a:pt x="1423" y="18499"/>
                    <a:pt x="1705" y="17950"/>
                  </a:cubicBezTo>
                  <a:cubicBezTo>
                    <a:pt x="1989" y="17400"/>
                    <a:pt x="2315" y="16882"/>
                    <a:pt x="2667" y="16397"/>
                  </a:cubicBezTo>
                  <a:cubicBezTo>
                    <a:pt x="3019" y="15910"/>
                    <a:pt x="3384" y="15444"/>
                    <a:pt x="3767" y="15005"/>
                  </a:cubicBezTo>
                  <a:cubicBezTo>
                    <a:pt x="4524" y="14122"/>
                    <a:pt x="5323" y="13331"/>
                    <a:pt x="6107" y="12614"/>
                  </a:cubicBezTo>
                  <a:cubicBezTo>
                    <a:pt x="6890" y="11899"/>
                    <a:pt x="7665" y="11258"/>
                    <a:pt x="8394" y="10690"/>
                  </a:cubicBezTo>
                  <a:cubicBezTo>
                    <a:pt x="9125" y="10122"/>
                    <a:pt x="9816" y="9629"/>
                    <a:pt x="10434" y="9202"/>
                  </a:cubicBezTo>
                  <a:cubicBezTo>
                    <a:pt x="10615" y="9080"/>
                    <a:pt x="10790" y="8962"/>
                    <a:pt x="10958" y="8850"/>
                  </a:cubicBezTo>
                  <a:close/>
                  <a:moveTo>
                    <a:pt x="22487" y="18806"/>
                  </a:moveTo>
                  <a:lnTo>
                    <a:pt x="22487" y="18806"/>
                  </a:lnTo>
                  <a:cubicBezTo>
                    <a:pt x="21747" y="21334"/>
                    <a:pt x="20637" y="23544"/>
                    <a:pt x="19019" y="23544"/>
                  </a:cubicBezTo>
                  <a:cubicBezTo>
                    <a:pt x="18144" y="23544"/>
                    <a:pt x="17421" y="22900"/>
                    <a:pt x="16821" y="21910"/>
                  </a:cubicBezTo>
                  <a:cubicBezTo>
                    <a:pt x="18283" y="21284"/>
                    <a:pt x="19726" y="20541"/>
                    <a:pt x="21114" y="19693"/>
                  </a:cubicBezTo>
                  <a:cubicBezTo>
                    <a:pt x="21579" y="19407"/>
                    <a:pt x="22037" y="19111"/>
                    <a:pt x="22487" y="18806"/>
                  </a:cubicBezTo>
                  <a:close/>
                  <a:moveTo>
                    <a:pt x="32277" y="5555"/>
                  </a:moveTo>
                  <a:cubicBezTo>
                    <a:pt x="32277" y="5555"/>
                    <a:pt x="32256" y="5684"/>
                    <a:pt x="32216" y="5917"/>
                  </a:cubicBezTo>
                  <a:cubicBezTo>
                    <a:pt x="32166" y="6150"/>
                    <a:pt x="32093" y="6488"/>
                    <a:pt x="31954" y="6908"/>
                  </a:cubicBezTo>
                  <a:cubicBezTo>
                    <a:pt x="31684" y="7749"/>
                    <a:pt x="31175" y="8916"/>
                    <a:pt x="30363" y="10196"/>
                  </a:cubicBezTo>
                  <a:cubicBezTo>
                    <a:pt x="29554" y="11477"/>
                    <a:pt x="28468" y="12887"/>
                    <a:pt x="27145" y="14245"/>
                  </a:cubicBezTo>
                  <a:cubicBezTo>
                    <a:pt x="25825" y="15606"/>
                    <a:pt x="24286" y="16930"/>
                    <a:pt x="22634" y="18096"/>
                  </a:cubicBezTo>
                  <a:cubicBezTo>
                    <a:pt x="21808" y="18676"/>
                    <a:pt x="20948" y="19217"/>
                    <a:pt x="20089" y="19713"/>
                  </a:cubicBezTo>
                  <a:cubicBezTo>
                    <a:pt x="19225" y="20206"/>
                    <a:pt x="18359" y="20666"/>
                    <a:pt x="17503" y="21069"/>
                  </a:cubicBezTo>
                  <a:cubicBezTo>
                    <a:pt x="16645" y="21469"/>
                    <a:pt x="15802" y="21835"/>
                    <a:pt x="14988" y="22134"/>
                  </a:cubicBezTo>
                  <a:cubicBezTo>
                    <a:pt x="14174" y="22436"/>
                    <a:pt x="13395" y="22701"/>
                    <a:pt x="12666" y="22904"/>
                  </a:cubicBezTo>
                  <a:cubicBezTo>
                    <a:pt x="12303" y="23012"/>
                    <a:pt x="11952" y="23100"/>
                    <a:pt x="11616" y="23184"/>
                  </a:cubicBezTo>
                  <a:cubicBezTo>
                    <a:pt x="11280" y="23266"/>
                    <a:pt x="10959" y="23329"/>
                    <a:pt x="10658" y="23395"/>
                  </a:cubicBezTo>
                  <a:cubicBezTo>
                    <a:pt x="10356" y="23449"/>
                    <a:pt x="10073" y="23506"/>
                    <a:pt x="9811" y="23547"/>
                  </a:cubicBezTo>
                  <a:cubicBezTo>
                    <a:pt x="9548" y="23583"/>
                    <a:pt x="9306" y="23622"/>
                    <a:pt x="9087" y="23650"/>
                  </a:cubicBezTo>
                  <a:cubicBezTo>
                    <a:pt x="8868" y="23674"/>
                    <a:pt x="8674" y="23696"/>
                    <a:pt x="8502" y="23715"/>
                  </a:cubicBezTo>
                  <a:cubicBezTo>
                    <a:pt x="8331" y="23732"/>
                    <a:pt x="8185" y="23737"/>
                    <a:pt x="8067" y="23748"/>
                  </a:cubicBezTo>
                  <a:cubicBezTo>
                    <a:pt x="7830" y="23764"/>
                    <a:pt x="7707" y="23772"/>
                    <a:pt x="7707" y="23772"/>
                  </a:cubicBezTo>
                  <a:cubicBezTo>
                    <a:pt x="7707" y="23772"/>
                    <a:pt x="7832" y="23760"/>
                    <a:pt x="8067" y="23741"/>
                  </a:cubicBezTo>
                  <a:cubicBezTo>
                    <a:pt x="8185" y="23729"/>
                    <a:pt x="8331" y="23721"/>
                    <a:pt x="8500" y="23699"/>
                  </a:cubicBezTo>
                  <a:cubicBezTo>
                    <a:pt x="8670" y="23677"/>
                    <a:pt x="8866" y="23652"/>
                    <a:pt x="9085" y="23623"/>
                  </a:cubicBezTo>
                  <a:cubicBezTo>
                    <a:pt x="9302" y="23591"/>
                    <a:pt x="9543" y="23548"/>
                    <a:pt x="9804" y="23504"/>
                  </a:cubicBezTo>
                  <a:cubicBezTo>
                    <a:pt x="10066" y="23457"/>
                    <a:pt x="10347" y="23395"/>
                    <a:pt x="10648" y="23336"/>
                  </a:cubicBezTo>
                  <a:cubicBezTo>
                    <a:pt x="11245" y="23198"/>
                    <a:pt x="11918" y="23032"/>
                    <a:pt x="12642" y="22812"/>
                  </a:cubicBezTo>
                  <a:cubicBezTo>
                    <a:pt x="13367" y="22601"/>
                    <a:pt x="14139" y="22330"/>
                    <a:pt x="14946" y="22020"/>
                  </a:cubicBezTo>
                  <a:cubicBezTo>
                    <a:pt x="15755" y="21711"/>
                    <a:pt x="16587" y="21339"/>
                    <a:pt x="17443" y="20938"/>
                  </a:cubicBezTo>
                  <a:cubicBezTo>
                    <a:pt x="18295" y="20531"/>
                    <a:pt x="19155" y="20071"/>
                    <a:pt x="20012" y="19577"/>
                  </a:cubicBezTo>
                  <a:cubicBezTo>
                    <a:pt x="20871" y="19078"/>
                    <a:pt x="21717" y="18541"/>
                    <a:pt x="22540" y="17958"/>
                  </a:cubicBezTo>
                  <a:cubicBezTo>
                    <a:pt x="24188" y="16804"/>
                    <a:pt x="25724" y="15492"/>
                    <a:pt x="27044" y="14143"/>
                  </a:cubicBezTo>
                  <a:cubicBezTo>
                    <a:pt x="27702" y="13467"/>
                    <a:pt x="28312" y="12788"/>
                    <a:pt x="28853" y="12113"/>
                  </a:cubicBezTo>
                  <a:cubicBezTo>
                    <a:pt x="29397" y="11439"/>
                    <a:pt x="29876" y="10777"/>
                    <a:pt x="30286" y="10142"/>
                  </a:cubicBezTo>
                  <a:cubicBezTo>
                    <a:pt x="30696" y="9508"/>
                    <a:pt x="31038" y="8907"/>
                    <a:pt x="31311" y="8356"/>
                  </a:cubicBezTo>
                  <a:cubicBezTo>
                    <a:pt x="31585" y="7807"/>
                    <a:pt x="31786" y="7311"/>
                    <a:pt x="31931" y="6894"/>
                  </a:cubicBezTo>
                  <a:cubicBezTo>
                    <a:pt x="32079" y="6479"/>
                    <a:pt x="32157" y="6140"/>
                    <a:pt x="32210" y="5911"/>
                  </a:cubicBezTo>
                  <a:cubicBezTo>
                    <a:pt x="32255" y="5680"/>
                    <a:pt x="32277" y="5555"/>
                    <a:pt x="32277" y="5555"/>
                  </a:cubicBezTo>
                  <a:close/>
                  <a:moveTo>
                    <a:pt x="22990" y="19318"/>
                  </a:moveTo>
                  <a:cubicBezTo>
                    <a:pt x="22990" y="19318"/>
                    <a:pt x="22983" y="19426"/>
                    <a:pt x="22970" y="19613"/>
                  </a:cubicBezTo>
                  <a:cubicBezTo>
                    <a:pt x="22963" y="19707"/>
                    <a:pt x="22955" y="19822"/>
                    <a:pt x="22942" y="19951"/>
                  </a:cubicBezTo>
                  <a:cubicBezTo>
                    <a:pt x="22928" y="20082"/>
                    <a:pt x="22918" y="20230"/>
                    <a:pt x="22877" y="20386"/>
                  </a:cubicBezTo>
                  <a:cubicBezTo>
                    <a:pt x="22844" y="20543"/>
                    <a:pt x="22807" y="20715"/>
                    <a:pt x="22763" y="20896"/>
                  </a:cubicBezTo>
                  <a:cubicBezTo>
                    <a:pt x="22744" y="20989"/>
                    <a:pt x="22713" y="21077"/>
                    <a:pt x="22681" y="21170"/>
                  </a:cubicBezTo>
                  <a:cubicBezTo>
                    <a:pt x="22648" y="21261"/>
                    <a:pt x="22614" y="21355"/>
                    <a:pt x="22581" y="21453"/>
                  </a:cubicBezTo>
                  <a:cubicBezTo>
                    <a:pt x="22544" y="21549"/>
                    <a:pt x="22513" y="21648"/>
                    <a:pt x="22468" y="21743"/>
                  </a:cubicBezTo>
                  <a:cubicBezTo>
                    <a:pt x="22423" y="21839"/>
                    <a:pt x="22374" y="21934"/>
                    <a:pt x="22325" y="22031"/>
                  </a:cubicBezTo>
                  <a:cubicBezTo>
                    <a:pt x="22276" y="22126"/>
                    <a:pt x="22231" y="22227"/>
                    <a:pt x="22172" y="22319"/>
                  </a:cubicBezTo>
                  <a:cubicBezTo>
                    <a:pt x="22112" y="22412"/>
                    <a:pt x="22050" y="22502"/>
                    <a:pt x="21990" y="22595"/>
                  </a:cubicBezTo>
                  <a:cubicBezTo>
                    <a:pt x="21874" y="22783"/>
                    <a:pt x="21720" y="22945"/>
                    <a:pt x="21577" y="23110"/>
                  </a:cubicBezTo>
                  <a:cubicBezTo>
                    <a:pt x="21510" y="23195"/>
                    <a:pt x="21423" y="23265"/>
                    <a:pt x="21344" y="23336"/>
                  </a:cubicBezTo>
                  <a:cubicBezTo>
                    <a:pt x="21262" y="23407"/>
                    <a:pt x="21188" y="23482"/>
                    <a:pt x="21102" y="23543"/>
                  </a:cubicBezTo>
                  <a:cubicBezTo>
                    <a:pt x="20930" y="23664"/>
                    <a:pt x="20768" y="23783"/>
                    <a:pt x="20593" y="23865"/>
                  </a:cubicBezTo>
                  <a:cubicBezTo>
                    <a:pt x="20429" y="23960"/>
                    <a:pt x="20255" y="24017"/>
                    <a:pt x="20100" y="24077"/>
                  </a:cubicBezTo>
                  <a:cubicBezTo>
                    <a:pt x="19940" y="24122"/>
                    <a:pt x="19794" y="24164"/>
                    <a:pt x="19661" y="24181"/>
                  </a:cubicBezTo>
                  <a:cubicBezTo>
                    <a:pt x="19531" y="24207"/>
                    <a:pt x="19413" y="24207"/>
                    <a:pt x="19319" y="24213"/>
                  </a:cubicBezTo>
                  <a:cubicBezTo>
                    <a:pt x="19128" y="24213"/>
                    <a:pt x="19022" y="24191"/>
                    <a:pt x="19022" y="24191"/>
                  </a:cubicBezTo>
                  <a:cubicBezTo>
                    <a:pt x="19022" y="24191"/>
                    <a:pt x="19049" y="24186"/>
                    <a:pt x="19097" y="24174"/>
                  </a:cubicBezTo>
                  <a:cubicBezTo>
                    <a:pt x="19147" y="24164"/>
                    <a:pt x="19215" y="24139"/>
                    <a:pt x="19304" y="24115"/>
                  </a:cubicBezTo>
                  <a:cubicBezTo>
                    <a:pt x="19391" y="24084"/>
                    <a:pt x="19496" y="24048"/>
                    <a:pt x="19611" y="23998"/>
                  </a:cubicBezTo>
                  <a:cubicBezTo>
                    <a:pt x="19728" y="23954"/>
                    <a:pt x="19852" y="23880"/>
                    <a:pt x="19989" y="23815"/>
                  </a:cubicBezTo>
                  <a:cubicBezTo>
                    <a:pt x="20118" y="23732"/>
                    <a:pt x="20263" y="23654"/>
                    <a:pt x="20400" y="23547"/>
                  </a:cubicBezTo>
                  <a:cubicBezTo>
                    <a:pt x="20545" y="23453"/>
                    <a:pt x="20678" y="23325"/>
                    <a:pt x="20821" y="23206"/>
                  </a:cubicBezTo>
                  <a:cubicBezTo>
                    <a:pt x="20893" y="23144"/>
                    <a:pt x="20954" y="23070"/>
                    <a:pt x="21023" y="23003"/>
                  </a:cubicBezTo>
                  <a:cubicBezTo>
                    <a:pt x="21089" y="22932"/>
                    <a:pt x="21162" y="22869"/>
                    <a:pt x="21222" y="22788"/>
                  </a:cubicBezTo>
                  <a:cubicBezTo>
                    <a:pt x="21342" y="22631"/>
                    <a:pt x="21479" y="22486"/>
                    <a:pt x="21584" y="22311"/>
                  </a:cubicBezTo>
                  <a:cubicBezTo>
                    <a:pt x="21641" y="22227"/>
                    <a:pt x="21698" y="22145"/>
                    <a:pt x="21755" y="22063"/>
                  </a:cubicBezTo>
                  <a:cubicBezTo>
                    <a:pt x="21808" y="21977"/>
                    <a:pt x="21854" y="21888"/>
                    <a:pt x="21904" y="21801"/>
                  </a:cubicBezTo>
                  <a:cubicBezTo>
                    <a:pt x="21953" y="21714"/>
                    <a:pt x="22002" y="21628"/>
                    <a:pt x="22051" y="21542"/>
                  </a:cubicBezTo>
                  <a:cubicBezTo>
                    <a:pt x="22101" y="21456"/>
                    <a:pt x="22136" y="21365"/>
                    <a:pt x="22179" y="21279"/>
                  </a:cubicBezTo>
                  <a:cubicBezTo>
                    <a:pt x="22222" y="21191"/>
                    <a:pt x="22262" y="21105"/>
                    <a:pt x="22303" y="21022"/>
                  </a:cubicBezTo>
                  <a:cubicBezTo>
                    <a:pt x="22344" y="20939"/>
                    <a:pt x="22384" y="20857"/>
                    <a:pt x="22414" y="20774"/>
                  </a:cubicBezTo>
                  <a:cubicBezTo>
                    <a:pt x="22480" y="20607"/>
                    <a:pt x="22546" y="20451"/>
                    <a:pt x="22607" y="20306"/>
                  </a:cubicBezTo>
                  <a:cubicBezTo>
                    <a:pt x="22673" y="20163"/>
                    <a:pt x="22716" y="20026"/>
                    <a:pt x="22760" y="19905"/>
                  </a:cubicBezTo>
                  <a:cubicBezTo>
                    <a:pt x="22802" y="19784"/>
                    <a:pt x="22844" y="19679"/>
                    <a:pt x="22877" y="19592"/>
                  </a:cubicBezTo>
                  <a:cubicBezTo>
                    <a:pt x="22944" y="19417"/>
                    <a:pt x="22990" y="19318"/>
                    <a:pt x="22990" y="19318"/>
                  </a:cubicBezTo>
                  <a:close/>
                  <a:moveTo>
                    <a:pt x="12066" y="24476"/>
                  </a:moveTo>
                  <a:lnTo>
                    <a:pt x="12066" y="24476"/>
                  </a:lnTo>
                  <a:cubicBezTo>
                    <a:pt x="12798" y="26182"/>
                    <a:pt x="11871" y="28092"/>
                    <a:pt x="12184" y="30160"/>
                  </a:cubicBezTo>
                  <a:lnTo>
                    <a:pt x="10630" y="30312"/>
                  </a:lnTo>
                  <a:lnTo>
                    <a:pt x="11401" y="30389"/>
                  </a:lnTo>
                  <a:lnTo>
                    <a:pt x="10201" y="30506"/>
                  </a:lnTo>
                  <a:lnTo>
                    <a:pt x="12299" y="30712"/>
                  </a:lnTo>
                  <a:cubicBezTo>
                    <a:pt x="12379" y="31009"/>
                    <a:pt x="12486" y="31310"/>
                    <a:pt x="12631" y="31613"/>
                  </a:cubicBezTo>
                  <a:cubicBezTo>
                    <a:pt x="13503" y="33410"/>
                    <a:pt x="15823" y="35165"/>
                    <a:pt x="17208" y="36100"/>
                  </a:cubicBezTo>
                  <a:lnTo>
                    <a:pt x="9485" y="36460"/>
                  </a:lnTo>
                  <a:lnTo>
                    <a:pt x="16638" y="36792"/>
                  </a:lnTo>
                  <a:lnTo>
                    <a:pt x="8997" y="36792"/>
                  </a:lnTo>
                  <a:cubicBezTo>
                    <a:pt x="8997" y="36790"/>
                    <a:pt x="8467" y="32653"/>
                    <a:pt x="11067" y="27892"/>
                  </a:cubicBezTo>
                  <a:cubicBezTo>
                    <a:pt x="12252" y="25724"/>
                    <a:pt x="12066" y="24476"/>
                    <a:pt x="12066" y="24476"/>
                  </a:cubicBezTo>
                  <a:close/>
                  <a:moveTo>
                    <a:pt x="25277" y="18185"/>
                  </a:moveTo>
                  <a:cubicBezTo>
                    <a:pt x="25277" y="18185"/>
                    <a:pt x="25264" y="18488"/>
                    <a:pt x="25253" y="19017"/>
                  </a:cubicBezTo>
                  <a:cubicBezTo>
                    <a:pt x="25243" y="19548"/>
                    <a:pt x="25245" y="20306"/>
                    <a:pt x="25300" y="21212"/>
                  </a:cubicBezTo>
                  <a:cubicBezTo>
                    <a:pt x="25328" y="21664"/>
                    <a:pt x="25368" y="22154"/>
                    <a:pt x="25438" y="22670"/>
                  </a:cubicBezTo>
                  <a:cubicBezTo>
                    <a:pt x="25503" y="23186"/>
                    <a:pt x="25601" y="23724"/>
                    <a:pt x="25723" y="24276"/>
                  </a:cubicBezTo>
                  <a:cubicBezTo>
                    <a:pt x="25850" y="24831"/>
                    <a:pt x="26012" y="25393"/>
                    <a:pt x="26221" y="25947"/>
                  </a:cubicBezTo>
                  <a:cubicBezTo>
                    <a:pt x="26326" y="26223"/>
                    <a:pt x="26445" y="26498"/>
                    <a:pt x="26574" y="26767"/>
                  </a:cubicBezTo>
                  <a:cubicBezTo>
                    <a:pt x="26703" y="27036"/>
                    <a:pt x="26852" y="27301"/>
                    <a:pt x="26993" y="27571"/>
                  </a:cubicBezTo>
                  <a:cubicBezTo>
                    <a:pt x="27553" y="28652"/>
                    <a:pt x="28030" y="29775"/>
                    <a:pt x="28393" y="30856"/>
                  </a:cubicBezTo>
                  <a:cubicBezTo>
                    <a:pt x="28759" y="31937"/>
                    <a:pt x="28999" y="32978"/>
                    <a:pt x="29153" y="33876"/>
                  </a:cubicBezTo>
                  <a:cubicBezTo>
                    <a:pt x="29307" y="34776"/>
                    <a:pt x="29353" y="35536"/>
                    <a:pt x="29363" y="36066"/>
                  </a:cubicBezTo>
                  <a:cubicBezTo>
                    <a:pt x="29374" y="36600"/>
                    <a:pt x="29346" y="36902"/>
                    <a:pt x="29346" y="36902"/>
                  </a:cubicBezTo>
                  <a:cubicBezTo>
                    <a:pt x="29346" y="36902"/>
                    <a:pt x="29363" y="36597"/>
                    <a:pt x="29335" y="36069"/>
                  </a:cubicBezTo>
                  <a:cubicBezTo>
                    <a:pt x="29308" y="35540"/>
                    <a:pt x="29224" y="34787"/>
                    <a:pt x="29059" y="33894"/>
                  </a:cubicBezTo>
                  <a:cubicBezTo>
                    <a:pt x="28893" y="32999"/>
                    <a:pt x="28622" y="31976"/>
                    <a:pt x="28254" y="30903"/>
                  </a:cubicBezTo>
                  <a:cubicBezTo>
                    <a:pt x="28070" y="30369"/>
                    <a:pt x="27859" y="29821"/>
                    <a:pt x="27623" y="29276"/>
                  </a:cubicBezTo>
                  <a:cubicBezTo>
                    <a:pt x="27387" y="28729"/>
                    <a:pt x="27125" y="28184"/>
                    <a:pt x="26848" y="27647"/>
                  </a:cubicBezTo>
                  <a:cubicBezTo>
                    <a:pt x="26710" y="27378"/>
                    <a:pt x="26562" y="27115"/>
                    <a:pt x="26432" y="26838"/>
                  </a:cubicBezTo>
                  <a:cubicBezTo>
                    <a:pt x="26300" y="26563"/>
                    <a:pt x="26181" y="26284"/>
                    <a:pt x="26077" y="26002"/>
                  </a:cubicBezTo>
                  <a:cubicBezTo>
                    <a:pt x="25867" y="25438"/>
                    <a:pt x="25708" y="24868"/>
                    <a:pt x="25583" y="24310"/>
                  </a:cubicBezTo>
                  <a:cubicBezTo>
                    <a:pt x="25340" y="23192"/>
                    <a:pt x="25247" y="22127"/>
                    <a:pt x="25207" y="21218"/>
                  </a:cubicBezTo>
                  <a:cubicBezTo>
                    <a:pt x="25170" y="20306"/>
                    <a:pt x="25198" y="19548"/>
                    <a:pt x="25221" y="19017"/>
                  </a:cubicBezTo>
                  <a:cubicBezTo>
                    <a:pt x="25234" y="18753"/>
                    <a:pt x="25250" y="18543"/>
                    <a:pt x="25260" y="18402"/>
                  </a:cubicBezTo>
                  <a:cubicBezTo>
                    <a:pt x="25270" y="18261"/>
                    <a:pt x="25277" y="18185"/>
                    <a:pt x="25277" y="18185"/>
                  </a:cubicBezTo>
                  <a:close/>
                  <a:moveTo>
                    <a:pt x="9567" y="1"/>
                  </a:moveTo>
                  <a:cubicBezTo>
                    <a:pt x="9120" y="1"/>
                    <a:pt x="8756" y="365"/>
                    <a:pt x="8756" y="812"/>
                  </a:cubicBezTo>
                  <a:cubicBezTo>
                    <a:pt x="8756" y="1225"/>
                    <a:pt x="9068" y="1568"/>
                    <a:pt x="9469" y="1615"/>
                  </a:cubicBezTo>
                  <a:lnTo>
                    <a:pt x="10845" y="8300"/>
                  </a:lnTo>
                  <a:cubicBezTo>
                    <a:pt x="7740" y="10436"/>
                    <a:pt x="5090" y="12767"/>
                    <a:pt x="3235" y="15017"/>
                  </a:cubicBezTo>
                  <a:cubicBezTo>
                    <a:pt x="794" y="17975"/>
                    <a:pt x="0" y="20502"/>
                    <a:pt x="999" y="22134"/>
                  </a:cubicBezTo>
                  <a:cubicBezTo>
                    <a:pt x="1821" y="23481"/>
                    <a:pt x="3906" y="24220"/>
                    <a:pt x="6739" y="24220"/>
                  </a:cubicBezTo>
                  <a:cubicBezTo>
                    <a:pt x="7366" y="24220"/>
                    <a:pt x="8030" y="24182"/>
                    <a:pt x="8725" y="24108"/>
                  </a:cubicBezTo>
                  <a:cubicBezTo>
                    <a:pt x="9752" y="23999"/>
                    <a:pt x="10803" y="23815"/>
                    <a:pt x="11864" y="23563"/>
                  </a:cubicBezTo>
                  <a:lnTo>
                    <a:pt x="11864" y="23563"/>
                  </a:lnTo>
                  <a:cubicBezTo>
                    <a:pt x="11637" y="24865"/>
                    <a:pt x="11260" y="26112"/>
                    <a:pt x="10669" y="27197"/>
                  </a:cubicBezTo>
                  <a:cubicBezTo>
                    <a:pt x="7679" y="32708"/>
                    <a:pt x="8278" y="37481"/>
                    <a:pt x="8278" y="37481"/>
                  </a:cubicBezTo>
                  <a:lnTo>
                    <a:pt x="29760" y="37481"/>
                  </a:lnTo>
                  <a:cubicBezTo>
                    <a:pt x="29760" y="37481"/>
                    <a:pt x="30358" y="32708"/>
                    <a:pt x="27368" y="27197"/>
                  </a:cubicBezTo>
                  <a:cubicBezTo>
                    <a:pt x="25611" y="23960"/>
                    <a:pt x="25726" y="19318"/>
                    <a:pt x="26153" y="15915"/>
                  </a:cubicBezTo>
                  <a:cubicBezTo>
                    <a:pt x="27944" y="14288"/>
                    <a:pt x="29490" y="12511"/>
                    <a:pt x="30690" y="10677"/>
                  </a:cubicBezTo>
                  <a:cubicBezTo>
                    <a:pt x="32800" y="7450"/>
                    <a:pt x="33458" y="4542"/>
                    <a:pt x="32452" y="2900"/>
                  </a:cubicBezTo>
                  <a:cubicBezTo>
                    <a:pt x="31783" y="1805"/>
                    <a:pt x="30384" y="1245"/>
                    <a:pt x="28402" y="1245"/>
                  </a:cubicBezTo>
                  <a:cubicBezTo>
                    <a:pt x="27434" y="1245"/>
                    <a:pt x="26327" y="1378"/>
                    <a:pt x="25098" y="1648"/>
                  </a:cubicBezTo>
                  <a:cubicBezTo>
                    <a:pt x="22252" y="2274"/>
                    <a:pt x="18968" y="3573"/>
                    <a:pt x="15651" y="5363"/>
                  </a:cubicBezTo>
                  <a:lnTo>
                    <a:pt x="10327" y="1091"/>
                  </a:lnTo>
                  <a:cubicBezTo>
                    <a:pt x="10359" y="1004"/>
                    <a:pt x="10378" y="910"/>
                    <a:pt x="10378" y="812"/>
                  </a:cubicBezTo>
                  <a:cubicBezTo>
                    <a:pt x="10378" y="365"/>
                    <a:pt x="10013" y="1"/>
                    <a:pt x="95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63"/>
            <p:cNvSpPr/>
            <p:nvPr/>
          </p:nvSpPr>
          <p:spPr>
            <a:xfrm rot="-7860302">
              <a:off x="1119396" y="663046"/>
              <a:ext cx="567333" cy="1691128"/>
            </a:xfrm>
            <a:custGeom>
              <a:rect b="b" l="l" r="r" t="t"/>
              <a:pathLst>
                <a:path extrusionOk="0" h="37338" w="12526">
                  <a:moveTo>
                    <a:pt x="4796" y="0"/>
                  </a:moveTo>
                  <a:lnTo>
                    <a:pt x="4796" y="0"/>
                  </a:lnTo>
                  <a:cubicBezTo>
                    <a:pt x="4796" y="0"/>
                    <a:pt x="4910" y="128"/>
                    <a:pt x="5121" y="367"/>
                  </a:cubicBezTo>
                  <a:cubicBezTo>
                    <a:pt x="5333" y="607"/>
                    <a:pt x="5635" y="967"/>
                    <a:pt x="6007" y="1432"/>
                  </a:cubicBezTo>
                  <a:cubicBezTo>
                    <a:pt x="6195" y="1663"/>
                    <a:pt x="6384" y="1927"/>
                    <a:pt x="6599" y="2218"/>
                  </a:cubicBezTo>
                  <a:cubicBezTo>
                    <a:pt x="6818" y="2507"/>
                    <a:pt x="7033" y="2827"/>
                    <a:pt x="7264" y="3165"/>
                  </a:cubicBezTo>
                  <a:cubicBezTo>
                    <a:pt x="7384" y="3332"/>
                    <a:pt x="7495" y="3514"/>
                    <a:pt x="7609" y="3701"/>
                  </a:cubicBezTo>
                  <a:cubicBezTo>
                    <a:pt x="7723" y="3888"/>
                    <a:pt x="7846" y="4077"/>
                    <a:pt x="7962" y="4274"/>
                  </a:cubicBezTo>
                  <a:cubicBezTo>
                    <a:pt x="8188" y="4677"/>
                    <a:pt x="8442" y="5091"/>
                    <a:pt x="8665" y="5543"/>
                  </a:cubicBezTo>
                  <a:cubicBezTo>
                    <a:pt x="9129" y="6440"/>
                    <a:pt x="9578" y="7437"/>
                    <a:pt x="9967" y="8522"/>
                  </a:cubicBezTo>
                  <a:cubicBezTo>
                    <a:pt x="10357" y="9606"/>
                    <a:pt x="10682" y="10777"/>
                    <a:pt x="10934" y="12003"/>
                  </a:cubicBezTo>
                  <a:cubicBezTo>
                    <a:pt x="11184" y="13230"/>
                    <a:pt x="11329" y="14519"/>
                    <a:pt x="11383" y="15830"/>
                  </a:cubicBezTo>
                  <a:cubicBezTo>
                    <a:pt x="11387" y="16158"/>
                    <a:pt x="11392" y="16488"/>
                    <a:pt x="11397" y="16817"/>
                  </a:cubicBezTo>
                  <a:cubicBezTo>
                    <a:pt x="11385" y="17149"/>
                    <a:pt x="11373" y="17480"/>
                    <a:pt x="11363" y="17813"/>
                  </a:cubicBezTo>
                  <a:cubicBezTo>
                    <a:pt x="11357" y="18505"/>
                    <a:pt x="11262" y="19143"/>
                    <a:pt x="11197" y="19801"/>
                  </a:cubicBezTo>
                  <a:lnTo>
                    <a:pt x="11172" y="20045"/>
                  </a:lnTo>
                  <a:lnTo>
                    <a:pt x="11130" y="20292"/>
                  </a:lnTo>
                  <a:lnTo>
                    <a:pt x="11047" y="20784"/>
                  </a:lnTo>
                  <a:lnTo>
                    <a:pt x="10962" y="21275"/>
                  </a:lnTo>
                  <a:cubicBezTo>
                    <a:pt x="10936" y="21440"/>
                    <a:pt x="10909" y="21603"/>
                    <a:pt x="10866" y="21764"/>
                  </a:cubicBezTo>
                  <a:cubicBezTo>
                    <a:pt x="10702" y="22407"/>
                    <a:pt x="10580" y="23059"/>
                    <a:pt x="10366" y="23680"/>
                  </a:cubicBezTo>
                  <a:cubicBezTo>
                    <a:pt x="10268" y="23992"/>
                    <a:pt x="10181" y="24308"/>
                    <a:pt x="10073" y="24615"/>
                  </a:cubicBezTo>
                  <a:cubicBezTo>
                    <a:pt x="9959" y="24919"/>
                    <a:pt x="9846" y="25222"/>
                    <a:pt x="9732" y="25523"/>
                  </a:cubicBezTo>
                  <a:cubicBezTo>
                    <a:pt x="9675" y="25675"/>
                    <a:pt x="9621" y="25825"/>
                    <a:pt x="9560" y="25973"/>
                  </a:cubicBezTo>
                  <a:cubicBezTo>
                    <a:pt x="9496" y="26119"/>
                    <a:pt x="9430" y="26263"/>
                    <a:pt x="9364" y="26408"/>
                  </a:cubicBezTo>
                  <a:cubicBezTo>
                    <a:pt x="9234" y="26698"/>
                    <a:pt x="9104" y="26985"/>
                    <a:pt x="8975" y="27270"/>
                  </a:cubicBezTo>
                  <a:cubicBezTo>
                    <a:pt x="8834" y="27549"/>
                    <a:pt x="8684" y="27821"/>
                    <a:pt x="8540" y="28093"/>
                  </a:cubicBezTo>
                  <a:cubicBezTo>
                    <a:pt x="8392" y="28363"/>
                    <a:pt x="8262" y="28638"/>
                    <a:pt x="8097" y="28892"/>
                  </a:cubicBezTo>
                  <a:cubicBezTo>
                    <a:pt x="7780" y="29404"/>
                    <a:pt x="7492" y="29925"/>
                    <a:pt x="7147" y="30385"/>
                  </a:cubicBezTo>
                  <a:cubicBezTo>
                    <a:pt x="6982" y="30623"/>
                    <a:pt x="6818" y="30854"/>
                    <a:pt x="6658" y="31084"/>
                  </a:cubicBezTo>
                  <a:cubicBezTo>
                    <a:pt x="6495" y="31311"/>
                    <a:pt x="6313" y="31519"/>
                    <a:pt x="6148" y="31735"/>
                  </a:cubicBezTo>
                  <a:cubicBezTo>
                    <a:pt x="5980" y="31949"/>
                    <a:pt x="5814" y="32158"/>
                    <a:pt x="5651" y="32365"/>
                  </a:cubicBezTo>
                  <a:cubicBezTo>
                    <a:pt x="5477" y="32560"/>
                    <a:pt x="5303" y="32753"/>
                    <a:pt x="5136" y="32940"/>
                  </a:cubicBezTo>
                  <a:cubicBezTo>
                    <a:pt x="4966" y="33125"/>
                    <a:pt x="4804" y="33313"/>
                    <a:pt x="4639" y="33490"/>
                  </a:cubicBezTo>
                  <a:cubicBezTo>
                    <a:pt x="4467" y="33659"/>
                    <a:pt x="4299" y="33826"/>
                    <a:pt x="4134" y="33987"/>
                  </a:cubicBezTo>
                  <a:cubicBezTo>
                    <a:pt x="3971" y="34150"/>
                    <a:pt x="3812" y="34309"/>
                    <a:pt x="3656" y="34464"/>
                  </a:cubicBezTo>
                  <a:cubicBezTo>
                    <a:pt x="3497" y="34615"/>
                    <a:pt x="3333" y="34750"/>
                    <a:pt x="3180" y="34888"/>
                  </a:cubicBezTo>
                  <a:cubicBezTo>
                    <a:pt x="2869" y="35157"/>
                    <a:pt x="2587" y="35424"/>
                    <a:pt x="2303" y="35643"/>
                  </a:cubicBezTo>
                  <a:cubicBezTo>
                    <a:pt x="2023" y="35863"/>
                    <a:pt x="1764" y="36066"/>
                    <a:pt x="1529" y="36250"/>
                  </a:cubicBezTo>
                  <a:cubicBezTo>
                    <a:pt x="1296" y="36439"/>
                    <a:pt x="1077" y="36585"/>
                    <a:pt x="887" y="36717"/>
                  </a:cubicBezTo>
                  <a:cubicBezTo>
                    <a:pt x="697" y="36850"/>
                    <a:pt x="535" y="36963"/>
                    <a:pt x="403" y="37053"/>
                  </a:cubicBezTo>
                  <a:cubicBezTo>
                    <a:pt x="141" y="37238"/>
                    <a:pt x="0" y="37338"/>
                    <a:pt x="0" y="37338"/>
                  </a:cubicBezTo>
                  <a:cubicBezTo>
                    <a:pt x="0" y="37338"/>
                    <a:pt x="152" y="37258"/>
                    <a:pt x="437" y="37111"/>
                  </a:cubicBezTo>
                  <a:cubicBezTo>
                    <a:pt x="581" y="37035"/>
                    <a:pt x="755" y="36943"/>
                    <a:pt x="961" y="36835"/>
                  </a:cubicBezTo>
                  <a:cubicBezTo>
                    <a:pt x="1064" y="36782"/>
                    <a:pt x="1175" y="36722"/>
                    <a:pt x="1294" y="36659"/>
                  </a:cubicBezTo>
                  <a:cubicBezTo>
                    <a:pt x="1413" y="36596"/>
                    <a:pt x="1529" y="36514"/>
                    <a:pt x="1658" y="36438"/>
                  </a:cubicBezTo>
                  <a:cubicBezTo>
                    <a:pt x="1913" y="36278"/>
                    <a:pt x="2195" y="36102"/>
                    <a:pt x="2502" y="35909"/>
                  </a:cubicBezTo>
                  <a:cubicBezTo>
                    <a:pt x="2659" y="35816"/>
                    <a:pt x="2810" y="35702"/>
                    <a:pt x="2967" y="35586"/>
                  </a:cubicBezTo>
                  <a:cubicBezTo>
                    <a:pt x="3125" y="35471"/>
                    <a:pt x="3289" y="35350"/>
                    <a:pt x="3458" y="35225"/>
                  </a:cubicBezTo>
                  <a:cubicBezTo>
                    <a:pt x="3626" y="35099"/>
                    <a:pt x="3806" y="34977"/>
                    <a:pt x="3979" y="34836"/>
                  </a:cubicBezTo>
                  <a:cubicBezTo>
                    <a:pt x="4150" y="34692"/>
                    <a:pt x="4327" y="34544"/>
                    <a:pt x="4508" y="34393"/>
                  </a:cubicBezTo>
                  <a:cubicBezTo>
                    <a:pt x="4687" y="34239"/>
                    <a:pt x="4872" y="34082"/>
                    <a:pt x="5062" y="33921"/>
                  </a:cubicBezTo>
                  <a:cubicBezTo>
                    <a:pt x="5243" y="33752"/>
                    <a:pt x="5423" y="33572"/>
                    <a:pt x="5610" y="33392"/>
                  </a:cubicBezTo>
                  <a:cubicBezTo>
                    <a:pt x="5795" y="33211"/>
                    <a:pt x="5986" y="33027"/>
                    <a:pt x="6178" y="32836"/>
                  </a:cubicBezTo>
                  <a:cubicBezTo>
                    <a:pt x="6363" y="32639"/>
                    <a:pt x="6544" y="32432"/>
                    <a:pt x="6734" y="32225"/>
                  </a:cubicBezTo>
                  <a:cubicBezTo>
                    <a:pt x="6920" y="32016"/>
                    <a:pt x="7115" y="31806"/>
                    <a:pt x="7298" y="31583"/>
                  </a:cubicBezTo>
                  <a:cubicBezTo>
                    <a:pt x="7476" y="31355"/>
                    <a:pt x="7655" y="31121"/>
                    <a:pt x="7839" y="30886"/>
                  </a:cubicBezTo>
                  <a:cubicBezTo>
                    <a:pt x="8220" y="30424"/>
                    <a:pt x="8544" y="29902"/>
                    <a:pt x="8900" y="29384"/>
                  </a:cubicBezTo>
                  <a:cubicBezTo>
                    <a:pt x="9084" y="29128"/>
                    <a:pt x="9231" y="28846"/>
                    <a:pt x="9393" y="28570"/>
                  </a:cubicBezTo>
                  <a:cubicBezTo>
                    <a:pt x="9551" y="28291"/>
                    <a:pt x="9718" y="28013"/>
                    <a:pt x="9873" y="27725"/>
                  </a:cubicBezTo>
                  <a:cubicBezTo>
                    <a:pt x="10016" y="27431"/>
                    <a:pt x="10162" y="27136"/>
                    <a:pt x="10306" y="26838"/>
                  </a:cubicBezTo>
                  <a:cubicBezTo>
                    <a:pt x="10378" y="26688"/>
                    <a:pt x="10452" y="26538"/>
                    <a:pt x="10526" y="26388"/>
                  </a:cubicBezTo>
                  <a:cubicBezTo>
                    <a:pt x="10593" y="26235"/>
                    <a:pt x="10654" y="26079"/>
                    <a:pt x="10719" y="25923"/>
                  </a:cubicBezTo>
                  <a:cubicBezTo>
                    <a:pt x="10847" y="25610"/>
                    <a:pt x="10974" y="25296"/>
                    <a:pt x="11103" y="24980"/>
                  </a:cubicBezTo>
                  <a:cubicBezTo>
                    <a:pt x="11222" y="24662"/>
                    <a:pt x="11318" y="24333"/>
                    <a:pt x="11427" y="24005"/>
                  </a:cubicBezTo>
                  <a:cubicBezTo>
                    <a:pt x="11659" y="23355"/>
                    <a:pt x="11804" y="22677"/>
                    <a:pt x="11975" y="22003"/>
                  </a:cubicBezTo>
                  <a:cubicBezTo>
                    <a:pt x="12021" y="21835"/>
                    <a:pt x="12050" y="21663"/>
                    <a:pt x="12078" y="21492"/>
                  </a:cubicBezTo>
                  <a:lnTo>
                    <a:pt x="12170" y="20976"/>
                  </a:lnTo>
                  <a:lnTo>
                    <a:pt x="12260" y="20460"/>
                  </a:lnTo>
                  <a:lnTo>
                    <a:pt x="12305" y="20202"/>
                  </a:lnTo>
                  <a:lnTo>
                    <a:pt x="12333" y="19938"/>
                  </a:lnTo>
                  <a:cubicBezTo>
                    <a:pt x="12399" y="19237"/>
                    <a:pt x="12495" y="18521"/>
                    <a:pt x="12497" y="17852"/>
                  </a:cubicBezTo>
                  <a:lnTo>
                    <a:pt x="12513" y="17343"/>
                  </a:lnTo>
                  <a:lnTo>
                    <a:pt x="12520" y="17090"/>
                  </a:lnTo>
                  <a:lnTo>
                    <a:pt x="12524" y="16962"/>
                  </a:lnTo>
                  <a:lnTo>
                    <a:pt x="12525" y="16898"/>
                  </a:lnTo>
                  <a:lnTo>
                    <a:pt x="12524" y="16814"/>
                  </a:lnTo>
                  <a:cubicBezTo>
                    <a:pt x="12508" y="16466"/>
                    <a:pt x="12497" y="16121"/>
                    <a:pt x="12487" y="15779"/>
                  </a:cubicBezTo>
                  <a:cubicBezTo>
                    <a:pt x="12417" y="14405"/>
                    <a:pt x="12206" y="13062"/>
                    <a:pt x="11914" y="11791"/>
                  </a:cubicBezTo>
                  <a:cubicBezTo>
                    <a:pt x="11624" y="10515"/>
                    <a:pt x="11216" y="9316"/>
                    <a:pt x="10760" y="8213"/>
                  </a:cubicBezTo>
                  <a:cubicBezTo>
                    <a:pt x="10640" y="7939"/>
                    <a:pt x="10530" y="7665"/>
                    <a:pt x="10406" y="7403"/>
                  </a:cubicBezTo>
                  <a:cubicBezTo>
                    <a:pt x="10279" y="7144"/>
                    <a:pt x="10155" y="6886"/>
                    <a:pt x="10033" y="6635"/>
                  </a:cubicBezTo>
                  <a:cubicBezTo>
                    <a:pt x="9766" y="6141"/>
                    <a:pt x="9512" y="5663"/>
                    <a:pt x="9235" y="5224"/>
                  </a:cubicBezTo>
                  <a:cubicBezTo>
                    <a:pt x="8974" y="4775"/>
                    <a:pt x="8690" y="4366"/>
                    <a:pt x="8424" y="3976"/>
                  </a:cubicBezTo>
                  <a:cubicBezTo>
                    <a:pt x="8287" y="3783"/>
                    <a:pt x="8146" y="3602"/>
                    <a:pt x="8013" y="3422"/>
                  </a:cubicBezTo>
                  <a:cubicBezTo>
                    <a:pt x="7879" y="3243"/>
                    <a:pt x="7752" y="3069"/>
                    <a:pt x="7613" y="2907"/>
                  </a:cubicBezTo>
                  <a:cubicBezTo>
                    <a:pt x="7345" y="2581"/>
                    <a:pt x="7102" y="2271"/>
                    <a:pt x="6854" y="2010"/>
                  </a:cubicBezTo>
                  <a:cubicBezTo>
                    <a:pt x="6615" y="1746"/>
                    <a:pt x="6390" y="1493"/>
                    <a:pt x="6176" y="1282"/>
                  </a:cubicBezTo>
                  <a:cubicBezTo>
                    <a:pt x="5757" y="850"/>
                    <a:pt x="5407" y="537"/>
                    <a:pt x="5168" y="322"/>
                  </a:cubicBezTo>
                  <a:cubicBezTo>
                    <a:pt x="4928" y="109"/>
                    <a:pt x="4796" y="0"/>
                    <a:pt x="47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63"/>
            <p:cNvSpPr/>
            <p:nvPr/>
          </p:nvSpPr>
          <p:spPr>
            <a:xfrm rot="-7860302">
              <a:off x="1008873" y="647315"/>
              <a:ext cx="278729" cy="1162973"/>
            </a:xfrm>
            <a:custGeom>
              <a:rect b="b" l="l" r="r" t="t"/>
              <a:pathLst>
                <a:path extrusionOk="0" h="25677" w="6154">
                  <a:moveTo>
                    <a:pt x="2504" y="0"/>
                  </a:moveTo>
                  <a:cubicBezTo>
                    <a:pt x="2504" y="1"/>
                    <a:pt x="2558" y="92"/>
                    <a:pt x="2657" y="261"/>
                  </a:cubicBezTo>
                  <a:cubicBezTo>
                    <a:pt x="2707" y="346"/>
                    <a:pt x="2767" y="449"/>
                    <a:pt x="2840" y="571"/>
                  </a:cubicBezTo>
                  <a:cubicBezTo>
                    <a:pt x="2907" y="697"/>
                    <a:pt x="2986" y="842"/>
                    <a:pt x="3075" y="1005"/>
                  </a:cubicBezTo>
                  <a:cubicBezTo>
                    <a:pt x="3118" y="1087"/>
                    <a:pt x="3167" y="1169"/>
                    <a:pt x="3212" y="1261"/>
                  </a:cubicBezTo>
                  <a:cubicBezTo>
                    <a:pt x="3257" y="1354"/>
                    <a:pt x="3304" y="1451"/>
                    <a:pt x="3355" y="1551"/>
                  </a:cubicBezTo>
                  <a:cubicBezTo>
                    <a:pt x="3405" y="1652"/>
                    <a:pt x="3457" y="1757"/>
                    <a:pt x="3511" y="1866"/>
                  </a:cubicBezTo>
                  <a:cubicBezTo>
                    <a:pt x="3563" y="1977"/>
                    <a:pt x="3614" y="2093"/>
                    <a:pt x="3668" y="2212"/>
                  </a:cubicBezTo>
                  <a:cubicBezTo>
                    <a:pt x="3721" y="2333"/>
                    <a:pt x="3781" y="2451"/>
                    <a:pt x="3833" y="2583"/>
                  </a:cubicBezTo>
                  <a:cubicBezTo>
                    <a:pt x="3886" y="2713"/>
                    <a:pt x="3941" y="2846"/>
                    <a:pt x="3996" y="2984"/>
                  </a:cubicBezTo>
                  <a:cubicBezTo>
                    <a:pt x="4024" y="3053"/>
                    <a:pt x="4054" y="3121"/>
                    <a:pt x="4082" y="3192"/>
                  </a:cubicBezTo>
                  <a:cubicBezTo>
                    <a:pt x="4109" y="3264"/>
                    <a:pt x="4136" y="3336"/>
                    <a:pt x="4162" y="3410"/>
                  </a:cubicBezTo>
                  <a:cubicBezTo>
                    <a:pt x="4217" y="3556"/>
                    <a:pt x="4273" y="3707"/>
                    <a:pt x="4330" y="3860"/>
                  </a:cubicBezTo>
                  <a:cubicBezTo>
                    <a:pt x="4380" y="4018"/>
                    <a:pt x="4434" y="4177"/>
                    <a:pt x="4487" y="4341"/>
                  </a:cubicBezTo>
                  <a:cubicBezTo>
                    <a:pt x="4514" y="4423"/>
                    <a:pt x="4542" y="4503"/>
                    <a:pt x="4568" y="4586"/>
                  </a:cubicBezTo>
                  <a:cubicBezTo>
                    <a:pt x="4592" y="4672"/>
                    <a:pt x="4616" y="4758"/>
                    <a:pt x="4642" y="4844"/>
                  </a:cubicBezTo>
                  <a:cubicBezTo>
                    <a:pt x="4689" y="5019"/>
                    <a:pt x="4747" y="5189"/>
                    <a:pt x="4794" y="5369"/>
                  </a:cubicBezTo>
                  <a:cubicBezTo>
                    <a:pt x="4841" y="5551"/>
                    <a:pt x="4888" y="5733"/>
                    <a:pt x="4935" y="5919"/>
                  </a:cubicBezTo>
                  <a:cubicBezTo>
                    <a:pt x="5112" y="6667"/>
                    <a:pt x="5261" y="7470"/>
                    <a:pt x="5379" y="8310"/>
                  </a:cubicBezTo>
                  <a:cubicBezTo>
                    <a:pt x="5405" y="8521"/>
                    <a:pt x="5427" y="8735"/>
                    <a:pt x="5453" y="8949"/>
                  </a:cubicBezTo>
                  <a:cubicBezTo>
                    <a:pt x="5478" y="9164"/>
                    <a:pt x="5489" y="9383"/>
                    <a:pt x="5508" y="9601"/>
                  </a:cubicBezTo>
                  <a:cubicBezTo>
                    <a:pt x="5528" y="9820"/>
                    <a:pt x="5536" y="10037"/>
                    <a:pt x="5546" y="10257"/>
                  </a:cubicBezTo>
                  <a:cubicBezTo>
                    <a:pt x="5556" y="10475"/>
                    <a:pt x="5568" y="10694"/>
                    <a:pt x="5568" y="10927"/>
                  </a:cubicBezTo>
                  <a:cubicBezTo>
                    <a:pt x="5589" y="11831"/>
                    <a:pt x="5542" y="12736"/>
                    <a:pt x="5466" y="13643"/>
                  </a:cubicBezTo>
                  <a:cubicBezTo>
                    <a:pt x="5366" y="14541"/>
                    <a:pt x="5245" y="15440"/>
                    <a:pt x="5046" y="16294"/>
                  </a:cubicBezTo>
                  <a:cubicBezTo>
                    <a:pt x="4963" y="16726"/>
                    <a:pt x="4843" y="17141"/>
                    <a:pt x="4736" y="17555"/>
                  </a:cubicBezTo>
                  <a:cubicBezTo>
                    <a:pt x="4686" y="17764"/>
                    <a:pt x="4615" y="17959"/>
                    <a:pt x="4553" y="18159"/>
                  </a:cubicBezTo>
                  <a:cubicBezTo>
                    <a:pt x="4487" y="18355"/>
                    <a:pt x="4428" y="18555"/>
                    <a:pt x="4361" y="18748"/>
                  </a:cubicBezTo>
                  <a:cubicBezTo>
                    <a:pt x="4079" y="19507"/>
                    <a:pt x="3796" y="20239"/>
                    <a:pt x="3471" y="20881"/>
                  </a:cubicBezTo>
                  <a:cubicBezTo>
                    <a:pt x="3390" y="21045"/>
                    <a:pt x="3311" y="21203"/>
                    <a:pt x="3233" y="21362"/>
                  </a:cubicBezTo>
                  <a:cubicBezTo>
                    <a:pt x="3149" y="21511"/>
                    <a:pt x="3065" y="21660"/>
                    <a:pt x="2983" y="21806"/>
                  </a:cubicBezTo>
                  <a:cubicBezTo>
                    <a:pt x="2901" y="21953"/>
                    <a:pt x="2826" y="22102"/>
                    <a:pt x="2742" y="22237"/>
                  </a:cubicBezTo>
                  <a:cubicBezTo>
                    <a:pt x="2656" y="22372"/>
                    <a:pt x="2574" y="22504"/>
                    <a:pt x="2492" y="22633"/>
                  </a:cubicBezTo>
                  <a:cubicBezTo>
                    <a:pt x="2410" y="22761"/>
                    <a:pt x="2332" y="22894"/>
                    <a:pt x="2250" y="23012"/>
                  </a:cubicBezTo>
                  <a:cubicBezTo>
                    <a:pt x="2166" y="23129"/>
                    <a:pt x="2084" y="23243"/>
                    <a:pt x="2004" y="23356"/>
                  </a:cubicBezTo>
                  <a:cubicBezTo>
                    <a:pt x="1926" y="23469"/>
                    <a:pt x="1849" y="23577"/>
                    <a:pt x="1773" y="23685"/>
                  </a:cubicBezTo>
                  <a:cubicBezTo>
                    <a:pt x="1694" y="23787"/>
                    <a:pt x="1618" y="23882"/>
                    <a:pt x="1541" y="23976"/>
                  </a:cubicBezTo>
                  <a:cubicBezTo>
                    <a:pt x="1466" y="24070"/>
                    <a:pt x="1395" y="24163"/>
                    <a:pt x="1324" y="24250"/>
                  </a:cubicBezTo>
                  <a:cubicBezTo>
                    <a:pt x="1254" y="24339"/>
                    <a:pt x="1187" y="24425"/>
                    <a:pt x="1117" y="24499"/>
                  </a:cubicBezTo>
                  <a:cubicBezTo>
                    <a:pt x="981" y="24652"/>
                    <a:pt x="855" y="24791"/>
                    <a:pt x="743" y="24919"/>
                  </a:cubicBezTo>
                  <a:cubicBezTo>
                    <a:pt x="632" y="25049"/>
                    <a:pt x="523" y="25151"/>
                    <a:pt x="431" y="25244"/>
                  </a:cubicBezTo>
                  <a:cubicBezTo>
                    <a:pt x="338" y="25337"/>
                    <a:pt x="260" y="25416"/>
                    <a:pt x="196" y="25480"/>
                  </a:cubicBezTo>
                  <a:cubicBezTo>
                    <a:pt x="68" y="25608"/>
                    <a:pt x="1" y="25676"/>
                    <a:pt x="1" y="25676"/>
                  </a:cubicBezTo>
                  <a:cubicBezTo>
                    <a:pt x="1" y="25676"/>
                    <a:pt x="75" y="25623"/>
                    <a:pt x="212" y="25519"/>
                  </a:cubicBezTo>
                  <a:cubicBezTo>
                    <a:pt x="281" y="25467"/>
                    <a:pt x="365" y="25404"/>
                    <a:pt x="465" y="25327"/>
                  </a:cubicBezTo>
                  <a:cubicBezTo>
                    <a:pt x="565" y="25252"/>
                    <a:pt x="680" y="25169"/>
                    <a:pt x="803" y="25052"/>
                  </a:cubicBezTo>
                  <a:cubicBezTo>
                    <a:pt x="927" y="24942"/>
                    <a:pt x="1064" y="24820"/>
                    <a:pt x="1215" y="24685"/>
                  </a:cubicBezTo>
                  <a:cubicBezTo>
                    <a:pt x="1290" y="24619"/>
                    <a:pt x="1365" y="24542"/>
                    <a:pt x="1440" y="24461"/>
                  </a:cubicBezTo>
                  <a:cubicBezTo>
                    <a:pt x="1518" y="24380"/>
                    <a:pt x="1597" y="24297"/>
                    <a:pt x="1679" y="24211"/>
                  </a:cubicBezTo>
                  <a:cubicBezTo>
                    <a:pt x="1760" y="24124"/>
                    <a:pt x="1847" y="24037"/>
                    <a:pt x="1933" y="23943"/>
                  </a:cubicBezTo>
                  <a:cubicBezTo>
                    <a:pt x="2016" y="23843"/>
                    <a:pt x="2102" y="23741"/>
                    <a:pt x="2190" y="23638"/>
                  </a:cubicBezTo>
                  <a:cubicBezTo>
                    <a:pt x="2277" y="23532"/>
                    <a:pt x="2366" y="23423"/>
                    <a:pt x="2458" y="23312"/>
                  </a:cubicBezTo>
                  <a:cubicBezTo>
                    <a:pt x="2548" y="23199"/>
                    <a:pt x="2634" y="23074"/>
                    <a:pt x="2726" y="22949"/>
                  </a:cubicBezTo>
                  <a:cubicBezTo>
                    <a:pt x="2815" y="22825"/>
                    <a:pt x="2908" y="22695"/>
                    <a:pt x="3002" y="22566"/>
                  </a:cubicBezTo>
                  <a:cubicBezTo>
                    <a:pt x="3096" y="22433"/>
                    <a:pt x="3182" y="22290"/>
                    <a:pt x="3273" y="22147"/>
                  </a:cubicBezTo>
                  <a:cubicBezTo>
                    <a:pt x="3365" y="22002"/>
                    <a:pt x="3457" y="21856"/>
                    <a:pt x="3551" y="21707"/>
                  </a:cubicBezTo>
                  <a:cubicBezTo>
                    <a:pt x="3636" y="21550"/>
                    <a:pt x="3723" y="21390"/>
                    <a:pt x="3813" y="21227"/>
                  </a:cubicBezTo>
                  <a:cubicBezTo>
                    <a:pt x="4172" y="20584"/>
                    <a:pt x="4501" y="19848"/>
                    <a:pt x="4807" y="19065"/>
                  </a:cubicBezTo>
                  <a:cubicBezTo>
                    <a:pt x="5094" y="18268"/>
                    <a:pt x="5375" y="17427"/>
                    <a:pt x="5572" y="16525"/>
                  </a:cubicBezTo>
                  <a:cubicBezTo>
                    <a:pt x="5791" y="15634"/>
                    <a:pt x="5922" y="14692"/>
                    <a:pt x="6030" y="13749"/>
                  </a:cubicBezTo>
                  <a:cubicBezTo>
                    <a:pt x="6106" y="12801"/>
                    <a:pt x="6154" y="11841"/>
                    <a:pt x="6120" y="10907"/>
                  </a:cubicBezTo>
                  <a:cubicBezTo>
                    <a:pt x="6119" y="10680"/>
                    <a:pt x="6103" y="10441"/>
                    <a:pt x="6089" y="10206"/>
                  </a:cubicBezTo>
                  <a:cubicBezTo>
                    <a:pt x="6073" y="9971"/>
                    <a:pt x="6059" y="9739"/>
                    <a:pt x="6034" y="9512"/>
                  </a:cubicBezTo>
                  <a:cubicBezTo>
                    <a:pt x="6010" y="9285"/>
                    <a:pt x="5994" y="9057"/>
                    <a:pt x="5962" y="8834"/>
                  </a:cubicBezTo>
                  <a:cubicBezTo>
                    <a:pt x="5931" y="8611"/>
                    <a:pt x="5901" y="8389"/>
                    <a:pt x="5871" y="8169"/>
                  </a:cubicBezTo>
                  <a:cubicBezTo>
                    <a:pt x="5736" y="7295"/>
                    <a:pt x="5547" y="6470"/>
                    <a:pt x="5333" y="5710"/>
                  </a:cubicBezTo>
                  <a:cubicBezTo>
                    <a:pt x="5121" y="4948"/>
                    <a:pt x="4865" y="4261"/>
                    <a:pt x="4618" y="3644"/>
                  </a:cubicBezTo>
                  <a:cubicBezTo>
                    <a:pt x="4357" y="3034"/>
                    <a:pt x="4102" y="2490"/>
                    <a:pt x="3847" y="2039"/>
                  </a:cubicBezTo>
                  <a:cubicBezTo>
                    <a:pt x="3785" y="1925"/>
                    <a:pt x="3725" y="1813"/>
                    <a:pt x="3666" y="1709"/>
                  </a:cubicBezTo>
                  <a:cubicBezTo>
                    <a:pt x="3605" y="1604"/>
                    <a:pt x="3545" y="1507"/>
                    <a:pt x="3486" y="1413"/>
                  </a:cubicBezTo>
                  <a:cubicBezTo>
                    <a:pt x="3429" y="1319"/>
                    <a:pt x="3373" y="1228"/>
                    <a:pt x="3319" y="1142"/>
                  </a:cubicBezTo>
                  <a:cubicBezTo>
                    <a:pt x="3268" y="1055"/>
                    <a:pt x="3212" y="979"/>
                    <a:pt x="3162" y="904"/>
                  </a:cubicBezTo>
                  <a:cubicBezTo>
                    <a:pt x="3060" y="756"/>
                    <a:pt x="2970" y="622"/>
                    <a:pt x="2889" y="509"/>
                  </a:cubicBezTo>
                  <a:cubicBezTo>
                    <a:pt x="2807" y="399"/>
                    <a:pt x="2738" y="307"/>
                    <a:pt x="2680" y="231"/>
                  </a:cubicBezTo>
                  <a:cubicBezTo>
                    <a:pt x="2564" y="81"/>
                    <a:pt x="2504" y="1"/>
                    <a:pt x="25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63"/>
            <p:cNvSpPr/>
            <p:nvPr/>
          </p:nvSpPr>
          <p:spPr>
            <a:xfrm flipH="1" rot="5400000">
              <a:off x="1452312" y="2312756"/>
              <a:ext cx="937500" cy="1911000"/>
            </a:xfrm>
            <a:prstGeom prst="chevron">
              <a:avLst>
                <a:gd fmla="val 47815" name="adj"/>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890" name="Google Shape;890;p63"/>
            <p:cNvSpPr/>
            <p:nvPr/>
          </p:nvSpPr>
          <p:spPr>
            <a:xfrm flipH="1" rot="5400000">
              <a:off x="1452312" y="2960456"/>
              <a:ext cx="937500" cy="1911000"/>
            </a:xfrm>
            <a:prstGeom prst="chevron">
              <a:avLst>
                <a:gd fmla="val 47815" name="adj"/>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sp>
        <p:nvSpPr>
          <p:cNvPr id="891" name="Google Shape;891;p63"/>
          <p:cNvSpPr/>
          <p:nvPr/>
        </p:nvSpPr>
        <p:spPr>
          <a:xfrm>
            <a:off x="7407660" y="4491360"/>
            <a:ext cx="1019466" cy="220717"/>
          </a:xfrm>
          <a:prstGeom prst="rect">
            <a:avLst/>
          </a:prstGeom>
        </p:spPr>
        <p:txBody>
          <a:bodyPr>
            <a:prstTxWarp prst="textPlain"/>
          </a:bodyPr>
          <a:lstStyle/>
          <a:p>
            <a:pPr lvl="0" algn="ctr"/>
            <a:r>
              <a:rPr b="0" i="0">
                <a:ln cap="flat" cmpd="sng" w="19050">
                  <a:solidFill>
                    <a:schemeClr val="dk1"/>
                  </a:solidFill>
                  <a:prstDash val="solid"/>
                  <a:round/>
                  <a:headEnd len="sm" w="sm" type="none"/>
                  <a:tailEnd len="sm" w="sm" type="none"/>
                </a:ln>
                <a:noFill/>
                <a:latin typeface="Audiowide"/>
              </a:rPr>
              <a:t>0025</a:t>
            </a: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5" name="Shape 895"/>
        <p:cNvGrpSpPr/>
        <p:nvPr/>
      </p:nvGrpSpPr>
      <p:grpSpPr>
        <a:xfrm>
          <a:off x="0" y="0"/>
          <a:ext cx="0" cy="0"/>
          <a:chOff x="0" y="0"/>
          <a:chExt cx="0" cy="0"/>
        </a:xfrm>
      </p:grpSpPr>
      <p:sp>
        <p:nvSpPr>
          <p:cNvPr id="896" name="Google Shape;896;p64"/>
          <p:cNvSpPr txBox="1"/>
          <p:nvPr>
            <p:ph idx="1" type="subTitle"/>
          </p:nvPr>
        </p:nvSpPr>
        <p:spPr>
          <a:xfrm>
            <a:off x="881211" y="1684941"/>
            <a:ext cx="4221900" cy="1241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sp>
        <p:nvSpPr>
          <p:cNvPr id="897" name="Google Shape;897;p64"/>
          <p:cNvSpPr txBox="1"/>
          <p:nvPr>
            <p:ph type="title"/>
          </p:nvPr>
        </p:nvSpPr>
        <p:spPr>
          <a:xfrm>
            <a:off x="878511" y="2926659"/>
            <a:ext cx="4224600" cy="531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—SOMEONE FAMOUS</a:t>
            </a:r>
            <a:endParaRPr/>
          </a:p>
        </p:txBody>
      </p:sp>
      <p:grpSp>
        <p:nvGrpSpPr>
          <p:cNvPr id="898" name="Google Shape;898;p64"/>
          <p:cNvGrpSpPr/>
          <p:nvPr/>
        </p:nvGrpSpPr>
        <p:grpSpPr>
          <a:xfrm>
            <a:off x="5413641" y="1145773"/>
            <a:ext cx="2851847" cy="2851953"/>
            <a:chOff x="5413641" y="1145773"/>
            <a:chExt cx="2851847" cy="2851953"/>
          </a:xfrm>
        </p:grpSpPr>
        <p:sp>
          <p:nvSpPr>
            <p:cNvPr id="899" name="Google Shape;899;p64"/>
            <p:cNvSpPr/>
            <p:nvPr/>
          </p:nvSpPr>
          <p:spPr>
            <a:xfrm>
              <a:off x="5413641" y="1145773"/>
              <a:ext cx="2851847" cy="2851953"/>
            </a:xfrm>
            <a:custGeom>
              <a:rect b="b" l="l" r="r" t="t"/>
              <a:pathLst>
                <a:path extrusionOk="0" h="26923" w="26922">
                  <a:moveTo>
                    <a:pt x="14798" y="1589"/>
                  </a:moveTo>
                  <a:lnTo>
                    <a:pt x="14798" y="1589"/>
                  </a:lnTo>
                  <a:cubicBezTo>
                    <a:pt x="14798" y="1589"/>
                    <a:pt x="14797" y="1589"/>
                    <a:pt x="14797" y="1589"/>
                  </a:cubicBezTo>
                  <a:cubicBezTo>
                    <a:pt x="14796" y="1590"/>
                    <a:pt x="14796" y="1591"/>
                    <a:pt x="14796" y="1592"/>
                  </a:cubicBezTo>
                  <a:lnTo>
                    <a:pt x="14796" y="1592"/>
                  </a:lnTo>
                  <a:cubicBezTo>
                    <a:pt x="14797" y="1591"/>
                    <a:pt x="14797" y="1590"/>
                    <a:pt x="14798" y="1589"/>
                  </a:cubicBezTo>
                  <a:close/>
                  <a:moveTo>
                    <a:pt x="14796" y="1592"/>
                  </a:moveTo>
                  <a:cubicBezTo>
                    <a:pt x="14790" y="1599"/>
                    <a:pt x="14779" y="1614"/>
                    <a:pt x="14766" y="1639"/>
                  </a:cubicBezTo>
                  <a:cubicBezTo>
                    <a:pt x="14756" y="1657"/>
                    <a:pt x="14747" y="1682"/>
                    <a:pt x="14742" y="1710"/>
                  </a:cubicBezTo>
                  <a:cubicBezTo>
                    <a:pt x="14736" y="1723"/>
                    <a:pt x="14736" y="1738"/>
                    <a:pt x="14735" y="1755"/>
                  </a:cubicBezTo>
                  <a:cubicBezTo>
                    <a:pt x="14733" y="1772"/>
                    <a:pt x="14732" y="1789"/>
                    <a:pt x="14735" y="1807"/>
                  </a:cubicBezTo>
                  <a:cubicBezTo>
                    <a:pt x="14739" y="1825"/>
                    <a:pt x="14739" y="1844"/>
                    <a:pt x="14743" y="1864"/>
                  </a:cubicBezTo>
                  <a:cubicBezTo>
                    <a:pt x="14750" y="1884"/>
                    <a:pt x="14756" y="1903"/>
                    <a:pt x="14763" y="1925"/>
                  </a:cubicBezTo>
                  <a:cubicBezTo>
                    <a:pt x="14772" y="1945"/>
                    <a:pt x="14786" y="1965"/>
                    <a:pt x="14795" y="1985"/>
                  </a:cubicBezTo>
                  <a:cubicBezTo>
                    <a:pt x="14802" y="1995"/>
                    <a:pt x="14807" y="2007"/>
                    <a:pt x="14814" y="2017"/>
                  </a:cubicBezTo>
                  <a:lnTo>
                    <a:pt x="14840" y="2047"/>
                  </a:lnTo>
                  <a:cubicBezTo>
                    <a:pt x="14856" y="2067"/>
                    <a:pt x="14870" y="2087"/>
                    <a:pt x="14891" y="2107"/>
                  </a:cubicBezTo>
                  <a:cubicBezTo>
                    <a:pt x="14911" y="2126"/>
                    <a:pt x="14934" y="2145"/>
                    <a:pt x="14954" y="2162"/>
                  </a:cubicBezTo>
                  <a:cubicBezTo>
                    <a:pt x="14963" y="2173"/>
                    <a:pt x="14975" y="2181"/>
                    <a:pt x="14985" y="2192"/>
                  </a:cubicBezTo>
                  <a:lnTo>
                    <a:pt x="15022" y="2216"/>
                  </a:lnTo>
                  <a:lnTo>
                    <a:pt x="15096" y="2267"/>
                  </a:lnTo>
                  <a:cubicBezTo>
                    <a:pt x="15146" y="2299"/>
                    <a:pt x="15202" y="2324"/>
                    <a:pt x="15253" y="2354"/>
                  </a:cubicBezTo>
                  <a:cubicBezTo>
                    <a:pt x="15306" y="2383"/>
                    <a:pt x="15365" y="2401"/>
                    <a:pt x="15417" y="2424"/>
                  </a:cubicBezTo>
                  <a:cubicBezTo>
                    <a:pt x="15468" y="2448"/>
                    <a:pt x="15522" y="2465"/>
                    <a:pt x="15574" y="2482"/>
                  </a:cubicBezTo>
                  <a:cubicBezTo>
                    <a:pt x="15625" y="2497"/>
                    <a:pt x="15674" y="2512"/>
                    <a:pt x="15716" y="2528"/>
                  </a:cubicBezTo>
                  <a:cubicBezTo>
                    <a:pt x="15808" y="2550"/>
                    <a:pt x="15883" y="2565"/>
                    <a:pt x="15937" y="2579"/>
                  </a:cubicBezTo>
                  <a:cubicBezTo>
                    <a:pt x="15990" y="2591"/>
                    <a:pt x="16021" y="2597"/>
                    <a:pt x="16021" y="2597"/>
                  </a:cubicBezTo>
                  <a:cubicBezTo>
                    <a:pt x="16021" y="2597"/>
                    <a:pt x="15992" y="2585"/>
                    <a:pt x="15942" y="2568"/>
                  </a:cubicBezTo>
                  <a:cubicBezTo>
                    <a:pt x="15891" y="2549"/>
                    <a:pt x="15820" y="2524"/>
                    <a:pt x="15734" y="2494"/>
                  </a:cubicBezTo>
                  <a:cubicBezTo>
                    <a:pt x="15692" y="2477"/>
                    <a:pt x="15647" y="2458"/>
                    <a:pt x="15598" y="2440"/>
                  </a:cubicBezTo>
                  <a:cubicBezTo>
                    <a:pt x="15549" y="2422"/>
                    <a:pt x="15499" y="2401"/>
                    <a:pt x="15451" y="2377"/>
                  </a:cubicBezTo>
                  <a:cubicBezTo>
                    <a:pt x="15400" y="2354"/>
                    <a:pt x="15346" y="2333"/>
                    <a:pt x="15298" y="2306"/>
                  </a:cubicBezTo>
                  <a:cubicBezTo>
                    <a:pt x="15249" y="2277"/>
                    <a:pt x="15195" y="2252"/>
                    <a:pt x="15148" y="2221"/>
                  </a:cubicBezTo>
                  <a:lnTo>
                    <a:pt x="15077" y="2174"/>
                  </a:lnTo>
                  <a:lnTo>
                    <a:pt x="15042" y="2152"/>
                  </a:lnTo>
                  <a:lnTo>
                    <a:pt x="15011" y="2126"/>
                  </a:lnTo>
                  <a:lnTo>
                    <a:pt x="14951" y="2075"/>
                  </a:lnTo>
                  <a:cubicBezTo>
                    <a:pt x="14934" y="2059"/>
                    <a:pt x="14917" y="2040"/>
                    <a:pt x="14901" y="2021"/>
                  </a:cubicBezTo>
                  <a:lnTo>
                    <a:pt x="14876" y="1995"/>
                  </a:lnTo>
                  <a:lnTo>
                    <a:pt x="14857" y="1968"/>
                  </a:lnTo>
                  <a:cubicBezTo>
                    <a:pt x="14846" y="1950"/>
                    <a:pt x="14830" y="1933"/>
                    <a:pt x="14822" y="1914"/>
                  </a:cubicBezTo>
                  <a:cubicBezTo>
                    <a:pt x="14814" y="1896"/>
                    <a:pt x="14806" y="1878"/>
                    <a:pt x="14797" y="1860"/>
                  </a:cubicBezTo>
                  <a:cubicBezTo>
                    <a:pt x="14790" y="1844"/>
                    <a:pt x="14787" y="1825"/>
                    <a:pt x="14782" y="1809"/>
                  </a:cubicBezTo>
                  <a:cubicBezTo>
                    <a:pt x="14775" y="1792"/>
                    <a:pt x="14776" y="1777"/>
                    <a:pt x="14774" y="1760"/>
                  </a:cubicBezTo>
                  <a:cubicBezTo>
                    <a:pt x="14772" y="1745"/>
                    <a:pt x="14770" y="1730"/>
                    <a:pt x="14770" y="1717"/>
                  </a:cubicBezTo>
                  <a:cubicBezTo>
                    <a:pt x="14770" y="1688"/>
                    <a:pt x="14775" y="1664"/>
                    <a:pt x="14779" y="1645"/>
                  </a:cubicBezTo>
                  <a:cubicBezTo>
                    <a:pt x="14785" y="1620"/>
                    <a:pt x="14792" y="1601"/>
                    <a:pt x="14796" y="1592"/>
                  </a:cubicBezTo>
                  <a:close/>
                  <a:moveTo>
                    <a:pt x="24132" y="8578"/>
                  </a:moveTo>
                  <a:cubicBezTo>
                    <a:pt x="24150" y="8578"/>
                    <a:pt x="24167" y="8581"/>
                    <a:pt x="24183" y="8585"/>
                  </a:cubicBezTo>
                  <a:cubicBezTo>
                    <a:pt x="24242" y="8600"/>
                    <a:pt x="24283" y="8632"/>
                    <a:pt x="24312" y="8659"/>
                  </a:cubicBezTo>
                  <a:cubicBezTo>
                    <a:pt x="24343" y="8686"/>
                    <a:pt x="24363" y="8710"/>
                    <a:pt x="24377" y="8729"/>
                  </a:cubicBezTo>
                  <a:cubicBezTo>
                    <a:pt x="24390" y="8747"/>
                    <a:pt x="24397" y="8756"/>
                    <a:pt x="24397" y="8756"/>
                  </a:cubicBezTo>
                  <a:cubicBezTo>
                    <a:pt x="24397" y="8756"/>
                    <a:pt x="24369" y="8720"/>
                    <a:pt x="24304" y="8670"/>
                  </a:cubicBezTo>
                  <a:cubicBezTo>
                    <a:pt x="24273" y="8647"/>
                    <a:pt x="24230" y="8622"/>
                    <a:pt x="24178" y="8612"/>
                  </a:cubicBezTo>
                  <a:cubicBezTo>
                    <a:pt x="24168" y="8610"/>
                    <a:pt x="24158" y="8609"/>
                    <a:pt x="24147" y="8609"/>
                  </a:cubicBezTo>
                  <a:cubicBezTo>
                    <a:pt x="24104" y="8609"/>
                    <a:pt x="24057" y="8627"/>
                    <a:pt x="24017" y="8661"/>
                  </a:cubicBezTo>
                  <a:cubicBezTo>
                    <a:pt x="23920" y="8748"/>
                    <a:pt x="23881" y="8912"/>
                    <a:pt x="23873" y="9077"/>
                  </a:cubicBezTo>
                  <a:cubicBezTo>
                    <a:pt x="23866" y="9245"/>
                    <a:pt x="23899" y="9426"/>
                    <a:pt x="23966" y="9593"/>
                  </a:cubicBezTo>
                  <a:cubicBezTo>
                    <a:pt x="23999" y="9674"/>
                    <a:pt x="24041" y="9755"/>
                    <a:pt x="24095" y="9821"/>
                  </a:cubicBezTo>
                  <a:cubicBezTo>
                    <a:pt x="24150" y="9885"/>
                    <a:pt x="24218" y="9938"/>
                    <a:pt x="24292" y="9946"/>
                  </a:cubicBezTo>
                  <a:cubicBezTo>
                    <a:pt x="24297" y="9946"/>
                    <a:pt x="24301" y="9946"/>
                    <a:pt x="24305" y="9946"/>
                  </a:cubicBezTo>
                  <a:cubicBezTo>
                    <a:pt x="24376" y="9946"/>
                    <a:pt x="24436" y="9906"/>
                    <a:pt x="24477" y="9849"/>
                  </a:cubicBezTo>
                  <a:cubicBezTo>
                    <a:pt x="24520" y="9789"/>
                    <a:pt x="24546" y="9717"/>
                    <a:pt x="24561" y="9654"/>
                  </a:cubicBezTo>
                  <a:cubicBezTo>
                    <a:pt x="24593" y="9523"/>
                    <a:pt x="24594" y="9406"/>
                    <a:pt x="24590" y="9327"/>
                  </a:cubicBezTo>
                  <a:cubicBezTo>
                    <a:pt x="24586" y="9246"/>
                    <a:pt x="24579" y="9200"/>
                    <a:pt x="24579" y="9200"/>
                  </a:cubicBezTo>
                  <a:lnTo>
                    <a:pt x="24579" y="9200"/>
                  </a:lnTo>
                  <a:cubicBezTo>
                    <a:pt x="24579" y="9200"/>
                    <a:pt x="24584" y="9213"/>
                    <a:pt x="24586" y="9233"/>
                  </a:cubicBezTo>
                  <a:cubicBezTo>
                    <a:pt x="24592" y="9254"/>
                    <a:pt x="24598" y="9285"/>
                    <a:pt x="24604" y="9325"/>
                  </a:cubicBezTo>
                  <a:cubicBezTo>
                    <a:pt x="24613" y="9406"/>
                    <a:pt x="24626" y="9523"/>
                    <a:pt x="24600" y="9662"/>
                  </a:cubicBezTo>
                  <a:cubicBezTo>
                    <a:pt x="24586" y="9731"/>
                    <a:pt x="24565" y="9807"/>
                    <a:pt x="24519" y="9879"/>
                  </a:cubicBezTo>
                  <a:cubicBezTo>
                    <a:pt x="24494" y="9912"/>
                    <a:pt x="24467" y="9950"/>
                    <a:pt x="24425" y="9973"/>
                  </a:cubicBezTo>
                  <a:cubicBezTo>
                    <a:pt x="24384" y="9998"/>
                    <a:pt x="24343" y="10009"/>
                    <a:pt x="24294" y="10009"/>
                  </a:cubicBezTo>
                  <a:cubicBezTo>
                    <a:pt x="24291" y="10009"/>
                    <a:pt x="24288" y="10009"/>
                    <a:pt x="24285" y="10009"/>
                  </a:cubicBezTo>
                  <a:cubicBezTo>
                    <a:pt x="24185" y="9999"/>
                    <a:pt x="24103" y="9935"/>
                    <a:pt x="24041" y="9864"/>
                  </a:cubicBezTo>
                  <a:cubicBezTo>
                    <a:pt x="23979" y="9791"/>
                    <a:pt x="23932" y="9707"/>
                    <a:pt x="23895" y="9619"/>
                  </a:cubicBezTo>
                  <a:cubicBezTo>
                    <a:pt x="23832" y="9441"/>
                    <a:pt x="23803" y="9250"/>
                    <a:pt x="23813" y="9073"/>
                  </a:cubicBezTo>
                  <a:cubicBezTo>
                    <a:pt x="23823" y="8900"/>
                    <a:pt x="23877" y="8726"/>
                    <a:pt x="23993" y="8628"/>
                  </a:cubicBezTo>
                  <a:cubicBezTo>
                    <a:pt x="24035" y="8594"/>
                    <a:pt x="24086" y="8578"/>
                    <a:pt x="24132" y="8578"/>
                  </a:cubicBezTo>
                  <a:close/>
                  <a:moveTo>
                    <a:pt x="24767" y="12184"/>
                  </a:moveTo>
                  <a:cubicBezTo>
                    <a:pt x="24767" y="12187"/>
                    <a:pt x="24799" y="12185"/>
                    <a:pt x="24847" y="12206"/>
                  </a:cubicBezTo>
                  <a:cubicBezTo>
                    <a:pt x="24898" y="12226"/>
                    <a:pt x="24960" y="12281"/>
                    <a:pt x="25013" y="12367"/>
                  </a:cubicBezTo>
                  <a:cubicBezTo>
                    <a:pt x="25122" y="12539"/>
                    <a:pt x="25196" y="12824"/>
                    <a:pt x="25228" y="13167"/>
                  </a:cubicBezTo>
                  <a:cubicBezTo>
                    <a:pt x="25258" y="13514"/>
                    <a:pt x="25247" y="13919"/>
                    <a:pt x="25166" y="14348"/>
                  </a:cubicBezTo>
                  <a:cubicBezTo>
                    <a:pt x="25126" y="14561"/>
                    <a:pt x="25066" y="14781"/>
                    <a:pt x="24969" y="14992"/>
                  </a:cubicBezTo>
                  <a:cubicBezTo>
                    <a:pt x="24919" y="15098"/>
                    <a:pt x="24861" y="15200"/>
                    <a:pt x="24785" y="15296"/>
                  </a:cubicBezTo>
                  <a:cubicBezTo>
                    <a:pt x="24745" y="15343"/>
                    <a:pt x="24700" y="15387"/>
                    <a:pt x="24644" y="15422"/>
                  </a:cubicBezTo>
                  <a:cubicBezTo>
                    <a:pt x="24602" y="15453"/>
                    <a:pt x="24518" y="15477"/>
                    <a:pt x="24468" y="15477"/>
                  </a:cubicBezTo>
                  <a:cubicBezTo>
                    <a:pt x="24461" y="15477"/>
                    <a:pt x="24456" y="15476"/>
                    <a:pt x="24451" y="15476"/>
                  </a:cubicBezTo>
                  <a:cubicBezTo>
                    <a:pt x="24369" y="15468"/>
                    <a:pt x="24308" y="15435"/>
                    <a:pt x="24260" y="15388"/>
                  </a:cubicBezTo>
                  <a:cubicBezTo>
                    <a:pt x="24234" y="15367"/>
                    <a:pt x="24213" y="15343"/>
                    <a:pt x="24194" y="15316"/>
                  </a:cubicBezTo>
                  <a:cubicBezTo>
                    <a:pt x="24174" y="15292"/>
                    <a:pt x="24156" y="15265"/>
                    <a:pt x="24143" y="15238"/>
                  </a:cubicBezTo>
                  <a:cubicBezTo>
                    <a:pt x="24085" y="15131"/>
                    <a:pt x="24046" y="15018"/>
                    <a:pt x="24021" y="14904"/>
                  </a:cubicBezTo>
                  <a:cubicBezTo>
                    <a:pt x="23966" y="14677"/>
                    <a:pt x="23952" y="14450"/>
                    <a:pt x="23954" y="14234"/>
                  </a:cubicBezTo>
                  <a:cubicBezTo>
                    <a:pt x="23959" y="13797"/>
                    <a:pt x="24028" y="13396"/>
                    <a:pt x="24127" y="13065"/>
                  </a:cubicBezTo>
                  <a:cubicBezTo>
                    <a:pt x="24226" y="12735"/>
                    <a:pt x="24355" y="12469"/>
                    <a:pt x="24495" y="12321"/>
                  </a:cubicBezTo>
                  <a:cubicBezTo>
                    <a:pt x="24563" y="12247"/>
                    <a:pt x="24633" y="12204"/>
                    <a:pt x="24686" y="12194"/>
                  </a:cubicBezTo>
                  <a:cubicBezTo>
                    <a:pt x="24716" y="12186"/>
                    <a:pt x="24739" y="12185"/>
                    <a:pt x="24752" y="12185"/>
                  </a:cubicBezTo>
                  <a:cubicBezTo>
                    <a:pt x="24757" y="12185"/>
                    <a:pt x="24761" y="12185"/>
                    <a:pt x="24763" y="12185"/>
                  </a:cubicBezTo>
                  <a:cubicBezTo>
                    <a:pt x="24766" y="12185"/>
                    <a:pt x="24767" y="12185"/>
                    <a:pt x="24767" y="12184"/>
                  </a:cubicBezTo>
                  <a:close/>
                  <a:moveTo>
                    <a:pt x="22439" y="20046"/>
                  </a:moveTo>
                  <a:cubicBezTo>
                    <a:pt x="22474" y="20046"/>
                    <a:pt x="22502" y="20051"/>
                    <a:pt x="22524" y="20060"/>
                  </a:cubicBezTo>
                  <a:cubicBezTo>
                    <a:pt x="22557" y="20073"/>
                    <a:pt x="22571" y="20087"/>
                    <a:pt x="22574" y="20087"/>
                  </a:cubicBezTo>
                  <a:cubicBezTo>
                    <a:pt x="22574" y="20087"/>
                    <a:pt x="22574" y="20087"/>
                    <a:pt x="22575" y="20087"/>
                  </a:cubicBezTo>
                  <a:lnTo>
                    <a:pt x="22575" y="20087"/>
                  </a:lnTo>
                  <a:cubicBezTo>
                    <a:pt x="22572" y="20089"/>
                    <a:pt x="22591" y="20099"/>
                    <a:pt x="22612" y="20129"/>
                  </a:cubicBezTo>
                  <a:cubicBezTo>
                    <a:pt x="22636" y="20157"/>
                    <a:pt x="22652" y="20213"/>
                    <a:pt x="22656" y="20282"/>
                  </a:cubicBezTo>
                  <a:cubicBezTo>
                    <a:pt x="22662" y="20419"/>
                    <a:pt x="22609" y="20618"/>
                    <a:pt x="22503" y="20832"/>
                  </a:cubicBezTo>
                  <a:cubicBezTo>
                    <a:pt x="22400" y="21047"/>
                    <a:pt x="22243" y="21284"/>
                    <a:pt x="22035" y="21505"/>
                  </a:cubicBezTo>
                  <a:cubicBezTo>
                    <a:pt x="21931" y="21614"/>
                    <a:pt x="21813" y="21721"/>
                    <a:pt x="21672" y="21806"/>
                  </a:cubicBezTo>
                  <a:cubicBezTo>
                    <a:pt x="21602" y="21849"/>
                    <a:pt x="21527" y="21884"/>
                    <a:pt x="21441" y="21907"/>
                  </a:cubicBezTo>
                  <a:cubicBezTo>
                    <a:pt x="21404" y="21915"/>
                    <a:pt x="21366" y="21921"/>
                    <a:pt x="21325" y="21921"/>
                  </a:cubicBezTo>
                  <a:cubicBezTo>
                    <a:pt x="21318" y="21921"/>
                    <a:pt x="21310" y="21921"/>
                    <a:pt x="21303" y="21920"/>
                  </a:cubicBezTo>
                  <a:lnTo>
                    <a:pt x="21267" y="21916"/>
                  </a:lnTo>
                  <a:cubicBezTo>
                    <a:pt x="21253" y="21913"/>
                    <a:pt x="21238" y="21908"/>
                    <a:pt x="21225" y="21903"/>
                  </a:cubicBezTo>
                  <a:cubicBezTo>
                    <a:pt x="21193" y="21893"/>
                    <a:pt x="21181" y="21881"/>
                    <a:pt x="21165" y="21872"/>
                  </a:cubicBezTo>
                  <a:cubicBezTo>
                    <a:pt x="21065" y="21794"/>
                    <a:pt x="21054" y="21691"/>
                    <a:pt x="21053" y="21603"/>
                  </a:cubicBezTo>
                  <a:cubicBezTo>
                    <a:pt x="21053" y="21513"/>
                    <a:pt x="21073" y="21431"/>
                    <a:pt x="21099" y="21355"/>
                  </a:cubicBezTo>
                  <a:cubicBezTo>
                    <a:pt x="21148" y="21198"/>
                    <a:pt x="21226" y="21061"/>
                    <a:pt x="21310" y="20933"/>
                  </a:cubicBezTo>
                  <a:cubicBezTo>
                    <a:pt x="21477" y="20679"/>
                    <a:pt x="21672" y="20477"/>
                    <a:pt x="21860" y="20325"/>
                  </a:cubicBezTo>
                  <a:cubicBezTo>
                    <a:pt x="22047" y="20176"/>
                    <a:pt x="22227" y="20080"/>
                    <a:pt x="22364" y="20054"/>
                  </a:cubicBezTo>
                  <a:cubicBezTo>
                    <a:pt x="22391" y="20048"/>
                    <a:pt x="22417" y="20046"/>
                    <a:pt x="22439" y="20046"/>
                  </a:cubicBezTo>
                  <a:close/>
                  <a:moveTo>
                    <a:pt x="17919" y="19570"/>
                  </a:moveTo>
                  <a:cubicBezTo>
                    <a:pt x="18039" y="19570"/>
                    <a:pt x="18157" y="19581"/>
                    <a:pt x="18268" y="19604"/>
                  </a:cubicBezTo>
                  <a:cubicBezTo>
                    <a:pt x="18506" y="19645"/>
                    <a:pt x="18710" y="19741"/>
                    <a:pt x="18871" y="19856"/>
                  </a:cubicBezTo>
                  <a:cubicBezTo>
                    <a:pt x="18879" y="19863"/>
                    <a:pt x="18886" y="19868"/>
                    <a:pt x="18895" y="19875"/>
                  </a:cubicBezTo>
                  <a:cubicBezTo>
                    <a:pt x="18381" y="20681"/>
                    <a:pt x="17700" y="21434"/>
                    <a:pt x="16748" y="22146"/>
                  </a:cubicBezTo>
                  <a:cubicBezTo>
                    <a:pt x="16730" y="22140"/>
                    <a:pt x="16716" y="22132"/>
                    <a:pt x="16701" y="22127"/>
                  </a:cubicBezTo>
                  <a:cubicBezTo>
                    <a:pt x="16636" y="22099"/>
                    <a:pt x="16581" y="22063"/>
                    <a:pt x="16521" y="22029"/>
                  </a:cubicBezTo>
                  <a:cubicBezTo>
                    <a:pt x="16467" y="21989"/>
                    <a:pt x="16411" y="21954"/>
                    <a:pt x="16364" y="21908"/>
                  </a:cubicBezTo>
                  <a:cubicBezTo>
                    <a:pt x="16264" y="21821"/>
                    <a:pt x="16178" y="21724"/>
                    <a:pt x="16122" y="21613"/>
                  </a:cubicBezTo>
                  <a:cubicBezTo>
                    <a:pt x="16103" y="21587"/>
                    <a:pt x="16092" y="21558"/>
                    <a:pt x="16082" y="21528"/>
                  </a:cubicBezTo>
                  <a:cubicBezTo>
                    <a:pt x="16070" y="21500"/>
                    <a:pt x="16052" y="21472"/>
                    <a:pt x="16050" y="21448"/>
                  </a:cubicBezTo>
                  <a:cubicBezTo>
                    <a:pt x="16043" y="21421"/>
                    <a:pt x="16032" y="21403"/>
                    <a:pt x="16025" y="21371"/>
                  </a:cubicBezTo>
                  <a:lnTo>
                    <a:pt x="16005" y="21250"/>
                  </a:lnTo>
                  <a:lnTo>
                    <a:pt x="16004" y="21238"/>
                  </a:lnTo>
                  <a:lnTo>
                    <a:pt x="16004" y="21217"/>
                  </a:lnTo>
                  <a:lnTo>
                    <a:pt x="16003" y="21170"/>
                  </a:lnTo>
                  <a:cubicBezTo>
                    <a:pt x="15998" y="21137"/>
                    <a:pt x="15998" y="21108"/>
                    <a:pt x="16003" y="21076"/>
                  </a:cubicBezTo>
                  <a:cubicBezTo>
                    <a:pt x="16004" y="21014"/>
                    <a:pt x="16017" y="20949"/>
                    <a:pt x="16028" y="20888"/>
                  </a:cubicBezTo>
                  <a:cubicBezTo>
                    <a:pt x="16059" y="20763"/>
                    <a:pt x="16110" y="20640"/>
                    <a:pt x="16177" y="20524"/>
                  </a:cubicBezTo>
                  <a:cubicBezTo>
                    <a:pt x="16319" y="20293"/>
                    <a:pt x="16518" y="20083"/>
                    <a:pt x="16755" y="19933"/>
                  </a:cubicBezTo>
                  <a:cubicBezTo>
                    <a:pt x="16870" y="19854"/>
                    <a:pt x="16996" y="19789"/>
                    <a:pt x="17122" y="19734"/>
                  </a:cubicBezTo>
                  <a:cubicBezTo>
                    <a:pt x="17186" y="19711"/>
                    <a:pt x="17245" y="19687"/>
                    <a:pt x="17310" y="19665"/>
                  </a:cubicBezTo>
                  <a:cubicBezTo>
                    <a:pt x="17345" y="19655"/>
                    <a:pt x="17380" y="19647"/>
                    <a:pt x="17414" y="19637"/>
                  </a:cubicBezTo>
                  <a:lnTo>
                    <a:pt x="17466" y="19624"/>
                  </a:lnTo>
                  <a:cubicBezTo>
                    <a:pt x="17473" y="19620"/>
                    <a:pt x="17496" y="19617"/>
                    <a:pt x="17509" y="19613"/>
                  </a:cubicBezTo>
                  <a:cubicBezTo>
                    <a:pt x="17647" y="19584"/>
                    <a:pt x="17785" y="19570"/>
                    <a:pt x="17919" y="19570"/>
                  </a:cubicBezTo>
                  <a:close/>
                  <a:moveTo>
                    <a:pt x="13464" y="1020"/>
                  </a:moveTo>
                  <a:cubicBezTo>
                    <a:pt x="14165" y="1020"/>
                    <a:pt x="14853" y="1079"/>
                    <a:pt x="15522" y="1191"/>
                  </a:cubicBezTo>
                  <a:cubicBezTo>
                    <a:pt x="15506" y="1198"/>
                    <a:pt x="15491" y="1206"/>
                    <a:pt x="15473" y="1213"/>
                  </a:cubicBezTo>
                  <a:cubicBezTo>
                    <a:pt x="15424" y="1236"/>
                    <a:pt x="15366" y="1259"/>
                    <a:pt x="15307" y="1279"/>
                  </a:cubicBezTo>
                  <a:cubicBezTo>
                    <a:pt x="15190" y="1322"/>
                    <a:pt x="15057" y="1357"/>
                    <a:pt x="14924" y="1390"/>
                  </a:cubicBezTo>
                  <a:cubicBezTo>
                    <a:pt x="14391" y="1522"/>
                    <a:pt x="13830" y="1563"/>
                    <a:pt x="13830" y="1563"/>
                  </a:cubicBezTo>
                  <a:cubicBezTo>
                    <a:pt x="13830" y="1563"/>
                    <a:pt x="14132" y="1593"/>
                    <a:pt x="14517" y="1593"/>
                  </a:cubicBezTo>
                  <a:cubicBezTo>
                    <a:pt x="14607" y="1593"/>
                    <a:pt x="14702" y="1592"/>
                    <a:pt x="14799" y="1588"/>
                  </a:cubicBezTo>
                  <a:lnTo>
                    <a:pt x="14799" y="1588"/>
                  </a:lnTo>
                  <a:cubicBezTo>
                    <a:pt x="14799" y="1588"/>
                    <a:pt x="14799" y="1588"/>
                    <a:pt x="14798" y="1589"/>
                  </a:cubicBezTo>
                  <a:lnTo>
                    <a:pt x="14798" y="1589"/>
                  </a:lnTo>
                  <a:cubicBezTo>
                    <a:pt x="14842" y="1588"/>
                    <a:pt x="14884" y="1585"/>
                    <a:pt x="14928" y="1582"/>
                  </a:cubicBezTo>
                  <a:lnTo>
                    <a:pt x="14928" y="1582"/>
                  </a:lnTo>
                  <a:cubicBezTo>
                    <a:pt x="14927" y="1588"/>
                    <a:pt x="14923" y="1594"/>
                    <a:pt x="14922" y="1601"/>
                  </a:cubicBezTo>
                  <a:lnTo>
                    <a:pt x="14917" y="1610"/>
                  </a:lnTo>
                  <a:lnTo>
                    <a:pt x="14916" y="1619"/>
                  </a:lnTo>
                  <a:lnTo>
                    <a:pt x="14916" y="1621"/>
                  </a:lnTo>
                  <a:lnTo>
                    <a:pt x="14916" y="1624"/>
                  </a:lnTo>
                  <a:lnTo>
                    <a:pt x="14915" y="1631"/>
                  </a:lnTo>
                  <a:lnTo>
                    <a:pt x="14911" y="1659"/>
                  </a:lnTo>
                  <a:cubicBezTo>
                    <a:pt x="14908" y="1679"/>
                    <a:pt x="14908" y="1698"/>
                    <a:pt x="14911" y="1718"/>
                  </a:cubicBezTo>
                  <a:cubicBezTo>
                    <a:pt x="14915" y="1738"/>
                    <a:pt x="14915" y="1758"/>
                    <a:pt x="14922" y="1777"/>
                  </a:cubicBezTo>
                  <a:cubicBezTo>
                    <a:pt x="14940" y="1854"/>
                    <a:pt x="14987" y="1925"/>
                    <a:pt x="15038" y="1986"/>
                  </a:cubicBezTo>
                  <a:cubicBezTo>
                    <a:pt x="15150" y="2111"/>
                    <a:pt x="15296" y="2205"/>
                    <a:pt x="15445" y="2281"/>
                  </a:cubicBezTo>
                  <a:cubicBezTo>
                    <a:pt x="15598" y="2356"/>
                    <a:pt x="15755" y="2408"/>
                    <a:pt x="15918" y="2450"/>
                  </a:cubicBezTo>
                  <a:cubicBezTo>
                    <a:pt x="15961" y="2462"/>
                    <a:pt x="15996" y="2469"/>
                    <a:pt x="16035" y="2475"/>
                  </a:cubicBezTo>
                  <a:cubicBezTo>
                    <a:pt x="16055" y="2478"/>
                    <a:pt x="16068" y="2483"/>
                    <a:pt x="16095" y="2487"/>
                  </a:cubicBezTo>
                  <a:lnTo>
                    <a:pt x="16153" y="2495"/>
                  </a:lnTo>
                  <a:cubicBezTo>
                    <a:pt x="16192" y="2502"/>
                    <a:pt x="16231" y="2507"/>
                    <a:pt x="16270" y="2510"/>
                  </a:cubicBezTo>
                  <a:cubicBezTo>
                    <a:pt x="16307" y="2516"/>
                    <a:pt x="16345" y="2518"/>
                    <a:pt x="16381" y="2521"/>
                  </a:cubicBezTo>
                  <a:cubicBezTo>
                    <a:pt x="16431" y="2524"/>
                    <a:pt x="16479" y="2526"/>
                    <a:pt x="16526" y="2526"/>
                  </a:cubicBezTo>
                  <a:cubicBezTo>
                    <a:pt x="16622" y="2526"/>
                    <a:pt x="16714" y="2519"/>
                    <a:pt x="16798" y="2507"/>
                  </a:cubicBezTo>
                  <a:cubicBezTo>
                    <a:pt x="17051" y="2474"/>
                    <a:pt x="17238" y="2380"/>
                    <a:pt x="17319" y="2287"/>
                  </a:cubicBezTo>
                  <a:cubicBezTo>
                    <a:pt x="17359" y="2242"/>
                    <a:pt x="17375" y="2199"/>
                    <a:pt x="17382" y="2169"/>
                  </a:cubicBezTo>
                  <a:cubicBezTo>
                    <a:pt x="17387" y="2141"/>
                    <a:pt x="17388" y="2126"/>
                    <a:pt x="17388" y="2126"/>
                  </a:cubicBezTo>
                  <a:lnTo>
                    <a:pt x="17388" y="2126"/>
                  </a:lnTo>
                  <a:lnTo>
                    <a:pt x="17368" y="2166"/>
                  </a:lnTo>
                  <a:cubicBezTo>
                    <a:pt x="17353" y="2193"/>
                    <a:pt x="17325" y="2225"/>
                    <a:pt x="17278" y="2262"/>
                  </a:cubicBezTo>
                  <a:cubicBezTo>
                    <a:pt x="17231" y="2297"/>
                    <a:pt x="17160" y="2329"/>
                    <a:pt x="17075" y="2353"/>
                  </a:cubicBezTo>
                  <a:cubicBezTo>
                    <a:pt x="16990" y="2376"/>
                    <a:pt x="16883" y="2393"/>
                    <a:pt x="16768" y="2397"/>
                  </a:cubicBezTo>
                  <a:cubicBezTo>
                    <a:pt x="16744" y="2398"/>
                    <a:pt x="16720" y="2399"/>
                    <a:pt x="16695" y="2399"/>
                  </a:cubicBezTo>
                  <a:cubicBezTo>
                    <a:pt x="16599" y="2399"/>
                    <a:pt x="16495" y="2391"/>
                    <a:pt x="16391" y="2377"/>
                  </a:cubicBezTo>
                  <a:cubicBezTo>
                    <a:pt x="16357" y="2375"/>
                    <a:pt x="16323" y="2368"/>
                    <a:pt x="16290" y="2362"/>
                  </a:cubicBezTo>
                  <a:cubicBezTo>
                    <a:pt x="16280" y="2361"/>
                    <a:pt x="16271" y="2360"/>
                    <a:pt x="16263" y="2357"/>
                  </a:cubicBezTo>
                  <a:cubicBezTo>
                    <a:pt x="16088" y="2215"/>
                    <a:pt x="15593" y="1894"/>
                    <a:pt x="15694" y="1535"/>
                  </a:cubicBezTo>
                  <a:cubicBezTo>
                    <a:pt x="15721" y="1441"/>
                    <a:pt x="15833" y="1397"/>
                    <a:pt x="15961" y="1379"/>
                  </a:cubicBezTo>
                  <a:cubicBezTo>
                    <a:pt x="16045" y="1381"/>
                    <a:pt x="16129" y="1384"/>
                    <a:pt x="16207" y="1393"/>
                  </a:cubicBezTo>
                  <a:cubicBezTo>
                    <a:pt x="16326" y="1408"/>
                    <a:pt x="16435" y="1426"/>
                    <a:pt x="16532" y="1448"/>
                  </a:cubicBezTo>
                  <a:cubicBezTo>
                    <a:pt x="16627" y="1469"/>
                    <a:pt x="16709" y="1494"/>
                    <a:pt x="16776" y="1516"/>
                  </a:cubicBezTo>
                  <a:cubicBezTo>
                    <a:pt x="16910" y="1561"/>
                    <a:pt x="16984" y="1596"/>
                    <a:pt x="16984" y="1596"/>
                  </a:cubicBezTo>
                  <a:cubicBezTo>
                    <a:pt x="16984" y="1596"/>
                    <a:pt x="16968" y="1585"/>
                    <a:pt x="16937" y="1563"/>
                  </a:cubicBezTo>
                  <a:cubicBezTo>
                    <a:pt x="16908" y="1543"/>
                    <a:pt x="16861" y="1515"/>
                    <a:pt x="16798" y="1483"/>
                  </a:cubicBezTo>
                  <a:cubicBezTo>
                    <a:pt x="16784" y="1476"/>
                    <a:pt x="16768" y="1468"/>
                    <a:pt x="16753" y="1461"/>
                  </a:cubicBezTo>
                  <a:lnTo>
                    <a:pt x="16753" y="1461"/>
                  </a:lnTo>
                  <a:cubicBezTo>
                    <a:pt x="19656" y="2255"/>
                    <a:pt x="22138" y="4073"/>
                    <a:pt x="23779" y="6505"/>
                  </a:cubicBezTo>
                  <a:cubicBezTo>
                    <a:pt x="20266" y="12308"/>
                    <a:pt x="21003" y="16520"/>
                    <a:pt x="18915" y="19839"/>
                  </a:cubicBezTo>
                  <a:cubicBezTo>
                    <a:pt x="18909" y="19833"/>
                    <a:pt x="18903" y="19827"/>
                    <a:pt x="18896" y="19820"/>
                  </a:cubicBezTo>
                  <a:cubicBezTo>
                    <a:pt x="18742" y="19687"/>
                    <a:pt x="18542" y="19563"/>
                    <a:pt x="18300" y="19477"/>
                  </a:cubicBezTo>
                  <a:cubicBezTo>
                    <a:pt x="18071" y="19398"/>
                    <a:pt x="17807" y="19351"/>
                    <a:pt x="17525" y="19351"/>
                  </a:cubicBezTo>
                  <a:cubicBezTo>
                    <a:pt x="17510" y="19351"/>
                    <a:pt x="17495" y="19351"/>
                    <a:pt x="17480" y="19351"/>
                  </a:cubicBezTo>
                  <a:cubicBezTo>
                    <a:pt x="17472" y="19351"/>
                    <a:pt x="17465" y="19351"/>
                    <a:pt x="17457" y="19351"/>
                  </a:cubicBezTo>
                  <a:cubicBezTo>
                    <a:pt x="17446" y="19351"/>
                    <a:pt x="17435" y="19352"/>
                    <a:pt x="17418" y="19354"/>
                  </a:cubicBezTo>
                  <a:lnTo>
                    <a:pt x="17364" y="19357"/>
                  </a:lnTo>
                  <a:cubicBezTo>
                    <a:pt x="17328" y="19361"/>
                    <a:pt x="17292" y="19362"/>
                    <a:pt x="17257" y="19365"/>
                  </a:cubicBezTo>
                  <a:cubicBezTo>
                    <a:pt x="17180" y="19374"/>
                    <a:pt x="17098" y="19389"/>
                    <a:pt x="17018" y="19404"/>
                  </a:cubicBezTo>
                  <a:cubicBezTo>
                    <a:pt x="16863" y="19441"/>
                    <a:pt x="16702" y="19484"/>
                    <a:pt x="16549" y="19557"/>
                  </a:cubicBezTo>
                  <a:cubicBezTo>
                    <a:pt x="16393" y="19624"/>
                    <a:pt x="16246" y="19717"/>
                    <a:pt x="16102" y="19821"/>
                  </a:cubicBezTo>
                  <a:cubicBezTo>
                    <a:pt x="15958" y="19931"/>
                    <a:pt x="15829" y="20063"/>
                    <a:pt x="15716" y="20213"/>
                  </a:cubicBezTo>
                  <a:cubicBezTo>
                    <a:pt x="15608" y="20368"/>
                    <a:pt x="15518" y="20542"/>
                    <a:pt x="15460" y="20733"/>
                  </a:cubicBezTo>
                  <a:cubicBezTo>
                    <a:pt x="15434" y="20831"/>
                    <a:pt x="15413" y="20928"/>
                    <a:pt x="15408" y="21030"/>
                  </a:cubicBezTo>
                  <a:cubicBezTo>
                    <a:pt x="15401" y="21081"/>
                    <a:pt x="15401" y="21131"/>
                    <a:pt x="15405" y="21183"/>
                  </a:cubicBezTo>
                  <a:lnTo>
                    <a:pt x="15408" y="21258"/>
                  </a:lnTo>
                  <a:lnTo>
                    <a:pt x="15410" y="21297"/>
                  </a:lnTo>
                  <a:lnTo>
                    <a:pt x="15410" y="21302"/>
                  </a:lnTo>
                  <a:lnTo>
                    <a:pt x="15413" y="21325"/>
                  </a:lnTo>
                  <a:lnTo>
                    <a:pt x="15414" y="21335"/>
                  </a:lnTo>
                  <a:lnTo>
                    <a:pt x="15417" y="21349"/>
                  </a:lnTo>
                  <a:lnTo>
                    <a:pt x="15439" y="21470"/>
                  </a:lnTo>
                  <a:cubicBezTo>
                    <a:pt x="15451" y="21517"/>
                    <a:pt x="15468" y="21576"/>
                    <a:pt x="15486" y="21630"/>
                  </a:cubicBezTo>
                  <a:cubicBezTo>
                    <a:pt x="15502" y="21687"/>
                    <a:pt x="15524" y="21731"/>
                    <a:pt x="15546" y="21775"/>
                  </a:cubicBezTo>
                  <a:cubicBezTo>
                    <a:pt x="15567" y="21822"/>
                    <a:pt x="15589" y="21868"/>
                    <a:pt x="15620" y="21909"/>
                  </a:cubicBezTo>
                  <a:cubicBezTo>
                    <a:pt x="15723" y="22084"/>
                    <a:pt x="15868" y="22229"/>
                    <a:pt x="16024" y="22339"/>
                  </a:cubicBezTo>
                  <a:cubicBezTo>
                    <a:pt x="16102" y="22397"/>
                    <a:pt x="16180" y="22444"/>
                    <a:pt x="16263" y="22484"/>
                  </a:cubicBezTo>
                  <a:cubicBezTo>
                    <a:pt x="16216" y="22516"/>
                    <a:pt x="16169" y="22547"/>
                    <a:pt x="16119" y="22580"/>
                  </a:cubicBezTo>
                  <a:cubicBezTo>
                    <a:pt x="15011" y="23298"/>
                    <a:pt x="13756" y="23666"/>
                    <a:pt x="12503" y="23816"/>
                  </a:cubicBezTo>
                  <a:cubicBezTo>
                    <a:pt x="12503" y="23779"/>
                    <a:pt x="12499" y="23745"/>
                    <a:pt x="12492" y="23718"/>
                  </a:cubicBezTo>
                  <a:cubicBezTo>
                    <a:pt x="12479" y="23663"/>
                    <a:pt x="12467" y="23635"/>
                    <a:pt x="12467" y="23634"/>
                  </a:cubicBezTo>
                  <a:lnTo>
                    <a:pt x="12467" y="23634"/>
                  </a:lnTo>
                  <a:cubicBezTo>
                    <a:pt x="12467" y="23635"/>
                    <a:pt x="12479" y="23663"/>
                    <a:pt x="12491" y="23718"/>
                  </a:cubicBezTo>
                  <a:cubicBezTo>
                    <a:pt x="12498" y="23745"/>
                    <a:pt x="12500" y="23779"/>
                    <a:pt x="12499" y="23816"/>
                  </a:cubicBezTo>
                  <a:cubicBezTo>
                    <a:pt x="12001" y="23876"/>
                    <a:pt x="11504" y="23902"/>
                    <a:pt x="11016" y="23902"/>
                  </a:cubicBezTo>
                  <a:cubicBezTo>
                    <a:pt x="10579" y="23902"/>
                    <a:pt x="10149" y="23881"/>
                    <a:pt x="9734" y="23846"/>
                  </a:cubicBezTo>
                  <a:cubicBezTo>
                    <a:pt x="9707" y="23816"/>
                    <a:pt x="9687" y="23788"/>
                    <a:pt x="9664" y="23760"/>
                  </a:cubicBezTo>
                  <a:cubicBezTo>
                    <a:pt x="9647" y="23741"/>
                    <a:pt x="9649" y="23729"/>
                    <a:pt x="9639" y="23714"/>
                  </a:cubicBezTo>
                  <a:cubicBezTo>
                    <a:pt x="9631" y="23700"/>
                    <a:pt x="9620" y="23695"/>
                    <a:pt x="9612" y="23659"/>
                  </a:cubicBezTo>
                  <a:lnTo>
                    <a:pt x="9589" y="23581"/>
                  </a:lnTo>
                  <a:lnTo>
                    <a:pt x="9589" y="23579"/>
                  </a:lnTo>
                  <a:lnTo>
                    <a:pt x="9586" y="23565"/>
                  </a:lnTo>
                  <a:lnTo>
                    <a:pt x="9584" y="23538"/>
                  </a:lnTo>
                  <a:cubicBezTo>
                    <a:pt x="9578" y="23520"/>
                    <a:pt x="9585" y="23505"/>
                    <a:pt x="9585" y="23490"/>
                  </a:cubicBezTo>
                  <a:cubicBezTo>
                    <a:pt x="9585" y="23481"/>
                    <a:pt x="9585" y="23473"/>
                    <a:pt x="9586" y="23466"/>
                  </a:cubicBezTo>
                  <a:lnTo>
                    <a:pt x="9596" y="23444"/>
                  </a:lnTo>
                  <a:cubicBezTo>
                    <a:pt x="9616" y="23384"/>
                    <a:pt x="9657" y="23317"/>
                    <a:pt x="9731" y="23259"/>
                  </a:cubicBezTo>
                  <a:cubicBezTo>
                    <a:pt x="9875" y="23144"/>
                    <a:pt x="10086" y="23062"/>
                    <a:pt x="10290" y="23009"/>
                  </a:cubicBezTo>
                  <a:cubicBezTo>
                    <a:pt x="10497" y="22957"/>
                    <a:pt x="10714" y="22934"/>
                    <a:pt x="10913" y="22933"/>
                  </a:cubicBezTo>
                  <a:cubicBezTo>
                    <a:pt x="10925" y="22932"/>
                    <a:pt x="10937" y="22932"/>
                    <a:pt x="10949" y="22932"/>
                  </a:cubicBezTo>
                  <a:cubicBezTo>
                    <a:pt x="10988" y="22932"/>
                    <a:pt x="11029" y="22934"/>
                    <a:pt x="11067" y="22935"/>
                  </a:cubicBezTo>
                  <a:cubicBezTo>
                    <a:pt x="11120" y="22937"/>
                    <a:pt x="11163" y="22941"/>
                    <a:pt x="11214" y="22946"/>
                  </a:cubicBezTo>
                  <a:cubicBezTo>
                    <a:pt x="11309" y="22956"/>
                    <a:pt x="11402" y="22973"/>
                    <a:pt x="11490" y="22990"/>
                  </a:cubicBezTo>
                  <a:cubicBezTo>
                    <a:pt x="11842" y="23068"/>
                    <a:pt x="12116" y="23223"/>
                    <a:pt x="12271" y="23369"/>
                  </a:cubicBezTo>
                  <a:cubicBezTo>
                    <a:pt x="12350" y="23440"/>
                    <a:pt x="12398" y="23509"/>
                    <a:pt x="12426" y="23559"/>
                  </a:cubicBezTo>
                  <a:cubicBezTo>
                    <a:pt x="12456" y="23608"/>
                    <a:pt x="12467" y="23638"/>
                    <a:pt x="12467" y="23638"/>
                  </a:cubicBezTo>
                  <a:cubicBezTo>
                    <a:pt x="12467" y="23638"/>
                    <a:pt x="12456" y="23608"/>
                    <a:pt x="12429" y="23559"/>
                  </a:cubicBezTo>
                  <a:cubicBezTo>
                    <a:pt x="12402" y="23507"/>
                    <a:pt x="12351" y="23439"/>
                    <a:pt x="12276" y="23364"/>
                  </a:cubicBezTo>
                  <a:cubicBezTo>
                    <a:pt x="12127" y="23211"/>
                    <a:pt x="11866" y="23036"/>
                    <a:pt x="11517" y="22899"/>
                  </a:cubicBezTo>
                  <a:cubicBezTo>
                    <a:pt x="11345" y="22829"/>
                    <a:pt x="11141" y="22776"/>
                    <a:pt x="10934" y="22735"/>
                  </a:cubicBezTo>
                  <a:cubicBezTo>
                    <a:pt x="10768" y="22707"/>
                    <a:pt x="10595" y="22688"/>
                    <a:pt x="10413" y="22688"/>
                  </a:cubicBezTo>
                  <a:cubicBezTo>
                    <a:pt x="10357" y="22688"/>
                    <a:pt x="10299" y="22690"/>
                    <a:pt x="10242" y="22694"/>
                  </a:cubicBezTo>
                  <a:cubicBezTo>
                    <a:pt x="9999" y="22715"/>
                    <a:pt x="9737" y="22761"/>
                    <a:pt x="9486" y="22922"/>
                  </a:cubicBezTo>
                  <a:cubicBezTo>
                    <a:pt x="9362" y="23000"/>
                    <a:pt x="9241" y="23127"/>
                    <a:pt x="9177" y="23295"/>
                  </a:cubicBezTo>
                  <a:lnTo>
                    <a:pt x="9154" y="23358"/>
                  </a:lnTo>
                  <a:cubicBezTo>
                    <a:pt x="9148" y="23380"/>
                    <a:pt x="9146" y="23403"/>
                    <a:pt x="9142" y="23424"/>
                  </a:cubicBezTo>
                  <a:cubicBezTo>
                    <a:pt x="9136" y="23467"/>
                    <a:pt x="9127" y="23514"/>
                    <a:pt x="9134" y="23557"/>
                  </a:cubicBezTo>
                  <a:lnTo>
                    <a:pt x="9139" y="23620"/>
                  </a:lnTo>
                  <a:lnTo>
                    <a:pt x="9142" y="23653"/>
                  </a:lnTo>
                  <a:lnTo>
                    <a:pt x="9143" y="23669"/>
                  </a:lnTo>
                  <a:lnTo>
                    <a:pt x="9143" y="23672"/>
                  </a:lnTo>
                  <a:lnTo>
                    <a:pt x="9143" y="23672"/>
                  </a:lnTo>
                  <a:cubicBezTo>
                    <a:pt x="9143" y="23670"/>
                    <a:pt x="9142" y="23668"/>
                    <a:pt x="9142" y="23668"/>
                  </a:cubicBezTo>
                  <a:lnTo>
                    <a:pt x="9142" y="23668"/>
                  </a:lnTo>
                  <a:cubicBezTo>
                    <a:pt x="9142" y="23668"/>
                    <a:pt x="9142" y="23670"/>
                    <a:pt x="9143" y="23673"/>
                  </a:cubicBezTo>
                  <a:lnTo>
                    <a:pt x="9143" y="23672"/>
                  </a:lnTo>
                  <a:lnTo>
                    <a:pt x="9143" y="23672"/>
                  </a:lnTo>
                  <a:cubicBezTo>
                    <a:pt x="9145" y="23680"/>
                    <a:pt x="9149" y="23697"/>
                    <a:pt x="9150" y="23697"/>
                  </a:cubicBezTo>
                  <a:cubicBezTo>
                    <a:pt x="9150" y="23697"/>
                    <a:pt x="9150" y="23697"/>
                    <a:pt x="9150" y="23697"/>
                  </a:cubicBezTo>
                  <a:lnTo>
                    <a:pt x="9152" y="23702"/>
                  </a:lnTo>
                  <a:lnTo>
                    <a:pt x="9177" y="23788"/>
                  </a:lnTo>
                  <a:cubicBezTo>
                    <a:pt x="7039" y="23530"/>
                    <a:pt x="5419" y="22929"/>
                    <a:pt x="5380" y="22914"/>
                  </a:cubicBezTo>
                  <a:cubicBezTo>
                    <a:pt x="4687" y="22319"/>
                    <a:pt x="4059" y="21652"/>
                    <a:pt x="3510" y="20921"/>
                  </a:cubicBezTo>
                  <a:lnTo>
                    <a:pt x="3510" y="20921"/>
                  </a:lnTo>
                  <a:cubicBezTo>
                    <a:pt x="3543" y="20929"/>
                    <a:pt x="3578" y="20933"/>
                    <a:pt x="3614" y="20933"/>
                  </a:cubicBezTo>
                  <a:cubicBezTo>
                    <a:pt x="3728" y="20933"/>
                    <a:pt x="3847" y="20891"/>
                    <a:pt x="3922" y="20798"/>
                  </a:cubicBezTo>
                  <a:cubicBezTo>
                    <a:pt x="4023" y="20665"/>
                    <a:pt x="4023" y="20522"/>
                    <a:pt x="4017" y="20405"/>
                  </a:cubicBezTo>
                  <a:cubicBezTo>
                    <a:pt x="4009" y="20286"/>
                    <a:pt x="3978" y="20181"/>
                    <a:pt x="3945" y="20087"/>
                  </a:cubicBezTo>
                  <a:cubicBezTo>
                    <a:pt x="3878" y="19899"/>
                    <a:pt x="3790" y="19760"/>
                    <a:pt x="3725" y="19667"/>
                  </a:cubicBezTo>
                  <a:cubicBezTo>
                    <a:pt x="3657" y="19576"/>
                    <a:pt x="3614" y="19530"/>
                    <a:pt x="3614" y="19530"/>
                  </a:cubicBezTo>
                  <a:lnTo>
                    <a:pt x="3614" y="19530"/>
                  </a:lnTo>
                  <a:cubicBezTo>
                    <a:pt x="3614" y="19530"/>
                    <a:pt x="3644" y="19586"/>
                    <a:pt x="3688" y="19690"/>
                  </a:cubicBezTo>
                  <a:cubicBezTo>
                    <a:pt x="3730" y="19792"/>
                    <a:pt x="3788" y="19939"/>
                    <a:pt x="3824" y="20121"/>
                  </a:cubicBezTo>
                  <a:cubicBezTo>
                    <a:pt x="3843" y="20211"/>
                    <a:pt x="3855" y="20310"/>
                    <a:pt x="3852" y="20409"/>
                  </a:cubicBezTo>
                  <a:cubicBezTo>
                    <a:pt x="3851" y="20493"/>
                    <a:pt x="3831" y="20579"/>
                    <a:pt x="3794" y="20639"/>
                  </a:cubicBezTo>
                  <a:cubicBezTo>
                    <a:pt x="3751" y="20530"/>
                    <a:pt x="3567" y="20391"/>
                    <a:pt x="3311" y="20121"/>
                  </a:cubicBezTo>
                  <a:cubicBezTo>
                    <a:pt x="3040" y="19837"/>
                    <a:pt x="2930" y="19584"/>
                    <a:pt x="2905" y="19357"/>
                  </a:cubicBezTo>
                  <a:cubicBezTo>
                    <a:pt x="2892" y="19222"/>
                    <a:pt x="2865" y="19163"/>
                    <a:pt x="2838" y="19143"/>
                  </a:cubicBezTo>
                  <a:cubicBezTo>
                    <a:pt x="2858" y="19122"/>
                    <a:pt x="2885" y="19106"/>
                    <a:pt x="2909" y="19095"/>
                  </a:cubicBezTo>
                  <a:cubicBezTo>
                    <a:pt x="2943" y="19083"/>
                    <a:pt x="2963" y="19079"/>
                    <a:pt x="2991" y="19075"/>
                  </a:cubicBezTo>
                  <a:cubicBezTo>
                    <a:pt x="3002" y="19074"/>
                    <a:pt x="3013" y="19073"/>
                    <a:pt x="3023" y="19073"/>
                  </a:cubicBezTo>
                  <a:cubicBezTo>
                    <a:pt x="3061" y="19073"/>
                    <a:pt x="3092" y="19080"/>
                    <a:pt x="3116" y="19085"/>
                  </a:cubicBezTo>
                  <a:cubicBezTo>
                    <a:pt x="3144" y="19092"/>
                    <a:pt x="3159" y="19099"/>
                    <a:pt x="3159" y="19099"/>
                  </a:cubicBezTo>
                  <a:cubicBezTo>
                    <a:pt x="3159" y="19099"/>
                    <a:pt x="3147" y="19087"/>
                    <a:pt x="3123" y="19069"/>
                  </a:cubicBezTo>
                  <a:cubicBezTo>
                    <a:pt x="3097" y="19053"/>
                    <a:pt x="3056" y="19029"/>
                    <a:pt x="2995" y="19018"/>
                  </a:cubicBezTo>
                  <a:cubicBezTo>
                    <a:pt x="2979" y="19014"/>
                    <a:pt x="2963" y="19013"/>
                    <a:pt x="2946" y="19013"/>
                  </a:cubicBezTo>
                  <a:cubicBezTo>
                    <a:pt x="2928" y="19013"/>
                    <a:pt x="2909" y="19014"/>
                    <a:pt x="2892" y="19016"/>
                  </a:cubicBezTo>
                  <a:cubicBezTo>
                    <a:pt x="2850" y="19025"/>
                    <a:pt x="2810" y="19040"/>
                    <a:pt x="2771" y="19068"/>
                  </a:cubicBezTo>
                  <a:cubicBezTo>
                    <a:pt x="2696" y="19126"/>
                    <a:pt x="2648" y="19221"/>
                    <a:pt x="2623" y="19324"/>
                  </a:cubicBezTo>
                  <a:cubicBezTo>
                    <a:pt x="2609" y="19389"/>
                    <a:pt x="2603" y="19457"/>
                    <a:pt x="2603" y="19529"/>
                  </a:cubicBezTo>
                  <a:cubicBezTo>
                    <a:pt x="1599" y="17733"/>
                    <a:pt x="1024" y="15664"/>
                    <a:pt x="1024" y="13460"/>
                  </a:cubicBezTo>
                  <a:cubicBezTo>
                    <a:pt x="1024" y="6590"/>
                    <a:pt x="6594" y="1020"/>
                    <a:pt x="13464" y="1020"/>
                  </a:cubicBezTo>
                  <a:close/>
                  <a:moveTo>
                    <a:pt x="15976" y="24855"/>
                  </a:moveTo>
                  <a:cubicBezTo>
                    <a:pt x="16156" y="24855"/>
                    <a:pt x="16311" y="24863"/>
                    <a:pt x="16434" y="24881"/>
                  </a:cubicBezTo>
                  <a:cubicBezTo>
                    <a:pt x="16541" y="24903"/>
                    <a:pt x="16623" y="24928"/>
                    <a:pt x="16674" y="24958"/>
                  </a:cubicBezTo>
                  <a:cubicBezTo>
                    <a:pt x="16699" y="24973"/>
                    <a:pt x="16714" y="24990"/>
                    <a:pt x="16721" y="25003"/>
                  </a:cubicBezTo>
                  <a:cubicBezTo>
                    <a:pt x="16728" y="25017"/>
                    <a:pt x="16729" y="25024"/>
                    <a:pt x="16729" y="25024"/>
                  </a:cubicBezTo>
                  <a:cubicBezTo>
                    <a:pt x="16729" y="25024"/>
                    <a:pt x="16729" y="25024"/>
                    <a:pt x="16729" y="25024"/>
                  </a:cubicBezTo>
                  <a:lnTo>
                    <a:pt x="16729" y="25024"/>
                  </a:lnTo>
                  <a:cubicBezTo>
                    <a:pt x="16728" y="25024"/>
                    <a:pt x="16742" y="25059"/>
                    <a:pt x="16706" y="25106"/>
                  </a:cubicBezTo>
                  <a:cubicBezTo>
                    <a:pt x="16673" y="25153"/>
                    <a:pt x="16601" y="25205"/>
                    <a:pt x="16507" y="25257"/>
                  </a:cubicBezTo>
                  <a:cubicBezTo>
                    <a:pt x="16317" y="25359"/>
                    <a:pt x="16025" y="25467"/>
                    <a:pt x="15668" y="25567"/>
                  </a:cubicBezTo>
                  <a:cubicBezTo>
                    <a:pt x="15311" y="25668"/>
                    <a:pt x="14887" y="25762"/>
                    <a:pt x="14425" y="25825"/>
                  </a:cubicBezTo>
                  <a:cubicBezTo>
                    <a:pt x="14195" y="25858"/>
                    <a:pt x="13952" y="25882"/>
                    <a:pt x="13708" y="25886"/>
                  </a:cubicBezTo>
                  <a:cubicBezTo>
                    <a:pt x="13684" y="25886"/>
                    <a:pt x="13661" y="25887"/>
                    <a:pt x="13638" y="25887"/>
                  </a:cubicBezTo>
                  <a:cubicBezTo>
                    <a:pt x="13538" y="25887"/>
                    <a:pt x="13435" y="25882"/>
                    <a:pt x="13333" y="25870"/>
                  </a:cubicBezTo>
                  <a:cubicBezTo>
                    <a:pt x="13270" y="25862"/>
                    <a:pt x="13205" y="25851"/>
                    <a:pt x="13142" y="25831"/>
                  </a:cubicBezTo>
                  <a:cubicBezTo>
                    <a:pt x="13110" y="25819"/>
                    <a:pt x="13076" y="25809"/>
                    <a:pt x="13043" y="25789"/>
                  </a:cubicBezTo>
                  <a:cubicBezTo>
                    <a:pt x="13027" y="25778"/>
                    <a:pt x="13009" y="25768"/>
                    <a:pt x="12993" y="25749"/>
                  </a:cubicBezTo>
                  <a:cubicBezTo>
                    <a:pt x="12980" y="25741"/>
                    <a:pt x="12954" y="25690"/>
                    <a:pt x="12956" y="25683"/>
                  </a:cubicBezTo>
                  <a:cubicBezTo>
                    <a:pt x="12941" y="25620"/>
                    <a:pt x="12968" y="25573"/>
                    <a:pt x="12989" y="25542"/>
                  </a:cubicBezTo>
                  <a:cubicBezTo>
                    <a:pt x="13015" y="25511"/>
                    <a:pt x="13040" y="25487"/>
                    <a:pt x="13068" y="25465"/>
                  </a:cubicBezTo>
                  <a:cubicBezTo>
                    <a:pt x="13122" y="25422"/>
                    <a:pt x="13178" y="25392"/>
                    <a:pt x="13236" y="25362"/>
                  </a:cubicBezTo>
                  <a:cubicBezTo>
                    <a:pt x="13350" y="25306"/>
                    <a:pt x="13466" y="25260"/>
                    <a:pt x="13584" y="25221"/>
                  </a:cubicBezTo>
                  <a:cubicBezTo>
                    <a:pt x="13816" y="25143"/>
                    <a:pt x="14051" y="25085"/>
                    <a:pt x="14280" y="25038"/>
                  </a:cubicBezTo>
                  <a:cubicBezTo>
                    <a:pt x="14736" y="24947"/>
                    <a:pt x="15169" y="24893"/>
                    <a:pt x="15539" y="24869"/>
                  </a:cubicBezTo>
                  <a:cubicBezTo>
                    <a:pt x="15697" y="24859"/>
                    <a:pt x="15843" y="24855"/>
                    <a:pt x="15976" y="24855"/>
                  </a:cubicBezTo>
                  <a:close/>
                  <a:moveTo>
                    <a:pt x="26230" y="13126"/>
                  </a:moveTo>
                  <a:cubicBezTo>
                    <a:pt x="26230" y="13126"/>
                    <a:pt x="26234" y="13206"/>
                    <a:pt x="26231" y="13358"/>
                  </a:cubicBezTo>
                  <a:cubicBezTo>
                    <a:pt x="26230" y="13433"/>
                    <a:pt x="26230" y="13526"/>
                    <a:pt x="26229" y="13635"/>
                  </a:cubicBezTo>
                  <a:cubicBezTo>
                    <a:pt x="26227" y="13690"/>
                    <a:pt x="26227" y="13749"/>
                    <a:pt x="26225" y="13811"/>
                  </a:cubicBezTo>
                  <a:cubicBezTo>
                    <a:pt x="26222" y="13872"/>
                    <a:pt x="26216" y="13939"/>
                    <a:pt x="26211" y="14011"/>
                  </a:cubicBezTo>
                  <a:cubicBezTo>
                    <a:pt x="26203" y="14152"/>
                    <a:pt x="26194" y="14307"/>
                    <a:pt x="26182" y="14477"/>
                  </a:cubicBezTo>
                  <a:cubicBezTo>
                    <a:pt x="26163" y="14647"/>
                    <a:pt x="26141" y="14828"/>
                    <a:pt x="26120" y="15024"/>
                  </a:cubicBezTo>
                  <a:cubicBezTo>
                    <a:pt x="26097" y="15219"/>
                    <a:pt x="26055" y="15426"/>
                    <a:pt x="26022" y="15642"/>
                  </a:cubicBezTo>
                  <a:cubicBezTo>
                    <a:pt x="25988" y="15860"/>
                    <a:pt x="25928" y="16084"/>
                    <a:pt x="25878" y="16322"/>
                  </a:cubicBezTo>
                  <a:cubicBezTo>
                    <a:pt x="25822" y="16557"/>
                    <a:pt x="25748" y="16798"/>
                    <a:pt x="25679" y="17051"/>
                  </a:cubicBezTo>
                  <a:cubicBezTo>
                    <a:pt x="25639" y="17174"/>
                    <a:pt x="25597" y="17301"/>
                    <a:pt x="25556" y="17428"/>
                  </a:cubicBezTo>
                  <a:cubicBezTo>
                    <a:pt x="25513" y="17556"/>
                    <a:pt x="25471" y="17686"/>
                    <a:pt x="25417" y="17814"/>
                  </a:cubicBezTo>
                  <a:cubicBezTo>
                    <a:pt x="25368" y="17944"/>
                    <a:pt x="25317" y="18074"/>
                    <a:pt x="25264" y="18207"/>
                  </a:cubicBezTo>
                  <a:cubicBezTo>
                    <a:pt x="25211" y="18339"/>
                    <a:pt x="25149" y="18469"/>
                    <a:pt x="25092" y="18603"/>
                  </a:cubicBezTo>
                  <a:cubicBezTo>
                    <a:pt x="24981" y="18873"/>
                    <a:pt x="24833" y="19132"/>
                    <a:pt x="24699" y="19404"/>
                  </a:cubicBezTo>
                  <a:cubicBezTo>
                    <a:pt x="24405" y="19934"/>
                    <a:pt x="24073" y="20466"/>
                    <a:pt x="23697" y="20979"/>
                  </a:cubicBezTo>
                  <a:cubicBezTo>
                    <a:pt x="23314" y="21486"/>
                    <a:pt x="22893" y="21979"/>
                    <a:pt x="22440" y="22440"/>
                  </a:cubicBezTo>
                  <a:cubicBezTo>
                    <a:pt x="21978" y="22894"/>
                    <a:pt x="21487" y="23315"/>
                    <a:pt x="20978" y="23698"/>
                  </a:cubicBezTo>
                  <a:cubicBezTo>
                    <a:pt x="20464" y="24076"/>
                    <a:pt x="19932" y="24406"/>
                    <a:pt x="19403" y="24700"/>
                  </a:cubicBezTo>
                  <a:cubicBezTo>
                    <a:pt x="18866" y="24981"/>
                    <a:pt x="18335" y="25230"/>
                    <a:pt x="17811" y="25418"/>
                  </a:cubicBezTo>
                  <a:cubicBezTo>
                    <a:pt x="17682" y="25471"/>
                    <a:pt x="17554" y="25514"/>
                    <a:pt x="17426" y="25555"/>
                  </a:cubicBezTo>
                  <a:cubicBezTo>
                    <a:pt x="17298" y="25598"/>
                    <a:pt x="17172" y="25640"/>
                    <a:pt x="17049" y="25680"/>
                  </a:cubicBezTo>
                  <a:cubicBezTo>
                    <a:pt x="16796" y="25749"/>
                    <a:pt x="16554" y="25821"/>
                    <a:pt x="16319" y="25876"/>
                  </a:cubicBezTo>
                  <a:cubicBezTo>
                    <a:pt x="16083" y="25926"/>
                    <a:pt x="15857" y="25988"/>
                    <a:pt x="15640" y="26021"/>
                  </a:cubicBezTo>
                  <a:cubicBezTo>
                    <a:pt x="15421" y="26055"/>
                    <a:pt x="15217" y="26097"/>
                    <a:pt x="15022" y="26118"/>
                  </a:cubicBezTo>
                  <a:cubicBezTo>
                    <a:pt x="14828" y="26140"/>
                    <a:pt x="14645" y="26162"/>
                    <a:pt x="14474" y="26180"/>
                  </a:cubicBezTo>
                  <a:cubicBezTo>
                    <a:pt x="14305" y="26191"/>
                    <a:pt x="14149" y="26200"/>
                    <a:pt x="14008" y="26211"/>
                  </a:cubicBezTo>
                  <a:cubicBezTo>
                    <a:pt x="13937" y="26216"/>
                    <a:pt x="13870" y="26219"/>
                    <a:pt x="13808" y="26224"/>
                  </a:cubicBezTo>
                  <a:cubicBezTo>
                    <a:pt x="13746" y="26225"/>
                    <a:pt x="13687" y="26225"/>
                    <a:pt x="13632" y="26227"/>
                  </a:cubicBezTo>
                  <a:cubicBezTo>
                    <a:pt x="13524" y="26230"/>
                    <a:pt x="13430" y="26230"/>
                    <a:pt x="13353" y="26231"/>
                  </a:cubicBezTo>
                  <a:cubicBezTo>
                    <a:pt x="13203" y="26232"/>
                    <a:pt x="13122" y="26234"/>
                    <a:pt x="13122" y="26234"/>
                  </a:cubicBezTo>
                  <a:cubicBezTo>
                    <a:pt x="13122" y="26234"/>
                    <a:pt x="13203" y="26231"/>
                    <a:pt x="13353" y="26225"/>
                  </a:cubicBezTo>
                  <a:cubicBezTo>
                    <a:pt x="13430" y="26223"/>
                    <a:pt x="13521" y="26219"/>
                    <a:pt x="13631" y="26215"/>
                  </a:cubicBezTo>
                  <a:cubicBezTo>
                    <a:pt x="13686" y="26213"/>
                    <a:pt x="13742" y="26211"/>
                    <a:pt x="13807" y="26209"/>
                  </a:cubicBezTo>
                  <a:cubicBezTo>
                    <a:pt x="13869" y="26204"/>
                    <a:pt x="13936" y="26197"/>
                    <a:pt x="14004" y="26191"/>
                  </a:cubicBezTo>
                  <a:cubicBezTo>
                    <a:pt x="14144" y="26178"/>
                    <a:pt x="14300" y="26164"/>
                    <a:pt x="14468" y="26148"/>
                  </a:cubicBezTo>
                  <a:cubicBezTo>
                    <a:pt x="14635" y="26125"/>
                    <a:pt x="14817" y="26099"/>
                    <a:pt x="15011" y="26072"/>
                  </a:cubicBezTo>
                  <a:cubicBezTo>
                    <a:pt x="15398" y="26011"/>
                    <a:pt x="15831" y="25923"/>
                    <a:pt x="16298" y="25806"/>
                  </a:cubicBezTo>
                  <a:cubicBezTo>
                    <a:pt x="16532" y="25747"/>
                    <a:pt x="16769" y="25672"/>
                    <a:pt x="17019" y="25600"/>
                  </a:cubicBezTo>
                  <a:cubicBezTo>
                    <a:pt x="17143" y="25557"/>
                    <a:pt x="17266" y="25514"/>
                    <a:pt x="17394" y="25471"/>
                  </a:cubicBezTo>
                  <a:cubicBezTo>
                    <a:pt x="17521" y="25426"/>
                    <a:pt x="17649" y="25383"/>
                    <a:pt x="17776" y="25330"/>
                  </a:cubicBezTo>
                  <a:cubicBezTo>
                    <a:pt x="17904" y="25277"/>
                    <a:pt x="18033" y="25225"/>
                    <a:pt x="18165" y="25173"/>
                  </a:cubicBezTo>
                  <a:cubicBezTo>
                    <a:pt x="18293" y="25118"/>
                    <a:pt x="18422" y="25056"/>
                    <a:pt x="18555" y="24995"/>
                  </a:cubicBezTo>
                  <a:cubicBezTo>
                    <a:pt x="18821" y="24880"/>
                    <a:pt x="19079" y="24735"/>
                    <a:pt x="19346" y="24599"/>
                  </a:cubicBezTo>
                  <a:cubicBezTo>
                    <a:pt x="19870" y="24305"/>
                    <a:pt x="20395" y="23975"/>
                    <a:pt x="20903" y="23599"/>
                  </a:cubicBezTo>
                  <a:cubicBezTo>
                    <a:pt x="21404" y="23217"/>
                    <a:pt x="21890" y="22797"/>
                    <a:pt x="22344" y="22347"/>
                  </a:cubicBezTo>
                  <a:cubicBezTo>
                    <a:pt x="22796" y="21893"/>
                    <a:pt x="23214" y="21407"/>
                    <a:pt x="23595" y="20906"/>
                  </a:cubicBezTo>
                  <a:cubicBezTo>
                    <a:pt x="23971" y="20399"/>
                    <a:pt x="24302" y="19874"/>
                    <a:pt x="24596" y="19350"/>
                  </a:cubicBezTo>
                  <a:cubicBezTo>
                    <a:pt x="24730" y="19081"/>
                    <a:pt x="24875" y="18825"/>
                    <a:pt x="24992" y="18559"/>
                  </a:cubicBezTo>
                  <a:cubicBezTo>
                    <a:pt x="25052" y="18429"/>
                    <a:pt x="25114" y="18298"/>
                    <a:pt x="25169" y="18168"/>
                  </a:cubicBezTo>
                  <a:cubicBezTo>
                    <a:pt x="25221" y="18037"/>
                    <a:pt x="25274" y="17908"/>
                    <a:pt x="25325" y="17780"/>
                  </a:cubicBezTo>
                  <a:cubicBezTo>
                    <a:pt x="25379" y="17653"/>
                    <a:pt x="25424" y="17525"/>
                    <a:pt x="25466" y="17397"/>
                  </a:cubicBezTo>
                  <a:cubicBezTo>
                    <a:pt x="25510" y="17271"/>
                    <a:pt x="25553" y="17146"/>
                    <a:pt x="25596" y="17023"/>
                  </a:cubicBezTo>
                  <a:cubicBezTo>
                    <a:pt x="25667" y="16774"/>
                    <a:pt x="25744" y="16535"/>
                    <a:pt x="25802" y="16302"/>
                  </a:cubicBezTo>
                  <a:cubicBezTo>
                    <a:pt x="25920" y="15834"/>
                    <a:pt x="26007" y="15402"/>
                    <a:pt x="26069" y="15015"/>
                  </a:cubicBezTo>
                  <a:cubicBezTo>
                    <a:pt x="26096" y="14820"/>
                    <a:pt x="26121" y="14639"/>
                    <a:pt x="26144" y="14471"/>
                  </a:cubicBezTo>
                  <a:cubicBezTo>
                    <a:pt x="26160" y="14302"/>
                    <a:pt x="26173" y="14148"/>
                    <a:pt x="26187" y="14008"/>
                  </a:cubicBezTo>
                  <a:cubicBezTo>
                    <a:pt x="26194" y="13938"/>
                    <a:pt x="26198" y="13872"/>
                    <a:pt x="26204" y="13811"/>
                  </a:cubicBezTo>
                  <a:cubicBezTo>
                    <a:pt x="26208" y="13749"/>
                    <a:pt x="26210" y="13690"/>
                    <a:pt x="26211" y="13635"/>
                  </a:cubicBezTo>
                  <a:cubicBezTo>
                    <a:pt x="26215" y="13525"/>
                    <a:pt x="26220" y="13433"/>
                    <a:pt x="26222" y="13357"/>
                  </a:cubicBezTo>
                  <a:cubicBezTo>
                    <a:pt x="26227" y="13206"/>
                    <a:pt x="26230" y="13126"/>
                    <a:pt x="26230" y="13126"/>
                  </a:cubicBezTo>
                  <a:close/>
                  <a:moveTo>
                    <a:pt x="13460" y="0"/>
                  </a:moveTo>
                  <a:cubicBezTo>
                    <a:pt x="6040" y="0"/>
                    <a:pt x="1" y="6039"/>
                    <a:pt x="1" y="13461"/>
                  </a:cubicBezTo>
                  <a:cubicBezTo>
                    <a:pt x="1" y="20882"/>
                    <a:pt x="6038" y="26922"/>
                    <a:pt x="13460" y="26922"/>
                  </a:cubicBezTo>
                  <a:cubicBezTo>
                    <a:pt x="20884" y="26922"/>
                    <a:pt x="26921" y="20885"/>
                    <a:pt x="26921" y="13461"/>
                  </a:cubicBezTo>
                  <a:cubicBezTo>
                    <a:pt x="26921" y="6039"/>
                    <a:pt x="20883" y="0"/>
                    <a:pt x="134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64"/>
            <p:cNvSpPr/>
            <p:nvPr/>
          </p:nvSpPr>
          <p:spPr>
            <a:xfrm>
              <a:off x="6633284" y="3780252"/>
              <a:ext cx="388022" cy="95443"/>
            </a:xfrm>
            <a:custGeom>
              <a:rect b="b" l="l" r="r" t="t"/>
              <a:pathLst>
                <a:path extrusionOk="0" h="901" w="3663">
                  <a:moveTo>
                    <a:pt x="3017" y="1"/>
                  </a:moveTo>
                  <a:cubicBezTo>
                    <a:pt x="2855" y="1"/>
                    <a:pt x="2669" y="11"/>
                    <a:pt x="2465" y="33"/>
                  </a:cubicBezTo>
                  <a:cubicBezTo>
                    <a:pt x="2097" y="73"/>
                    <a:pt x="1672" y="147"/>
                    <a:pt x="1224" y="261"/>
                  </a:cubicBezTo>
                  <a:cubicBezTo>
                    <a:pt x="1001" y="317"/>
                    <a:pt x="773" y="385"/>
                    <a:pt x="546" y="468"/>
                  </a:cubicBezTo>
                  <a:cubicBezTo>
                    <a:pt x="433" y="509"/>
                    <a:pt x="322" y="555"/>
                    <a:pt x="216" y="609"/>
                  </a:cubicBezTo>
                  <a:cubicBezTo>
                    <a:pt x="164" y="636"/>
                    <a:pt x="111" y="665"/>
                    <a:pt x="68" y="699"/>
                  </a:cubicBezTo>
                  <a:cubicBezTo>
                    <a:pt x="47" y="716"/>
                    <a:pt x="28" y="735"/>
                    <a:pt x="14" y="751"/>
                  </a:cubicBezTo>
                  <a:cubicBezTo>
                    <a:pt x="1" y="767"/>
                    <a:pt x="1" y="782"/>
                    <a:pt x="1" y="782"/>
                  </a:cubicBezTo>
                  <a:cubicBezTo>
                    <a:pt x="1" y="782"/>
                    <a:pt x="1" y="782"/>
                    <a:pt x="1" y="782"/>
                  </a:cubicBezTo>
                  <a:cubicBezTo>
                    <a:pt x="1" y="798"/>
                    <a:pt x="49" y="829"/>
                    <a:pt x="102" y="844"/>
                  </a:cubicBezTo>
                  <a:cubicBezTo>
                    <a:pt x="155" y="860"/>
                    <a:pt x="212" y="871"/>
                    <a:pt x="271" y="879"/>
                  </a:cubicBezTo>
                  <a:cubicBezTo>
                    <a:pt x="389" y="894"/>
                    <a:pt x="510" y="899"/>
                    <a:pt x="631" y="900"/>
                  </a:cubicBezTo>
                  <a:cubicBezTo>
                    <a:pt x="651" y="900"/>
                    <a:pt x="672" y="901"/>
                    <a:pt x="692" y="901"/>
                  </a:cubicBezTo>
                  <a:cubicBezTo>
                    <a:pt x="911" y="901"/>
                    <a:pt x="1128" y="888"/>
                    <a:pt x="1337" y="869"/>
                  </a:cubicBezTo>
                  <a:cubicBezTo>
                    <a:pt x="1796" y="826"/>
                    <a:pt x="2224" y="755"/>
                    <a:pt x="2582" y="671"/>
                  </a:cubicBezTo>
                  <a:cubicBezTo>
                    <a:pt x="2942" y="585"/>
                    <a:pt x="3237" y="487"/>
                    <a:pt x="3427" y="383"/>
                  </a:cubicBezTo>
                  <a:cubicBezTo>
                    <a:pt x="3522" y="334"/>
                    <a:pt x="3593" y="283"/>
                    <a:pt x="3627" y="236"/>
                  </a:cubicBezTo>
                  <a:cubicBezTo>
                    <a:pt x="3662" y="189"/>
                    <a:pt x="3649" y="154"/>
                    <a:pt x="3650" y="154"/>
                  </a:cubicBezTo>
                  <a:lnTo>
                    <a:pt x="3650" y="154"/>
                  </a:lnTo>
                  <a:cubicBezTo>
                    <a:pt x="3650" y="154"/>
                    <a:pt x="3650" y="154"/>
                    <a:pt x="3650" y="154"/>
                  </a:cubicBezTo>
                  <a:cubicBezTo>
                    <a:pt x="3650" y="154"/>
                    <a:pt x="3648" y="146"/>
                    <a:pt x="3642" y="133"/>
                  </a:cubicBezTo>
                  <a:cubicBezTo>
                    <a:pt x="3640" y="120"/>
                    <a:pt x="3623" y="105"/>
                    <a:pt x="3599" y="90"/>
                  </a:cubicBezTo>
                  <a:cubicBezTo>
                    <a:pt x="3549" y="60"/>
                    <a:pt x="3466" y="37"/>
                    <a:pt x="3358" y="21"/>
                  </a:cubicBezTo>
                  <a:cubicBezTo>
                    <a:pt x="3262" y="7"/>
                    <a:pt x="3148" y="1"/>
                    <a:pt x="30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64"/>
            <p:cNvSpPr/>
            <p:nvPr/>
          </p:nvSpPr>
          <p:spPr>
            <a:xfrm>
              <a:off x="7656921" y="3269246"/>
              <a:ext cx="156776" cy="184848"/>
            </a:xfrm>
            <a:custGeom>
              <a:rect b="b" l="l" r="r" t="t"/>
              <a:pathLst>
                <a:path extrusionOk="0" h="1745" w="1480">
                  <a:moveTo>
                    <a:pt x="1395" y="37"/>
                  </a:moveTo>
                  <a:cubicBezTo>
                    <a:pt x="1395" y="37"/>
                    <a:pt x="1395" y="37"/>
                    <a:pt x="1395" y="37"/>
                  </a:cubicBezTo>
                  <a:lnTo>
                    <a:pt x="1395" y="37"/>
                  </a:lnTo>
                  <a:cubicBezTo>
                    <a:pt x="1395" y="37"/>
                    <a:pt x="1395" y="37"/>
                    <a:pt x="1395" y="37"/>
                  </a:cubicBezTo>
                  <a:close/>
                  <a:moveTo>
                    <a:pt x="1268" y="1"/>
                  </a:moveTo>
                  <a:cubicBezTo>
                    <a:pt x="1243" y="1"/>
                    <a:pt x="1216" y="3"/>
                    <a:pt x="1187" y="9"/>
                  </a:cubicBezTo>
                  <a:cubicBezTo>
                    <a:pt x="1051" y="36"/>
                    <a:pt x="875" y="141"/>
                    <a:pt x="702" y="299"/>
                  </a:cubicBezTo>
                  <a:cubicBezTo>
                    <a:pt x="529" y="460"/>
                    <a:pt x="353" y="678"/>
                    <a:pt x="210" y="933"/>
                  </a:cubicBezTo>
                  <a:cubicBezTo>
                    <a:pt x="139" y="1060"/>
                    <a:pt x="76" y="1197"/>
                    <a:pt x="36" y="1340"/>
                  </a:cubicBezTo>
                  <a:cubicBezTo>
                    <a:pt x="16" y="1412"/>
                    <a:pt x="2" y="1485"/>
                    <a:pt x="2" y="1553"/>
                  </a:cubicBezTo>
                  <a:cubicBezTo>
                    <a:pt x="1" y="1620"/>
                    <a:pt x="25" y="1689"/>
                    <a:pt x="57" y="1713"/>
                  </a:cubicBezTo>
                  <a:cubicBezTo>
                    <a:pt x="87" y="1736"/>
                    <a:pt x="122" y="1745"/>
                    <a:pt x="161" y="1745"/>
                  </a:cubicBezTo>
                  <a:cubicBezTo>
                    <a:pt x="247" y="1745"/>
                    <a:pt x="349" y="1700"/>
                    <a:pt x="435" y="1654"/>
                  </a:cubicBezTo>
                  <a:cubicBezTo>
                    <a:pt x="566" y="1581"/>
                    <a:pt x="686" y="1490"/>
                    <a:pt x="795" y="1392"/>
                  </a:cubicBezTo>
                  <a:cubicBezTo>
                    <a:pt x="1011" y="1196"/>
                    <a:pt x="1183" y="976"/>
                    <a:pt x="1301" y="772"/>
                  </a:cubicBezTo>
                  <a:cubicBezTo>
                    <a:pt x="1419" y="566"/>
                    <a:pt x="1479" y="372"/>
                    <a:pt x="1474" y="232"/>
                  </a:cubicBezTo>
                  <a:cubicBezTo>
                    <a:pt x="1473" y="163"/>
                    <a:pt x="1455" y="110"/>
                    <a:pt x="1432" y="79"/>
                  </a:cubicBezTo>
                  <a:cubicBezTo>
                    <a:pt x="1413" y="51"/>
                    <a:pt x="1395" y="38"/>
                    <a:pt x="1395" y="37"/>
                  </a:cubicBezTo>
                  <a:lnTo>
                    <a:pt x="1395" y="37"/>
                  </a:lnTo>
                  <a:cubicBezTo>
                    <a:pt x="1395" y="37"/>
                    <a:pt x="1395" y="37"/>
                    <a:pt x="1395" y="37"/>
                  </a:cubicBezTo>
                  <a:cubicBezTo>
                    <a:pt x="1394" y="37"/>
                    <a:pt x="1379" y="23"/>
                    <a:pt x="1345" y="12"/>
                  </a:cubicBezTo>
                  <a:cubicBezTo>
                    <a:pt x="1326" y="5"/>
                    <a:pt x="1300" y="1"/>
                    <a:pt x="12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64"/>
            <p:cNvSpPr/>
            <p:nvPr/>
          </p:nvSpPr>
          <p:spPr>
            <a:xfrm>
              <a:off x="7958080" y="2436213"/>
              <a:ext cx="126798" cy="336540"/>
            </a:xfrm>
            <a:custGeom>
              <a:rect b="b" l="l" r="r" t="t"/>
              <a:pathLst>
                <a:path extrusionOk="0" h="3177" w="1197">
                  <a:moveTo>
                    <a:pt x="746" y="4"/>
                  </a:moveTo>
                  <a:cubicBezTo>
                    <a:pt x="746" y="8"/>
                    <a:pt x="715" y="1"/>
                    <a:pt x="666" y="14"/>
                  </a:cubicBezTo>
                  <a:cubicBezTo>
                    <a:pt x="613" y="25"/>
                    <a:pt x="543" y="69"/>
                    <a:pt x="478" y="145"/>
                  </a:cubicBezTo>
                  <a:cubicBezTo>
                    <a:pt x="343" y="294"/>
                    <a:pt x="216" y="558"/>
                    <a:pt x="132" y="891"/>
                  </a:cubicBezTo>
                  <a:cubicBezTo>
                    <a:pt x="49" y="1224"/>
                    <a:pt x="1" y="1627"/>
                    <a:pt x="16" y="2052"/>
                  </a:cubicBezTo>
                  <a:cubicBezTo>
                    <a:pt x="26" y="2265"/>
                    <a:pt x="48" y="2485"/>
                    <a:pt x="103" y="2697"/>
                  </a:cubicBezTo>
                  <a:cubicBezTo>
                    <a:pt x="130" y="2805"/>
                    <a:pt x="169" y="2910"/>
                    <a:pt x="221" y="3002"/>
                  </a:cubicBezTo>
                  <a:cubicBezTo>
                    <a:pt x="271" y="3092"/>
                    <a:pt x="355" y="3173"/>
                    <a:pt x="429" y="3177"/>
                  </a:cubicBezTo>
                  <a:cubicBezTo>
                    <a:pt x="435" y="3177"/>
                    <a:pt x="441" y="3177"/>
                    <a:pt x="446" y="3177"/>
                  </a:cubicBezTo>
                  <a:cubicBezTo>
                    <a:pt x="470" y="3177"/>
                    <a:pt x="492" y="3176"/>
                    <a:pt x="503" y="3167"/>
                  </a:cubicBezTo>
                  <a:cubicBezTo>
                    <a:pt x="519" y="3165"/>
                    <a:pt x="541" y="3153"/>
                    <a:pt x="564" y="3141"/>
                  </a:cubicBezTo>
                  <a:cubicBezTo>
                    <a:pt x="605" y="3116"/>
                    <a:pt x="644" y="3080"/>
                    <a:pt x="679" y="3040"/>
                  </a:cubicBezTo>
                  <a:cubicBezTo>
                    <a:pt x="747" y="2959"/>
                    <a:pt x="805" y="2864"/>
                    <a:pt x="854" y="2765"/>
                  </a:cubicBezTo>
                  <a:cubicBezTo>
                    <a:pt x="948" y="2566"/>
                    <a:pt x="1013" y="2355"/>
                    <a:pt x="1064" y="2150"/>
                  </a:cubicBezTo>
                  <a:cubicBezTo>
                    <a:pt x="1164" y="1735"/>
                    <a:pt x="1196" y="1332"/>
                    <a:pt x="1181" y="989"/>
                  </a:cubicBezTo>
                  <a:cubicBezTo>
                    <a:pt x="1164" y="647"/>
                    <a:pt x="1090" y="364"/>
                    <a:pt x="987" y="190"/>
                  </a:cubicBezTo>
                  <a:cubicBezTo>
                    <a:pt x="935" y="104"/>
                    <a:pt x="875" y="49"/>
                    <a:pt x="825" y="28"/>
                  </a:cubicBezTo>
                  <a:cubicBezTo>
                    <a:pt x="776" y="4"/>
                    <a:pt x="746" y="5"/>
                    <a:pt x="746" y="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64"/>
            <p:cNvSpPr/>
            <p:nvPr/>
          </p:nvSpPr>
          <p:spPr>
            <a:xfrm>
              <a:off x="6093818" y="1803281"/>
              <a:ext cx="309633" cy="176585"/>
            </a:xfrm>
            <a:custGeom>
              <a:rect b="b" l="l" r="r" t="t"/>
              <a:pathLst>
                <a:path extrusionOk="0" h="1667" w="2923">
                  <a:moveTo>
                    <a:pt x="71" y="0"/>
                  </a:moveTo>
                  <a:cubicBezTo>
                    <a:pt x="71" y="0"/>
                    <a:pt x="67" y="51"/>
                    <a:pt x="81" y="145"/>
                  </a:cubicBezTo>
                  <a:cubicBezTo>
                    <a:pt x="90" y="191"/>
                    <a:pt x="101" y="247"/>
                    <a:pt x="125" y="310"/>
                  </a:cubicBezTo>
                  <a:cubicBezTo>
                    <a:pt x="125" y="312"/>
                    <a:pt x="128" y="316"/>
                    <a:pt x="129" y="317"/>
                  </a:cubicBezTo>
                  <a:cubicBezTo>
                    <a:pt x="132" y="349"/>
                    <a:pt x="136" y="384"/>
                    <a:pt x="136" y="420"/>
                  </a:cubicBezTo>
                  <a:cubicBezTo>
                    <a:pt x="138" y="482"/>
                    <a:pt x="136" y="552"/>
                    <a:pt x="129" y="621"/>
                  </a:cubicBezTo>
                  <a:cubicBezTo>
                    <a:pt x="117" y="759"/>
                    <a:pt x="85" y="894"/>
                    <a:pt x="56" y="997"/>
                  </a:cubicBezTo>
                  <a:cubicBezTo>
                    <a:pt x="28" y="1099"/>
                    <a:pt x="0" y="1164"/>
                    <a:pt x="0" y="1164"/>
                  </a:cubicBezTo>
                  <a:cubicBezTo>
                    <a:pt x="0" y="1164"/>
                    <a:pt x="43" y="1108"/>
                    <a:pt x="97" y="1015"/>
                  </a:cubicBezTo>
                  <a:cubicBezTo>
                    <a:pt x="155" y="921"/>
                    <a:pt x="222" y="792"/>
                    <a:pt x="271" y="653"/>
                  </a:cubicBezTo>
                  <a:cubicBezTo>
                    <a:pt x="278" y="633"/>
                    <a:pt x="285" y="611"/>
                    <a:pt x="291" y="591"/>
                  </a:cubicBezTo>
                  <a:cubicBezTo>
                    <a:pt x="298" y="599"/>
                    <a:pt x="304" y="607"/>
                    <a:pt x="310" y="615"/>
                  </a:cubicBezTo>
                  <a:cubicBezTo>
                    <a:pt x="343" y="647"/>
                    <a:pt x="376" y="680"/>
                    <a:pt x="411" y="715"/>
                  </a:cubicBezTo>
                  <a:cubicBezTo>
                    <a:pt x="446" y="748"/>
                    <a:pt x="490" y="774"/>
                    <a:pt x="531" y="803"/>
                  </a:cubicBezTo>
                  <a:cubicBezTo>
                    <a:pt x="551" y="819"/>
                    <a:pt x="572" y="834"/>
                    <a:pt x="594" y="847"/>
                  </a:cubicBezTo>
                  <a:cubicBezTo>
                    <a:pt x="618" y="857"/>
                    <a:pt x="641" y="869"/>
                    <a:pt x="665" y="881"/>
                  </a:cubicBezTo>
                  <a:cubicBezTo>
                    <a:pt x="712" y="903"/>
                    <a:pt x="760" y="928"/>
                    <a:pt x="811" y="947"/>
                  </a:cubicBezTo>
                  <a:cubicBezTo>
                    <a:pt x="861" y="962"/>
                    <a:pt x="913" y="976"/>
                    <a:pt x="967" y="991"/>
                  </a:cubicBezTo>
                  <a:cubicBezTo>
                    <a:pt x="994" y="998"/>
                    <a:pt x="1021" y="1007"/>
                    <a:pt x="1046" y="1011"/>
                  </a:cubicBezTo>
                  <a:lnTo>
                    <a:pt x="1127" y="1022"/>
                  </a:lnTo>
                  <a:lnTo>
                    <a:pt x="1289" y="1042"/>
                  </a:lnTo>
                  <a:cubicBezTo>
                    <a:pt x="1322" y="1045"/>
                    <a:pt x="1354" y="1045"/>
                    <a:pt x="1387" y="1045"/>
                  </a:cubicBezTo>
                  <a:cubicBezTo>
                    <a:pt x="1462" y="1045"/>
                    <a:pt x="1537" y="1041"/>
                    <a:pt x="1612" y="1041"/>
                  </a:cubicBezTo>
                  <a:cubicBezTo>
                    <a:pt x="1718" y="1038"/>
                    <a:pt x="1818" y="1014"/>
                    <a:pt x="1916" y="1002"/>
                  </a:cubicBezTo>
                  <a:cubicBezTo>
                    <a:pt x="2000" y="994"/>
                    <a:pt x="2076" y="974"/>
                    <a:pt x="2151" y="951"/>
                  </a:cubicBezTo>
                  <a:cubicBezTo>
                    <a:pt x="2170" y="1018"/>
                    <a:pt x="2188" y="1095"/>
                    <a:pt x="2201" y="1171"/>
                  </a:cubicBezTo>
                  <a:cubicBezTo>
                    <a:pt x="2223" y="1292"/>
                    <a:pt x="2236" y="1417"/>
                    <a:pt x="2243" y="1511"/>
                  </a:cubicBezTo>
                  <a:cubicBezTo>
                    <a:pt x="2249" y="1605"/>
                    <a:pt x="2249" y="1667"/>
                    <a:pt x="2249" y="1667"/>
                  </a:cubicBezTo>
                  <a:cubicBezTo>
                    <a:pt x="2249" y="1667"/>
                    <a:pt x="2266" y="1606"/>
                    <a:pt x="2283" y="1512"/>
                  </a:cubicBezTo>
                  <a:cubicBezTo>
                    <a:pt x="2302" y="1418"/>
                    <a:pt x="2319" y="1293"/>
                    <a:pt x="2327" y="1164"/>
                  </a:cubicBezTo>
                  <a:cubicBezTo>
                    <a:pt x="2334" y="1074"/>
                    <a:pt x="2338" y="982"/>
                    <a:pt x="2337" y="900"/>
                  </a:cubicBezTo>
                  <a:cubicBezTo>
                    <a:pt x="2373" y="889"/>
                    <a:pt x="2409" y="877"/>
                    <a:pt x="2443" y="868"/>
                  </a:cubicBezTo>
                  <a:cubicBezTo>
                    <a:pt x="2518" y="842"/>
                    <a:pt x="2582" y="813"/>
                    <a:pt x="2642" y="787"/>
                  </a:cubicBezTo>
                  <a:cubicBezTo>
                    <a:pt x="2701" y="763"/>
                    <a:pt x="2750" y="739"/>
                    <a:pt x="2793" y="720"/>
                  </a:cubicBezTo>
                  <a:cubicBezTo>
                    <a:pt x="2877" y="681"/>
                    <a:pt x="2922" y="658"/>
                    <a:pt x="2922" y="658"/>
                  </a:cubicBezTo>
                  <a:lnTo>
                    <a:pt x="2922" y="658"/>
                  </a:lnTo>
                  <a:cubicBezTo>
                    <a:pt x="2922" y="658"/>
                    <a:pt x="2868" y="661"/>
                    <a:pt x="2777" y="672"/>
                  </a:cubicBezTo>
                  <a:cubicBezTo>
                    <a:pt x="2687" y="681"/>
                    <a:pt x="2558" y="700"/>
                    <a:pt x="2407" y="723"/>
                  </a:cubicBezTo>
                  <a:cubicBezTo>
                    <a:pt x="2330" y="729"/>
                    <a:pt x="2247" y="739"/>
                    <a:pt x="2159" y="749"/>
                  </a:cubicBezTo>
                  <a:cubicBezTo>
                    <a:pt x="2072" y="762"/>
                    <a:pt x="1982" y="772"/>
                    <a:pt x="1888" y="776"/>
                  </a:cubicBezTo>
                  <a:cubicBezTo>
                    <a:pt x="1794" y="782"/>
                    <a:pt x="1696" y="792"/>
                    <a:pt x="1599" y="792"/>
                  </a:cubicBezTo>
                  <a:cubicBezTo>
                    <a:pt x="1501" y="788"/>
                    <a:pt x="1401" y="794"/>
                    <a:pt x="1305" y="786"/>
                  </a:cubicBezTo>
                  <a:lnTo>
                    <a:pt x="1159" y="770"/>
                  </a:lnTo>
                  <a:lnTo>
                    <a:pt x="1088" y="763"/>
                  </a:lnTo>
                  <a:cubicBezTo>
                    <a:pt x="1064" y="759"/>
                    <a:pt x="1041" y="753"/>
                    <a:pt x="1018" y="747"/>
                  </a:cubicBezTo>
                  <a:cubicBezTo>
                    <a:pt x="974" y="735"/>
                    <a:pt x="927" y="725"/>
                    <a:pt x="881" y="716"/>
                  </a:cubicBezTo>
                  <a:cubicBezTo>
                    <a:pt x="835" y="705"/>
                    <a:pt x="795" y="686"/>
                    <a:pt x="753" y="673"/>
                  </a:cubicBezTo>
                  <a:lnTo>
                    <a:pt x="692" y="651"/>
                  </a:lnTo>
                  <a:lnTo>
                    <a:pt x="634" y="621"/>
                  </a:lnTo>
                  <a:cubicBezTo>
                    <a:pt x="598" y="600"/>
                    <a:pt x="557" y="586"/>
                    <a:pt x="524" y="561"/>
                  </a:cubicBezTo>
                  <a:cubicBezTo>
                    <a:pt x="490" y="539"/>
                    <a:pt x="459" y="514"/>
                    <a:pt x="426" y="493"/>
                  </a:cubicBezTo>
                  <a:cubicBezTo>
                    <a:pt x="396" y="470"/>
                    <a:pt x="369" y="443"/>
                    <a:pt x="343" y="419"/>
                  </a:cubicBezTo>
                  <a:cubicBezTo>
                    <a:pt x="313" y="396"/>
                    <a:pt x="293" y="367"/>
                    <a:pt x="271" y="343"/>
                  </a:cubicBezTo>
                  <a:cubicBezTo>
                    <a:pt x="250" y="317"/>
                    <a:pt x="228" y="293"/>
                    <a:pt x="212" y="266"/>
                  </a:cubicBezTo>
                  <a:cubicBezTo>
                    <a:pt x="177" y="218"/>
                    <a:pt x="150" y="171"/>
                    <a:pt x="129" y="130"/>
                  </a:cubicBezTo>
                  <a:cubicBezTo>
                    <a:pt x="89" y="51"/>
                    <a:pt x="71" y="0"/>
                    <a:pt x="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64"/>
            <p:cNvSpPr/>
            <p:nvPr/>
          </p:nvSpPr>
          <p:spPr>
            <a:xfrm>
              <a:off x="6112144" y="1566845"/>
              <a:ext cx="436961" cy="305926"/>
            </a:xfrm>
            <a:custGeom>
              <a:rect b="b" l="l" r="r" t="t"/>
              <a:pathLst>
                <a:path extrusionOk="0" h="2888" w="4125">
                  <a:moveTo>
                    <a:pt x="2511" y="1"/>
                  </a:moveTo>
                  <a:cubicBezTo>
                    <a:pt x="2492" y="1"/>
                    <a:pt x="2472" y="1"/>
                    <a:pt x="2451" y="2"/>
                  </a:cubicBezTo>
                  <a:cubicBezTo>
                    <a:pt x="2205" y="7"/>
                    <a:pt x="1847" y="54"/>
                    <a:pt x="1445" y="212"/>
                  </a:cubicBezTo>
                  <a:cubicBezTo>
                    <a:pt x="1245" y="290"/>
                    <a:pt x="1032" y="395"/>
                    <a:pt x="828" y="541"/>
                  </a:cubicBezTo>
                  <a:cubicBezTo>
                    <a:pt x="622" y="685"/>
                    <a:pt x="417" y="866"/>
                    <a:pt x="255" y="1108"/>
                  </a:cubicBezTo>
                  <a:cubicBezTo>
                    <a:pt x="178" y="1230"/>
                    <a:pt x="102" y="1363"/>
                    <a:pt x="62" y="1519"/>
                  </a:cubicBezTo>
                  <a:cubicBezTo>
                    <a:pt x="22" y="1678"/>
                    <a:pt x="0" y="1833"/>
                    <a:pt x="49" y="2033"/>
                  </a:cubicBezTo>
                  <a:cubicBezTo>
                    <a:pt x="62" y="2074"/>
                    <a:pt x="71" y="2102"/>
                    <a:pt x="82" y="2135"/>
                  </a:cubicBezTo>
                  <a:lnTo>
                    <a:pt x="90" y="2160"/>
                  </a:lnTo>
                  <a:lnTo>
                    <a:pt x="98" y="2180"/>
                  </a:lnTo>
                  <a:lnTo>
                    <a:pt x="101" y="2182"/>
                  </a:lnTo>
                  <a:lnTo>
                    <a:pt x="104" y="2189"/>
                  </a:lnTo>
                  <a:lnTo>
                    <a:pt x="112" y="2205"/>
                  </a:lnTo>
                  <a:lnTo>
                    <a:pt x="143" y="2263"/>
                  </a:lnTo>
                  <a:cubicBezTo>
                    <a:pt x="161" y="2303"/>
                    <a:pt x="186" y="2340"/>
                    <a:pt x="215" y="2373"/>
                  </a:cubicBezTo>
                  <a:cubicBezTo>
                    <a:pt x="242" y="2407"/>
                    <a:pt x="266" y="2443"/>
                    <a:pt x="298" y="2471"/>
                  </a:cubicBezTo>
                  <a:cubicBezTo>
                    <a:pt x="418" y="2597"/>
                    <a:pt x="564" y="2683"/>
                    <a:pt x="709" y="2746"/>
                  </a:cubicBezTo>
                  <a:cubicBezTo>
                    <a:pt x="969" y="2851"/>
                    <a:pt x="1234" y="2887"/>
                    <a:pt x="1489" y="2887"/>
                  </a:cubicBezTo>
                  <a:cubicBezTo>
                    <a:pt x="1529" y="2887"/>
                    <a:pt x="1569" y="2886"/>
                    <a:pt x="1608" y="2885"/>
                  </a:cubicBezTo>
                  <a:cubicBezTo>
                    <a:pt x="1903" y="2873"/>
                    <a:pt x="2178" y="2810"/>
                    <a:pt x="2446" y="2720"/>
                  </a:cubicBezTo>
                  <a:cubicBezTo>
                    <a:pt x="2516" y="2698"/>
                    <a:pt x="2572" y="2675"/>
                    <a:pt x="2630" y="2651"/>
                  </a:cubicBezTo>
                  <a:cubicBezTo>
                    <a:pt x="2662" y="2638"/>
                    <a:pt x="2683" y="2631"/>
                    <a:pt x="2724" y="2612"/>
                  </a:cubicBezTo>
                  <a:lnTo>
                    <a:pt x="2814" y="2569"/>
                  </a:lnTo>
                  <a:cubicBezTo>
                    <a:pt x="2874" y="2542"/>
                    <a:pt x="2930" y="2510"/>
                    <a:pt x="2986" y="2478"/>
                  </a:cubicBezTo>
                  <a:cubicBezTo>
                    <a:pt x="3042" y="2448"/>
                    <a:pt x="3097" y="2416"/>
                    <a:pt x="3149" y="2381"/>
                  </a:cubicBezTo>
                  <a:cubicBezTo>
                    <a:pt x="3360" y="2248"/>
                    <a:pt x="3541" y="2092"/>
                    <a:pt x="3689" y="1931"/>
                  </a:cubicBezTo>
                  <a:cubicBezTo>
                    <a:pt x="3989" y="1610"/>
                    <a:pt x="4124" y="1241"/>
                    <a:pt x="4119" y="986"/>
                  </a:cubicBezTo>
                  <a:cubicBezTo>
                    <a:pt x="4118" y="858"/>
                    <a:pt x="4087" y="759"/>
                    <a:pt x="4063" y="700"/>
                  </a:cubicBezTo>
                  <a:cubicBezTo>
                    <a:pt x="4033" y="642"/>
                    <a:pt x="4018" y="610"/>
                    <a:pt x="4018" y="610"/>
                  </a:cubicBezTo>
                  <a:lnTo>
                    <a:pt x="4018" y="610"/>
                  </a:lnTo>
                  <a:cubicBezTo>
                    <a:pt x="4018" y="610"/>
                    <a:pt x="4025" y="644"/>
                    <a:pt x="4040" y="707"/>
                  </a:cubicBezTo>
                  <a:cubicBezTo>
                    <a:pt x="4052" y="772"/>
                    <a:pt x="4052" y="864"/>
                    <a:pt x="4036" y="978"/>
                  </a:cubicBezTo>
                  <a:cubicBezTo>
                    <a:pt x="4013" y="1092"/>
                    <a:pt x="3959" y="1221"/>
                    <a:pt x="3875" y="1355"/>
                  </a:cubicBezTo>
                  <a:cubicBezTo>
                    <a:pt x="3789" y="1490"/>
                    <a:pt x="3668" y="1624"/>
                    <a:pt x="3519" y="1753"/>
                  </a:cubicBezTo>
                  <a:cubicBezTo>
                    <a:pt x="3367" y="1880"/>
                    <a:pt x="3187" y="1996"/>
                    <a:pt x="2988" y="2102"/>
                  </a:cubicBezTo>
                  <a:cubicBezTo>
                    <a:pt x="2939" y="2129"/>
                    <a:pt x="2887" y="2153"/>
                    <a:pt x="2834" y="2176"/>
                  </a:cubicBezTo>
                  <a:cubicBezTo>
                    <a:pt x="2781" y="2201"/>
                    <a:pt x="2728" y="2223"/>
                    <a:pt x="2670" y="2243"/>
                  </a:cubicBezTo>
                  <a:lnTo>
                    <a:pt x="2669" y="2243"/>
                  </a:lnTo>
                  <a:cubicBezTo>
                    <a:pt x="2307" y="2203"/>
                    <a:pt x="1762" y="2063"/>
                    <a:pt x="1534" y="1471"/>
                  </a:cubicBezTo>
                  <a:cubicBezTo>
                    <a:pt x="1367" y="1040"/>
                    <a:pt x="1753" y="511"/>
                    <a:pt x="1816" y="306"/>
                  </a:cubicBezTo>
                  <a:cubicBezTo>
                    <a:pt x="1896" y="269"/>
                    <a:pt x="1974" y="237"/>
                    <a:pt x="2050" y="210"/>
                  </a:cubicBezTo>
                  <a:cubicBezTo>
                    <a:pt x="2204" y="155"/>
                    <a:pt x="2344" y="114"/>
                    <a:pt x="2460" y="88"/>
                  </a:cubicBezTo>
                  <a:cubicBezTo>
                    <a:pt x="2694" y="34"/>
                    <a:pt x="2835" y="24"/>
                    <a:pt x="2835" y="24"/>
                  </a:cubicBezTo>
                  <a:cubicBezTo>
                    <a:pt x="2835" y="24"/>
                    <a:pt x="2800" y="20"/>
                    <a:pt x="2736" y="12"/>
                  </a:cubicBezTo>
                  <a:cubicBezTo>
                    <a:pt x="2681" y="8"/>
                    <a:pt x="2606" y="1"/>
                    <a:pt x="25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64"/>
            <p:cNvSpPr/>
            <p:nvPr/>
          </p:nvSpPr>
          <p:spPr>
            <a:xfrm>
              <a:off x="5559189" y="2279436"/>
              <a:ext cx="188979" cy="459524"/>
            </a:xfrm>
            <a:custGeom>
              <a:rect b="b" l="l" r="r" t="t"/>
              <a:pathLst>
                <a:path extrusionOk="0" h="4338" w="1784">
                  <a:moveTo>
                    <a:pt x="1039" y="0"/>
                  </a:moveTo>
                  <a:cubicBezTo>
                    <a:pt x="972" y="0"/>
                    <a:pt x="901" y="15"/>
                    <a:pt x="836" y="45"/>
                  </a:cubicBezTo>
                  <a:cubicBezTo>
                    <a:pt x="755" y="82"/>
                    <a:pt x="683" y="137"/>
                    <a:pt x="617" y="203"/>
                  </a:cubicBezTo>
                  <a:cubicBezTo>
                    <a:pt x="488" y="334"/>
                    <a:pt x="383" y="498"/>
                    <a:pt x="300" y="683"/>
                  </a:cubicBezTo>
                  <a:cubicBezTo>
                    <a:pt x="218" y="866"/>
                    <a:pt x="147" y="1067"/>
                    <a:pt x="101" y="1278"/>
                  </a:cubicBezTo>
                  <a:cubicBezTo>
                    <a:pt x="57" y="1490"/>
                    <a:pt x="21" y="1715"/>
                    <a:pt x="11" y="1942"/>
                  </a:cubicBezTo>
                  <a:cubicBezTo>
                    <a:pt x="1" y="2170"/>
                    <a:pt x="7" y="2402"/>
                    <a:pt x="37" y="2634"/>
                  </a:cubicBezTo>
                  <a:cubicBezTo>
                    <a:pt x="70" y="2867"/>
                    <a:pt x="124" y="3099"/>
                    <a:pt x="215" y="3318"/>
                  </a:cubicBezTo>
                  <a:cubicBezTo>
                    <a:pt x="262" y="3429"/>
                    <a:pt x="321" y="3537"/>
                    <a:pt x="402" y="3635"/>
                  </a:cubicBezTo>
                  <a:cubicBezTo>
                    <a:pt x="481" y="3733"/>
                    <a:pt x="585" y="3827"/>
                    <a:pt x="726" y="3873"/>
                  </a:cubicBezTo>
                  <a:cubicBezTo>
                    <a:pt x="749" y="3879"/>
                    <a:pt x="770" y="3882"/>
                    <a:pt x="793" y="3886"/>
                  </a:cubicBezTo>
                  <a:cubicBezTo>
                    <a:pt x="851" y="3917"/>
                    <a:pt x="919" y="3964"/>
                    <a:pt x="984" y="4023"/>
                  </a:cubicBezTo>
                  <a:cubicBezTo>
                    <a:pt x="1053" y="4089"/>
                    <a:pt x="1115" y="4165"/>
                    <a:pt x="1155" y="4228"/>
                  </a:cubicBezTo>
                  <a:cubicBezTo>
                    <a:pt x="1196" y="4290"/>
                    <a:pt x="1216" y="4337"/>
                    <a:pt x="1216" y="4337"/>
                  </a:cubicBezTo>
                  <a:cubicBezTo>
                    <a:pt x="1216" y="4337"/>
                    <a:pt x="1212" y="4286"/>
                    <a:pt x="1192" y="4211"/>
                  </a:cubicBezTo>
                  <a:cubicBezTo>
                    <a:pt x="1173" y="4136"/>
                    <a:pt x="1134" y="4038"/>
                    <a:pt x="1082" y="3944"/>
                  </a:cubicBezTo>
                  <a:cubicBezTo>
                    <a:pt x="1068" y="3920"/>
                    <a:pt x="1052" y="3894"/>
                    <a:pt x="1037" y="3869"/>
                  </a:cubicBezTo>
                  <a:cubicBezTo>
                    <a:pt x="1072" y="3858"/>
                    <a:pt x="1106" y="3843"/>
                    <a:pt x="1135" y="3826"/>
                  </a:cubicBezTo>
                  <a:cubicBezTo>
                    <a:pt x="1248" y="3760"/>
                    <a:pt x="1327" y="3674"/>
                    <a:pt x="1390" y="3591"/>
                  </a:cubicBezTo>
                  <a:cubicBezTo>
                    <a:pt x="1518" y="3419"/>
                    <a:pt x="1589" y="3239"/>
                    <a:pt x="1643" y="3074"/>
                  </a:cubicBezTo>
                  <a:cubicBezTo>
                    <a:pt x="1746" y="2741"/>
                    <a:pt x="1769" y="2456"/>
                    <a:pt x="1777" y="2258"/>
                  </a:cubicBezTo>
                  <a:cubicBezTo>
                    <a:pt x="1784" y="2162"/>
                    <a:pt x="1780" y="2085"/>
                    <a:pt x="1779" y="2033"/>
                  </a:cubicBezTo>
                  <a:cubicBezTo>
                    <a:pt x="1777" y="1981"/>
                    <a:pt x="1776" y="1952"/>
                    <a:pt x="1776" y="1952"/>
                  </a:cubicBezTo>
                  <a:cubicBezTo>
                    <a:pt x="1776" y="1952"/>
                    <a:pt x="1757" y="2062"/>
                    <a:pt x="1713" y="2252"/>
                  </a:cubicBezTo>
                  <a:cubicBezTo>
                    <a:pt x="1670" y="2440"/>
                    <a:pt x="1597" y="2711"/>
                    <a:pt x="1464" y="3006"/>
                  </a:cubicBezTo>
                  <a:cubicBezTo>
                    <a:pt x="1396" y="3152"/>
                    <a:pt x="1310" y="3305"/>
                    <a:pt x="1198" y="3432"/>
                  </a:cubicBezTo>
                  <a:cubicBezTo>
                    <a:pt x="1158" y="3478"/>
                    <a:pt x="1112" y="3518"/>
                    <a:pt x="1064" y="3550"/>
                  </a:cubicBezTo>
                  <a:cubicBezTo>
                    <a:pt x="1052" y="3412"/>
                    <a:pt x="941" y="3189"/>
                    <a:pt x="818" y="2802"/>
                  </a:cubicBezTo>
                  <a:cubicBezTo>
                    <a:pt x="629" y="2203"/>
                    <a:pt x="634" y="1618"/>
                    <a:pt x="782" y="1028"/>
                  </a:cubicBezTo>
                  <a:cubicBezTo>
                    <a:pt x="918" y="483"/>
                    <a:pt x="906" y="282"/>
                    <a:pt x="849" y="231"/>
                  </a:cubicBezTo>
                  <a:cubicBezTo>
                    <a:pt x="920" y="168"/>
                    <a:pt x="998" y="127"/>
                    <a:pt x="1078" y="123"/>
                  </a:cubicBezTo>
                  <a:cubicBezTo>
                    <a:pt x="1079" y="123"/>
                    <a:pt x="1080" y="123"/>
                    <a:pt x="1082" y="123"/>
                  </a:cubicBezTo>
                  <a:cubicBezTo>
                    <a:pt x="1198" y="123"/>
                    <a:pt x="1295" y="175"/>
                    <a:pt x="1364" y="237"/>
                  </a:cubicBezTo>
                  <a:cubicBezTo>
                    <a:pt x="1433" y="301"/>
                    <a:pt x="1478" y="364"/>
                    <a:pt x="1505" y="408"/>
                  </a:cubicBezTo>
                  <a:cubicBezTo>
                    <a:pt x="1531" y="451"/>
                    <a:pt x="1544" y="478"/>
                    <a:pt x="1544" y="478"/>
                  </a:cubicBezTo>
                  <a:cubicBezTo>
                    <a:pt x="1544" y="478"/>
                    <a:pt x="1538" y="451"/>
                    <a:pt x="1521" y="401"/>
                  </a:cubicBezTo>
                  <a:cubicBezTo>
                    <a:pt x="1502" y="352"/>
                    <a:pt x="1474" y="276"/>
                    <a:pt x="1409" y="196"/>
                  </a:cubicBezTo>
                  <a:cubicBezTo>
                    <a:pt x="1377" y="156"/>
                    <a:pt x="1337" y="113"/>
                    <a:pt x="1283" y="76"/>
                  </a:cubicBezTo>
                  <a:cubicBezTo>
                    <a:pt x="1232" y="41"/>
                    <a:pt x="1154" y="12"/>
                    <a:pt x="1084" y="2"/>
                  </a:cubicBezTo>
                  <a:cubicBezTo>
                    <a:pt x="1070" y="1"/>
                    <a:pt x="1055" y="0"/>
                    <a:pt x="10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64"/>
            <p:cNvSpPr/>
            <p:nvPr/>
          </p:nvSpPr>
          <p:spPr>
            <a:xfrm>
              <a:off x="6259598" y="2492673"/>
              <a:ext cx="505180" cy="523718"/>
            </a:xfrm>
            <a:custGeom>
              <a:rect b="b" l="l" r="r" t="t"/>
              <a:pathLst>
                <a:path extrusionOk="0" h="4944" w="4769">
                  <a:moveTo>
                    <a:pt x="2297" y="196"/>
                  </a:moveTo>
                  <a:cubicBezTo>
                    <a:pt x="2297" y="196"/>
                    <a:pt x="2243" y="209"/>
                    <a:pt x="2152" y="229"/>
                  </a:cubicBezTo>
                  <a:cubicBezTo>
                    <a:pt x="2129" y="235"/>
                    <a:pt x="2104" y="239"/>
                    <a:pt x="2077" y="245"/>
                  </a:cubicBezTo>
                  <a:cubicBezTo>
                    <a:pt x="2050" y="255"/>
                    <a:pt x="2022" y="264"/>
                    <a:pt x="1990" y="275"/>
                  </a:cubicBezTo>
                  <a:cubicBezTo>
                    <a:pt x="1928" y="295"/>
                    <a:pt x="1857" y="317"/>
                    <a:pt x="1786" y="350"/>
                  </a:cubicBezTo>
                  <a:cubicBezTo>
                    <a:pt x="1748" y="365"/>
                    <a:pt x="1709" y="380"/>
                    <a:pt x="1671" y="399"/>
                  </a:cubicBezTo>
                  <a:cubicBezTo>
                    <a:pt x="1634" y="419"/>
                    <a:pt x="1594" y="439"/>
                    <a:pt x="1553" y="460"/>
                  </a:cubicBezTo>
                  <a:cubicBezTo>
                    <a:pt x="1513" y="480"/>
                    <a:pt x="1473" y="505"/>
                    <a:pt x="1434" y="533"/>
                  </a:cubicBezTo>
                  <a:cubicBezTo>
                    <a:pt x="1393" y="560"/>
                    <a:pt x="1353" y="585"/>
                    <a:pt x="1313" y="613"/>
                  </a:cubicBezTo>
                  <a:cubicBezTo>
                    <a:pt x="1236" y="675"/>
                    <a:pt x="1156" y="736"/>
                    <a:pt x="1082" y="810"/>
                  </a:cubicBezTo>
                  <a:cubicBezTo>
                    <a:pt x="1003" y="877"/>
                    <a:pt x="940" y="961"/>
                    <a:pt x="870" y="1040"/>
                  </a:cubicBezTo>
                  <a:cubicBezTo>
                    <a:pt x="808" y="1124"/>
                    <a:pt x="742" y="1206"/>
                    <a:pt x="694" y="1298"/>
                  </a:cubicBezTo>
                  <a:cubicBezTo>
                    <a:pt x="637" y="1386"/>
                    <a:pt x="598" y="1480"/>
                    <a:pt x="553" y="1567"/>
                  </a:cubicBezTo>
                  <a:cubicBezTo>
                    <a:pt x="519" y="1660"/>
                    <a:pt x="478" y="1747"/>
                    <a:pt x="457" y="1835"/>
                  </a:cubicBezTo>
                  <a:cubicBezTo>
                    <a:pt x="445" y="1880"/>
                    <a:pt x="432" y="1921"/>
                    <a:pt x="420" y="1963"/>
                  </a:cubicBezTo>
                  <a:cubicBezTo>
                    <a:pt x="412" y="2005"/>
                    <a:pt x="404" y="2045"/>
                    <a:pt x="397" y="2084"/>
                  </a:cubicBezTo>
                  <a:cubicBezTo>
                    <a:pt x="378" y="2163"/>
                    <a:pt x="372" y="2236"/>
                    <a:pt x="365" y="2299"/>
                  </a:cubicBezTo>
                  <a:cubicBezTo>
                    <a:pt x="362" y="2331"/>
                    <a:pt x="358" y="2361"/>
                    <a:pt x="355" y="2390"/>
                  </a:cubicBezTo>
                  <a:cubicBezTo>
                    <a:pt x="355" y="2418"/>
                    <a:pt x="353" y="2445"/>
                    <a:pt x="353" y="2468"/>
                  </a:cubicBezTo>
                  <a:cubicBezTo>
                    <a:pt x="351" y="2562"/>
                    <a:pt x="349" y="2618"/>
                    <a:pt x="349" y="2618"/>
                  </a:cubicBezTo>
                  <a:lnTo>
                    <a:pt x="330" y="2471"/>
                  </a:lnTo>
                  <a:cubicBezTo>
                    <a:pt x="327" y="2446"/>
                    <a:pt x="323" y="2420"/>
                    <a:pt x="320" y="2393"/>
                  </a:cubicBezTo>
                  <a:cubicBezTo>
                    <a:pt x="320" y="2365"/>
                    <a:pt x="318" y="2332"/>
                    <a:pt x="318" y="2299"/>
                  </a:cubicBezTo>
                  <a:cubicBezTo>
                    <a:pt x="316" y="2232"/>
                    <a:pt x="312" y="2155"/>
                    <a:pt x="323" y="2074"/>
                  </a:cubicBezTo>
                  <a:cubicBezTo>
                    <a:pt x="326" y="2032"/>
                    <a:pt x="331" y="1990"/>
                    <a:pt x="335" y="1946"/>
                  </a:cubicBezTo>
                  <a:cubicBezTo>
                    <a:pt x="342" y="1901"/>
                    <a:pt x="354" y="1856"/>
                    <a:pt x="362" y="1809"/>
                  </a:cubicBezTo>
                  <a:cubicBezTo>
                    <a:pt x="377" y="1715"/>
                    <a:pt x="412" y="1621"/>
                    <a:pt x="444" y="1521"/>
                  </a:cubicBezTo>
                  <a:cubicBezTo>
                    <a:pt x="486" y="1427"/>
                    <a:pt x="523" y="1324"/>
                    <a:pt x="581" y="1231"/>
                  </a:cubicBezTo>
                  <a:cubicBezTo>
                    <a:pt x="633" y="1134"/>
                    <a:pt x="699" y="1045"/>
                    <a:pt x="765" y="955"/>
                  </a:cubicBezTo>
                  <a:cubicBezTo>
                    <a:pt x="839" y="870"/>
                    <a:pt x="909" y="785"/>
                    <a:pt x="993" y="714"/>
                  </a:cubicBezTo>
                  <a:cubicBezTo>
                    <a:pt x="1070" y="638"/>
                    <a:pt x="1162" y="579"/>
                    <a:pt x="1244" y="517"/>
                  </a:cubicBezTo>
                  <a:cubicBezTo>
                    <a:pt x="1336" y="464"/>
                    <a:pt x="1419" y="407"/>
                    <a:pt x="1508" y="373"/>
                  </a:cubicBezTo>
                  <a:cubicBezTo>
                    <a:pt x="1552" y="356"/>
                    <a:pt x="1594" y="337"/>
                    <a:pt x="1635" y="318"/>
                  </a:cubicBezTo>
                  <a:cubicBezTo>
                    <a:pt x="1678" y="303"/>
                    <a:pt x="1720" y="291"/>
                    <a:pt x="1759" y="279"/>
                  </a:cubicBezTo>
                  <a:cubicBezTo>
                    <a:pt x="1835" y="251"/>
                    <a:pt x="1912" y="239"/>
                    <a:pt x="1976" y="228"/>
                  </a:cubicBezTo>
                  <a:cubicBezTo>
                    <a:pt x="2010" y="223"/>
                    <a:pt x="2041" y="216"/>
                    <a:pt x="2069" y="211"/>
                  </a:cubicBezTo>
                  <a:cubicBezTo>
                    <a:pt x="2097" y="209"/>
                    <a:pt x="2124" y="205"/>
                    <a:pt x="2148" y="204"/>
                  </a:cubicBezTo>
                  <a:cubicBezTo>
                    <a:pt x="2243" y="197"/>
                    <a:pt x="2297" y="196"/>
                    <a:pt x="2297" y="196"/>
                  </a:cubicBezTo>
                  <a:close/>
                  <a:moveTo>
                    <a:pt x="2300" y="0"/>
                  </a:moveTo>
                  <a:cubicBezTo>
                    <a:pt x="2293" y="0"/>
                    <a:pt x="2286" y="1"/>
                    <a:pt x="2276" y="1"/>
                  </a:cubicBezTo>
                  <a:lnTo>
                    <a:pt x="2217" y="6"/>
                  </a:lnTo>
                  <a:cubicBezTo>
                    <a:pt x="1902" y="21"/>
                    <a:pt x="1559" y="106"/>
                    <a:pt x="1236" y="287"/>
                  </a:cubicBezTo>
                  <a:cubicBezTo>
                    <a:pt x="913" y="464"/>
                    <a:pt x="612" y="734"/>
                    <a:pt x="394" y="1082"/>
                  </a:cubicBezTo>
                  <a:cubicBezTo>
                    <a:pt x="278" y="1251"/>
                    <a:pt x="197" y="1445"/>
                    <a:pt x="126" y="1645"/>
                  </a:cubicBezTo>
                  <a:cubicBezTo>
                    <a:pt x="100" y="1747"/>
                    <a:pt x="63" y="1848"/>
                    <a:pt x="48" y="1954"/>
                  </a:cubicBezTo>
                  <a:lnTo>
                    <a:pt x="22" y="2113"/>
                  </a:lnTo>
                  <a:cubicBezTo>
                    <a:pt x="16" y="2166"/>
                    <a:pt x="14" y="2228"/>
                    <a:pt x="12" y="2284"/>
                  </a:cubicBezTo>
                  <a:cubicBezTo>
                    <a:pt x="1" y="2408"/>
                    <a:pt x="9" y="2493"/>
                    <a:pt x="12" y="2589"/>
                  </a:cubicBezTo>
                  <a:lnTo>
                    <a:pt x="13" y="2625"/>
                  </a:lnTo>
                  <a:lnTo>
                    <a:pt x="14" y="2651"/>
                  </a:lnTo>
                  <a:lnTo>
                    <a:pt x="16" y="2660"/>
                  </a:lnTo>
                  <a:lnTo>
                    <a:pt x="20" y="2680"/>
                  </a:lnTo>
                  <a:lnTo>
                    <a:pt x="32" y="2761"/>
                  </a:lnTo>
                  <a:cubicBezTo>
                    <a:pt x="40" y="2814"/>
                    <a:pt x="47" y="2869"/>
                    <a:pt x="56" y="2922"/>
                  </a:cubicBezTo>
                  <a:cubicBezTo>
                    <a:pt x="107" y="3135"/>
                    <a:pt x="167" y="3349"/>
                    <a:pt x="269" y="3545"/>
                  </a:cubicBezTo>
                  <a:cubicBezTo>
                    <a:pt x="461" y="3942"/>
                    <a:pt x="766" y="4280"/>
                    <a:pt x="1122" y="4525"/>
                  </a:cubicBezTo>
                  <a:cubicBezTo>
                    <a:pt x="1303" y="4642"/>
                    <a:pt x="1493" y="4747"/>
                    <a:pt x="1697" y="4810"/>
                  </a:cubicBezTo>
                  <a:cubicBezTo>
                    <a:pt x="1795" y="4849"/>
                    <a:pt x="1900" y="4869"/>
                    <a:pt x="2000" y="4896"/>
                  </a:cubicBezTo>
                  <a:cubicBezTo>
                    <a:pt x="2102" y="4916"/>
                    <a:pt x="2203" y="4929"/>
                    <a:pt x="2309" y="4938"/>
                  </a:cubicBezTo>
                  <a:cubicBezTo>
                    <a:pt x="2363" y="4940"/>
                    <a:pt x="2418" y="4942"/>
                    <a:pt x="2472" y="4943"/>
                  </a:cubicBezTo>
                  <a:cubicBezTo>
                    <a:pt x="2490" y="4943"/>
                    <a:pt x="2508" y="4943"/>
                    <a:pt x="2526" y="4943"/>
                  </a:cubicBezTo>
                  <a:cubicBezTo>
                    <a:pt x="2534" y="4943"/>
                    <a:pt x="2543" y="4943"/>
                    <a:pt x="2551" y="4943"/>
                  </a:cubicBezTo>
                  <a:lnTo>
                    <a:pt x="2617" y="4938"/>
                  </a:lnTo>
                  <a:lnTo>
                    <a:pt x="2747" y="4928"/>
                  </a:lnTo>
                  <a:lnTo>
                    <a:pt x="2765" y="4927"/>
                  </a:lnTo>
                  <a:lnTo>
                    <a:pt x="2782" y="4924"/>
                  </a:lnTo>
                  <a:lnTo>
                    <a:pt x="2787" y="4923"/>
                  </a:lnTo>
                  <a:lnTo>
                    <a:pt x="2795" y="4921"/>
                  </a:lnTo>
                  <a:lnTo>
                    <a:pt x="2833" y="4915"/>
                  </a:lnTo>
                  <a:lnTo>
                    <a:pt x="2906" y="4901"/>
                  </a:lnTo>
                  <a:cubicBezTo>
                    <a:pt x="2954" y="4891"/>
                    <a:pt x="3001" y="4884"/>
                    <a:pt x="3048" y="4872"/>
                  </a:cubicBezTo>
                  <a:cubicBezTo>
                    <a:pt x="3095" y="4858"/>
                    <a:pt x="3141" y="4845"/>
                    <a:pt x="3185" y="4833"/>
                  </a:cubicBezTo>
                  <a:cubicBezTo>
                    <a:pt x="3277" y="4809"/>
                    <a:pt x="3363" y="4767"/>
                    <a:pt x="3449" y="4732"/>
                  </a:cubicBezTo>
                  <a:cubicBezTo>
                    <a:pt x="3786" y="4587"/>
                    <a:pt x="4055" y="4357"/>
                    <a:pt x="4255" y="4116"/>
                  </a:cubicBezTo>
                  <a:cubicBezTo>
                    <a:pt x="4457" y="3874"/>
                    <a:pt x="4585" y="3615"/>
                    <a:pt x="4659" y="3378"/>
                  </a:cubicBezTo>
                  <a:cubicBezTo>
                    <a:pt x="4733" y="3142"/>
                    <a:pt x="4763" y="2929"/>
                    <a:pt x="4761" y="2754"/>
                  </a:cubicBezTo>
                  <a:cubicBezTo>
                    <a:pt x="4768" y="2668"/>
                    <a:pt x="4759" y="2590"/>
                    <a:pt x="4753" y="2523"/>
                  </a:cubicBezTo>
                  <a:cubicBezTo>
                    <a:pt x="4749" y="2456"/>
                    <a:pt x="4739" y="2402"/>
                    <a:pt x="4729" y="2357"/>
                  </a:cubicBezTo>
                  <a:cubicBezTo>
                    <a:pt x="4713" y="2268"/>
                    <a:pt x="4702" y="2221"/>
                    <a:pt x="4702" y="2221"/>
                  </a:cubicBezTo>
                  <a:cubicBezTo>
                    <a:pt x="4702" y="2221"/>
                    <a:pt x="4698" y="2269"/>
                    <a:pt x="4692" y="2358"/>
                  </a:cubicBezTo>
                  <a:cubicBezTo>
                    <a:pt x="4688" y="2404"/>
                    <a:pt x="4685" y="2459"/>
                    <a:pt x="4671" y="2523"/>
                  </a:cubicBezTo>
                  <a:cubicBezTo>
                    <a:pt x="4658" y="2586"/>
                    <a:pt x="4651" y="2657"/>
                    <a:pt x="4627" y="2735"/>
                  </a:cubicBezTo>
                  <a:cubicBezTo>
                    <a:pt x="4592" y="2895"/>
                    <a:pt x="4517" y="3080"/>
                    <a:pt x="4418" y="3275"/>
                  </a:cubicBezTo>
                  <a:cubicBezTo>
                    <a:pt x="4313" y="3470"/>
                    <a:pt x="4161" y="3666"/>
                    <a:pt x="3969" y="3842"/>
                  </a:cubicBezTo>
                  <a:cubicBezTo>
                    <a:pt x="3774" y="4016"/>
                    <a:pt x="3533" y="4165"/>
                    <a:pt x="3256" y="4255"/>
                  </a:cubicBezTo>
                  <a:cubicBezTo>
                    <a:pt x="3185" y="4273"/>
                    <a:pt x="3118" y="4300"/>
                    <a:pt x="3044" y="4310"/>
                  </a:cubicBezTo>
                  <a:cubicBezTo>
                    <a:pt x="3024" y="4313"/>
                    <a:pt x="3004" y="4318"/>
                    <a:pt x="2983" y="4322"/>
                  </a:cubicBezTo>
                  <a:cubicBezTo>
                    <a:pt x="2638" y="4027"/>
                    <a:pt x="1747" y="3523"/>
                    <a:pt x="1612" y="2758"/>
                  </a:cubicBezTo>
                  <a:cubicBezTo>
                    <a:pt x="1364" y="1337"/>
                    <a:pt x="2034" y="666"/>
                    <a:pt x="2411" y="374"/>
                  </a:cubicBezTo>
                  <a:cubicBezTo>
                    <a:pt x="2429" y="372"/>
                    <a:pt x="2445" y="369"/>
                    <a:pt x="2458" y="369"/>
                  </a:cubicBezTo>
                  <a:cubicBezTo>
                    <a:pt x="2517" y="362"/>
                    <a:pt x="2579" y="361"/>
                    <a:pt x="2640" y="357"/>
                  </a:cubicBezTo>
                  <a:cubicBezTo>
                    <a:pt x="2655" y="357"/>
                    <a:pt x="2671" y="356"/>
                    <a:pt x="2686" y="356"/>
                  </a:cubicBezTo>
                  <a:cubicBezTo>
                    <a:pt x="2790" y="356"/>
                    <a:pt x="2890" y="364"/>
                    <a:pt x="2986" y="377"/>
                  </a:cubicBezTo>
                  <a:cubicBezTo>
                    <a:pt x="3202" y="411"/>
                    <a:pt x="3392" y="468"/>
                    <a:pt x="3541" y="533"/>
                  </a:cubicBezTo>
                  <a:cubicBezTo>
                    <a:pt x="3691" y="599"/>
                    <a:pt x="3807" y="663"/>
                    <a:pt x="3882" y="710"/>
                  </a:cubicBezTo>
                  <a:cubicBezTo>
                    <a:pt x="3957" y="758"/>
                    <a:pt x="3997" y="785"/>
                    <a:pt x="3997" y="785"/>
                  </a:cubicBezTo>
                  <a:cubicBezTo>
                    <a:pt x="3997" y="785"/>
                    <a:pt x="3968" y="746"/>
                    <a:pt x="3907" y="679"/>
                  </a:cubicBezTo>
                  <a:cubicBezTo>
                    <a:pt x="3846" y="612"/>
                    <a:pt x="3752" y="515"/>
                    <a:pt x="3611" y="415"/>
                  </a:cubicBezTo>
                  <a:cubicBezTo>
                    <a:pt x="3471" y="311"/>
                    <a:pt x="3284" y="201"/>
                    <a:pt x="3049" y="121"/>
                  </a:cubicBezTo>
                  <a:cubicBezTo>
                    <a:pt x="2932" y="80"/>
                    <a:pt x="2802" y="47"/>
                    <a:pt x="2664" y="23"/>
                  </a:cubicBezTo>
                  <a:cubicBezTo>
                    <a:pt x="2594" y="13"/>
                    <a:pt x="2520" y="5"/>
                    <a:pt x="2442" y="2"/>
                  </a:cubicBezTo>
                  <a:cubicBezTo>
                    <a:pt x="2422" y="1"/>
                    <a:pt x="2404" y="1"/>
                    <a:pt x="2386" y="1"/>
                  </a:cubicBezTo>
                  <a:cubicBezTo>
                    <a:pt x="2369" y="1"/>
                    <a:pt x="2352" y="1"/>
                    <a:pt x="2335" y="1"/>
                  </a:cubicBezTo>
                  <a:cubicBezTo>
                    <a:pt x="2321" y="1"/>
                    <a:pt x="2313" y="0"/>
                    <a:pt x="23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64"/>
            <p:cNvSpPr/>
            <p:nvPr/>
          </p:nvSpPr>
          <p:spPr>
            <a:xfrm>
              <a:off x="7040303" y="2273504"/>
              <a:ext cx="473825" cy="544904"/>
            </a:xfrm>
            <a:custGeom>
              <a:rect b="b" l="l" r="r" t="t"/>
              <a:pathLst>
                <a:path extrusionOk="0" h="5144" w="4473">
                  <a:moveTo>
                    <a:pt x="2235" y="0"/>
                  </a:moveTo>
                  <a:cubicBezTo>
                    <a:pt x="2187" y="0"/>
                    <a:pt x="2136" y="3"/>
                    <a:pt x="2085" y="9"/>
                  </a:cubicBezTo>
                  <a:cubicBezTo>
                    <a:pt x="1871" y="28"/>
                    <a:pt x="1625" y="77"/>
                    <a:pt x="1381" y="198"/>
                  </a:cubicBezTo>
                  <a:cubicBezTo>
                    <a:pt x="1138" y="316"/>
                    <a:pt x="894" y="494"/>
                    <a:pt x="683" y="727"/>
                  </a:cubicBezTo>
                  <a:cubicBezTo>
                    <a:pt x="628" y="782"/>
                    <a:pt x="579" y="848"/>
                    <a:pt x="532" y="914"/>
                  </a:cubicBezTo>
                  <a:cubicBezTo>
                    <a:pt x="481" y="977"/>
                    <a:pt x="438" y="1045"/>
                    <a:pt x="397" y="1118"/>
                  </a:cubicBezTo>
                  <a:lnTo>
                    <a:pt x="332" y="1225"/>
                  </a:lnTo>
                  <a:lnTo>
                    <a:pt x="276" y="1346"/>
                  </a:lnTo>
                  <a:lnTo>
                    <a:pt x="219" y="1468"/>
                  </a:lnTo>
                  <a:lnTo>
                    <a:pt x="179" y="1576"/>
                  </a:lnTo>
                  <a:cubicBezTo>
                    <a:pt x="62" y="1897"/>
                    <a:pt x="1" y="2257"/>
                    <a:pt x="11" y="2621"/>
                  </a:cubicBezTo>
                  <a:cubicBezTo>
                    <a:pt x="21" y="2985"/>
                    <a:pt x="104" y="3353"/>
                    <a:pt x="256" y="3695"/>
                  </a:cubicBezTo>
                  <a:cubicBezTo>
                    <a:pt x="407" y="4036"/>
                    <a:pt x="632" y="4349"/>
                    <a:pt x="916" y="4591"/>
                  </a:cubicBezTo>
                  <a:cubicBezTo>
                    <a:pt x="990" y="4650"/>
                    <a:pt x="1057" y="4714"/>
                    <a:pt x="1138" y="4761"/>
                  </a:cubicBezTo>
                  <a:cubicBezTo>
                    <a:pt x="1216" y="4811"/>
                    <a:pt x="1292" y="4862"/>
                    <a:pt x="1385" y="4905"/>
                  </a:cubicBezTo>
                  <a:lnTo>
                    <a:pt x="1518" y="4971"/>
                  </a:lnTo>
                  <a:lnTo>
                    <a:pt x="1628" y="5011"/>
                  </a:lnTo>
                  <a:lnTo>
                    <a:pt x="1683" y="5031"/>
                  </a:lnTo>
                  <a:lnTo>
                    <a:pt x="1710" y="5041"/>
                  </a:lnTo>
                  <a:lnTo>
                    <a:pt x="1724" y="5046"/>
                  </a:lnTo>
                  <a:lnTo>
                    <a:pt x="1744" y="5053"/>
                  </a:lnTo>
                  <a:lnTo>
                    <a:pt x="1748" y="5054"/>
                  </a:lnTo>
                  <a:lnTo>
                    <a:pt x="1756" y="5057"/>
                  </a:lnTo>
                  <a:lnTo>
                    <a:pt x="1887" y="5088"/>
                  </a:lnTo>
                  <a:cubicBezTo>
                    <a:pt x="2046" y="5126"/>
                    <a:pt x="2206" y="5143"/>
                    <a:pt x="2362" y="5143"/>
                  </a:cubicBezTo>
                  <a:cubicBezTo>
                    <a:pt x="2549" y="5143"/>
                    <a:pt x="2731" y="5118"/>
                    <a:pt x="2899" y="5071"/>
                  </a:cubicBezTo>
                  <a:cubicBezTo>
                    <a:pt x="3210" y="4987"/>
                    <a:pt x="3475" y="4835"/>
                    <a:pt x="3681" y="4663"/>
                  </a:cubicBezTo>
                  <a:cubicBezTo>
                    <a:pt x="3890" y="4490"/>
                    <a:pt x="4044" y="4299"/>
                    <a:pt x="4153" y="4117"/>
                  </a:cubicBezTo>
                  <a:cubicBezTo>
                    <a:pt x="4208" y="4025"/>
                    <a:pt x="4253" y="3937"/>
                    <a:pt x="4292" y="3856"/>
                  </a:cubicBezTo>
                  <a:cubicBezTo>
                    <a:pt x="4325" y="3770"/>
                    <a:pt x="4356" y="3695"/>
                    <a:pt x="4380" y="3624"/>
                  </a:cubicBezTo>
                  <a:cubicBezTo>
                    <a:pt x="4400" y="3553"/>
                    <a:pt x="4419" y="3488"/>
                    <a:pt x="4432" y="3432"/>
                  </a:cubicBezTo>
                  <a:cubicBezTo>
                    <a:pt x="4443" y="3375"/>
                    <a:pt x="4448" y="3328"/>
                    <a:pt x="4455" y="3291"/>
                  </a:cubicBezTo>
                  <a:cubicBezTo>
                    <a:pt x="4467" y="3213"/>
                    <a:pt x="4472" y="3171"/>
                    <a:pt x="4472" y="3171"/>
                  </a:cubicBezTo>
                  <a:lnTo>
                    <a:pt x="4472" y="3171"/>
                  </a:lnTo>
                  <a:cubicBezTo>
                    <a:pt x="4472" y="3171"/>
                    <a:pt x="4454" y="3208"/>
                    <a:pt x="4416" y="3277"/>
                  </a:cubicBezTo>
                  <a:cubicBezTo>
                    <a:pt x="4399" y="3310"/>
                    <a:pt x="4378" y="3353"/>
                    <a:pt x="4352" y="3401"/>
                  </a:cubicBezTo>
                  <a:cubicBezTo>
                    <a:pt x="4321" y="3448"/>
                    <a:pt x="4288" y="3502"/>
                    <a:pt x="4253" y="3562"/>
                  </a:cubicBezTo>
                  <a:cubicBezTo>
                    <a:pt x="4217" y="3621"/>
                    <a:pt x="4166" y="3683"/>
                    <a:pt x="4119" y="3750"/>
                  </a:cubicBezTo>
                  <a:cubicBezTo>
                    <a:pt x="4064" y="3813"/>
                    <a:pt x="4010" y="3884"/>
                    <a:pt x="3943" y="3951"/>
                  </a:cubicBezTo>
                  <a:cubicBezTo>
                    <a:pt x="3812" y="4090"/>
                    <a:pt x="3642" y="4219"/>
                    <a:pt x="3452" y="4330"/>
                  </a:cubicBezTo>
                  <a:cubicBezTo>
                    <a:pt x="3258" y="4440"/>
                    <a:pt x="3031" y="4525"/>
                    <a:pt x="2790" y="4556"/>
                  </a:cubicBezTo>
                  <a:cubicBezTo>
                    <a:pt x="2717" y="4566"/>
                    <a:pt x="2642" y="4571"/>
                    <a:pt x="2567" y="4571"/>
                  </a:cubicBezTo>
                  <a:cubicBezTo>
                    <a:pt x="2395" y="4571"/>
                    <a:pt x="2219" y="4544"/>
                    <a:pt x="2048" y="4489"/>
                  </a:cubicBezTo>
                  <a:lnTo>
                    <a:pt x="1956" y="4459"/>
                  </a:lnTo>
                  <a:lnTo>
                    <a:pt x="1867" y="4419"/>
                  </a:lnTo>
                  <a:lnTo>
                    <a:pt x="1760" y="4372"/>
                  </a:lnTo>
                  <a:lnTo>
                    <a:pt x="1682" y="4325"/>
                  </a:lnTo>
                  <a:cubicBezTo>
                    <a:pt x="1632" y="4298"/>
                    <a:pt x="1578" y="4258"/>
                    <a:pt x="1525" y="4217"/>
                  </a:cubicBezTo>
                  <a:cubicBezTo>
                    <a:pt x="1467" y="4180"/>
                    <a:pt x="1420" y="4131"/>
                    <a:pt x="1368" y="4088"/>
                  </a:cubicBezTo>
                  <a:cubicBezTo>
                    <a:pt x="1169" y="3903"/>
                    <a:pt x="1005" y="3668"/>
                    <a:pt x="891" y="3410"/>
                  </a:cubicBezTo>
                  <a:cubicBezTo>
                    <a:pt x="774" y="3152"/>
                    <a:pt x="708" y="2870"/>
                    <a:pt x="688" y="2591"/>
                  </a:cubicBezTo>
                  <a:cubicBezTo>
                    <a:pt x="669" y="2309"/>
                    <a:pt x="699" y="2030"/>
                    <a:pt x="769" y="1767"/>
                  </a:cubicBezTo>
                  <a:lnTo>
                    <a:pt x="800" y="1655"/>
                  </a:lnTo>
                  <a:lnTo>
                    <a:pt x="833" y="1568"/>
                  </a:lnTo>
                  <a:lnTo>
                    <a:pt x="864" y="1481"/>
                  </a:lnTo>
                  <a:lnTo>
                    <a:pt x="904" y="1392"/>
                  </a:lnTo>
                  <a:cubicBezTo>
                    <a:pt x="931" y="1332"/>
                    <a:pt x="958" y="1272"/>
                    <a:pt x="994" y="1219"/>
                  </a:cubicBezTo>
                  <a:cubicBezTo>
                    <a:pt x="1025" y="1164"/>
                    <a:pt x="1057" y="1109"/>
                    <a:pt x="1095" y="1058"/>
                  </a:cubicBezTo>
                  <a:cubicBezTo>
                    <a:pt x="1236" y="851"/>
                    <a:pt x="1407" y="680"/>
                    <a:pt x="1587" y="549"/>
                  </a:cubicBezTo>
                  <a:cubicBezTo>
                    <a:pt x="1766" y="414"/>
                    <a:pt x="1957" y="330"/>
                    <a:pt x="2133" y="272"/>
                  </a:cubicBezTo>
                  <a:cubicBezTo>
                    <a:pt x="2312" y="213"/>
                    <a:pt x="2478" y="195"/>
                    <a:pt x="2617" y="185"/>
                  </a:cubicBezTo>
                  <a:cubicBezTo>
                    <a:pt x="2640" y="185"/>
                    <a:pt x="2662" y="185"/>
                    <a:pt x="2684" y="185"/>
                  </a:cubicBezTo>
                  <a:cubicBezTo>
                    <a:pt x="2792" y="185"/>
                    <a:pt x="2882" y="186"/>
                    <a:pt x="2944" y="197"/>
                  </a:cubicBezTo>
                  <a:cubicBezTo>
                    <a:pt x="3022" y="205"/>
                    <a:pt x="3064" y="209"/>
                    <a:pt x="3064" y="209"/>
                  </a:cubicBezTo>
                  <a:cubicBezTo>
                    <a:pt x="3064" y="209"/>
                    <a:pt x="3026" y="190"/>
                    <a:pt x="2956" y="158"/>
                  </a:cubicBezTo>
                  <a:cubicBezTo>
                    <a:pt x="2885" y="123"/>
                    <a:pt x="2776" y="83"/>
                    <a:pt x="2630" y="45"/>
                  </a:cubicBezTo>
                  <a:cubicBezTo>
                    <a:pt x="2520" y="25"/>
                    <a:pt x="2386" y="0"/>
                    <a:pt x="2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64"/>
            <p:cNvSpPr/>
            <p:nvPr/>
          </p:nvSpPr>
          <p:spPr>
            <a:xfrm>
              <a:off x="7351313" y="1651907"/>
              <a:ext cx="298617" cy="235271"/>
            </a:xfrm>
            <a:custGeom>
              <a:rect b="b" l="l" r="r" t="t"/>
              <a:pathLst>
                <a:path extrusionOk="0" h="2221" w="2819">
                  <a:moveTo>
                    <a:pt x="0" y="0"/>
                  </a:moveTo>
                  <a:lnTo>
                    <a:pt x="0" y="0"/>
                  </a:lnTo>
                  <a:cubicBezTo>
                    <a:pt x="0" y="0"/>
                    <a:pt x="40" y="34"/>
                    <a:pt x="109" y="74"/>
                  </a:cubicBezTo>
                  <a:cubicBezTo>
                    <a:pt x="176" y="116"/>
                    <a:pt x="274" y="163"/>
                    <a:pt x="375" y="200"/>
                  </a:cubicBezTo>
                  <a:cubicBezTo>
                    <a:pt x="399" y="210"/>
                    <a:pt x="426" y="218"/>
                    <a:pt x="451" y="227"/>
                  </a:cubicBezTo>
                  <a:cubicBezTo>
                    <a:pt x="437" y="242"/>
                    <a:pt x="422" y="255"/>
                    <a:pt x="408" y="272"/>
                  </a:cubicBezTo>
                  <a:cubicBezTo>
                    <a:pt x="271" y="417"/>
                    <a:pt x="200" y="633"/>
                    <a:pt x="211" y="842"/>
                  </a:cubicBezTo>
                  <a:cubicBezTo>
                    <a:pt x="220" y="947"/>
                    <a:pt x="236" y="1053"/>
                    <a:pt x="274" y="1148"/>
                  </a:cubicBezTo>
                  <a:cubicBezTo>
                    <a:pt x="305" y="1248"/>
                    <a:pt x="355" y="1338"/>
                    <a:pt x="412" y="1432"/>
                  </a:cubicBezTo>
                  <a:cubicBezTo>
                    <a:pt x="442" y="1476"/>
                    <a:pt x="466" y="1507"/>
                    <a:pt x="493" y="1545"/>
                  </a:cubicBezTo>
                  <a:cubicBezTo>
                    <a:pt x="533" y="1597"/>
                    <a:pt x="563" y="1625"/>
                    <a:pt x="598" y="1665"/>
                  </a:cubicBezTo>
                  <a:cubicBezTo>
                    <a:pt x="668" y="1738"/>
                    <a:pt x="745" y="1806"/>
                    <a:pt x="826" y="1868"/>
                  </a:cubicBezTo>
                  <a:cubicBezTo>
                    <a:pt x="990" y="1989"/>
                    <a:pt x="1171" y="2083"/>
                    <a:pt x="1363" y="2144"/>
                  </a:cubicBezTo>
                  <a:cubicBezTo>
                    <a:pt x="1521" y="2195"/>
                    <a:pt x="1685" y="2221"/>
                    <a:pt x="1848" y="2221"/>
                  </a:cubicBezTo>
                  <a:cubicBezTo>
                    <a:pt x="1882" y="2221"/>
                    <a:pt x="1916" y="2220"/>
                    <a:pt x="1950" y="2217"/>
                  </a:cubicBezTo>
                  <a:cubicBezTo>
                    <a:pt x="2049" y="2208"/>
                    <a:pt x="2142" y="2196"/>
                    <a:pt x="2241" y="2158"/>
                  </a:cubicBezTo>
                  <a:lnTo>
                    <a:pt x="2315" y="2131"/>
                  </a:lnTo>
                  <a:lnTo>
                    <a:pt x="2369" y="2105"/>
                  </a:lnTo>
                  <a:lnTo>
                    <a:pt x="2396" y="2091"/>
                  </a:lnTo>
                  <a:lnTo>
                    <a:pt x="2403" y="2088"/>
                  </a:lnTo>
                  <a:lnTo>
                    <a:pt x="2413" y="2082"/>
                  </a:lnTo>
                  <a:lnTo>
                    <a:pt x="2417" y="2080"/>
                  </a:lnTo>
                  <a:lnTo>
                    <a:pt x="2432" y="2070"/>
                  </a:lnTo>
                  <a:lnTo>
                    <a:pt x="2493" y="2031"/>
                  </a:lnTo>
                  <a:cubicBezTo>
                    <a:pt x="2648" y="1921"/>
                    <a:pt x="2753" y="1753"/>
                    <a:pt x="2783" y="1593"/>
                  </a:cubicBezTo>
                  <a:cubicBezTo>
                    <a:pt x="2819" y="1433"/>
                    <a:pt x="2793" y="1289"/>
                    <a:pt x="2754" y="1175"/>
                  </a:cubicBezTo>
                  <a:cubicBezTo>
                    <a:pt x="2719" y="1061"/>
                    <a:pt x="2667" y="973"/>
                    <a:pt x="2617" y="907"/>
                  </a:cubicBezTo>
                  <a:cubicBezTo>
                    <a:pt x="2568" y="840"/>
                    <a:pt x="2523" y="791"/>
                    <a:pt x="2493" y="762"/>
                  </a:cubicBezTo>
                  <a:cubicBezTo>
                    <a:pt x="2460" y="732"/>
                    <a:pt x="2444" y="717"/>
                    <a:pt x="2444" y="717"/>
                  </a:cubicBezTo>
                  <a:lnTo>
                    <a:pt x="2444" y="717"/>
                  </a:lnTo>
                  <a:cubicBezTo>
                    <a:pt x="2444" y="717"/>
                    <a:pt x="2454" y="738"/>
                    <a:pt x="2474" y="775"/>
                  </a:cubicBezTo>
                  <a:cubicBezTo>
                    <a:pt x="2497" y="814"/>
                    <a:pt x="2519" y="872"/>
                    <a:pt x="2546" y="943"/>
                  </a:cubicBezTo>
                  <a:cubicBezTo>
                    <a:pt x="2574" y="1016"/>
                    <a:pt x="2595" y="1108"/>
                    <a:pt x="2605" y="1209"/>
                  </a:cubicBezTo>
                  <a:cubicBezTo>
                    <a:pt x="2613" y="1310"/>
                    <a:pt x="2601" y="1424"/>
                    <a:pt x="2561" y="1527"/>
                  </a:cubicBezTo>
                  <a:cubicBezTo>
                    <a:pt x="2525" y="1620"/>
                    <a:pt x="2454" y="1698"/>
                    <a:pt x="2364" y="1754"/>
                  </a:cubicBezTo>
                  <a:cubicBezTo>
                    <a:pt x="2161" y="1657"/>
                    <a:pt x="1681" y="1545"/>
                    <a:pt x="1398" y="1234"/>
                  </a:cubicBezTo>
                  <a:cubicBezTo>
                    <a:pt x="913" y="705"/>
                    <a:pt x="933" y="386"/>
                    <a:pt x="988" y="227"/>
                  </a:cubicBezTo>
                  <a:cubicBezTo>
                    <a:pt x="1119" y="185"/>
                    <a:pt x="1248" y="172"/>
                    <a:pt x="1360" y="172"/>
                  </a:cubicBezTo>
                  <a:cubicBezTo>
                    <a:pt x="1425" y="172"/>
                    <a:pt x="1485" y="176"/>
                    <a:pt x="1536" y="182"/>
                  </a:cubicBezTo>
                  <a:cubicBezTo>
                    <a:pt x="1613" y="191"/>
                    <a:pt x="1675" y="200"/>
                    <a:pt x="1718" y="208"/>
                  </a:cubicBezTo>
                  <a:cubicBezTo>
                    <a:pt x="1759" y="217"/>
                    <a:pt x="1782" y="222"/>
                    <a:pt x="1782" y="222"/>
                  </a:cubicBezTo>
                  <a:cubicBezTo>
                    <a:pt x="1782" y="222"/>
                    <a:pt x="1762" y="210"/>
                    <a:pt x="1726" y="187"/>
                  </a:cubicBezTo>
                  <a:cubicBezTo>
                    <a:pt x="1687" y="167"/>
                    <a:pt x="1632" y="133"/>
                    <a:pt x="1557" y="102"/>
                  </a:cubicBezTo>
                  <a:cubicBezTo>
                    <a:pt x="1480" y="70"/>
                    <a:pt x="1383" y="37"/>
                    <a:pt x="1268" y="19"/>
                  </a:cubicBezTo>
                  <a:cubicBezTo>
                    <a:pt x="1205" y="9"/>
                    <a:pt x="1135" y="1"/>
                    <a:pt x="1061" y="1"/>
                  </a:cubicBezTo>
                  <a:cubicBezTo>
                    <a:pt x="997" y="1"/>
                    <a:pt x="930" y="7"/>
                    <a:pt x="862" y="22"/>
                  </a:cubicBezTo>
                  <a:cubicBezTo>
                    <a:pt x="835" y="29"/>
                    <a:pt x="811" y="35"/>
                    <a:pt x="784" y="43"/>
                  </a:cubicBezTo>
                  <a:cubicBezTo>
                    <a:pt x="768" y="47"/>
                    <a:pt x="728" y="55"/>
                    <a:pt x="672" y="62"/>
                  </a:cubicBezTo>
                  <a:cubicBezTo>
                    <a:pt x="614" y="71"/>
                    <a:pt x="538" y="77"/>
                    <a:pt x="459" y="77"/>
                  </a:cubicBezTo>
                  <a:cubicBezTo>
                    <a:pt x="439" y="77"/>
                    <a:pt x="419" y="76"/>
                    <a:pt x="399" y="76"/>
                  </a:cubicBezTo>
                  <a:cubicBezTo>
                    <a:pt x="298" y="70"/>
                    <a:pt x="198" y="55"/>
                    <a:pt x="124" y="37"/>
                  </a:cubicBezTo>
                  <a:cubicBezTo>
                    <a:pt x="49" y="19"/>
                    <a:pt x="0"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64"/>
            <p:cNvSpPr/>
            <p:nvPr/>
          </p:nvSpPr>
          <p:spPr>
            <a:xfrm>
              <a:off x="5978142" y="2243738"/>
              <a:ext cx="141628" cy="174679"/>
            </a:xfrm>
            <a:custGeom>
              <a:rect b="b" l="l" r="r" t="t"/>
              <a:pathLst>
                <a:path extrusionOk="0" h="1649" w="1337">
                  <a:moveTo>
                    <a:pt x="794" y="1"/>
                  </a:moveTo>
                  <a:cubicBezTo>
                    <a:pt x="759" y="1"/>
                    <a:pt x="724" y="5"/>
                    <a:pt x="689" y="13"/>
                  </a:cubicBezTo>
                  <a:cubicBezTo>
                    <a:pt x="546" y="43"/>
                    <a:pt x="414" y="121"/>
                    <a:pt x="309" y="227"/>
                  </a:cubicBezTo>
                  <a:cubicBezTo>
                    <a:pt x="200" y="330"/>
                    <a:pt x="128" y="458"/>
                    <a:pt x="69" y="604"/>
                  </a:cubicBezTo>
                  <a:cubicBezTo>
                    <a:pt x="59" y="638"/>
                    <a:pt x="49" y="664"/>
                    <a:pt x="39" y="705"/>
                  </a:cubicBezTo>
                  <a:cubicBezTo>
                    <a:pt x="29" y="744"/>
                    <a:pt x="20" y="780"/>
                    <a:pt x="15" y="818"/>
                  </a:cubicBezTo>
                  <a:cubicBezTo>
                    <a:pt x="4" y="891"/>
                    <a:pt x="0" y="967"/>
                    <a:pt x="7" y="1040"/>
                  </a:cubicBezTo>
                  <a:cubicBezTo>
                    <a:pt x="19" y="1188"/>
                    <a:pt x="67" y="1335"/>
                    <a:pt x="156" y="1450"/>
                  </a:cubicBezTo>
                  <a:cubicBezTo>
                    <a:pt x="246" y="1561"/>
                    <a:pt x="383" y="1638"/>
                    <a:pt x="509" y="1646"/>
                  </a:cubicBezTo>
                  <a:cubicBezTo>
                    <a:pt x="527" y="1648"/>
                    <a:pt x="543" y="1649"/>
                    <a:pt x="560" y="1649"/>
                  </a:cubicBezTo>
                  <a:cubicBezTo>
                    <a:pt x="673" y="1649"/>
                    <a:pt x="769" y="1611"/>
                    <a:pt x="848" y="1565"/>
                  </a:cubicBezTo>
                  <a:cubicBezTo>
                    <a:pt x="939" y="1512"/>
                    <a:pt x="1010" y="1446"/>
                    <a:pt x="1063" y="1383"/>
                  </a:cubicBezTo>
                  <a:cubicBezTo>
                    <a:pt x="1115" y="1317"/>
                    <a:pt x="1158" y="1258"/>
                    <a:pt x="1186" y="1207"/>
                  </a:cubicBezTo>
                  <a:cubicBezTo>
                    <a:pt x="1214" y="1155"/>
                    <a:pt x="1234" y="1112"/>
                    <a:pt x="1245" y="1082"/>
                  </a:cubicBezTo>
                  <a:lnTo>
                    <a:pt x="1245" y="1082"/>
                  </a:lnTo>
                  <a:cubicBezTo>
                    <a:pt x="1233" y="1110"/>
                    <a:pt x="1212" y="1153"/>
                    <a:pt x="1181" y="1204"/>
                  </a:cubicBezTo>
                  <a:cubicBezTo>
                    <a:pt x="1150" y="1255"/>
                    <a:pt x="1108" y="1314"/>
                    <a:pt x="1049" y="1371"/>
                  </a:cubicBezTo>
                  <a:cubicBezTo>
                    <a:pt x="991" y="1427"/>
                    <a:pt x="919" y="1486"/>
                    <a:pt x="826" y="1523"/>
                  </a:cubicBezTo>
                  <a:cubicBezTo>
                    <a:pt x="768" y="1547"/>
                    <a:pt x="700" y="1563"/>
                    <a:pt x="632" y="1563"/>
                  </a:cubicBezTo>
                  <a:cubicBezTo>
                    <a:pt x="598" y="1563"/>
                    <a:pt x="563" y="1559"/>
                    <a:pt x="531" y="1549"/>
                  </a:cubicBezTo>
                  <a:cubicBezTo>
                    <a:pt x="425" y="1523"/>
                    <a:pt x="343" y="1450"/>
                    <a:pt x="289" y="1356"/>
                  </a:cubicBezTo>
                  <a:cubicBezTo>
                    <a:pt x="237" y="1261"/>
                    <a:pt x="214" y="1144"/>
                    <a:pt x="214" y="1027"/>
                  </a:cubicBezTo>
                  <a:cubicBezTo>
                    <a:pt x="215" y="968"/>
                    <a:pt x="221" y="907"/>
                    <a:pt x="230" y="848"/>
                  </a:cubicBezTo>
                  <a:cubicBezTo>
                    <a:pt x="235" y="819"/>
                    <a:pt x="242" y="789"/>
                    <a:pt x="250" y="762"/>
                  </a:cubicBezTo>
                  <a:cubicBezTo>
                    <a:pt x="257" y="736"/>
                    <a:pt x="273" y="701"/>
                    <a:pt x="281" y="668"/>
                  </a:cubicBezTo>
                  <a:cubicBezTo>
                    <a:pt x="320" y="561"/>
                    <a:pt x="384" y="451"/>
                    <a:pt x="458" y="362"/>
                  </a:cubicBezTo>
                  <a:cubicBezTo>
                    <a:pt x="536" y="272"/>
                    <a:pt x="629" y="198"/>
                    <a:pt x="732" y="162"/>
                  </a:cubicBezTo>
                  <a:cubicBezTo>
                    <a:pt x="783" y="142"/>
                    <a:pt x="838" y="135"/>
                    <a:pt x="889" y="135"/>
                  </a:cubicBezTo>
                  <a:cubicBezTo>
                    <a:pt x="895" y="136"/>
                    <a:pt x="900" y="136"/>
                    <a:pt x="906" y="136"/>
                  </a:cubicBezTo>
                  <a:cubicBezTo>
                    <a:pt x="912" y="136"/>
                    <a:pt x="919" y="136"/>
                    <a:pt x="926" y="137"/>
                  </a:cubicBezTo>
                  <a:lnTo>
                    <a:pt x="970" y="145"/>
                  </a:lnTo>
                  <a:cubicBezTo>
                    <a:pt x="990" y="150"/>
                    <a:pt x="1018" y="158"/>
                    <a:pt x="1040" y="170"/>
                  </a:cubicBezTo>
                  <a:cubicBezTo>
                    <a:pt x="1135" y="215"/>
                    <a:pt x="1205" y="298"/>
                    <a:pt x="1248" y="385"/>
                  </a:cubicBezTo>
                  <a:cubicBezTo>
                    <a:pt x="1294" y="472"/>
                    <a:pt x="1312" y="565"/>
                    <a:pt x="1318" y="646"/>
                  </a:cubicBezTo>
                  <a:cubicBezTo>
                    <a:pt x="1324" y="728"/>
                    <a:pt x="1320" y="800"/>
                    <a:pt x="1308" y="856"/>
                  </a:cubicBezTo>
                  <a:cubicBezTo>
                    <a:pt x="1298" y="916"/>
                    <a:pt x="1287" y="961"/>
                    <a:pt x="1276" y="991"/>
                  </a:cubicBezTo>
                  <a:cubicBezTo>
                    <a:pt x="1267" y="1022"/>
                    <a:pt x="1261" y="1039"/>
                    <a:pt x="1261" y="1039"/>
                  </a:cubicBezTo>
                  <a:cubicBezTo>
                    <a:pt x="1261" y="1039"/>
                    <a:pt x="1267" y="1022"/>
                    <a:pt x="1279" y="993"/>
                  </a:cubicBezTo>
                  <a:cubicBezTo>
                    <a:pt x="1289" y="963"/>
                    <a:pt x="1302" y="918"/>
                    <a:pt x="1314" y="860"/>
                  </a:cubicBezTo>
                  <a:cubicBezTo>
                    <a:pt x="1327" y="801"/>
                    <a:pt x="1334" y="730"/>
                    <a:pt x="1335" y="647"/>
                  </a:cubicBezTo>
                  <a:cubicBezTo>
                    <a:pt x="1336" y="564"/>
                    <a:pt x="1326" y="470"/>
                    <a:pt x="1292" y="369"/>
                  </a:cubicBezTo>
                  <a:cubicBezTo>
                    <a:pt x="1256" y="270"/>
                    <a:pt x="1195" y="164"/>
                    <a:pt x="1088" y="88"/>
                  </a:cubicBezTo>
                  <a:cubicBezTo>
                    <a:pt x="1061" y="68"/>
                    <a:pt x="1034" y="55"/>
                    <a:pt x="999" y="40"/>
                  </a:cubicBezTo>
                  <a:cubicBezTo>
                    <a:pt x="973" y="28"/>
                    <a:pt x="944" y="18"/>
                    <a:pt x="904" y="12"/>
                  </a:cubicBezTo>
                  <a:cubicBezTo>
                    <a:pt x="868" y="5"/>
                    <a:pt x="831" y="1"/>
                    <a:pt x="7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64"/>
            <p:cNvSpPr/>
            <p:nvPr/>
          </p:nvSpPr>
          <p:spPr>
            <a:xfrm>
              <a:off x="6536711" y="2010692"/>
              <a:ext cx="341306" cy="262706"/>
            </a:xfrm>
            <a:custGeom>
              <a:rect b="b" l="l" r="r" t="t"/>
              <a:pathLst>
                <a:path extrusionOk="0" h="2480" w="3222">
                  <a:moveTo>
                    <a:pt x="1660" y="1"/>
                  </a:moveTo>
                  <a:cubicBezTo>
                    <a:pt x="1598" y="1"/>
                    <a:pt x="1529" y="5"/>
                    <a:pt x="1454" y="18"/>
                  </a:cubicBezTo>
                  <a:cubicBezTo>
                    <a:pt x="1340" y="35"/>
                    <a:pt x="1209" y="69"/>
                    <a:pt x="1075" y="134"/>
                  </a:cubicBezTo>
                  <a:cubicBezTo>
                    <a:pt x="941" y="199"/>
                    <a:pt x="804" y="293"/>
                    <a:pt x="687" y="424"/>
                  </a:cubicBezTo>
                  <a:cubicBezTo>
                    <a:pt x="569" y="556"/>
                    <a:pt x="467" y="725"/>
                    <a:pt x="426" y="924"/>
                  </a:cubicBezTo>
                  <a:cubicBezTo>
                    <a:pt x="418" y="975"/>
                    <a:pt x="405" y="1018"/>
                    <a:pt x="404" y="1078"/>
                  </a:cubicBezTo>
                  <a:cubicBezTo>
                    <a:pt x="404" y="1082"/>
                    <a:pt x="404" y="1089"/>
                    <a:pt x="401" y="1095"/>
                  </a:cubicBezTo>
                  <a:cubicBezTo>
                    <a:pt x="396" y="1108"/>
                    <a:pt x="392" y="1120"/>
                    <a:pt x="385" y="1135"/>
                  </a:cubicBezTo>
                  <a:cubicBezTo>
                    <a:pt x="361" y="1182"/>
                    <a:pt x="332" y="1234"/>
                    <a:pt x="300" y="1283"/>
                  </a:cubicBezTo>
                  <a:cubicBezTo>
                    <a:pt x="173" y="1483"/>
                    <a:pt x="1" y="1657"/>
                    <a:pt x="1" y="1657"/>
                  </a:cubicBezTo>
                  <a:cubicBezTo>
                    <a:pt x="1" y="1657"/>
                    <a:pt x="212" y="1536"/>
                    <a:pt x="398" y="1367"/>
                  </a:cubicBezTo>
                  <a:cubicBezTo>
                    <a:pt x="404" y="1362"/>
                    <a:pt x="406" y="1356"/>
                    <a:pt x="412" y="1354"/>
                  </a:cubicBezTo>
                  <a:lnTo>
                    <a:pt x="417" y="1385"/>
                  </a:lnTo>
                  <a:cubicBezTo>
                    <a:pt x="424" y="1437"/>
                    <a:pt x="440" y="1488"/>
                    <a:pt x="457" y="1538"/>
                  </a:cubicBezTo>
                  <a:cubicBezTo>
                    <a:pt x="520" y="1740"/>
                    <a:pt x="647" y="1920"/>
                    <a:pt x="796" y="2063"/>
                  </a:cubicBezTo>
                  <a:cubicBezTo>
                    <a:pt x="949" y="2206"/>
                    <a:pt x="1129" y="2315"/>
                    <a:pt x="1318" y="2384"/>
                  </a:cubicBezTo>
                  <a:cubicBezTo>
                    <a:pt x="1498" y="2452"/>
                    <a:pt x="1691" y="2479"/>
                    <a:pt x="1866" y="2479"/>
                  </a:cubicBezTo>
                  <a:cubicBezTo>
                    <a:pt x="1874" y="2479"/>
                    <a:pt x="1882" y="2479"/>
                    <a:pt x="1890" y="2479"/>
                  </a:cubicBezTo>
                  <a:cubicBezTo>
                    <a:pt x="2080" y="2479"/>
                    <a:pt x="2266" y="2441"/>
                    <a:pt x="2425" y="2381"/>
                  </a:cubicBezTo>
                  <a:cubicBezTo>
                    <a:pt x="2586" y="2322"/>
                    <a:pt x="2724" y="2235"/>
                    <a:pt x="2838" y="2139"/>
                  </a:cubicBezTo>
                  <a:cubicBezTo>
                    <a:pt x="2952" y="2043"/>
                    <a:pt x="3036" y="1932"/>
                    <a:pt x="3093" y="1830"/>
                  </a:cubicBezTo>
                  <a:cubicBezTo>
                    <a:pt x="3157" y="1730"/>
                    <a:pt x="3183" y="1626"/>
                    <a:pt x="3201" y="1548"/>
                  </a:cubicBezTo>
                  <a:cubicBezTo>
                    <a:pt x="3218" y="1465"/>
                    <a:pt x="3221" y="1402"/>
                    <a:pt x="3220" y="1358"/>
                  </a:cubicBezTo>
                  <a:cubicBezTo>
                    <a:pt x="3221" y="1316"/>
                    <a:pt x="3221" y="1293"/>
                    <a:pt x="3221" y="1293"/>
                  </a:cubicBezTo>
                  <a:lnTo>
                    <a:pt x="3221" y="1293"/>
                  </a:lnTo>
                  <a:cubicBezTo>
                    <a:pt x="3221" y="1293"/>
                    <a:pt x="3214" y="1315"/>
                    <a:pt x="3200" y="1355"/>
                  </a:cubicBezTo>
                  <a:cubicBezTo>
                    <a:pt x="3190" y="1395"/>
                    <a:pt x="3163" y="1453"/>
                    <a:pt x="3130" y="1522"/>
                  </a:cubicBezTo>
                  <a:cubicBezTo>
                    <a:pt x="3091" y="1589"/>
                    <a:pt x="3044" y="1665"/>
                    <a:pt x="2971" y="1742"/>
                  </a:cubicBezTo>
                  <a:cubicBezTo>
                    <a:pt x="2901" y="1814"/>
                    <a:pt x="2811" y="1891"/>
                    <a:pt x="2707" y="1953"/>
                  </a:cubicBezTo>
                  <a:cubicBezTo>
                    <a:pt x="2599" y="2014"/>
                    <a:pt x="2474" y="2064"/>
                    <a:pt x="2339" y="2095"/>
                  </a:cubicBezTo>
                  <a:cubicBezTo>
                    <a:pt x="2233" y="2120"/>
                    <a:pt x="2125" y="2130"/>
                    <a:pt x="2014" y="2130"/>
                  </a:cubicBezTo>
                  <a:cubicBezTo>
                    <a:pt x="1979" y="2130"/>
                    <a:pt x="1944" y="2129"/>
                    <a:pt x="1909" y="2127"/>
                  </a:cubicBezTo>
                  <a:cubicBezTo>
                    <a:pt x="1751" y="2116"/>
                    <a:pt x="1606" y="2079"/>
                    <a:pt x="1461" y="2021"/>
                  </a:cubicBezTo>
                  <a:cubicBezTo>
                    <a:pt x="1318" y="1961"/>
                    <a:pt x="1185" y="1879"/>
                    <a:pt x="1075" y="1773"/>
                  </a:cubicBezTo>
                  <a:cubicBezTo>
                    <a:pt x="964" y="1669"/>
                    <a:pt x="875" y="1543"/>
                    <a:pt x="824" y="1409"/>
                  </a:cubicBezTo>
                  <a:cubicBezTo>
                    <a:pt x="813" y="1375"/>
                    <a:pt x="800" y="1342"/>
                    <a:pt x="793" y="1307"/>
                  </a:cubicBezTo>
                  <a:lnTo>
                    <a:pt x="780" y="1254"/>
                  </a:lnTo>
                  <a:lnTo>
                    <a:pt x="773" y="1207"/>
                  </a:lnTo>
                  <a:cubicBezTo>
                    <a:pt x="766" y="1182"/>
                    <a:pt x="768" y="1132"/>
                    <a:pt x="766" y="1089"/>
                  </a:cubicBezTo>
                  <a:cubicBezTo>
                    <a:pt x="762" y="1065"/>
                    <a:pt x="770" y="1022"/>
                    <a:pt x="773" y="991"/>
                  </a:cubicBezTo>
                  <a:cubicBezTo>
                    <a:pt x="793" y="853"/>
                    <a:pt x="844" y="723"/>
                    <a:pt x="921" y="611"/>
                  </a:cubicBezTo>
                  <a:cubicBezTo>
                    <a:pt x="997" y="502"/>
                    <a:pt x="1091" y="407"/>
                    <a:pt x="1192" y="333"/>
                  </a:cubicBezTo>
                  <a:cubicBezTo>
                    <a:pt x="1293" y="262"/>
                    <a:pt x="1397" y="207"/>
                    <a:pt x="1494" y="165"/>
                  </a:cubicBezTo>
                  <a:cubicBezTo>
                    <a:pt x="1592" y="128"/>
                    <a:pt x="1682" y="101"/>
                    <a:pt x="1757" y="85"/>
                  </a:cubicBezTo>
                  <a:cubicBezTo>
                    <a:pt x="1834" y="69"/>
                    <a:pt x="1896" y="58"/>
                    <a:pt x="1937" y="54"/>
                  </a:cubicBezTo>
                  <a:cubicBezTo>
                    <a:pt x="1979" y="48"/>
                    <a:pt x="2003" y="46"/>
                    <a:pt x="2003" y="46"/>
                  </a:cubicBezTo>
                  <a:cubicBezTo>
                    <a:pt x="2003" y="46"/>
                    <a:pt x="1982" y="40"/>
                    <a:pt x="1939" y="31"/>
                  </a:cubicBezTo>
                  <a:cubicBezTo>
                    <a:pt x="1897" y="20"/>
                    <a:pt x="1837" y="8"/>
                    <a:pt x="1753" y="4"/>
                  </a:cubicBezTo>
                  <a:cubicBezTo>
                    <a:pt x="1724" y="2"/>
                    <a:pt x="1693" y="1"/>
                    <a:pt x="16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64"/>
            <p:cNvSpPr/>
            <p:nvPr/>
          </p:nvSpPr>
          <p:spPr>
            <a:xfrm>
              <a:off x="6494445" y="1341638"/>
              <a:ext cx="194276" cy="99574"/>
            </a:xfrm>
            <a:custGeom>
              <a:rect b="b" l="l" r="r" t="t"/>
              <a:pathLst>
                <a:path extrusionOk="0" h="940" w="1834">
                  <a:moveTo>
                    <a:pt x="1034" y="0"/>
                  </a:moveTo>
                  <a:cubicBezTo>
                    <a:pt x="1017" y="0"/>
                    <a:pt x="965" y="15"/>
                    <a:pt x="860" y="50"/>
                  </a:cubicBezTo>
                  <a:cubicBezTo>
                    <a:pt x="252" y="257"/>
                    <a:pt x="1" y="508"/>
                    <a:pt x="24" y="790"/>
                  </a:cubicBezTo>
                  <a:cubicBezTo>
                    <a:pt x="32" y="890"/>
                    <a:pt x="192" y="940"/>
                    <a:pt x="430" y="940"/>
                  </a:cubicBezTo>
                  <a:cubicBezTo>
                    <a:pt x="648" y="940"/>
                    <a:pt x="931" y="898"/>
                    <a:pt x="1223" y="817"/>
                  </a:cubicBezTo>
                  <a:cubicBezTo>
                    <a:pt x="1834" y="649"/>
                    <a:pt x="752" y="667"/>
                    <a:pt x="471" y="426"/>
                  </a:cubicBezTo>
                  <a:cubicBezTo>
                    <a:pt x="366" y="336"/>
                    <a:pt x="1112" y="0"/>
                    <a:pt x="10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64"/>
            <p:cNvSpPr/>
            <p:nvPr/>
          </p:nvSpPr>
          <p:spPr>
            <a:xfrm>
              <a:off x="5756219" y="2844996"/>
              <a:ext cx="122349" cy="161120"/>
            </a:xfrm>
            <a:custGeom>
              <a:rect b="b" l="l" r="r" t="t"/>
              <a:pathLst>
                <a:path extrusionOk="0" h="1521" w="1155">
                  <a:moveTo>
                    <a:pt x="376" y="0"/>
                  </a:moveTo>
                  <a:cubicBezTo>
                    <a:pt x="352" y="0"/>
                    <a:pt x="319" y="9"/>
                    <a:pt x="274" y="26"/>
                  </a:cubicBezTo>
                  <a:cubicBezTo>
                    <a:pt x="0" y="132"/>
                    <a:pt x="11" y="653"/>
                    <a:pt x="268" y="1052"/>
                  </a:cubicBezTo>
                  <a:cubicBezTo>
                    <a:pt x="426" y="1296"/>
                    <a:pt x="648" y="1462"/>
                    <a:pt x="853" y="1513"/>
                  </a:cubicBezTo>
                  <a:cubicBezTo>
                    <a:pt x="853" y="1514"/>
                    <a:pt x="887" y="1520"/>
                    <a:pt x="925" y="1520"/>
                  </a:cubicBezTo>
                  <a:cubicBezTo>
                    <a:pt x="1024" y="1520"/>
                    <a:pt x="1154" y="1478"/>
                    <a:pt x="813" y="1179"/>
                  </a:cubicBezTo>
                  <a:cubicBezTo>
                    <a:pt x="597" y="988"/>
                    <a:pt x="464" y="749"/>
                    <a:pt x="449" y="435"/>
                  </a:cubicBezTo>
                  <a:cubicBezTo>
                    <a:pt x="434" y="146"/>
                    <a:pt x="478" y="0"/>
                    <a:pt x="3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64"/>
            <p:cNvSpPr/>
            <p:nvPr/>
          </p:nvSpPr>
          <p:spPr>
            <a:xfrm>
              <a:off x="5687788" y="1822242"/>
              <a:ext cx="243639" cy="281880"/>
            </a:xfrm>
            <a:custGeom>
              <a:rect b="b" l="l" r="r" t="t"/>
              <a:pathLst>
                <a:path extrusionOk="0" h="2661" w="2300">
                  <a:moveTo>
                    <a:pt x="1689" y="0"/>
                  </a:moveTo>
                  <a:cubicBezTo>
                    <a:pt x="1645" y="0"/>
                    <a:pt x="1601" y="4"/>
                    <a:pt x="1558" y="10"/>
                  </a:cubicBezTo>
                  <a:cubicBezTo>
                    <a:pt x="1325" y="45"/>
                    <a:pt x="1111" y="157"/>
                    <a:pt x="922" y="294"/>
                  </a:cubicBezTo>
                  <a:cubicBezTo>
                    <a:pt x="730" y="433"/>
                    <a:pt x="571" y="607"/>
                    <a:pt x="425" y="801"/>
                  </a:cubicBezTo>
                  <a:cubicBezTo>
                    <a:pt x="394" y="848"/>
                    <a:pt x="363" y="891"/>
                    <a:pt x="332" y="944"/>
                  </a:cubicBezTo>
                  <a:cubicBezTo>
                    <a:pt x="303" y="996"/>
                    <a:pt x="269" y="1047"/>
                    <a:pt x="244" y="1101"/>
                  </a:cubicBezTo>
                  <a:cubicBezTo>
                    <a:pt x="189" y="1206"/>
                    <a:pt x="143" y="1316"/>
                    <a:pt x="108" y="1427"/>
                  </a:cubicBezTo>
                  <a:cubicBezTo>
                    <a:pt x="37" y="1650"/>
                    <a:pt x="1" y="1888"/>
                    <a:pt x="42" y="2120"/>
                  </a:cubicBezTo>
                  <a:cubicBezTo>
                    <a:pt x="62" y="2236"/>
                    <a:pt x="104" y="2348"/>
                    <a:pt x="176" y="2444"/>
                  </a:cubicBezTo>
                  <a:cubicBezTo>
                    <a:pt x="250" y="2539"/>
                    <a:pt x="348" y="2604"/>
                    <a:pt x="452" y="2636"/>
                  </a:cubicBezTo>
                  <a:cubicBezTo>
                    <a:pt x="512" y="2653"/>
                    <a:pt x="570" y="2661"/>
                    <a:pt x="627" y="2661"/>
                  </a:cubicBezTo>
                  <a:cubicBezTo>
                    <a:pt x="672" y="2661"/>
                    <a:pt x="716" y="2656"/>
                    <a:pt x="758" y="2647"/>
                  </a:cubicBezTo>
                  <a:cubicBezTo>
                    <a:pt x="852" y="2630"/>
                    <a:pt x="939" y="2600"/>
                    <a:pt x="1016" y="2563"/>
                  </a:cubicBezTo>
                  <a:cubicBezTo>
                    <a:pt x="1329" y="2412"/>
                    <a:pt x="1525" y="2203"/>
                    <a:pt x="1659" y="2061"/>
                  </a:cubicBezTo>
                  <a:cubicBezTo>
                    <a:pt x="1722" y="1987"/>
                    <a:pt x="1773" y="1927"/>
                    <a:pt x="1803" y="1885"/>
                  </a:cubicBezTo>
                  <a:cubicBezTo>
                    <a:pt x="1835" y="1844"/>
                    <a:pt x="1852" y="1819"/>
                    <a:pt x="1852" y="1819"/>
                  </a:cubicBezTo>
                  <a:lnTo>
                    <a:pt x="1852" y="1819"/>
                  </a:lnTo>
                  <a:cubicBezTo>
                    <a:pt x="1852" y="1819"/>
                    <a:pt x="1835" y="1842"/>
                    <a:pt x="1801" y="1884"/>
                  </a:cubicBezTo>
                  <a:cubicBezTo>
                    <a:pt x="1769" y="1925"/>
                    <a:pt x="1719" y="1985"/>
                    <a:pt x="1654" y="2057"/>
                  </a:cubicBezTo>
                  <a:cubicBezTo>
                    <a:pt x="1585" y="2127"/>
                    <a:pt x="1503" y="2213"/>
                    <a:pt x="1390" y="2292"/>
                  </a:cubicBezTo>
                  <a:cubicBezTo>
                    <a:pt x="1282" y="2370"/>
                    <a:pt x="1149" y="2455"/>
                    <a:pt x="993" y="2507"/>
                  </a:cubicBezTo>
                  <a:cubicBezTo>
                    <a:pt x="906" y="2538"/>
                    <a:pt x="806" y="2560"/>
                    <a:pt x="708" y="2560"/>
                  </a:cubicBezTo>
                  <a:cubicBezTo>
                    <a:pt x="635" y="2560"/>
                    <a:pt x="563" y="2547"/>
                    <a:pt x="499" y="2518"/>
                  </a:cubicBezTo>
                  <a:cubicBezTo>
                    <a:pt x="422" y="2484"/>
                    <a:pt x="352" y="2426"/>
                    <a:pt x="312" y="2352"/>
                  </a:cubicBezTo>
                  <a:cubicBezTo>
                    <a:pt x="270" y="2279"/>
                    <a:pt x="252" y="2187"/>
                    <a:pt x="245" y="2095"/>
                  </a:cubicBezTo>
                  <a:cubicBezTo>
                    <a:pt x="238" y="2003"/>
                    <a:pt x="249" y="1904"/>
                    <a:pt x="270" y="1806"/>
                  </a:cubicBezTo>
                  <a:cubicBezTo>
                    <a:pt x="289" y="1709"/>
                    <a:pt x="319" y="1611"/>
                    <a:pt x="358" y="1515"/>
                  </a:cubicBezTo>
                  <a:cubicBezTo>
                    <a:pt x="398" y="1419"/>
                    <a:pt x="440" y="1322"/>
                    <a:pt x="492" y="1233"/>
                  </a:cubicBezTo>
                  <a:cubicBezTo>
                    <a:pt x="516" y="1186"/>
                    <a:pt x="544" y="1144"/>
                    <a:pt x="571" y="1100"/>
                  </a:cubicBezTo>
                  <a:cubicBezTo>
                    <a:pt x="599" y="1057"/>
                    <a:pt x="634" y="1007"/>
                    <a:pt x="665" y="963"/>
                  </a:cubicBezTo>
                  <a:cubicBezTo>
                    <a:pt x="781" y="795"/>
                    <a:pt x="932" y="636"/>
                    <a:pt x="1087" y="501"/>
                  </a:cubicBezTo>
                  <a:cubicBezTo>
                    <a:pt x="1165" y="435"/>
                    <a:pt x="1248" y="374"/>
                    <a:pt x="1335" y="325"/>
                  </a:cubicBezTo>
                  <a:cubicBezTo>
                    <a:pt x="1420" y="272"/>
                    <a:pt x="1510" y="232"/>
                    <a:pt x="1600" y="208"/>
                  </a:cubicBezTo>
                  <a:cubicBezTo>
                    <a:pt x="1661" y="193"/>
                    <a:pt x="1722" y="183"/>
                    <a:pt x="1780" y="183"/>
                  </a:cubicBezTo>
                  <a:cubicBezTo>
                    <a:pt x="1809" y="183"/>
                    <a:pt x="1838" y="185"/>
                    <a:pt x="1866" y="190"/>
                  </a:cubicBezTo>
                  <a:lnTo>
                    <a:pt x="1921" y="205"/>
                  </a:lnTo>
                  <a:cubicBezTo>
                    <a:pt x="1941" y="212"/>
                    <a:pt x="1965" y="227"/>
                    <a:pt x="1987" y="237"/>
                  </a:cubicBezTo>
                  <a:cubicBezTo>
                    <a:pt x="2015" y="254"/>
                    <a:pt x="2055" y="280"/>
                    <a:pt x="2081" y="313"/>
                  </a:cubicBezTo>
                  <a:cubicBezTo>
                    <a:pt x="2196" y="439"/>
                    <a:pt x="2231" y="624"/>
                    <a:pt x="2228" y="785"/>
                  </a:cubicBezTo>
                  <a:cubicBezTo>
                    <a:pt x="2228" y="951"/>
                    <a:pt x="2191" y="1101"/>
                    <a:pt x="2150" y="1231"/>
                  </a:cubicBezTo>
                  <a:cubicBezTo>
                    <a:pt x="2112" y="1361"/>
                    <a:pt x="2056" y="1468"/>
                    <a:pt x="2013" y="1555"/>
                  </a:cubicBezTo>
                  <a:cubicBezTo>
                    <a:pt x="1966" y="1641"/>
                    <a:pt x="1928" y="1708"/>
                    <a:pt x="1898" y="1750"/>
                  </a:cubicBezTo>
                  <a:cubicBezTo>
                    <a:pt x="1868" y="1792"/>
                    <a:pt x="1854" y="1817"/>
                    <a:pt x="1854" y="1817"/>
                  </a:cubicBezTo>
                  <a:cubicBezTo>
                    <a:pt x="1854" y="1817"/>
                    <a:pt x="1871" y="1792"/>
                    <a:pt x="1899" y="1751"/>
                  </a:cubicBezTo>
                  <a:cubicBezTo>
                    <a:pt x="1929" y="1709"/>
                    <a:pt x="1972" y="1643"/>
                    <a:pt x="2020" y="1557"/>
                  </a:cubicBezTo>
                  <a:cubicBezTo>
                    <a:pt x="2112" y="1386"/>
                    <a:pt x="2246" y="1132"/>
                    <a:pt x="2289" y="788"/>
                  </a:cubicBezTo>
                  <a:cubicBezTo>
                    <a:pt x="2298" y="702"/>
                    <a:pt x="2300" y="609"/>
                    <a:pt x="2285" y="515"/>
                  </a:cubicBezTo>
                  <a:cubicBezTo>
                    <a:pt x="2275" y="423"/>
                    <a:pt x="2240" y="325"/>
                    <a:pt x="2177" y="235"/>
                  </a:cubicBezTo>
                  <a:cubicBezTo>
                    <a:pt x="2146" y="188"/>
                    <a:pt x="2110" y="151"/>
                    <a:pt x="2058" y="113"/>
                  </a:cubicBezTo>
                  <a:cubicBezTo>
                    <a:pt x="2036" y="99"/>
                    <a:pt x="2020" y="84"/>
                    <a:pt x="1995" y="71"/>
                  </a:cubicBezTo>
                  <a:cubicBezTo>
                    <a:pt x="1966" y="57"/>
                    <a:pt x="1938" y="44"/>
                    <a:pt x="1907" y="33"/>
                  </a:cubicBezTo>
                  <a:cubicBezTo>
                    <a:pt x="1837" y="11"/>
                    <a:pt x="1762" y="0"/>
                    <a:pt x="16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64"/>
            <p:cNvSpPr/>
            <p:nvPr/>
          </p:nvSpPr>
          <p:spPr>
            <a:xfrm>
              <a:off x="6640841" y="3174227"/>
              <a:ext cx="223936" cy="180399"/>
            </a:xfrm>
            <a:custGeom>
              <a:rect b="b" l="l" r="r" t="t"/>
              <a:pathLst>
                <a:path extrusionOk="0" h="1703" w="2114">
                  <a:moveTo>
                    <a:pt x="937" y="0"/>
                  </a:moveTo>
                  <a:cubicBezTo>
                    <a:pt x="894" y="0"/>
                    <a:pt x="851" y="2"/>
                    <a:pt x="807" y="8"/>
                  </a:cubicBezTo>
                  <a:cubicBezTo>
                    <a:pt x="667" y="25"/>
                    <a:pt x="518" y="61"/>
                    <a:pt x="381" y="145"/>
                  </a:cubicBezTo>
                  <a:cubicBezTo>
                    <a:pt x="244" y="226"/>
                    <a:pt x="112" y="349"/>
                    <a:pt x="48" y="519"/>
                  </a:cubicBezTo>
                  <a:cubicBezTo>
                    <a:pt x="32" y="563"/>
                    <a:pt x="21" y="600"/>
                    <a:pt x="12" y="653"/>
                  </a:cubicBezTo>
                  <a:lnTo>
                    <a:pt x="2" y="710"/>
                  </a:lnTo>
                  <a:cubicBezTo>
                    <a:pt x="1" y="730"/>
                    <a:pt x="1" y="757"/>
                    <a:pt x="1" y="782"/>
                  </a:cubicBezTo>
                  <a:cubicBezTo>
                    <a:pt x="2" y="878"/>
                    <a:pt x="21" y="965"/>
                    <a:pt x="56" y="1047"/>
                  </a:cubicBezTo>
                  <a:cubicBezTo>
                    <a:pt x="123" y="1213"/>
                    <a:pt x="244" y="1342"/>
                    <a:pt x="374" y="1444"/>
                  </a:cubicBezTo>
                  <a:cubicBezTo>
                    <a:pt x="506" y="1545"/>
                    <a:pt x="656" y="1611"/>
                    <a:pt x="804" y="1653"/>
                  </a:cubicBezTo>
                  <a:cubicBezTo>
                    <a:pt x="929" y="1687"/>
                    <a:pt x="1050" y="1703"/>
                    <a:pt x="1171" y="1703"/>
                  </a:cubicBezTo>
                  <a:cubicBezTo>
                    <a:pt x="1194" y="1703"/>
                    <a:pt x="1217" y="1702"/>
                    <a:pt x="1240" y="1701"/>
                  </a:cubicBezTo>
                  <a:cubicBezTo>
                    <a:pt x="1379" y="1694"/>
                    <a:pt x="1510" y="1665"/>
                    <a:pt x="1623" y="1619"/>
                  </a:cubicBezTo>
                  <a:cubicBezTo>
                    <a:pt x="1737" y="1573"/>
                    <a:pt x="1831" y="1512"/>
                    <a:pt x="1902" y="1444"/>
                  </a:cubicBezTo>
                  <a:cubicBezTo>
                    <a:pt x="1976" y="1380"/>
                    <a:pt x="2023" y="1305"/>
                    <a:pt x="2055" y="1243"/>
                  </a:cubicBezTo>
                  <a:cubicBezTo>
                    <a:pt x="2088" y="1181"/>
                    <a:pt x="2100" y="1128"/>
                    <a:pt x="2104" y="1093"/>
                  </a:cubicBezTo>
                  <a:cubicBezTo>
                    <a:pt x="2109" y="1056"/>
                    <a:pt x="2113" y="1036"/>
                    <a:pt x="2113" y="1036"/>
                  </a:cubicBezTo>
                  <a:lnTo>
                    <a:pt x="2113" y="1036"/>
                  </a:lnTo>
                  <a:cubicBezTo>
                    <a:pt x="2113" y="1036"/>
                    <a:pt x="2106" y="1055"/>
                    <a:pt x="2093" y="1087"/>
                  </a:cubicBezTo>
                  <a:cubicBezTo>
                    <a:pt x="2081" y="1126"/>
                    <a:pt x="2057" y="1170"/>
                    <a:pt x="2019" y="1223"/>
                  </a:cubicBezTo>
                  <a:cubicBezTo>
                    <a:pt x="1979" y="1274"/>
                    <a:pt x="1925" y="1330"/>
                    <a:pt x="1851" y="1377"/>
                  </a:cubicBezTo>
                  <a:cubicBezTo>
                    <a:pt x="1777" y="1426"/>
                    <a:pt x="1686" y="1467"/>
                    <a:pt x="1583" y="1493"/>
                  </a:cubicBezTo>
                  <a:cubicBezTo>
                    <a:pt x="1488" y="1518"/>
                    <a:pt x="1385" y="1529"/>
                    <a:pt x="1276" y="1529"/>
                  </a:cubicBezTo>
                  <a:cubicBezTo>
                    <a:pt x="1264" y="1529"/>
                    <a:pt x="1252" y="1529"/>
                    <a:pt x="1240" y="1529"/>
                  </a:cubicBezTo>
                  <a:cubicBezTo>
                    <a:pt x="1121" y="1524"/>
                    <a:pt x="989" y="1498"/>
                    <a:pt x="866" y="1458"/>
                  </a:cubicBezTo>
                  <a:cubicBezTo>
                    <a:pt x="739" y="1416"/>
                    <a:pt x="620" y="1349"/>
                    <a:pt x="515" y="1269"/>
                  </a:cubicBezTo>
                  <a:cubicBezTo>
                    <a:pt x="412" y="1185"/>
                    <a:pt x="320" y="1079"/>
                    <a:pt x="275" y="960"/>
                  </a:cubicBezTo>
                  <a:cubicBezTo>
                    <a:pt x="248" y="903"/>
                    <a:pt x="236" y="837"/>
                    <a:pt x="233" y="782"/>
                  </a:cubicBezTo>
                  <a:cubicBezTo>
                    <a:pt x="233" y="768"/>
                    <a:pt x="230" y="757"/>
                    <a:pt x="230" y="739"/>
                  </a:cubicBezTo>
                  <a:lnTo>
                    <a:pt x="237" y="683"/>
                  </a:lnTo>
                  <a:cubicBezTo>
                    <a:pt x="243" y="663"/>
                    <a:pt x="249" y="625"/>
                    <a:pt x="260" y="601"/>
                  </a:cubicBezTo>
                  <a:cubicBezTo>
                    <a:pt x="302" y="487"/>
                    <a:pt x="385" y="389"/>
                    <a:pt x="490" y="320"/>
                  </a:cubicBezTo>
                  <a:cubicBezTo>
                    <a:pt x="596" y="252"/>
                    <a:pt x="714" y="206"/>
                    <a:pt x="833" y="181"/>
                  </a:cubicBezTo>
                  <a:cubicBezTo>
                    <a:pt x="923" y="164"/>
                    <a:pt x="1008" y="157"/>
                    <a:pt x="1090" y="157"/>
                  </a:cubicBezTo>
                  <a:cubicBezTo>
                    <a:pt x="1120" y="157"/>
                    <a:pt x="1149" y="158"/>
                    <a:pt x="1177" y="159"/>
                  </a:cubicBezTo>
                  <a:cubicBezTo>
                    <a:pt x="1397" y="174"/>
                    <a:pt x="1573" y="239"/>
                    <a:pt x="1691" y="296"/>
                  </a:cubicBezTo>
                  <a:cubicBezTo>
                    <a:pt x="1808" y="355"/>
                    <a:pt x="1869" y="404"/>
                    <a:pt x="1869" y="404"/>
                  </a:cubicBezTo>
                  <a:cubicBezTo>
                    <a:pt x="1869" y="404"/>
                    <a:pt x="1855" y="389"/>
                    <a:pt x="1832" y="362"/>
                  </a:cubicBezTo>
                  <a:cubicBezTo>
                    <a:pt x="1807" y="335"/>
                    <a:pt x="1771" y="296"/>
                    <a:pt x="1717" y="256"/>
                  </a:cubicBezTo>
                  <a:cubicBezTo>
                    <a:pt x="1663" y="214"/>
                    <a:pt x="1592" y="167"/>
                    <a:pt x="1505" y="127"/>
                  </a:cubicBezTo>
                  <a:cubicBezTo>
                    <a:pt x="1418" y="87"/>
                    <a:pt x="1314" y="46"/>
                    <a:pt x="1197" y="26"/>
                  </a:cubicBezTo>
                  <a:cubicBezTo>
                    <a:pt x="1117" y="11"/>
                    <a:pt x="1030" y="0"/>
                    <a:pt x="9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64"/>
            <p:cNvSpPr/>
            <p:nvPr/>
          </p:nvSpPr>
          <p:spPr>
            <a:xfrm>
              <a:off x="7138606" y="2324880"/>
              <a:ext cx="358467" cy="421390"/>
            </a:xfrm>
            <a:custGeom>
              <a:rect b="b" l="l" r="r" t="t"/>
              <a:pathLst>
                <a:path extrusionOk="0" h="3978" w="3384">
                  <a:moveTo>
                    <a:pt x="1601" y="0"/>
                  </a:moveTo>
                  <a:cubicBezTo>
                    <a:pt x="1587" y="0"/>
                    <a:pt x="1574" y="0"/>
                    <a:pt x="1561" y="0"/>
                  </a:cubicBezTo>
                  <a:cubicBezTo>
                    <a:pt x="1272" y="2"/>
                    <a:pt x="1013" y="94"/>
                    <a:pt x="806" y="219"/>
                  </a:cubicBezTo>
                  <a:cubicBezTo>
                    <a:pt x="597" y="342"/>
                    <a:pt x="442" y="499"/>
                    <a:pt x="328" y="649"/>
                  </a:cubicBezTo>
                  <a:cubicBezTo>
                    <a:pt x="215" y="801"/>
                    <a:pt x="143" y="949"/>
                    <a:pt x="97" y="1073"/>
                  </a:cubicBezTo>
                  <a:cubicBezTo>
                    <a:pt x="50" y="1197"/>
                    <a:pt x="27" y="1300"/>
                    <a:pt x="17" y="1368"/>
                  </a:cubicBezTo>
                  <a:cubicBezTo>
                    <a:pt x="6" y="1436"/>
                    <a:pt x="1" y="1471"/>
                    <a:pt x="1" y="1471"/>
                  </a:cubicBezTo>
                  <a:cubicBezTo>
                    <a:pt x="1" y="1471"/>
                    <a:pt x="17" y="1437"/>
                    <a:pt x="48" y="1376"/>
                  </a:cubicBezTo>
                  <a:cubicBezTo>
                    <a:pt x="74" y="1311"/>
                    <a:pt x="127" y="1224"/>
                    <a:pt x="194" y="1120"/>
                  </a:cubicBezTo>
                  <a:cubicBezTo>
                    <a:pt x="262" y="1016"/>
                    <a:pt x="359" y="900"/>
                    <a:pt x="480" y="783"/>
                  </a:cubicBezTo>
                  <a:cubicBezTo>
                    <a:pt x="606" y="671"/>
                    <a:pt x="762" y="564"/>
                    <a:pt x="946" y="488"/>
                  </a:cubicBezTo>
                  <a:cubicBezTo>
                    <a:pt x="1097" y="425"/>
                    <a:pt x="1268" y="388"/>
                    <a:pt x="1446" y="388"/>
                  </a:cubicBezTo>
                  <a:cubicBezTo>
                    <a:pt x="1483" y="388"/>
                    <a:pt x="1520" y="389"/>
                    <a:pt x="1557" y="393"/>
                  </a:cubicBezTo>
                  <a:cubicBezTo>
                    <a:pt x="1611" y="398"/>
                    <a:pt x="1663" y="403"/>
                    <a:pt x="1718" y="418"/>
                  </a:cubicBezTo>
                  <a:cubicBezTo>
                    <a:pt x="1772" y="429"/>
                    <a:pt x="1825" y="446"/>
                    <a:pt x="1879" y="465"/>
                  </a:cubicBezTo>
                  <a:lnTo>
                    <a:pt x="1913" y="477"/>
                  </a:lnTo>
                  <a:lnTo>
                    <a:pt x="1917" y="480"/>
                  </a:lnTo>
                  <a:lnTo>
                    <a:pt x="1929" y="485"/>
                  </a:lnTo>
                  <a:lnTo>
                    <a:pt x="1950" y="496"/>
                  </a:lnTo>
                  <a:lnTo>
                    <a:pt x="2043" y="538"/>
                  </a:lnTo>
                  <a:cubicBezTo>
                    <a:pt x="2097" y="569"/>
                    <a:pt x="2134" y="591"/>
                    <a:pt x="2183" y="624"/>
                  </a:cubicBezTo>
                  <a:cubicBezTo>
                    <a:pt x="2372" y="758"/>
                    <a:pt x="2540" y="941"/>
                    <a:pt x="2654" y="1162"/>
                  </a:cubicBezTo>
                  <a:cubicBezTo>
                    <a:pt x="2768" y="1382"/>
                    <a:pt x="2843" y="1631"/>
                    <a:pt x="2855" y="1885"/>
                  </a:cubicBezTo>
                  <a:lnTo>
                    <a:pt x="2861" y="1980"/>
                  </a:lnTo>
                  <a:lnTo>
                    <a:pt x="2857" y="2075"/>
                  </a:lnTo>
                  <a:cubicBezTo>
                    <a:pt x="2860" y="2140"/>
                    <a:pt x="2846" y="2201"/>
                    <a:pt x="2841" y="2265"/>
                  </a:cubicBezTo>
                  <a:cubicBezTo>
                    <a:pt x="2839" y="2297"/>
                    <a:pt x="2829" y="2328"/>
                    <a:pt x="2823" y="2359"/>
                  </a:cubicBezTo>
                  <a:lnTo>
                    <a:pt x="2814" y="2406"/>
                  </a:lnTo>
                  <a:lnTo>
                    <a:pt x="2808" y="2430"/>
                  </a:lnTo>
                  <a:lnTo>
                    <a:pt x="2807" y="2442"/>
                  </a:lnTo>
                  <a:lnTo>
                    <a:pt x="2806" y="2446"/>
                  </a:lnTo>
                  <a:lnTo>
                    <a:pt x="2806" y="2449"/>
                  </a:lnTo>
                  <a:lnTo>
                    <a:pt x="2770" y="2544"/>
                  </a:lnTo>
                  <a:cubicBezTo>
                    <a:pt x="2760" y="2577"/>
                    <a:pt x="2749" y="2616"/>
                    <a:pt x="2739" y="2639"/>
                  </a:cubicBezTo>
                  <a:cubicBezTo>
                    <a:pt x="2716" y="2693"/>
                    <a:pt x="2698" y="2745"/>
                    <a:pt x="2666" y="2800"/>
                  </a:cubicBezTo>
                  <a:cubicBezTo>
                    <a:pt x="2641" y="2858"/>
                    <a:pt x="2608" y="2909"/>
                    <a:pt x="2575" y="2960"/>
                  </a:cubicBezTo>
                  <a:cubicBezTo>
                    <a:pt x="2545" y="3014"/>
                    <a:pt x="2504" y="3057"/>
                    <a:pt x="2470" y="3107"/>
                  </a:cubicBezTo>
                  <a:cubicBezTo>
                    <a:pt x="2427" y="3148"/>
                    <a:pt x="2392" y="3197"/>
                    <a:pt x="2347" y="3235"/>
                  </a:cubicBezTo>
                  <a:cubicBezTo>
                    <a:pt x="2176" y="3395"/>
                    <a:pt x="1975" y="3517"/>
                    <a:pt x="1765" y="3569"/>
                  </a:cubicBezTo>
                  <a:cubicBezTo>
                    <a:pt x="1652" y="3597"/>
                    <a:pt x="1538" y="3612"/>
                    <a:pt x="1427" y="3612"/>
                  </a:cubicBezTo>
                  <a:cubicBezTo>
                    <a:pt x="1331" y="3612"/>
                    <a:pt x="1238" y="3601"/>
                    <a:pt x="1149" y="3581"/>
                  </a:cubicBezTo>
                  <a:lnTo>
                    <a:pt x="1111" y="3574"/>
                  </a:lnTo>
                  <a:cubicBezTo>
                    <a:pt x="1107" y="3574"/>
                    <a:pt x="1088" y="3567"/>
                    <a:pt x="1076" y="3564"/>
                  </a:cubicBezTo>
                  <a:cubicBezTo>
                    <a:pt x="1051" y="3555"/>
                    <a:pt x="1022" y="3548"/>
                    <a:pt x="1004" y="3542"/>
                  </a:cubicBezTo>
                  <a:cubicBezTo>
                    <a:pt x="962" y="3528"/>
                    <a:pt x="919" y="3511"/>
                    <a:pt x="875" y="3493"/>
                  </a:cubicBezTo>
                  <a:cubicBezTo>
                    <a:pt x="791" y="3457"/>
                    <a:pt x="714" y="3413"/>
                    <a:pt x="644" y="3367"/>
                  </a:cubicBezTo>
                  <a:cubicBezTo>
                    <a:pt x="504" y="3273"/>
                    <a:pt x="393" y="3170"/>
                    <a:pt x="311" y="3077"/>
                  </a:cubicBezTo>
                  <a:cubicBezTo>
                    <a:pt x="229" y="2983"/>
                    <a:pt x="170" y="2902"/>
                    <a:pt x="131" y="2843"/>
                  </a:cubicBezTo>
                  <a:cubicBezTo>
                    <a:pt x="95" y="2786"/>
                    <a:pt x="74" y="2755"/>
                    <a:pt x="74" y="2755"/>
                  </a:cubicBezTo>
                  <a:lnTo>
                    <a:pt x="74" y="2755"/>
                  </a:lnTo>
                  <a:cubicBezTo>
                    <a:pt x="74" y="2755"/>
                    <a:pt x="82" y="2791"/>
                    <a:pt x="104" y="2858"/>
                  </a:cubicBezTo>
                  <a:cubicBezTo>
                    <a:pt x="127" y="2923"/>
                    <a:pt x="160" y="3022"/>
                    <a:pt x="225" y="3137"/>
                  </a:cubicBezTo>
                  <a:cubicBezTo>
                    <a:pt x="289" y="3253"/>
                    <a:pt x="378" y="3393"/>
                    <a:pt x="516" y="3526"/>
                  </a:cubicBezTo>
                  <a:cubicBezTo>
                    <a:pt x="585" y="3593"/>
                    <a:pt x="661" y="3658"/>
                    <a:pt x="753" y="3719"/>
                  </a:cubicBezTo>
                  <a:cubicBezTo>
                    <a:pt x="798" y="3748"/>
                    <a:pt x="845" y="3778"/>
                    <a:pt x="900" y="3805"/>
                  </a:cubicBezTo>
                  <a:cubicBezTo>
                    <a:pt x="928" y="3820"/>
                    <a:pt x="950" y="3829"/>
                    <a:pt x="975" y="3841"/>
                  </a:cubicBezTo>
                  <a:cubicBezTo>
                    <a:pt x="989" y="3848"/>
                    <a:pt x="996" y="3852"/>
                    <a:pt x="1017" y="3860"/>
                  </a:cubicBezTo>
                  <a:lnTo>
                    <a:pt x="1060" y="3875"/>
                  </a:lnTo>
                  <a:cubicBezTo>
                    <a:pt x="1223" y="3938"/>
                    <a:pt x="1412" y="3977"/>
                    <a:pt x="1611" y="3977"/>
                  </a:cubicBezTo>
                  <a:cubicBezTo>
                    <a:pt x="1687" y="3977"/>
                    <a:pt x="1765" y="3972"/>
                    <a:pt x="1843" y="3959"/>
                  </a:cubicBezTo>
                  <a:cubicBezTo>
                    <a:pt x="2128" y="3920"/>
                    <a:pt x="2414" y="3789"/>
                    <a:pt x="2658" y="3591"/>
                  </a:cubicBezTo>
                  <a:cubicBezTo>
                    <a:pt x="2720" y="3543"/>
                    <a:pt x="2775" y="3485"/>
                    <a:pt x="2833" y="3430"/>
                  </a:cubicBezTo>
                  <a:cubicBezTo>
                    <a:pt x="2882" y="3370"/>
                    <a:pt x="2940" y="3312"/>
                    <a:pt x="2983" y="3244"/>
                  </a:cubicBezTo>
                  <a:cubicBezTo>
                    <a:pt x="3081" y="3112"/>
                    <a:pt x="3156" y="2975"/>
                    <a:pt x="3223" y="2810"/>
                  </a:cubicBezTo>
                  <a:cubicBezTo>
                    <a:pt x="3242" y="2768"/>
                    <a:pt x="3252" y="2737"/>
                    <a:pt x="3264" y="2701"/>
                  </a:cubicBezTo>
                  <a:lnTo>
                    <a:pt x="3299" y="2599"/>
                  </a:lnTo>
                  <a:lnTo>
                    <a:pt x="3304" y="2580"/>
                  </a:lnTo>
                  <a:lnTo>
                    <a:pt x="3305" y="2573"/>
                  </a:lnTo>
                  <a:lnTo>
                    <a:pt x="3309" y="2559"/>
                  </a:lnTo>
                  <a:lnTo>
                    <a:pt x="3316" y="2528"/>
                  </a:lnTo>
                  <a:lnTo>
                    <a:pt x="3330" y="2467"/>
                  </a:lnTo>
                  <a:cubicBezTo>
                    <a:pt x="3338" y="2427"/>
                    <a:pt x="3350" y="2387"/>
                    <a:pt x="3352" y="2346"/>
                  </a:cubicBezTo>
                  <a:cubicBezTo>
                    <a:pt x="3363" y="2265"/>
                    <a:pt x="3378" y="2184"/>
                    <a:pt x="3378" y="2101"/>
                  </a:cubicBezTo>
                  <a:lnTo>
                    <a:pt x="3383" y="1976"/>
                  </a:lnTo>
                  <a:lnTo>
                    <a:pt x="3378" y="1852"/>
                  </a:lnTo>
                  <a:cubicBezTo>
                    <a:pt x="3359" y="1522"/>
                    <a:pt x="3260" y="1196"/>
                    <a:pt x="3096" y="912"/>
                  </a:cubicBezTo>
                  <a:cubicBezTo>
                    <a:pt x="2936" y="626"/>
                    <a:pt x="2696" y="390"/>
                    <a:pt x="2426" y="227"/>
                  </a:cubicBezTo>
                  <a:cubicBezTo>
                    <a:pt x="2357" y="188"/>
                    <a:pt x="2275" y="148"/>
                    <a:pt x="2208" y="119"/>
                  </a:cubicBezTo>
                  <a:lnTo>
                    <a:pt x="2114" y="85"/>
                  </a:lnTo>
                  <a:lnTo>
                    <a:pt x="2055" y="65"/>
                  </a:lnTo>
                  <a:lnTo>
                    <a:pt x="2000" y="52"/>
                  </a:lnTo>
                  <a:cubicBezTo>
                    <a:pt x="1926" y="33"/>
                    <a:pt x="1854" y="18"/>
                    <a:pt x="1780" y="11"/>
                  </a:cubicBezTo>
                  <a:cubicBezTo>
                    <a:pt x="1719" y="1"/>
                    <a:pt x="1660" y="0"/>
                    <a:pt x="16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64"/>
            <p:cNvSpPr/>
            <p:nvPr/>
          </p:nvSpPr>
          <p:spPr>
            <a:xfrm>
              <a:off x="5980685" y="3135668"/>
              <a:ext cx="370225" cy="364187"/>
            </a:xfrm>
            <a:custGeom>
              <a:rect b="b" l="l" r="r" t="t"/>
              <a:pathLst>
                <a:path extrusionOk="0" h="3438" w="3495">
                  <a:moveTo>
                    <a:pt x="645" y="1"/>
                  </a:moveTo>
                  <a:cubicBezTo>
                    <a:pt x="645" y="1"/>
                    <a:pt x="618" y="9"/>
                    <a:pt x="567" y="26"/>
                  </a:cubicBezTo>
                  <a:cubicBezTo>
                    <a:pt x="540" y="33"/>
                    <a:pt x="511" y="47"/>
                    <a:pt x="477" y="65"/>
                  </a:cubicBezTo>
                  <a:cubicBezTo>
                    <a:pt x="458" y="73"/>
                    <a:pt x="440" y="83"/>
                    <a:pt x="419" y="94"/>
                  </a:cubicBezTo>
                  <a:cubicBezTo>
                    <a:pt x="401" y="107"/>
                    <a:pt x="381" y="122"/>
                    <a:pt x="360" y="137"/>
                  </a:cubicBezTo>
                  <a:cubicBezTo>
                    <a:pt x="278" y="197"/>
                    <a:pt x="188" y="294"/>
                    <a:pt x="124" y="428"/>
                  </a:cubicBezTo>
                  <a:cubicBezTo>
                    <a:pt x="58" y="558"/>
                    <a:pt x="15" y="725"/>
                    <a:pt x="9" y="905"/>
                  </a:cubicBezTo>
                  <a:cubicBezTo>
                    <a:pt x="0" y="1083"/>
                    <a:pt x="23" y="1281"/>
                    <a:pt x="81" y="1477"/>
                  </a:cubicBezTo>
                  <a:cubicBezTo>
                    <a:pt x="96" y="1525"/>
                    <a:pt x="112" y="1576"/>
                    <a:pt x="128" y="1624"/>
                  </a:cubicBezTo>
                  <a:cubicBezTo>
                    <a:pt x="148" y="1674"/>
                    <a:pt x="168" y="1725"/>
                    <a:pt x="188" y="1778"/>
                  </a:cubicBezTo>
                  <a:cubicBezTo>
                    <a:pt x="209" y="1825"/>
                    <a:pt x="231" y="1869"/>
                    <a:pt x="253" y="1916"/>
                  </a:cubicBezTo>
                  <a:cubicBezTo>
                    <a:pt x="282" y="1972"/>
                    <a:pt x="309" y="2014"/>
                    <a:pt x="336" y="2064"/>
                  </a:cubicBezTo>
                  <a:cubicBezTo>
                    <a:pt x="452" y="2254"/>
                    <a:pt x="586" y="2440"/>
                    <a:pt x="750" y="2606"/>
                  </a:cubicBezTo>
                  <a:cubicBezTo>
                    <a:pt x="911" y="2773"/>
                    <a:pt x="1092" y="2927"/>
                    <a:pt x="1292" y="3057"/>
                  </a:cubicBezTo>
                  <a:cubicBezTo>
                    <a:pt x="1492" y="3185"/>
                    <a:pt x="1710" y="3292"/>
                    <a:pt x="1941" y="3362"/>
                  </a:cubicBezTo>
                  <a:cubicBezTo>
                    <a:pt x="1997" y="3380"/>
                    <a:pt x="2056" y="3392"/>
                    <a:pt x="2116" y="3406"/>
                  </a:cubicBezTo>
                  <a:cubicBezTo>
                    <a:pt x="2176" y="3417"/>
                    <a:pt x="2243" y="3427"/>
                    <a:pt x="2301" y="3432"/>
                  </a:cubicBezTo>
                  <a:lnTo>
                    <a:pt x="2381" y="3436"/>
                  </a:lnTo>
                  <a:lnTo>
                    <a:pt x="2422" y="3437"/>
                  </a:lnTo>
                  <a:cubicBezTo>
                    <a:pt x="2428" y="3438"/>
                    <a:pt x="2433" y="3438"/>
                    <a:pt x="2437" y="3438"/>
                  </a:cubicBezTo>
                  <a:cubicBezTo>
                    <a:pt x="2454" y="3438"/>
                    <a:pt x="2459" y="3436"/>
                    <a:pt x="2474" y="3436"/>
                  </a:cubicBezTo>
                  <a:cubicBezTo>
                    <a:pt x="2535" y="3429"/>
                    <a:pt x="2594" y="3432"/>
                    <a:pt x="2654" y="3419"/>
                  </a:cubicBezTo>
                  <a:cubicBezTo>
                    <a:pt x="2890" y="3384"/>
                    <a:pt x="3116" y="3261"/>
                    <a:pt x="3261" y="3087"/>
                  </a:cubicBezTo>
                  <a:cubicBezTo>
                    <a:pt x="3411" y="2914"/>
                    <a:pt x="3472" y="2704"/>
                    <a:pt x="3483" y="2523"/>
                  </a:cubicBezTo>
                  <a:cubicBezTo>
                    <a:pt x="3495" y="2339"/>
                    <a:pt x="3472" y="2175"/>
                    <a:pt x="3432" y="2039"/>
                  </a:cubicBezTo>
                  <a:cubicBezTo>
                    <a:pt x="3393" y="1906"/>
                    <a:pt x="3343" y="1794"/>
                    <a:pt x="3297" y="1702"/>
                  </a:cubicBezTo>
                  <a:cubicBezTo>
                    <a:pt x="3256" y="1611"/>
                    <a:pt x="3210" y="1549"/>
                    <a:pt x="3183" y="1504"/>
                  </a:cubicBezTo>
                  <a:cubicBezTo>
                    <a:pt x="3155" y="1458"/>
                    <a:pt x="3139" y="1434"/>
                    <a:pt x="3139" y="1434"/>
                  </a:cubicBezTo>
                  <a:lnTo>
                    <a:pt x="3139" y="1434"/>
                  </a:lnTo>
                  <a:cubicBezTo>
                    <a:pt x="3139" y="1434"/>
                    <a:pt x="3147" y="1462"/>
                    <a:pt x="3164" y="1512"/>
                  </a:cubicBezTo>
                  <a:cubicBezTo>
                    <a:pt x="3180" y="1563"/>
                    <a:pt x="3209" y="1635"/>
                    <a:pt x="3230" y="1731"/>
                  </a:cubicBezTo>
                  <a:cubicBezTo>
                    <a:pt x="3257" y="1822"/>
                    <a:pt x="3278" y="1937"/>
                    <a:pt x="3293" y="2069"/>
                  </a:cubicBezTo>
                  <a:cubicBezTo>
                    <a:pt x="3297" y="2101"/>
                    <a:pt x="3299" y="2136"/>
                    <a:pt x="3301" y="2170"/>
                  </a:cubicBezTo>
                  <a:cubicBezTo>
                    <a:pt x="3304" y="2205"/>
                    <a:pt x="3300" y="2239"/>
                    <a:pt x="3300" y="2276"/>
                  </a:cubicBezTo>
                  <a:cubicBezTo>
                    <a:pt x="3300" y="2312"/>
                    <a:pt x="3299" y="2348"/>
                    <a:pt x="3293" y="2385"/>
                  </a:cubicBezTo>
                  <a:cubicBezTo>
                    <a:pt x="3287" y="2422"/>
                    <a:pt x="3288" y="2460"/>
                    <a:pt x="3277" y="2497"/>
                  </a:cubicBezTo>
                  <a:cubicBezTo>
                    <a:pt x="3246" y="2646"/>
                    <a:pt x="3176" y="2797"/>
                    <a:pt x="3062" y="2908"/>
                  </a:cubicBezTo>
                  <a:cubicBezTo>
                    <a:pt x="2948" y="3021"/>
                    <a:pt x="2787" y="3088"/>
                    <a:pt x="2608" y="3108"/>
                  </a:cubicBezTo>
                  <a:cubicBezTo>
                    <a:pt x="2590" y="3112"/>
                    <a:pt x="2570" y="3113"/>
                    <a:pt x="2550" y="3113"/>
                  </a:cubicBezTo>
                  <a:cubicBezTo>
                    <a:pt x="2528" y="3113"/>
                    <a:pt x="2506" y="3112"/>
                    <a:pt x="2485" y="3112"/>
                  </a:cubicBezTo>
                  <a:cubicBezTo>
                    <a:pt x="2480" y="3112"/>
                    <a:pt x="2476" y="3112"/>
                    <a:pt x="2471" y="3112"/>
                  </a:cubicBezTo>
                  <a:lnTo>
                    <a:pt x="2445" y="3112"/>
                  </a:lnTo>
                  <a:lnTo>
                    <a:pt x="2404" y="3110"/>
                  </a:lnTo>
                  <a:lnTo>
                    <a:pt x="2324" y="3102"/>
                  </a:lnTo>
                  <a:cubicBezTo>
                    <a:pt x="2274" y="3094"/>
                    <a:pt x="2232" y="3083"/>
                    <a:pt x="2187" y="3075"/>
                  </a:cubicBezTo>
                  <a:cubicBezTo>
                    <a:pt x="2140" y="3060"/>
                    <a:pt x="2091" y="3051"/>
                    <a:pt x="2043" y="3034"/>
                  </a:cubicBezTo>
                  <a:cubicBezTo>
                    <a:pt x="1851" y="2973"/>
                    <a:pt x="1663" y="2876"/>
                    <a:pt x="1488" y="2759"/>
                  </a:cubicBezTo>
                  <a:cubicBezTo>
                    <a:pt x="1312" y="2645"/>
                    <a:pt x="1146" y="2512"/>
                    <a:pt x="998" y="2364"/>
                  </a:cubicBezTo>
                  <a:cubicBezTo>
                    <a:pt x="853" y="2217"/>
                    <a:pt x="715" y="2062"/>
                    <a:pt x="605" y="1896"/>
                  </a:cubicBezTo>
                  <a:cubicBezTo>
                    <a:pt x="579" y="1855"/>
                    <a:pt x="547" y="1811"/>
                    <a:pt x="527" y="1775"/>
                  </a:cubicBezTo>
                  <a:cubicBezTo>
                    <a:pt x="501" y="1731"/>
                    <a:pt x="477" y="1686"/>
                    <a:pt x="452" y="1643"/>
                  </a:cubicBezTo>
                  <a:cubicBezTo>
                    <a:pt x="432" y="1600"/>
                    <a:pt x="410" y="1560"/>
                    <a:pt x="390" y="1520"/>
                  </a:cubicBezTo>
                  <a:cubicBezTo>
                    <a:pt x="371" y="1478"/>
                    <a:pt x="352" y="1435"/>
                    <a:pt x="336" y="1395"/>
                  </a:cubicBezTo>
                  <a:cubicBezTo>
                    <a:pt x="272" y="1224"/>
                    <a:pt x="229" y="1059"/>
                    <a:pt x="215" y="902"/>
                  </a:cubicBezTo>
                  <a:cubicBezTo>
                    <a:pt x="202" y="746"/>
                    <a:pt x="215" y="603"/>
                    <a:pt x="252" y="482"/>
                  </a:cubicBezTo>
                  <a:cubicBezTo>
                    <a:pt x="287" y="358"/>
                    <a:pt x="347" y="261"/>
                    <a:pt x="410" y="190"/>
                  </a:cubicBezTo>
                  <a:lnTo>
                    <a:pt x="454" y="141"/>
                  </a:lnTo>
                  <a:cubicBezTo>
                    <a:pt x="472" y="127"/>
                    <a:pt x="487" y="114"/>
                    <a:pt x="500" y="102"/>
                  </a:cubicBezTo>
                  <a:cubicBezTo>
                    <a:pt x="527" y="76"/>
                    <a:pt x="554" y="56"/>
                    <a:pt x="575" y="45"/>
                  </a:cubicBezTo>
                  <a:cubicBezTo>
                    <a:pt x="621" y="16"/>
                    <a:pt x="645" y="1"/>
                    <a:pt x="6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64"/>
            <p:cNvSpPr/>
            <p:nvPr/>
          </p:nvSpPr>
          <p:spPr>
            <a:xfrm>
              <a:off x="6014370" y="3156219"/>
              <a:ext cx="299146" cy="297663"/>
            </a:xfrm>
            <a:custGeom>
              <a:rect b="b" l="l" r="r" t="t"/>
              <a:pathLst>
                <a:path extrusionOk="0" h="2810" w="2824">
                  <a:moveTo>
                    <a:pt x="892" y="1"/>
                  </a:moveTo>
                  <a:cubicBezTo>
                    <a:pt x="853" y="1"/>
                    <a:pt x="813" y="3"/>
                    <a:pt x="773" y="7"/>
                  </a:cubicBezTo>
                  <a:cubicBezTo>
                    <a:pt x="715" y="16"/>
                    <a:pt x="643" y="24"/>
                    <a:pt x="604" y="41"/>
                  </a:cubicBezTo>
                  <a:lnTo>
                    <a:pt x="537" y="61"/>
                  </a:lnTo>
                  <a:lnTo>
                    <a:pt x="531" y="62"/>
                  </a:lnTo>
                  <a:lnTo>
                    <a:pt x="518" y="65"/>
                  </a:lnTo>
                  <a:lnTo>
                    <a:pt x="516" y="67"/>
                  </a:lnTo>
                  <a:lnTo>
                    <a:pt x="506" y="71"/>
                  </a:lnTo>
                  <a:lnTo>
                    <a:pt x="486" y="81"/>
                  </a:lnTo>
                  <a:lnTo>
                    <a:pt x="448" y="98"/>
                  </a:lnTo>
                  <a:cubicBezTo>
                    <a:pt x="240" y="194"/>
                    <a:pt x="99" y="390"/>
                    <a:pt x="53" y="568"/>
                  </a:cubicBezTo>
                  <a:cubicBezTo>
                    <a:pt x="1" y="751"/>
                    <a:pt x="18" y="916"/>
                    <a:pt x="46" y="1050"/>
                  </a:cubicBezTo>
                  <a:cubicBezTo>
                    <a:pt x="77" y="1187"/>
                    <a:pt x="124" y="1296"/>
                    <a:pt x="169" y="1381"/>
                  </a:cubicBezTo>
                  <a:cubicBezTo>
                    <a:pt x="213" y="1467"/>
                    <a:pt x="256" y="1531"/>
                    <a:pt x="287" y="1571"/>
                  </a:cubicBezTo>
                  <a:cubicBezTo>
                    <a:pt x="316" y="1612"/>
                    <a:pt x="334" y="1633"/>
                    <a:pt x="334" y="1633"/>
                  </a:cubicBezTo>
                  <a:cubicBezTo>
                    <a:pt x="334" y="1633"/>
                    <a:pt x="326" y="1608"/>
                    <a:pt x="308" y="1559"/>
                  </a:cubicBezTo>
                  <a:cubicBezTo>
                    <a:pt x="289" y="1512"/>
                    <a:pt x="272" y="1440"/>
                    <a:pt x="248" y="1353"/>
                  </a:cubicBezTo>
                  <a:cubicBezTo>
                    <a:pt x="226" y="1264"/>
                    <a:pt x="212" y="1154"/>
                    <a:pt x="208" y="1032"/>
                  </a:cubicBezTo>
                  <a:cubicBezTo>
                    <a:pt x="206" y="909"/>
                    <a:pt x="225" y="774"/>
                    <a:pt x="281" y="652"/>
                  </a:cubicBezTo>
                  <a:cubicBezTo>
                    <a:pt x="308" y="591"/>
                    <a:pt x="349" y="535"/>
                    <a:pt x="400" y="492"/>
                  </a:cubicBezTo>
                  <a:cubicBezTo>
                    <a:pt x="447" y="446"/>
                    <a:pt x="506" y="411"/>
                    <a:pt x="573" y="390"/>
                  </a:cubicBezTo>
                  <a:cubicBezTo>
                    <a:pt x="644" y="367"/>
                    <a:pt x="718" y="355"/>
                    <a:pt x="794" y="355"/>
                  </a:cubicBezTo>
                  <a:cubicBezTo>
                    <a:pt x="873" y="355"/>
                    <a:pt x="955" y="367"/>
                    <a:pt x="1041" y="390"/>
                  </a:cubicBezTo>
                  <a:cubicBezTo>
                    <a:pt x="1379" y="474"/>
                    <a:pt x="1717" y="703"/>
                    <a:pt x="1973" y="991"/>
                  </a:cubicBezTo>
                  <a:cubicBezTo>
                    <a:pt x="2104" y="1136"/>
                    <a:pt x="2211" y="1298"/>
                    <a:pt x="2298" y="1468"/>
                  </a:cubicBezTo>
                  <a:cubicBezTo>
                    <a:pt x="2325" y="1519"/>
                    <a:pt x="2339" y="1555"/>
                    <a:pt x="2356" y="1596"/>
                  </a:cubicBezTo>
                  <a:cubicBezTo>
                    <a:pt x="2375" y="1635"/>
                    <a:pt x="2386" y="1680"/>
                    <a:pt x="2402" y="1722"/>
                  </a:cubicBezTo>
                  <a:cubicBezTo>
                    <a:pt x="2417" y="1763"/>
                    <a:pt x="2422" y="1808"/>
                    <a:pt x="2433" y="1849"/>
                  </a:cubicBezTo>
                  <a:cubicBezTo>
                    <a:pt x="2438" y="1891"/>
                    <a:pt x="2446" y="1934"/>
                    <a:pt x="2446" y="1974"/>
                  </a:cubicBezTo>
                  <a:cubicBezTo>
                    <a:pt x="2452" y="2056"/>
                    <a:pt x="2439" y="2131"/>
                    <a:pt x="2423" y="2204"/>
                  </a:cubicBezTo>
                  <a:cubicBezTo>
                    <a:pt x="2402" y="2270"/>
                    <a:pt x="2374" y="2336"/>
                    <a:pt x="2327" y="2385"/>
                  </a:cubicBezTo>
                  <a:cubicBezTo>
                    <a:pt x="2237" y="2487"/>
                    <a:pt x="2101" y="2546"/>
                    <a:pt x="1961" y="2568"/>
                  </a:cubicBezTo>
                  <a:cubicBezTo>
                    <a:pt x="1908" y="2576"/>
                    <a:pt x="1857" y="2580"/>
                    <a:pt x="1806" y="2580"/>
                  </a:cubicBezTo>
                  <a:cubicBezTo>
                    <a:pt x="1721" y="2580"/>
                    <a:pt x="1639" y="2570"/>
                    <a:pt x="1563" y="2554"/>
                  </a:cubicBezTo>
                  <a:cubicBezTo>
                    <a:pt x="1442" y="2532"/>
                    <a:pt x="1334" y="2498"/>
                    <a:pt x="1248" y="2464"/>
                  </a:cubicBezTo>
                  <a:cubicBezTo>
                    <a:pt x="1162" y="2431"/>
                    <a:pt x="1095" y="2403"/>
                    <a:pt x="1051" y="2379"/>
                  </a:cubicBezTo>
                  <a:cubicBezTo>
                    <a:pt x="1005" y="2357"/>
                    <a:pt x="980" y="2345"/>
                    <a:pt x="980" y="2345"/>
                  </a:cubicBezTo>
                  <a:lnTo>
                    <a:pt x="980" y="2345"/>
                  </a:lnTo>
                  <a:cubicBezTo>
                    <a:pt x="980" y="2345"/>
                    <a:pt x="1000" y="2364"/>
                    <a:pt x="1035" y="2399"/>
                  </a:cubicBezTo>
                  <a:cubicBezTo>
                    <a:pt x="1074" y="2432"/>
                    <a:pt x="1129" y="2482"/>
                    <a:pt x="1208" y="2538"/>
                  </a:cubicBezTo>
                  <a:cubicBezTo>
                    <a:pt x="1287" y="2592"/>
                    <a:pt x="1387" y="2658"/>
                    <a:pt x="1514" y="2709"/>
                  </a:cubicBezTo>
                  <a:cubicBezTo>
                    <a:pt x="1638" y="2761"/>
                    <a:pt x="1798" y="2810"/>
                    <a:pt x="1975" y="2810"/>
                  </a:cubicBezTo>
                  <a:cubicBezTo>
                    <a:pt x="1982" y="2810"/>
                    <a:pt x="1989" y="2810"/>
                    <a:pt x="1996" y="2810"/>
                  </a:cubicBezTo>
                  <a:cubicBezTo>
                    <a:pt x="2171" y="2810"/>
                    <a:pt x="2380" y="2762"/>
                    <a:pt x="2546" y="2608"/>
                  </a:cubicBezTo>
                  <a:cubicBezTo>
                    <a:pt x="2635" y="2532"/>
                    <a:pt x="2699" y="2430"/>
                    <a:pt x="2750" y="2319"/>
                  </a:cubicBezTo>
                  <a:cubicBezTo>
                    <a:pt x="2794" y="2209"/>
                    <a:pt x="2817" y="2088"/>
                    <a:pt x="2819" y="1970"/>
                  </a:cubicBezTo>
                  <a:cubicBezTo>
                    <a:pt x="2823" y="1911"/>
                    <a:pt x="2818" y="1853"/>
                    <a:pt x="2813" y="1793"/>
                  </a:cubicBezTo>
                  <a:cubicBezTo>
                    <a:pt x="2803" y="1735"/>
                    <a:pt x="2798" y="1675"/>
                    <a:pt x="2783" y="1620"/>
                  </a:cubicBezTo>
                  <a:cubicBezTo>
                    <a:pt x="2767" y="1562"/>
                    <a:pt x="2756" y="1507"/>
                    <a:pt x="2732" y="1448"/>
                  </a:cubicBezTo>
                  <a:cubicBezTo>
                    <a:pt x="2711" y="1392"/>
                    <a:pt x="2689" y="1331"/>
                    <a:pt x="2666" y="1287"/>
                  </a:cubicBezTo>
                  <a:cubicBezTo>
                    <a:pt x="2575" y="1079"/>
                    <a:pt x="2442" y="881"/>
                    <a:pt x="2288" y="708"/>
                  </a:cubicBezTo>
                  <a:cubicBezTo>
                    <a:pt x="2132" y="535"/>
                    <a:pt x="1952" y="384"/>
                    <a:pt x="1753" y="265"/>
                  </a:cubicBezTo>
                  <a:cubicBezTo>
                    <a:pt x="1556" y="145"/>
                    <a:pt x="1341" y="58"/>
                    <a:pt x="1115" y="20"/>
                  </a:cubicBezTo>
                  <a:cubicBezTo>
                    <a:pt x="1042" y="8"/>
                    <a:pt x="968" y="1"/>
                    <a:pt x="8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64"/>
            <p:cNvSpPr/>
            <p:nvPr/>
          </p:nvSpPr>
          <p:spPr>
            <a:xfrm>
              <a:off x="6807045" y="1598518"/>
              <a:ext cx="429440" cy="288871"/>
            </a:xfrm>
            <a:custGeom>
              <a:rect b="b" l="l" r="r" t="t"/>
              <a:pathLst>
                <a:path extrusionOk="0" h="2727" w="4054">
                  <a:moveTo>
                    <a:pt x="1348" y="0"/>
                  </a:moveTo>
                  <a:cubicBezTo>
                    <a:pt x="1327" y="0"/>
                    <a:pt x="1274" y="30"/>
                    <a:pt x="1165" y="93"/>
                  </a:cubicBezTo>
                  <a:cubicBezTo>
                    <a:pt x="989" y="195"/>
                    <a:pt x="860" y="324"/>
                    <a:pt x="774" y="469"/>
                  </a:cubicBezTo>
                  <a:lnTo>
                    <a:pt x="767" y="476"/>
                  </a:lnTo>
                  <a:cubicBezTo>
                    <a:pt x="700" y="545"/>
                    <a:pt x="599" y="632"/>
                    <a:pt x="488" y="708"/>
                  </a:cubicBezTo>
                  <a:cubicBezTo>
                    <a:pt x="378" y="786"/>
                    <a:pt x="257" y="853"/>
                    <a:pt x="161" y="896"/>
                  </a:cubicBezTo>
                  <a:cubicBezTo>
                    <a:pt x="67" y="942"/>
                    <a:pt x="0" y="964"/>
                    <a:pt x="0" y="964"/>
                  </a:cubicBezTo>
                  <a:cubicBezTo>
                    <a:pt x="0" y="964"/>
                    <a:pt x="7" y="964"/>
                    <a:pt x="19" y="964"/>
                  </a:cubicBezTo>
                  <a:cubicBezTo>
                    <a:pt x="47" y="964"/>
                    <a:pt x="103" y="963"/>
                    <a:pt x="176" y="954"/>
                  </a:cubicBezTo>
                  <a:cubicBezTo>
                    <a:pt x="282" y="943"/>
                    <a:pt x="425" y="921"/>
                    <a:pt x="566" y="882"/>
                  </a:cubicBezTo>
                  <a:cubicBezTo>
                    <a:pt x="595" y="874"/>
                    <a:pt x="627" y="866"/>
                    <a:pt x="658" y="855"/>
                  </a:cubicBezTo>
                  <a:lnTo>
                    <a:pt x="658" y="855"/>
                  </a:lnTo>
                  <a:cubicBezTo>
                    <a:pt x="642" y="1188"/>
                    <a:pt x="819" y="1546"/>
                    <a:pt x="1198" y="1840"/>
                  </a:cubicBezTo>
                  <a:cubicBezTo>
                    <a:pt x="1588" y="2138"/>
                    <a:pt x="2079" y="2286"/>
                    <a:pt x="2539" y="2286"/>
                  </a:cubicBezTo>
                  <a:cubicBezTo>
                    <a:pt x="2804" y="2286"/>
                    <a:pt x="3059" y="2237"/>
                    <a:pt x="3277" y="2139"/>
                  </a:cubicBezTo>
                  <a:cubicBezTo>
                    <a:pt x="3327" y="2235"/>
                    <a:pt x="3406" y="2343"/>
                    <a:pt x="3496" y="2430"/>
                  </a:cubicBezTo>
                  <a:cubicBezTo>
                    <a:pt x="3682" y="2614"/>
                    <a:pt x="3903" y="2727"/>
                    <a:pt x="3903" y="2727"/>
                  </a:cubicBezTo>
                  <a:cubicBezTo>
                    <a:pt x="3903" y="2727"/>
                    <a:pt x="3862" y="2680"/>
                    <a:pt x="3810" y="2605"/>
                  </a:cubicBezTo>
                  <a:cubicBezTo>
                    <a:pt x="3758" y="2528"/>
                    <a:pt x="3697" y="2425"/>
                    <a:pt x="3653" y="2319"/>
                  </a:cubicBezTo>
                  <a:cubicBezTo>
                    <a:pt x="3607" y="2211"/>
                    <a:pt x="3582" y="2104"/>
                    <a:pt x="3576" y="2030"/>
                  </a:cubicBezTo>
                  <a:cubicBezTo>
                    <a:pt x="3575" y="1996"/>
                    <a:pt x="3575" y="1971"/>
                    <a:pt x="3576" y="1951"/>
                  </a:cubicBezTo>
                  <a:cubicBezTo>
                    <a:pt x="4053" y="1548"/>
                    <a:pt x="2755" y="1976"/>
                    <a:pt x="2045" y="1491"/>
                  </a:cubicBezTo>
                  <a:cubicBezTo>
                    <a:pt x="826" y="655"/>
                    <a:pt x="1445" y="0"/>
                    <a:pt x="13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 name="Google Shape;919;p64"/>
          <p:cNvSpPr/>
          <p:nvPr/>
        </p:nvSpPr>
        <p:spPr>
          <a:xfrm>
            <a:off x="7407660" y="4491360"/>
            <a:ext cx="1018526" cy="220717"/>
          </a:xfrm>
          <a:prstGeom prst="rect">
            <a:avLst/>
          </a:prstGeom>
        </p:spPr>
        <p:txBody>
          <a:bodyPr>
            <a:prstTxWarp prst="textPlain"/>
          </a:bodyPr>
          <a:lstStyle/>
          <a:p>
            <a:pPr lvl="0" algn="ctr"/>
            <a:r>
              <a:rPr b="0" i="0">
                <a:ln cap="flat" cmpd="sng" w="19050">
                  <a:solidFill>
                    <a:schemeClr val="dk1"/>
                  </a:solidFill>
                  <a:prstDash val="solid"/>
                  <a:round/>
                  <a:headEnd len="sm" w="sm" type="none"/>
                  <a:tailEnd len="sm" w="sm" type="none"/>
                </a:ln>
                <a:noFill/>
                <a:latin typeface="Audiowide"/>
              </a:rPr>
              <a:t>0026</a:t>
            </a: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923" name="Shape 923"/>
        <p:cNvGrpSpPr/>
        <p:nvPr/>
      </p:nvGrpSpPr>
      <p:grpSpPr>
        <a:xfrm>
          <a:off x="0" y="0"/>
          <a:ext cx="0" cy="0"/>
          <a:chOff x="0" y="0"/>
          <a:chExt cx="0" cy="0"/>
        </a:xfrm>
      </p:grpSpPr>
      <p:sp>
        <p:nvSpPr>
          <p:cNvPr id="924" name="Google Shape;924;p65"/>
          <p:cNvSpPr txBox="1"/>
          <p:nvPr>
            <p:ph type="title"/>
          </p:nvPr>
        </p:nvSpPr>
        <p:spPr>
          <a:xfrm>
            <a:off x="713225" y="3455600"/>
            <a:ext cx="7717500" cy="114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
        <p:nvSpPr>
          <p:cNvPr id="925" name="Google Shape;925;p65"/>
          <p:cNvSpPr/>
          <p:nvPr/>
        </p:nvSpPr>
        <p:spPr>
          <a:xfrm>
            <a:off x="713236" y="431423"/>
            <a:ext cx="992201" cy="220717"/>
          </a:xfrm>
          <a:prstGeom prst="rect">
            <a:avLst/>
          </a:prstGeom>
        </p:spPr>
        <p:txBody>
          <a:bodyPr>
            <a:prstTxWarp prst="textPlain"/>
          </a:bodyPr>
          <a:lstStyle/>
          <a:p>
            <a:pPr lvl="0" algn="ctr"/>
            <a:r>
              <a:rPr b="0" i="0">
                <a:ln cap="flat" cmpd="sng" w="19050">
                  <a:solidFill>
                    <a:schemeClr val="dk2"/>
                  </a:solidFill>
                  <a:prstDash val="solid"/>
                  <a:round/>
                  <a:headEnd len="sm" w="sm" type="none"/>
                  <a:tailEnd len="sm" w="sm" type="none"/>
                </a:ln>
                <a:noFill/>
                <a:latin typeface="Audiowide"/>
              </a:rPr>
              <a:t>0027</a:t>
            </a: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9" name="Shape 929"/>
        <p:cNvGrpSpPr/>
        <p:nvPr/>
      </p:nvGrpSpPr>
      <p:grpSpPr>
        <a:xfrm>
          <a:off x="0" y="0"/>
          <a:ext cx="0" cy="0"/>
          <a:chOff x="0" y="0"/>
          <a:chExt cx="0" cy="0"/>
        </a:xfrm>
      </p:grpSpPr>
      <p:pic>
        <p:nvPicPr>
          <p:cNvPr id="930" name="Google Shape;930;p66"/>
          <p:cNvPicPr preferRelativeResize="0"/>
          <p:nvPr>
            <p:ph idx="2" type="pic"/>
          </p:nvPr>
        </p:nvPicPr>
        <p:blipFill rotWithShape="1">
          <a:blip r:embed="rId3">
            <a:alphaModFix/>
          </a:blip>
          <a:srcRect b="2830" l="0" r="0" t="2830"/>
          <a:stretch/>
        </p:blipFill>
        <p:spPr>
          <a:xfrm>
            <a:off x="5158993" y="656100"/>
            <a:ext cx="2871300" cy="3831300"/>
          </a:xfrm>
          <a:prstGeom prst="roundRect">
            <a:avLst>
              <a:gd fmla="val 5493" name="adj"/>
            </a:avLst>
          </a:prstGeom>
        </p:spPr>
      </p:pic>
      <p:sp>
        <p:nvSpPr>
          <p:cNvPr id="931" name="Google Shape;931;p66"/>
          <p:cNvSpPr txBox="1"/>
          <p:nvPr>
            <p:ph type="title"/>
          </p:nvPr>
        </p:nvSpPr>
        <p:spPr>
          <a:xfrm>
            <a:off x="1113706" y="1077233"/>
            <a:ext cx="3594000" cy="2186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A PICTURE ALWAYS REINFORCES </a:t>
            </a:r>
            <a:endParaRPr/>
          </a:p>
          <a:p>
            <a:pPr indent="0" lvl="0" marL="0" rtl="0" algn="r">
              <a:spcBef>
                <a:spcPts val="0"/>
              </a:spcBef>
              <a:spcAft>
                <a:spcPts val="0"/>
              </a:spcAft>
              <a:buNone/>
            </a:pPr>
            <a:r>
              <a:rPr lang="en"/>
              <a:t>THE CONCEPT</a:t>
            </a:r>
            <a:endParaRPr/>
          </a:p>
        </p:txBody>
      </p:sp>
      <p:sp>
        <p:nvSpPr>
          <p:cNvPr id="932" name="Google Shape;932;p66"/>
          <p:cNvSpPr txBox="1"/>
          <p:nvPr>
            <p:ph idx="1" type="subTitle"/>
          </p:nvPr>
        </p:nvSpPr>
        <p:spPr>
          <a:xfrm>
            <a:off x="1113706" y="3263467"/>
            <a:ext cx="3594000" cy="802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Images reveal large amounts of data, so remember: use an image instead of a long text. Your audience will appreciate it</a:t>
            </a:r>
            <a:endParaRPr/>
          </a:p>
        </p:txBody>
      </p:sp>
      <p:sp>
        <p:nvSpPr>
          <p:cNvPr id="933" name="Google Shape;933;p66"/>
          <p:cNvSpPr/>
          <p:nvPr/>
        </p:nvSpPr>
        <p:spPr>
          <a:xfrm rot="5400000">
            <a:off x="8033118" y="3988754"/>
            <a:ext cx="1016018" cy="220717"/>
          </a:xfrm>
          <a:prstGeom prst="rect">
            <a:avLst/>
          </a:prstGeom>
        </p:spPr>
        <p:txBody>
          <a:bodyPr>
            <a:prstTxWarp prst="textPlain"/>
          </a:bodyPr>
          <a:lstStyle/>
          <a:p>
            <a:pPr lvl="0" algn="ctr"/>
            <a:r>
              <a:rPr b="0" i="0">
                <a:ln cap="flat" cmpd="sng" w="19050">
                  <a:solidFill>
                    <a:schemeClr val="dk1"/>
                  </a:solidFill>
                  <a:prstDash val="solid"/>
                  <a:round/>
                  <a:headEnd len="sm" w="sm" type="none"/>
                  <a:tailEnd len="sm" w="sm" type="none"/>
                </a:ln>
                <a:noFill/>
                <a:latin typeface="Audiowide"/>
              </a:rPr>
              <a:t>0028</a:t>
            </a: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7" name="Shape 937"/>
        <p:cNvGrpSpPr/>
        <p:nvPr/>
      </p:nvGrpSpPr>
      <p:grpSpPr>
        <a:xfrm>
          <a:off x="0" y="0"/>
          <a:ext cx="0" cy="0"/>
          <a:chOff x="0" y="0"/>
          <a:chExt cx="0" cy="0"/>
        </a:xfrm>
      </p:grpSpPr>
      <p:sp>
        <p:nvSpPr>
          <p:cNvPr id="938" name="Google Shape;938;p67"/>
          <p:cNvSpPr txBox="1"/>
          <p:nvPr>
            <p:ph type="title"/>
          </p:nvPr>
        </p:nvSpPr>
        <p:spPr>
          <a:xfrm>
            <a:off x="1389750" y="1614744"/>
            <a:ext cx="6364500" cy="1243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498,300</a:t>
            </a:r>
            <a:endParaRPr/>
          </a:p>
        </p:txBody>
      </p:sp>
      <p:sp>
        <p:nvSpPr>
          <p:cNvPr id="939" name="Google Shape;939;p67"/>
          <p:cNvSpPr txBox="1"/>
          <p:nvPr>
            <p:ph idx="1" type="subTitle"/>
          </p:nvPr>
        </p:nvSpPr>
        <p:spPr>
          <a:xfrm>
            <a:off x="1389750" y="2857957"/>
            <a:ext cx="6364500" cy="40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
        <p:nvSpPr>
          <p:cNvPr id="940" name="Google Shape;940;p67"/>
          <p:cNvSpPr/>
          <p:nvPr/>
        </p:nvSpPr>
        <p:spPr>
          <a:xfrm>
            <a:off x="7417886" y="431423"/>
            <a:ext cx="1012885" cy="220717"/>
          </a:xfrm>
          <a:prstGeom prst="rect">
            <a:avLst/>
          </a:prstGeom>
        </p:spPr>
        <p:txBody>
          <a:bodyPr>
            <a:prstTxWarp prst="textPlain"/>
          </a:bodyPr>
          <a:lstStyle/>
          <a:p>
            <a:pPr lvl="0" algn="ctr"/>
            <a:r>
              <a:rPr b="0" i="0">
                <a:ln cap="flat" cmpd="sng" w="19050">
                  <a:solidFill>
                    <a:schemeClr val="dk1"/>
                  </a:solidFill>
                  <a:prstDash val="solid"/>
                  <a:round/>
                  <a:headEnd len="sm" w="sm" type="none"/>
                  <a:tailEnd len="sm" w="sm" type="none"/>
                </a:ln>
                <a:noFill/>
                <a:latin typeface="Audiowide"/>
              </a:rPr>
              <a:t>0029</a:t>
            </a:r>
          </a:p>
        </p:txBody>
      </p:sp>
      <p:grpSp>
        <p:nvGrpSpPr>
          <p:cNvPr id="941" name="Google Shape;941;p67"/>
          <p:cNvGrpSpPr/>
          <p:nvPr/>
        </p:nvGrpSpPr>
        <p:grpSpPr>
          <a:xfrm>
            <a:off x="3973379" y="3820056"/>
            <a:ext cx="1197243" cy="623100"/>
            <a:chOff x="713232" y="3980899"/>
            <a:chExt cx="1197243" cy="623100"/>
          </a:xfrm>
        </p:grpSpPr>
        <p:sp>
          <p:nvSpPr>
            <p:cNvPr id="942" name="Google Shape;942;p67"/>
            <p:cNvSpPr/>
            <p:nvPr/>
          </p:nvSpPr>
          <p:spPr>
            <a:xfrm flipH="1" rot="10800000">
              <a:off x="713232" y="3980899"/>
              <a:ext cx="413100" cy="623100"/>
            </a:xfrm>
            <a:prstGeom prst="chevron">
              <a:avLst>
                <a:gd fmla="val 35069"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67"/>
            <p:cNvSpPr/>
            <p:nvPr/>
          </p:nvSpPr>
          <p:spPr>
            <a:xfrm flipH="1" rot="10800000">
              <a:off x="1105303" y="3980899"/>
              <a:ext cx="413100" cy="623100"/>
            </a:xfrm>
            <a:prstGeom prst="chevron">
              <a:avLst>
                <a:gd fmla="val 35069"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67"/>
            <p:cNvSpPr/>
            <p:nvPr/>
          </p:nvSpPr>
          <p:spPr>
            <a:xfrm flipH="1" rot="10800000">
              <a:off x="1497375" y="3980899"/>
              <a:ext cx="413100" cy="623100"/>
            </a:xfrm>
            <a:prstGeom prst="chevron">
              <a:avLst>
                <a:gd fmla="val 35069"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 name="Shape 948"/>
        <p:cNvGrpSpPr/>
        <p:nvPr/>
      </p:nvGrpSpPr>
      <p:grpSpPr>
        <a:xfrm>
          <a:off x="0" y="0"/>
          <a:ext cx="0" cy="0"/>
          <a:chOff x="0" y="0"/>
          <a:chExt cx="0" cy="0"/>
        </a:xfrm>
      </p:grpSpPr>
      <p:sp>
        <p:nvSpPr>
          <p:cNvPr id="949" name="Google Shape;949;p68"/>
          <p:cNvSpPr txBox="1"/>
          <p:nvPr>
            <p:ph idx="1" type="subTitle"/>
          </p:nvPr>
        </p:nvSpPr>
        <p:spPr>
          <a:xfrm>
            <a:off x="713225" y="1259790"/>
            <a:ext cx="4573200" cy="59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950" name="Google Shape;950;p68"/>
          <p:cNvSpPr txBox="1"/>
          <p:nvPr>
            <p:ph type="title"/>
          </p:nvPr>
        </p:nvSpPr>
        <p:spPr>
          <a:xfrm>
            <a:off x="713225" y="654187"/>
            <a:ext cx="45732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a:t>
            </a:r>
            <a:r>
              <a:rPr lang="en"/>
              <a:t>h 55m 23s</a:t>
            </a:r>
            <a:endParaRPr/>
          </a:p>
        </p:txBody>
      </p:sp>
      <p:sp>
        <p:nvSpPr>
          <p:cNvPr id="951" name="Google Shape;951;p68"/>
          <p:cNvSpPr txBox="1"/>
          <p:nvPr>
            <p:ph idx="2" type="title"/>
          </p:nvPr>
        </p:nvSpPr>
        <p:spPr>
          <a:xfrm>
            <a:off x="713225" y="1956139"/>
            <a:ext cx="45732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952" name="Google Shape;952;p68"/>
          <p:cNvSpPr txBox="1"/>
          <p:nvPr>
            <p:ph idx="3" type="subTitle"/>
          </p:nvPr>
        </p:nvSpPr>
        <p:spPr>
          <a:xfrm>
            <a:off x="713225" y="2578675"/>
            <a:ext cx="4573200" cy="59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953" name="Google Shape;953;p68"/>
          <p:cNvSpPr txBox="1"/>
          <p:nvPr>
            <p:ph idx="4" type="title"/>
          </p:nvPr>
        </p:nvSpPr>
        <p:spPr>
          <a:xfrm>
            <a:off x="713225" y="3259485"/>
            <a:ext cx="45732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954" name="Google Shape;954;p68"/>
          <p:cNvSpPr txBox="1"/>
          <p:nvPr>
            <p:ph idx="5" type="subTitle"/>
          </p:nvPr>
        </p:nvSpPr>
        <p:spPr>
          <a:xfrm>
            <a:off x="713225" y="3890513"/>
            <a:ext cx="4573200" cy="59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grpSp>
        <p:nvGrpSpPr>
          <p:cNvPr id="955" name="Google Shape;955;p68"/>
          <p:cNvGrpSpPr/>
          <p:nvPr/>
        </p:nvGrpSpPr>
        <p:grpSpPr>
          <a:xfrm>
            <a:off x="5286413" y="843041"/>
            <a:ext cx="3131413" cy="3457418"/>
            <a:chOff x="5552013" y="718643"/>
            <a:chExt cx="3131413" cy="3457418"/>
          </a:xfrm>
        </p:grpSpPr>
        <p:grpSp>
          <p:nvGrpSpPr>
            <p:cNvPr id="956" name="Google Shape;956;p68"/>
            <p:cNvGrpSpPr/>
            <p:nvPr/>
          </p:nvGrpSpPr>
          <p:grpSpPr>
            <a:xfrm rot="294298">
              <a:off x="7597558" y="3596615"/>
              <a:ext cx="470406" cy="560361"/>
              <a:chOff x="5661305" y="1613250"/>
              <a:chExt cx="470424" cy="560383"/>
            </a:xfrm>
          </p:grpSpPr>
          <p:sp>
            <p:nvSpPr>
              <p:cNvPr id="957" name="Google Shape;957;p68"/>
              <p:cNvSpPr/>
              <p:nvPr/>
            </p:nvSpPr>
            <p:spPr>
              <a:xfrm>
                <a:off x="5661305" y="1613250"/>
                <a:ext cx="469025" cy="560383"/>
              </a:xfrm>
              <a:custGeom>
                <a:rect b="b" l="l" r="r" t="t"/>
                <a:pathLst>
                  <a:path extrusionOk="0" h="10759" w="9005">
                    <a:moveTo>
                      <a:pt x="9004" y="0"/>
                    </a:moveTo>
                    <a:cubicBezTo>
                      <a:pt x="9004" y="0"/>
                      <a:pt x="8914" y="35"/>
                      <a:pt x="8743" y="105"/>
                    </a:cubicBezTo>
                    <a:cubicBezTo>
                      <a:pt x="8657" y="140"/>
                      <a:pt x="8553" y="182"/>
                      <a:pt x="8431" y="233"/>
                    </a:cubicBezTo>
                    <a:cubicBezTo>
                      <a:pt x="8307" y="282"/>
                      <a:pt x="8165" y="341"/>
                      <a:pt x="8009" y="410"/>
                    </a:cubicBezTo>
                    <a:cubicBezTo>
                      <a:pt x="7694" y="546"/>
                      <a:pt x="7314" y="717"/>
                      <a:pt x="6883" y="924"/>
                    </a:cubicBezTo>
                    <a:cubicBezTo>
                      <a:pt x="6452" y="1130"/>
                      <a:pt x="5969" y="1374"/>
                      <a:pt x="5451" y="1656"/>
                    </a:cubicBezTo>
                    <a:cubicBezTo>
                      <a:pt x="4934" y="1939"/>
                      <a:pt x="4379" y="2262"/>
                      <a:pt x="3811" y="2636"/>
                    </a:cubicBezTo>
                    <a:cubicBezTo>
                      <a:pt x="3525" y="2822"/>
                      <a:pt x="3238" y="3023"/>
                      <a:pt x="2948" y="3237"/>
                    </a:cubicBezTo>
                    <a:cubicBezTo>
                      <a:pt x="2658" y="3450"/>
                      <a:pt x="2371" y="3681"/>
                      <a:pt x="2086" y="3932"/>
                    </a:cubicBezTo>
                    <a:cubicBezTo>
                      <a:pt x="1945" y="4057"/>
                      <a:pt x="1801" y="4185"/>
                      <a:pt x="1664" y="4322"/>
                    </a:cubicBezTo>
                    <a:cubicBezTo>
                      <a:pt x="1525" y="4456"/>
                      <a:pt x="1390" y="4600"/>
                      <a:pt x="1256" y="4746"/>
                    </a:cubicBezTo>
                    <a:cubicBezTo>
                      <a:pt x="1126" y="4895"/>
                      <a:pt x="994" y="5048"/>
                      <a:pt x="872" y="5212"/>
                    </a:cubicBezTo>
                    <a:cubicBezTo>
                      <a:pt x="750" y="5377"/>
                      <a:pt x="633" y="5550"/>
                      <a:pt x="525" y="5732"/>
                    </a:cubicBezTo>
                    <a:cubicBezTo>
                      <a:pt x="421" y="5914"/>
                      <a:pt x="323" y="6108"/>
                      <a:pt x="242" y="6312"/>
                    </a:cubicBezTo>
                    <a:cubicBezTo>
                      <a:pt x="162" y="6517"/>
                      <a:pt x="94" y="6734"/>
                      <a:pt x="55" y="6958"/>
                    </a:cubicBezTo>
                    <a:cubicBezTo>
                      <a:pt x="18" y="7185"/>
                      <a:pt x="0" y="7420"/>
                      <a:pt x="19" y="7655"/>
                    </a:cubicBezTo>
                    <a:cubicBezTo>
                      <a:pt x="37" y="7890"/>
                      <a:pt x="85" y="8123"/>
                      <a:pt x="160" y="8344"/>
                    </a:cubicBezTo>
                    <a:cubicBezTo>
                      <a:pt x="234" y="8565"/>
                      <a:pt x="337" y="8773"/>
                      <a:pt x="456" y="8964"/>
                    </a:cubicBezTo>
                    <a:cubicBezTo>
                      <a:pt x="575" y="9156"/>
                      <a:pt x="709" y="9333"/>
                      <a:pt x="852" y="9496"/>
                    </a:cubicBezTo>
                    <a:cubicBezTo>
                      <a:pt x="924" y="9579"/>
                      <a:pt x="998" y="9656"/>
                      <a:pt x="1073" y="9731"/>
                    </a:cubicBezTo>
                    <a:cubicBezTo>
                      <a:pt x="1149" y="9807"/>
                      <a:pt x="1226" y="9877"/>
                      <a:pt x="1310" y="9950"/>
                    </a:cubicBezTo>
                    <a:cubicBezTo>
                      <a:pt x="1354" y="9989"/>
                      <a:pt x="1388" y="10016"/>
                      <a:pt x="1424" y="10046"/>
                    </a:cubicBezTo>
                    <a:lnTo>
                      <a:pt x="1452" y="10071"/>
                    </a:lnTo>
                    <a:lnTo>
                      <a:pt x="1471" y="10085"/>
                    </a:lnTo>
                    <a:lnTo>
                      <a:pt x="1488" y="10099"/>
                    </a:lnTo>
                    <a:lnTo>
                      <a:pt x="1553" y="10150"/>
                    </a:lnTo>
                    <a:cubicBezTo>
                      <a:pt x="1643" y="10217"/>
                      <a:pt x="1733" y="10280"/>
                      <a:pt x="1828" y="10339"/>
                    </a:cubicBezTo>
                    <a:cubicBezTo>
                      <a:pt x="1925" y="10400"/>
                      <a:pt x="2023" y="10452"/>
                      <a:pt x="2126" y="10500"/>
                    </a:cubicBezTo>
                    <a:cubicBezTo>
                      <a:pt x="2228" y="10547"/>
                      <a:pt x="2334" y="10590"/>
                      <a:pt x="2443" y="10627"/>
                    </a:cubicBezTo>
                    <a:cubicBezTo>
                      <a:pt x="2552" y="10661"/>
                      <a:pt x="2663" y="10691"/>
                      <a:pt x="2773" y="10711"/>
                    </a:cubicBezTo>
                    <a:cubicBezTo>
                      <a:pt x="2886" y="10734"/>
                      <a:pt x="2999" y="10747"/>
                      <a:pt x="3110" y="10754"/>
                    </a:cubicBezTo>
                    <a:cubicBezTo>
                      <a:pt x="3161" y="10757"/>
                      <a:pt x="3212" y="10759"/>
                      <a:pt x="3262" y="10759"/>
                    </a:cubicBezTo>
                    <a:cubicBezTo>
                      <a:pt x="3437" y="10759"/>
                      <a:pt x="3608" y="10741"/>
                      <a:pt x="3775" y="10710"/>
                    </a:cubicBezTo>
                    <a:cubicBezTo>
                      <a:pt x="3883" y="10691"/>
                      <a:pt x="3987" y="10663"/>
                      <a:pt x="4089" y="10635"/>
                    </a:cubicBezTo>
                    <a:cubicBezTo>
                      <a:pt x="4190" y="10602"/>
                      <a:pt x="4291" y="10567"/>
                      <a:pt x="4386" y="10527"/>
                    </a:cubicBezTo>
                    <a:cubicBezTo>
                      <a:pt x="4772" y="10367"/>
                      <a:pt x="5107" y="10157"/>
                      <a:pt x="5404" y="9922"/>
                    </a:cubicBezTo>
                    <a:cubicBezTo>
                      <a:pt x="5701" y="9687"/>
                      <a:pt x="5963" y="9433"/>
                      <a:pt x="6199" y="9174"/>
                    </a:cubicBezTo>
                    <a:cubicBezTo>
                      <a:pt x="6434" y="8914"/>
                      <a:pt x="6646" y="8650"/>
                      <a:pt x="6836" y="8387"/>
                    </a:cubicBezTo>
                    <a:cubicBezTo>
                      <a:pt x="7025" y="8123"/>
                      <a:pt x="7198" y="7863"/>
                      <a:pt x="7354" y="7609"/>
                    </a:cubicBezTo>
                    <a:cubicBezTo>
                      <a:pt x="7666" y="7102"/>
                      <a:pt x="7917" y="6618"/>
                      <a:pt x="8123" y="6184"/>
                    </a:cubicBezTo>
                    <a:cubicBezTo>
                      <a:pt x="8330" y="5752"/>
                      <a:pt x="8493" y="5367"/>
                      <a:pt x="8620" y="5048"/>
                    </a:cubicBezTo>
                    <a:cubicBezTo>
                      <a:pt x="8749" y="4729"/>
                      <a:pt x="8837" y="4473"/>
                      <a:pt x="8901" y="4303"/>
                    </a:cubicBezTo>
                    <a:cubicBezTo>
                      <a:pt x="8931" y="4217"/>
                      <a:pt x="8952" y="4150"/>
                      <a:pt x="8969" y="4104"/>
                    </a:cubicBezTo>
                    <a:cubicBezTo>
                      <a:pt x="8984" y="4060"/>
                      <a:pt x="8992" y="4036"/>
                      <a:pt x="8992" y="4036"/>
                    </a:cubicBezTo>
                    <a:lnTo>
                      <a:pt x="8992" y="4036"/>
                    </a:lnTo>
                    <a:cubicBezTo>
                      <a:pt x="8992" y="4036"/>
                      <a:pt x="8982" y="4057"/>
                      <a:pt x="8956" y="4097"/>
                    </a:cubicBezTo>
                    <a:cubicBezTo>
                      <a:pt x="8932" y="4138"/>
                      <a:pt x="8896" y="4198"/>
                      <a:pt x="8850" y="4279"/>
                    </a:cubicBezTo>
                    <a:cubicBezTo>
                      <a:pt x="8760" y="4439"/>
                      <a:pt x="8622" y="4671"/>
                      <a:pt x="8447" y="4962"/>
                    </a:cubicBezTo>
                    <a:cubicBezTo>
                      <a:pt x="8271" y="5255"/>
                      <a:pt x="8058" y="5608"/>
                      <a:pt x="7800" y="6003"/>
                    </a:cubicBezTo>
                    <a:cubicBezTo>
                      <a:pt x="7670" y="6202"/>
                      <a:pt x="7533" y="6410"/>
                      <a:pt x="7381" y="6626"/>
                    </a:cubicBezTo>
                    <a:cubicBezTo>
                      <a:pt x="7230" y="6842"/>
                      <a:pt x="7071" y="7068"/>
                      <a:pt x="6895" y="7296"/>
                    </a:cubicBezTo>
                    <a:cubicBezTo>
                      <a:pt x="6720" y="7525"/>
                      <a:pt x="6533" y="7757"/>
                      <a:pt x="6332" y="7988"/>
                    </a:cubicBezTo>
                    <a:cubicBezTo>
                      <a:pt x="6243" y="8091"/>
                      <a:pt x="6149" y="8193"/>
                      <a:pt x="6054" y="8297"/>
                    </a:cubicBezTo>
                    <a:cubicBezTo>
                      <a:pt x="5943" y="8674"/>
                      <a:pt x="5802" y="9080"/>
                      <a:pt x="5486" y="9398"/>
                    </a:cubicBezTo>
                    <a:cubicBezTo>
                      <a:pt x="5309" y="9575"/>
                      <a:pt x="5087" y="9640"/>
                      <a:pt x="4926" y="9688"/>
                    </a:cubicBezTo>
                    <a:cubicBezTo>
                      <a:pt x="4852" y="9709"/>
                      <a:pt x="4782" y="9730"/>
                      <a:pt x="4741" y="9751"/>
                    </a:cubicBezTo>
                    <a:cubicBezTo>
                      <a:pt x="4680" y="9785"/>
                      <a:pt x="4615" y="9832"/>
                      <a:pt x="4545" y="9881"/>
                    </a:cubicBezTo>
                    <a:cubicBezTo>
                      <a:pt x="4362" y="10012"/>
                      <a:pt x="4136" y="10173"/>
                      <a:pt x="3822" y="10212"/>
                    </a:cubicBezTo>
                    <a:cubicBezTo>
                      <a:pt x="3706" y="10226"/>
                      <a:pt x="3589" y="10233"/>
                      <a:pt x="3473" y="10233"/>
                    </a:cubicBezTo>
                    <a:cubicBezTo>
                      <a:pt x="2621" y="10233"/>
                      <a:pt x="1794" y="9846"/>
                      <a:pt x="1251" y="9178"/>
                    </a:cubicBezTo>
                    <a:cubicBezTo>
                      <a:pt x="1163" y="9144"/>
                      <a:pt x="1020" y="9082"/>
                      <a:pt x="926" y="8929"/>
                    </a:cubicBezTo>
                    <a:cubicBezTo>
                      <a:pt x="773" y="8681"/>
                      <a:pt x="660" y="8411"/>
                      <a:pt x="590" y="8126"/>
                    </a:cubicBezTo>
                    <a:cubicBezTo>
                      <a:pt x="550" y="7962"/>
                      <a:pt x="593" y="7816"/>
                      <a:pt x="623" y="7718"/>
                    </a:cubicBezTo>
                    <a:cubicBezTo>
                      <a:pt x="626" y="7710"/>
                      <a:pt x="630" y="7699"/>
                      <a:pt x="632" y="7688"/>
                    </a:cubicBezTo>
                    <a:cubicBezTo>
                      <a:pt x="603" y="7413"/>
                      <a:pt x="629" y="7181"/>
                      <a:pt x="673" y="6918"/>
                    </a:cubicBezTo>
                    <a:cubicBezTo>
                      <a:pt x="732" y="6586"/>
                      <a:pt x="821" y="6298"/>
                      <a:pt x="939" y="6063"/>
                    </a:cubicBezTo>
                    <a:cubicBezTo>
                      <a:pt x="912" y="5944"/>
                      <a:pt x="887" y="5755"/>
                      <a:pt x="1018" y="5577"/>
                    </a:cubicBezTo>
                    <a:cubicBezTo>
                      <a:pt x="1208" y="5322"/>
                      <a:pt x="1436" y="5101"/>
                      <a:pt x="1698" y="4921"/>
                    </a:cubicBezTo>
                    <a:cubicBezTo>
                      <a:pt x="1764" y="4875"/>
                      <a:pt x="1839" y="4848"/>
                      <a:pt x="1921" y="4839"/>
                    </a:cubicBezTo>
                    <a:cubicBezTo>
                      <a:pt x="1948" y="4835"/>
                      <a:pt x="1974" y="4834"/>
                      <a:pt x="2000" y="4834"/>
                    </a:cubicBezTo>
                    <a:cubicBezTo>
                      <a:pt x="2059" y="4834"/>
                      <a:pt x="2115" y="4841"/>
                      <a:pt x="2162" y="4847"/>
                    </a:cubicBezTo>
                    <a:cubicBezTo>
                      <a:pt x="2260" y="4802"/>
                      <a:pt x="2356" y="4773"/>
                      <a:pt x="2448" y="4751"/>
                    </a:cubicBezTo>
                    <a:cubicBezTo>
                      <a:pt x="2516" y="4682"/>
                      <a:pt x="2584" y="4613"/>
                      <a:pt x="2653" y="4546"/>
                    </a:cubicBezTo>
                    <a:cubicBezTo>
                      <a:pt x="3162" y="4056"/>
                      <a:pt x="3699" y="3614"/>
                      <a:pt x="4221" y="3214"/>
                    </a:cubicBezTo>
                    <a:cubicBezTo>
                      <a:pt x="4745" y="2811"/>
                      <a:pt x="5256" y="2448"/>
                      <a:pt x="5736" y="2119"/>
                    </a:cubicBezTo>
                    <a:cubicBezTo>
                      <a:pt x="6215" y="1790"/>
                      <a:pt x="6661" y="1496"/>
                      <a:pt x="7061" y="1240"/>
                    </a:cubicBezTo>
                    <a:cubicBezTo>
                      <a:pt x="7459" y="982"/>
                      <a:pt x="7808" y="759"/>
                      <a:pt x="8097" y="576"/>
                    </a:cubicBezTo>
                    <a:cubicBezTo>
                      <a:pt x="8385" y="394"/>
                      <a:pt x="8612" y="249"/>
                      <a:pt x="8768" y="152"/>
                    </a:cubicBezTo>
                    <a:cubicBezTo>
                      <a:pt x="8922" y="53"/>
                      <a:pt x="9004" y="0"/>
                      <a:pt x="90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68"/>
              <p:cNvSpPr/>
              <p:nvPr/>
            </p:nvSpPr>
            <p:spPr>
              <a:xfrm>
                <a:off x="5826411" y="1688980"/>
                <a:ext cx="254956" cy="166724"/>
              </a:xfrm>
              <a:custGeom>
                <a:rect b="b" l="l" r="r" t="t"/>
                <a:pathLst>
                  <a:path extrusionOk="0" h="3201" w="4895">
                    <a:moveTo>
                      <a:pt x="4894" y="1"/>
                    </a:moveTo>
                    <a:cubicBezTo>
                      <a:pt x="4894" y="1"/>
                      <a:pt x="4470" y="210"/>
                      <a:pt x="3848" y="561"/>
                    </a:cubicBezTo>
                    <a:cubicBezTo>
                      <a:pt x="3694" y="648"/>
                      <a:pt x="3526" y="743"/>
                      <a:pt x="3350" y="848"/>
                    </a:cubicBezTo>
                    <a:cubicBezTo>
                      <a:pt x="3174" y="951"/>
                      <a:pt x="2989" y="1063"/>
                      <a:pt x="2799" y="1180"/>
                    </a:cubicBezTo>
                    <a:cubicBezTo>
                      <a:pt x="2610" y="1298"/>
                      <a:pt x="2415" y="1420"/>
                      <a:pt x="2219" y="1549"/>
                    </a:cubicBezTo>
                    <a:cubicBezTo>
                      <a:pt x="2022" y="1677"/>
                      <a:pt x="1825" y="1811"/>
                      <a:pt x="1628" y="1948"/>
                    </a:cubicBezTo>
                    <a:lnTo>
                      <a:pt x="1336" y="2153"/>
                    </a:lnTo>
                    <a:cubicBezTo>
                      <a:pt x="1240" y="2225"/>
                      <a:pt x="1142" y="2293"/>
                      <a:pt x="1048" y="2364"/>
                    </a:cubicBezTo>
                    <a:cubicBezTo>
                      <a:pt x="859" y="2504"/>
                      <a:pt x="675" y="2646"/>
                      <a:pt x="499" y="2787"/>
                    </a:cubicBezTo>
                    <a:cubicBezTo>
                      <a:pt x="325" y="2927"/>
                      <a:pt x="157" y="3066"/>
                      <a:pt x="1" y="3201"/>
                    </a:cubicBezTo>
                    <a:cubicBezTo>
                      <a:pt x="61" y="3194"/>
                      <a:pt x="119" y="3186"/>
                      <a:pt x="174" y="3178"/>
                    </a:cubicBezTo>
                    <a:cubicBezTo>
                      <a:pt x="233" y="3170"/>
                      <a:pt x="284" y="3163"/>
                      <a:pt x="335" y="3156"/>
                    </a:cubicBezTo>
                    <a:cubicBezTo>
                      <a:pt x="450" y="3142"/>
                      <a:pt x="558" y="3133"/>
                      <a:pt x="665" y="3133"/>
                    </a:cubicBezTo>
                    <a:cubicBezTo>
                      <a:pt x="735" y="3133"/>
                      <a:pt x="804" y="3137"/>
                      <a:pt x="875" y="3146"/>
                    </a:cubicBezTo>
                    <a:cubicBezTo>
                      <a:pt x="1023" y="3001"/>
                      <a:pt x="1177" y="2857"/>
                      <a:pt x="1337" y="2711"/>
                    </a:cubicBezTo>
                    <a:cubicBezTo>
                      <a:pt x="1423" y="2634"/>
                      <a:pt x="1510" y="2556"/>
                      <a:pt x="1598" y="2478"/>
                    </a:cubicBezTo>
                    <a:cubicBezTo>
                      <a:pt x="1686" y="2400"/>
                      <a:pt x="1775" y="2324"/>
                      <a:pt x="1862" y="2246"/>
                    </a:cubicBezTo>
                    <a:cubicBezTo>
                      <a:pt x="2042" y="2093"/>
                      <a:pt x="2222" y="1943"/>
                      <a:pt x="2403" y="1797"/>
                    </a:cubicBezTo>
                    <a:cubicBezTo>
                      <a:pt x="2583" y="1652"/>
                      <a:pt x="2765" y="1511"/>
                      <a:pt x="2939" y="1377"/>
                    </a:cubicBezTo>
                    <a:cubicBezTo>
                      <a:pt x="3115" y="1243"/>
                      <a:pt x="3286" y="1113"/>
                      <a:pt x="3449" y="993"/>
                    </a:cubicBezTo>
                    <a:cubicBezTo>
                      <a:pt x="3612" y="874"/>
                      <a:pt x="3768" y="762"/>
                      <a:pt x="3913" y="660"/>
                    </a:cubicBezTo>
                    <a:cubicBezTo>
                      <a:pt x="4493" y="251"/>
                      <a:pt x="4894" y="1"/>
                      <a:pt x="48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68"/>
              <p:cNvSpPr/>
              <p:nvPr/>
            </p:nvSpPr>
            <p:spPr>
              <a:xfrm>
                <a:off x="5696253" y="1858200"/>
                <a:ext cx="289228" cy="282040"/>
              </a:xfrm>
              <a:custGeom>
                <a:rect b="b" l="l" r="r" t="t"/>
                <a:pathLst>
                  <a:path extrusionOk="0" h="5415" w="5553">
                    <a:moveTo>
                      <a:pt x="3957" y="198"/>
                    </a:moveTo>
                    <a:cubicBezTo>
                      <a:pt x="3962" y="198"/>
                      <a:pt x="3968" y="198"/>
                      <a:pt x="3970" y="199"/>
                    </a:cubicBezTo>
                    <a:cubicBezTo>
                      <a:pt x="3980" y="200"/>
                      <a:pt x="3988" y="203"/>
                      <a:pt x="3995" y="204"/>
                    </a:cubicBezTo>
                    <a:cubicBezTo>
                      <a:pt x="4008" y="210"/>
                      <a:pt x="4021" y="212"/>
                      <a:pt x="4029" y="218"/>
                    </a:cubicBezTo>
                    <a:cubicBezTo>
                      <a:pt x="4050" y="226"/>
                      <a:pt x="4060" y="231"/>
                      <a:pt x="4060" y="231"/>
                    </a:cubicBezTo>
                    <a:cubicBezTo>
                      <a:pt x="4060" y="231"/>
                      <a:pt x="4048" y="230"/>
                      <a:pt x="4028" y="226"/>
                    </a:cubicBezTo>
                    <a:cubicBezTo>
                      <a:pt x="4017" y="224"/>
                      <a:pt x="4007" y="223"/>
                      <a:pt x="3991" y="220"/>
                    </a:cubicBezTo>
                    <a:cubicBezTo>
                      <a:pt x="3984" y="220"/>
                      <a:pt x="3976" y="219"/>
                      <a:pt x="3969" y="219"/>
                    </a:cubicBezTo>
                    <a:lnTo>
                      <a:pt x="3965" y="219"/>
                    </a:lnTo>
                    <a:cubicBezTo>
                      <a:pt x="3974" y="226"/>
                      <a:pt x="3988" y="236"/>
                      <a:pt x="3997" y="243"/>
                    </a:cubicBezTo>
                    <a:cubicBezTo>
                      <a:pt x="4015" y="254"/>
                      <a:pt x="4031" y="266"/>
                      <a:pt x="4050" y="278"/>
                    </a:cubicBezTo>
                    <a:cubicBezTo>
                      <a:pt x="4087" y="304"/>
                      <a:pt x="4125" y="330"/>
                      <a:pt x="4164" y="357"/>
                    </a:cubicBezTo>
                    <a:cubicBezTo>
                      <a:pt x="4320" y="463"/>
                      <a:pt x="4478" y="572"/>
                      <a:pt x="4478" y="572"/>
                    </a:cubicBezTo>
                    <a:cubicBezTo>
                      <a:pt x="4478" y="572"/>
                      <a:pt x="4438" y="548"/>
                      <a:pt x="4375" y="512"/>
                    </a:cubicBezTo>
                    <a:cubicBezTo>
                      <a:pt x="4314" y="474"/>
                      <a:pt x="4232" y="426"/>
                      <a:pt x="4152" y="375"/>
                    </a:cubicBezTo>
                    <a:cubicBezTo>
                      <a:pt x="4111" y="349"/>
                      <a:pt x="4071" y="325"/>
                      <a:pt x="4035" y="300"/>
                    </a:cubicBezTo>
                    <a:cubicBezTo>
                      <a:pt x="4016" y="288"/>
                      <a:pt x="3999" y="274"/>
                      <a:pt x="3982" y="262"/>
                    </a:cubicBezTo>
                    <a:cubicBezTo>
                      <a:pt x="3974" y="257"/>
                      <a:pt x="3965" y="251"/>
                      <a:pt x="3960" y="245"/>
                    </a:cubicBezTo>
                    <a:cubicBezTo>
                      <a:pt x="3954" y="241"/>
                      <a:pt x="3950" y="238"/>
                      <a:pt x="3948" y="232"/>
                    </a:cubicBezTo>
                    <a:cubicBezTo>
                      <a:pt x="3944" y="227"/>
                      <a:pt x="3938" y="226"/>
                      <a:pt x="3937" y="214"/>
                    </a:cubicBezTo>
                    <a:cubicBezTo>
                      <a:pt x="3935" y="207"/>
                      <a:pt x="3942" y="200"/>
                      <a:pt x="3948" y="199"/>
                    </a:cubicBezTo>
                    <a:cubicBezTo>
                      <a:pt x="3950" y="198"/>
                      <a:pt x="3954" y="198"/>
                      <a:pt x="3957" y="198"/>
                    </a:cubicBezTo>
                    <a:close/>
                    <a:moveTo>
                      <a:pt x="1221" y="399"/>
                    </a:moveTo>
                    <a:lnTo>
                      <a:pt x="1095" y="533"/>
                    </a:lnTo>
                    <a:cubicBezTo>
                      <a:pt x="1017" y="612"/>
                      <a:pt x="915" y="720"/>
                      <a:pt x="812" y="823"/>
                    </a:cubicBezTo>
                    <a:cubicBezTo>
                      <a:pt x="760" y="876"/>
                      <a:pt x="707" y="928"/>
                      <a:pt x="655" y="975"/>
                    </a:cubicBezTo>
                    <a:cubicBezTo>
                      <a:pt x="631" y="998"/>
                      <a:pt x="605" y="1019"/>
                      <a:pt x="578" y="1040"/>
                    </a:cubicBezTo>
                    <a:cubicBezTo>
                      <a:pt x="565" y="1050"/>
                      <a:pt x="554" y="1058"/>
                      <a:pt x="539" y="1069"/>
                    </a:cubicBezTo>
                    <a:cubicBezTo>
                      <a:pt x="533" y="1073"/>
                      <a:pt x="525" y="1077"/>
                      <a:pt x="516" y="1080"/>
                    </a:cubicBezTo>
                    <a:cubicBezTo>
                      <a:pt x="513" y="1082"/>
                      <a:pt x="508" y="1083"/>
                      <a:pt x="501" y="1083"/>
                    </a:cubicBezTo>
                    <a:cubicBezTo>
                      <a:pt x="499" y="1083"/>
                      <a:pt x="497" y="1083"/>
                      <a:pt x="494" y="1082"/>
                    </a:cubicBezTo>
                    <a:cubicBezTo>
                      <a:pt x="480" y="1078"/>
                      <a:pt x="476" y="1065"/>
                      <a:pt x="474" y="1058"/>
                    </a:cubicBezTo>
                    <a:cubicBezTo>
                      <a:pt x="476" y="1046"/>
                      <a:pt x="479" y="1040"/>
                      <a:pt x="482" y="1031"/>
                    </a:cubicBezTo>
                    <a:cubicBezTo>
                      <a:pt x="483" y="1025"/>
                      <a:pt x="486" y="1018"/>
                      <a:pt x="488" y="1011"/>
                    </a:cubicBezTo>
                    <a:cubicBezTo>
                      <a:pt x="492" y="999"/>
                      <a:pt x="499" y="988"/>
                      <a:pt x="504" y="978"/>
                    </a:cubicBezTo>
                    <a:cubicBezTo>
                      <a:pt x="516" y="958"/>
                      <a:pt x="526" y="941"/>
                      <a:pt x="537" y="928"/>
                    </a:cubicBezTo>
                    <a:cubicBezTo>
                      <a:pt x="555" y="901"/>
                      <a:pt x="569" y="888"/>
                      <a:pt x="569" y="888"/>
                    </a:cubicBezTo>
                    <a:lnTo>
                      <a:pt x="569" y="888"/>
                    </a:lnTo>
                    <a:cubicBezTo>
                      <a:pt x="569" y="888"/>
                      <a:pt x="562" y="904"/>
                      <a:pt x="550" y="936"/>
                    </a:cubicBezTo>
                    <a:cubicBezTo>
                      <a:pt x="545" y="951"/>
                      <a:pt x="538" y="970"/>
                      <a:pt x="530" y="990"/>
                    </a:cubicBezTo>
                    <a:cubicBezTo>
                      <a:pt x="526" y="999"/>
                      <a:pt x="523" y="1011"/>
                      <a:pt x="519" y="1023"/>
                    </a:cubicBezTo>
                    <a:cubicBezTo>
                      <a:pt x="518" y="1029"/>
                      <a:pt x="516" y="1033"/>
                      <a:pt x="516" y="1038"/>
                    </a:cubicBezTo>
                    <a:cubicBezTo>
                      <a:pt x="518" y="1037"/>
                      <a:pt x="519" y="1037"/>
                      <a:pt x="521" y="1035"/>
                    </a:cubicBezTo>
                    <a:cubicBezTo>
                      <a:pt x="531" y="1029"/>
                      <a:pt x="545" y="1017"/>
                      <a:pt x="554" y="1006"/>
                    </a:cubicBezTo>
                    <a:cubicBezTo>
                      <a:pt x="578" y="986"/>
                      <a:pt x="601" y="963"/>
                      <a:pt x="627" y="941"/>
                    </a:cubicBezTo>
                    <a:cubicBezTo>
                      <a:pt x="678" y="894"/>
                      <a:pt x="733" y="845"/>
                      <a:pt x="786" y="796"/>
                    </a:cubicBezTo>
                    <a:cubicBezTo>
                      <a:pt x="1004" y="599"/>
                      <a:pt x="1221" y="399"/>
                      <a:pt x="1221" y="399"/>
                    </a:cubicBezTo>
                    <a:close/>
                    <a:moveTo>
                      <a:pt x="4824" y="3204"/>
                    </a:moveTo>
                    <a:cubicBezTo>
                      <a:pt x="4827" y="3204"/>
                      <a:pt x="4831" y="3205"/>
                      <a:pt x="4834" y="3206"/>
                    </a:cubicBezTo>
                    <a:cubicBezTo>
                      <a:pt x="4847" y="3207"/>
                      <a:pt x="4854" y="3211"/>
                      <a:pt x="4854" y="3211"/>
                    </a:cubicBezTo>
                    <a:cubicBezTo>
                      <a:pt x="4854" y="3211"/>
                      <a:pt x="4861" y="3212"/>
                      <a:pt x="4870" y="3220"/>
                    </a:cubicBezTo>
                    <a:cubicBezTo>
                      <a:pt x="4881" y="3228"/>
                      <a:pt x="4893" y="3246"/>
                      <a:pt x="4900" y="3269"/>
                    </a:cubicBezTo>
                    <a:cubicBezTo>
                      <a:pt x="4914" y="3316"/>
                      <a:pt x="4913" y="3388"/>
                      <a:pt x="4897" y="3470"/>
                    </a:cubicBezTo>
                    <a:cubicBezTo>
                      <a:pt x="4881" y="3553"/>
                      <a:pt x="4849" y="3647"/>
                      <a:pt x="4799" y="3741"/>
                    </a:cubicBezTo>
                    <a:cubicBezTo>
                      <a:pt x="4773" y="3788"/>
                      <a:pt x="4743" y="3835"/>
                      <a:pt x="4702" y="3876"/>
                    </a:cubicBezTo>
                    <a:cubicBezTo>
                      <a:pt x="4682" y="3896"/>
                      <a:pt x="4661" y="3916"/>
                      <a:pt x="4632" y="3931"/>
                    </a:cubicBezTo>
                    <a:cubicBezTo>
                      <a:pt x="4619" y="3937"/>
                      <a:pt x="4603" y="3944"/>
                      <a:pt x="4587" y="3947"/>
                    </a:cubicBezTo>
                    <a:lnTo>
                      <a:pt x="4573" y="3950"/>
                    </a:lnTo>
                    <a:cubicBezTo>
                      <a:pt x="4568" y="3950"/>
                      <a:pt x="4564" y="3950"/>
                      <a:pt x="4559" y="3947"/>
                    </a:cubicBezTo>
                    <a:cubicBezTo>
                      <a:pt x="4546" y="3947"/>
                      <a:pt x="4541" y="3944"/>
                      <a:pt x="4534" y="3943"/>
                    </a:cubicBezTo>
                    <a:cubicBezTo>
                      <a:pt x="4494" y="3925"/>
                      <a:pt x="4481" y="3890"/>
                      <a:pt x="4473" y="3862"/>
                    </a:cubicBezTo>
                    <a:cubicBezTo>
                      <a:pt x="4465" y="3831"/>
                      <a:pt x="4465" y="3802"/>
                      <a:pt x="4466" y="3772"/>
                    </a:cubicBezTo>
                    <a:cubicBezTo>
                      <a:pt x="4470" y="3716"/>
                      <a:pt x="4483" y="3662"/>
                      <a:pt x="4499" y="3611"/>
                    </a:cubicBezTo>
                    <a:cubicBezTo>
                      <a:pt x="4534" y="3510"/>
                      <a:pt x="4581" y="3423"/>
                      <a:pt x="4632" y="3356"/>
                    </a:cubicBezTo>
                    <a:cubicBezTo>
                      <a:pt x="4681" y="3287"/>
                      <a:pt x="4733" y="3239"/>
                      <a:pt x="4779" y="3218"/>
                    </a:cubicBezTo>
                    <a:cubicBezTo>
                      <a:pt x="4795" y="3209"/>
                      <a:pt x="4811" y="3204"/>
                      <a:pt x="4824" y="3204"/>
                    </a:cubicBezTo>
                    <a:close/>
                    <a:moveTo>
                      <a:pt x="175" y="3351"/>
                    </a:moveTo>
                    <a:cubicBezTo>
                      <a:pt x="175" y="3351"/>
                      <a:pt x="210" y="3412"/>
                      <a:pt x="256" y="3504"/>
                    </a:cubicBezTo>
                    <a:cubicBezTo>
                      <a:pt x="302" y="3596"/>
                      <a:pt x="361" y="3717"/>
                      <a:pt x="420" y="3839"/>
                    </a:cubicBezTo>
                    <a:cubicBezTo>
                      <a:pt x="449" y="3903"/>
                      <a:pt x="479" y="3963"/>
                      <a:pt x="503" y="4022"/>
                    </a:cubicBezTo>
                    <a:cubicBezTo>
                      <a:pt x="514" y="4053"/>
                      <a:pt x="526" y="4081"/>
                      <a:pt x="537" y="4109"/>
                    </a:cubicBezTo>
                    <a:cubicBezTo>
                      <a:pt x="541" y="4125"/>
                      <a:pt x="545" y="4138"/>
                      <a:pt x="550" y="4152"/>
                    </a:cubicBezTo>
                    <a:cubicBezTo>
                      <a:pt x="551" y="4159"/>
                      <a:pt x="553" y="4167"/>
                      <a:pt x="553" y="4175"/>
                    </a:cubicBezTo>
                    <a:cubicBezTo>
                      <a:pt x="553" y="4181"/>
                      <a:pt x="553" y="4183"/>
                      <a:pt x="551" y="4193"/>
                    </a:cubicBezTo>
                    <a:cubicBezTo>
                      <a:pt x="551" y="4194"/>
                      <a:pt x="550" y="4195"/>
                      <a:pt x="550" y="4197"/>
                    </a:cubicBezTo>
                    <a:cubicBezTo>
                      <a:pt x="547" y="4199"/>
                      <a:pt x="546" y="4202"/>
                      <a:pt x="545" y="4203"/>
                    </a:cubicBezTo>
                    <a:cubicBezTo>
                      <a:pt x="541" y="4207"/>
                      <a:pt x="533" y="4209"/>
                      <a:pt x="530" y="4209"/>
                    </a:cubicBezTo>
                    <a:cubicBezTo>
                      <a:pt x="514" y="4207"/>
                      <a:pt x="510" y="4202"/>
                      <a:pt x="503" y="4199"/>
                    </a:cubicBezTo>
                    <a:cubicBezTo>
                      <a:pt x="498" y="4194"/>
                      <a:pt x="492" y="4190"/>
                      <a:pt x="487" y="4186"/>
                    </a:cubicBezTo>
                    <a:cubicBezTo>
                      <a:pt x="479" y="4176"/>
                      <a:pt x="471" y="4168"/>
                      <a:pt x="464" y="4160"/>
                    </a:cubicBezTo>
                    <a:cubicBezTo>
                      <a:pt x="451" y="4143"/>
                      <a:pt x="439" y="4129"/>
                      <a:pt x="431" y="4116"/>
                    </a:cubicBezTo>
                    <a:cubicBezTo>
                      <a:pt x="413" y="4092"/>
                      <a:pt x="405" y="4076"/>
                      <a:pt x="405" y="4076"/>
                    </a:cubicBezTo>
                    <a:lnTo>
                      <a:pt x="405" y="4076"/>
                    </a:lnTo>
                    <a:cubicBezTo>
                      <a:pt x="405" y="4076"/>
                      <a:pt x="418" y="4088"/>
                      <a:pt x="440" y="4107"/>
                    </a:cubicBezTo>
                    <a:cubicBezTo>
                      <a:pt x="452" y="4116"/>
                      <a:pt x="465" y="4128"/>
                      <a:pt x="480" y="4142"/>
                    </a:cubicBezTo>
                    <a:lnTo>
                      <a:pt x="506" y="4162"/>
                    </a:lnTo>
                    <a:cubicBezTo>
                      <a:pt x="510" y="4163"/>
                      <a:pt x="512" y="4167"/>
                      <a:pt x="516" y="4168"/>
                    </a:cubicBezTo>
                    <a:cubicBezTo>
                      <a:pt x="516" y="4166"/>
                      <a:pt x="514" y="4163"/>
                      <a:pt x="514" y="4160"/>
                    </a:cubicBezTo>
                    <a:cubicBezTo>
                      <a:pt x="511" y="4148"/>
                      <a:pt x="506" y="4134"/>
                      <a:pt x="499" y="4121"/>
                    </a:cubicBezTo>
                    <a:cubicBezTo>
                      <a:pt x="487" y="4095"/>
                      <a:pt x="476" y="4066"/>
                      <a:pt x="464" y="4038"/>
                    </a:cubicBezTo>
                    <a:cubicBezTo>
                      <a:pt x="439" y="3979"/>
                      <a:pt x="413" y="3917"/>
                      <a:pt x="386" y="3853"/>
                    </a:cubicBezTo>
                    <a:cubicBezTo>
                      <a:pt x="282" y="3603"/>
                      <a:pt x="175" y="3351"/>
                      <a:pt x="175" y="3351"/>
                    </a:cubicBezTo>
                    <a:close/>
                    <a:moveTo>
                      <a:pt x="3841" y="232"/>
                    </a:moveTo>
                    <a:cubicBezTo>
                      <a:pt x="3841" y="233"/>
                      <a:pt x="3837" y="239"/>
                      <a:pt x="3828" y="250"/>
                    </a:cubicBezTo>
                    <a:cubicBezTo>
                      <a:pt x="3817" y="259"/>
                      <a:pt x="3803" y="273"/>
                      <a:pt x="3782" y="286"/>
                    </a:cubicBezTo>
                    <a:cubicBezTo>
                      <a:pt x="3762" y="300"/>
                      <a:pt x="3737" y="313"/>
                      <a:pt x="3710" y="326"/>
                    </a:cubicBezTo>
                    <a:cubicBezTo>
                      <a:pt x="3683" y="340"/>
                      <a:pt x="3653" y="352"/>
                      <a:pt x="3623" y="364"/>
                    </a:cubicBezTo>
                    <a:cubicBezTo>
                      <a:pt x="3606" y="371"/>
                      <a:pt x="3588" y="377"/>
                      <a:pt x="3572" y="382"/>
                    </a:cubicBezTo>
                    <a:cubicBezTo>
                      <a:pt x="3573" y="382"/>
                      <a:pt x="3573" y="382"/>
                      <a:pt x="3574" y="384"/>
                    </a:cubicBezTo>
                    <a:cubicBezTo>
                      <a:pt x="3592" y="388"/>
                      <a:pt x="3695" y="395"/>
                      <a:pt x="3790" y="400"/>
                    </a:cubicBezTo>
                    <a:cubicBezTo>
                      <a:pt x="3803" y="408"/>
                      <a:pt x="3823" y="422"/>
                      <a:pt x="3847" y="439"/>
                    </a:cubicBezTo>
                    <a:cubicBezTo>
                      <a:pt x="3890" y="467"/>
                      <a:pt x="3948" y="505"/>
                      <a:pt x="4008" y="539"/>
                    </a:cubicBezTo>
                    <a:cubicBezTo>
                      <a:pt x="4125" y="607"/>
                      <a:pt x="4246" y="670"/>
                      <a:pt x="4246" y="670"/>
                    </a:cubicBezTo>
                    <a:cubicBezTo>
                      <a:pt x="4246" y="670"/>
                      <a:pt x="4136" y="592"/>
                      <a:pt x="4028" y="508"/>
                    </a:cubicBezTo>
                    <a:cubicBezTo>
                      <a:pt x="3982" y="473"/>
                      <a:pt x="3941" y="439"/>
                      <a:pt x="3905" y="408"/>
                    </a:cubicBezTo>
                    <a:lnTo>
                      <a:pt x="3905" y="408"/>
                    </a:lnTo>
                    <a:cubicBezTo>
                      <a:pt x="3929" y="411"/>
                      <a:pt x="3945" y="414"/>
                      <a:pt x="3950" y="418"/>
                    </a:cubicBezTo>
                    <a:cubicBezTo>
                      <a:pt x="4059" y="473"/>
                      <a:pt x="4165" y="536"/>
                      <a:pt x="4264" y="607"/>
                    </a:cubicBezTo>
                    <a:lnTo>
                      <a:pt x="4264" y="633"/>
                    </a:lnTo>
                    <a:cubicBezTo>
                      <a:pt x="4266" y="643"/>
                      <a:pt x="4266" y="655"/>
                      <a:pt x="4267" y="669"/>
                    </a:cubicBezTo>
                    <a:cubicBezTo>
                      <a:pt x="4270" y="682"/>
                      <a:pt x="4271" y="697"/>
                      <a:pt x="4274" y="713"/>
                    </a:cubicBezTo>
                    <a:cubicBezTo>
                      <a:pt x="4277" y="724"/>
                      <a:pt x="4279" y="737"/>
                      <a:pt x="4285" y="751"/>
                    </a:cubicBezTo>
                    <a:cubicBezTo>
                      <a:pt x="4285" y="756"/>
                      <a:pt x="4286" y="762"/>
                      <a:pt x="4287" y="764"/>
                    </a:cubicBezTo>
                    <a:cubicBezTo>
                      <a:pt x="4291" y="778"/>
                      <a:pt x="4297" y="794"/>
                      <a:pt x="4303" y="807"/>
                    </a:cubicBezTo>
                    <a:cubicBezTo>
                      <a:pt x="4307" y="822"/>
                      <a:pt x="4317" y="838"/>
                      <a:pt x="4324" y="854"/>
                    </a:cubicBezTo>
                    <a:cubicBezTo>
                      <a:pt x="4353" y="915"/>
                      <a:pt x="4393" y="966"/>
                      <a:pt x="4426" y="1002"/>
                    </a:cubicBezTo>
                    <a:cubicBezTo>
                      <a:pt x="4458" y="1037"/>
                      <a:pt x="4482" y="1057"/>
                      <a:pt x="4482" y="1057"/>
                    </a:cubicBezTo>
                    <a:cubicBezTo>
                      <a:pt x="4482" y="1057"/>
                      <a:pt x="4466" y="1030"/>
                      <a:pt x="4447" y="988"/>
                    </a:cubicBezTo>
                    <a:cubicBezTo>
                      <a:pt x="4438" y="966"/>
                      <a:pt x="4428" y="941"/>
                      <a:pt x="4420" y="915"/>
                    </a:cubicBezTo>
                    <a:cubicBezTo>
                      <a:pt x="4418" y="901"/>
                      <a:pt x="4412" y="888"/>
                      <a:pt x="4408" y="872"/>
                    </a:cubicBezTo>
                    <a:lnTo>
                      <a:pt x="4408" y="872"/>
                    </a:lnTo>
                    <a:cubicBezTo>
                      <a:pt x="4482" y="937"/>
                      <a:pt x="4552" y="1009"/>
                      <a:pt x="4616" y="1082"/>
                    </a:cubicBezTo>
                    <a:cubicBezTo>
                      <a:pt x="4501" y="1342"/>
                      <a:pt x="4422" y="1582"/>
                      <a:pt x="4365" y="1808"/>
                    </a:cubicBezTo>
                    <a:lnTo>
                      <a:pt x="4365" y="1802"/>
                    </a:lnTo>
                    <a:lnTo>
                      <a:pt x="4365" y="1797"/>
                    </a:lnTo>
                    <a:lnTo>
                      <a:pt x="4365" y="1794"/>
                    </a:lnTo>
                    <a:lnTo>
                      <a:pt x="4365" y="1788"/>
                    </a:lnTo>
                    <a:lnTo>
                      <a:pt x="4365" y="1774"/>
                    </a:lnTo>
                    <a:cubicBezTo>
                      <a:pt x="4365" y="1765"/>
                      <a:pt x="4365" y="1755"/>
                      <a:pt x="4364" y="1747"/>
                    </a:cubicBezTo>
                    <a:cubicBezTo>
                      <a:pt x="4360" y="1711"/>
                      <a:pt x="4354" y="1676"/>
                      <a:pt x="4345" y="1642"/>
                    </a:cubicBezTo>
                    <a:cubicBezTo>
                      <a:pt x="4325" y="1574"/>
                      <a:pt x="4286" y="1512"/>
                      <a:pt x="4239" y="1460"/>
                    </a:cubicBezTo>
                    <a:cubicBezTo>
                      <a:pt x="4192" y="1407"/>
                      <a:pt x="4129" y="1371"/>
                      <a:pt x="4064" y="1351"/>
                    </a:cubicBezTo>
                    <a:cubicBezTo>
                      <a:pt x="4048" y="1346"/>
                      <a:pt x="4029" y="1342"/>
                      <a:pt x="4015" y="1339"/>
                    </a:cubicBezTo>
                    <a:lnTo>
                      <a:pt x="3992" y="1338"/>
                    </a:lnTo>
                    <a:lnTo>
                      <a:pt x="3978" y="1335"/>
                    </a:lnTo>
                    <a:lnTo>
                      <a:pt x="3968" y="1335"/>
                    </a:lnTo>
                    <a:cubicBezTo>
                      <a:pt x="3935" y="1335"/>
                      <a:pt x="3903" y="1339"/>
                      <a:pt x="3874" y="1347"/>
                    </a:cubicBezTo>
                    <a:cubicBezTo>
                      <a:pt x="3813" y="1362"/>
                      <a:pt x="3762" y="1394"/>
                      <a:pt x="3726" y="1432"/>
                    </a:cubicBezTo>
                    <a:cubicBezTo>
                      <a:pt x="3688" y="1467"/>
                      <a:pt x="3663" y="1508"/>
                      <a:pt x="3647" y="1546"/>
                    </a:cubicBezTo>
                    <a:cubicBezTo>
                      <a:pt x="3632" y="1582"/>
                      <a:pt x="3623" y="1617"/>
                      <a:pt x="3620" y="1646"/>
                    </a:cubicBezTo>
                    <a:cubicBezTo>
                      <a:pt x="3616" y="1675"/>
                      <a:pt x="3616" y="1696"/>
                      <a:pt x="3619" y="1711"/>
                    </a:cubicBezTo>
                    <a:cubicBezTo>
                      <a:pt x="3620" y="1727"/>
                      <a:pt x="3620" y="1735"/>
                      <a:pt x="3620" y="1735"/>
                    </a:cubicBezTo>
                    <a:cubicBezTo>
                      <a:pt x="3620" y="1735"/>
                      <a:pt x="3621" y="1727"/>
                      <a:pt x="3625" y="1714"/>
                    </a:cubicBezTo>
                    <a:cubicBezTo>
                      <a:pt x="3627" y="1698"/>
                      <a:pt x="3633" y="1677"/>
                      <a:pt x="3643" y="1653"/>
                    </a:cubicBezTo>
                    <a:cubicBezTo>
                      <a:pt x="3652" y="1628"/>
                      <a:pt x="3667" y="1599"/>
                      <a:pt x="3687" y="1567"/>
                    </a:cubicBezTo>
                    <a:cubicBezTo>
                      <a:pt x="3707" y="1536"/>
                      <a:pt x="3735" y="1507"/>
                      <a:pt x="3769" y="1481"/>
                    </a:cubicBezTo>
                    <a:cubicBezTo>
                      <a:pt x="3804" y="1456"/>
                      <a:pt x="3847" y="1437"/>
                      <a:pt x="3891" y="1432"/>
                    </a:cubicBezTo>
                    <a:cubicBezTo>
                      <a:pt x="3906" y="1429"/>
                      <a:pt x="3921" y="1428"/>
                      <a:pt x="3936" y="1428"/>
                    </a:cubicBezTo>
                    <a:cubicBezTo>
                      <a:pt x="3945" y="1428"/>
                      <a:pt x="3953" y="1428"/>
                      <a:pt x="3962" y="1429"/>
                    </a:cubicBezTo>
                    <a:lnTo>
                      <a:pt x="3976" y="1429"/>
                    </a:lnTo>
                    <a:lnTo>
                      <a:pt x="3981" y="1432"/>
                    </a:lnTo>
                    <a:lnTo>
                      <a:pt x="4003" y="1434"/>
                    </a:lnTo>
                    <a:cubicBezTo>
                      <a:pt x="4016" y="1437"/>
                      <a:pt x="4024" y="1441"/>
                      <a:pt x="4036" y="1445"/>
                    </a:cubicBezTo>
                    <a:cubicBezTo>
                      <a:pt x="4130" y="1481"/>
                      <a:pt x="4211" y="1569"/>
                      <a:pt x="4239" y="1675"/>
                    </a:cubicBezTo>
                    <a:cubicBezTo>
                      <a:pt x="4247" y="1700"/>
                      <a:pt x="4252" y="1728"/>
                      <a:pt x="4256" y="1755"/>
                    </a:cubicBezTo>
                    <a:cubicBezTo>
                      <a:pt x="4258" y="1762"/>
                      <a:pt x="4256" y="1769"/>
                      <a:pt x="4258" y="1775"/>
                    </a:cubicBezTo>
                    <a:lnTo>
                      <a:pt x="4258" y="1785"/>
                    </a:lnTo>
                    <a:lnTo>
                      <a:pt x="4258" y="1790"/>
                    </a:lnTo>
                    <a:lnTo>
                      <a:pt x="4258" y="1792"/>
                    </a:lnTo>
                    <a:lnTo>
                      <a:pt x="4258" y="1794"/>
                    </a:lnTo>
                    <a:cubicBezTo>
                      <a:pt x="4256" y="1809"/>
                      <a:pt x="4256" y="1825"/>
                      <a:pt x="4254" y="1837"/>
                    </a:cubicBezTo>
                    <a:cubicBezTo>
                      <a:pt x="4247" y="1886"/>
                      <a:pt x="4231" y="1942"/>
                      <a:pt x="4203" y="1982"/>
                    </a:cubicBezTo>
                    <a:cubicBezTo>
                      <a:pt x="4173" y="2024"/>
                      <a:pt x="4138" y="2059"/>
                      <a:pt x="4097" y="2080"/>
                    </a:cubicBezTo>
                    <a:cubicBezTo>
                      <a:pt x="4055" y="2103"/>
                      <a:pt x="4011" y="2112"/>
                      <a:pt x="3969" y="2114"/>
                    </a:cubicBezTo>
                    <a:lnTo>
                      <a:pt x="3954" y="2114"/>
                    </a:lnTo>
                    <a:cubicBezTo>
                      <a:pt x="3949" y="2114"/>
                      <a:pt x="3942" y="2114"/>
                      <a:pt x="3937" y="2112"/>
                    </a:cubicBezTo>
                    <a:cubicBezTo>
                      <a:pt x="3927" y="2112"/>
                      <a:pt x="3917" y="2111"/>
                      <a:pt x="3907" y="2110"/>
                    </a:cubicBezTo>
                    <a:cubicBezTo>
                      <a:pt x="3887" y="2106"/>
                      <a:pt x="3868" y="2100"/>
                      <a:pt x="3851" y="2094"/>
                    </a:cubicBezTo>
                    <a:cubicBezTo>
                      <a:pt x="3817" y="2080"/>
                      <a:pt x="3789" y="2065"/>
                      <a:pt x="3768" y="2051"/>
                    </a:cubicBezTo>
                    <a:cubicBezTo>
                      <a:pt x="3746" y="2036"/>
                      <a:pt x="3729" y="2020"/>
                      <a:pt x="3719" y="2010"/>
                    </a:cubicBezTo>
                    <a:lnTo>
                      <a:pt x="3702" y="1993"/>
                    </a:lnTo>
                    <a:lnTo>
                      <a:pt x="3702" y="1993"/>
                    </a:lnTo>
                    <a:cubicBezTo>
                      <a:pt x="3702" y="1993"/>
                      <a:pt x="3706" y="2000"/>
                      <a:pt x="3714" y="2013"/>
                    </a:cubicBezTo>
                    <a:cubicBezTo>
                      <a:pt x="3722" y="2027"/>
                      <a:pt x="3734" y="2045"/>
                      <a:pt x="3753" y="2065"/>
                    </a:cubicBezTo>
                    <a:cubicBezTo>
                      <a:pt x="3770" y="2087"/>
                      <a:pt x="3797" y="2111"/>
                      <a:pt x="3833" y="2133"/>
                    </a:cubicBezTo>
                    <a:cubicBezTo>
                      <a:pt x="3850" y="2143"/>
                      <a:pt x="3870" y="2153"/>
                      <a:pt x="3891" y="2161"/>
                    </a:cubicBezTo>
                    <a:cubicBezTo>
                      <a:pt x="3903" y="2165"/>
                      <a:pt x="3914" y="2168"/>
                      <a:pt x="3927" y="2172"/>
                    </a:cubicBezTo>
                    <a:cubicBezTo>
                      <a:pt x="3934" y="2173"/>
                      <a:pt x="3938" y="2174"/>
                      <a:pt x="3945" y="2174"/>
                    </a:cubicBezTo>
                    <a:cubicBezTo>
                      <a:pt x="3950" y="2177"/>
                      <a:pt x="3958" y="2177"/>
                      <a:pt x="3964" y="2178"/>
                    </a:cubicBezTo>
                    <a:cubicBezTo>
                      <a:pt x="3977" y="2180"/>
                      <a:pt x="3992" y="2181"/>
                      <a:pt x="4006" y="2181"/>
                    </a:cubicBezTo>
                    <a:cubicBezTo>
                      <a:pt x="4047" y="2181"/>
                      <a:pt x="4090" y="2174"/>
                      <a:pt x="4132" y="2157"/>
                    </a:cubicBezTo>
                    <a:cubicBezTo>
                      <a:pt x="4189" y="2134"/>
                      <a:pt x="4243" y="2092"/>
                      <a:pt x="4283" y="2039"/>
                    </a:cubicBezTo>
                    <a:cubicBezTo>
                      <a:pt x="4301" y="2013"/>
                      <a:pt x="4318" y="1985"/>
                      <a:pt x="4332" y="1955"/>
                    </a:cubicBezTo>
                    <a:lnTo>
                      <a:pt x="4332" y="1955"/>
                    </a:lnTo>
                    <a:cubicBezTo>
                      <a:pt x="4325" y="1989"/>
                      <a:pt x="4318" y="2020"/>
                      <a:pt x="4311" y="2052"/>
                    </a:cubicBezTo>
                    <a:cubicBezTo>
                      <a:pt x="4298" y="2070"/>
                      <a:pt x="4283" y="2084"/>
                      <a:pt x="4267" y="2099"/>
                    </a:cubicBezTo>
                    <a:cubicBezTo>
                      <a:pt x="4232" y="2133"/>
                      <a:pt x="4189" y="2159"/>
                      <a:pt x="4140" y="2180"/>
                    </a:cubicBezTo>
                    <a:cubicBezTo>
                      <a:pt x="4097" y="2196"/>
                      <a:pt x="4050" y="2204"/>
                      <a:pt x="4002" y="2204"/>
                    </a:cubicBezTo>
                    <a:cubicBezTo>
                      <a:pt x="3995" y="2204"/>
                      <a:pt x="3988" y="2204"/>
                      <a:pt x="3981" y="2204"/>
                    </a:cubicBezTo>
                    <a:lnTo>
                      <a:pt x="3961" y="2201"/>
                    </a:lnTo>
                    <a:lnTo>
                      <a:pt x="3941" y="2198"/>
                    </a:lnTo>
                    <a:lnTo>
                      <a:pt x="3915" y="2193"/>
                    </a:lnTo>
                    <a:lnTo>
                      <a:pt x="3897" y="2186"/>
                    </a:lnTo>
                    <a:cubicBezTo>
                      <a:pt x="3884" y="2184"/>
                      <a:pt x="3871" y="2178"/>
                      <a:pt x="3858" y="2172"/>
                    </a:cubicBezTo>
                    <a:cubicBezTo>
                      <a:pt x="3844" y="2166"/>
                      <a:pt x="3833" y="2158"/>
                      <a:pt x="3820" y="2151"/>
                    </a:cubicBezTo>
                    <a:cubicBezTo>
                      <a:pt x="3769" y="2123"/>
                      <a:pt x="3722" y="2083"/>
                      <a:pt x="3686" y="2033"/>
                    </a:cubicBezTo>
                    <a:cubicBezTo>
                      <a:pt x="3648" y="1985"/>
                      <a:pt x="3620" y="1930"/>
                      <a:pt x="3601" y="1872"/>
                    </a:cubicBezTo>
                    <a:cubicBezTo>
                      <a:pt x="3582" y="1814"/>
                      <a:pt x="3574" y="1755"/>
                      <a:pt x="3576" y="1696"/>
                    </a:cubicBezTo>
                    <a:lnTo>
                      <a:pt x="3576" y="1671"/>
                    </a:lnTo>
                    <a:lnTo>
                      <a:pt x="3578" y="1651"/>
                    </a:lnTo>
                    <a:cubicBezTo>
                      <a:pt x="3580" y="1637"/>
                      <a:pt x="3581" y="1624"/>
                      <a:pt x="3585" y="1610"/>
                    </a:cubicBezTo>
                    <a:cubicBezTo>
                      <a:pt x="3586" y="1597"/>
                      <a:pt x="3589" y="1583"/>
                      <a:pt x="3594" y="1570"/>
                    </a:cubicBezTo>
                    <a:cubicBezTo>
                      <a:pt x="3598" y="1557"/>
                      <a:pt x="3601" y="1543"/>
                      <a:pt x="3608" y="1532"/>
                    </a:cubicBezTo>
                    <a:cubicBezTo>
                      <a:pt x="3628" y="1481"/>
                      <a:pt x="3655" y="1438"/>
                      <a:pt x="3686" y="1401"/>
                    </a:cubicBezTo>
                    <a:cubicBezTo>
                      <a:pt x="3717" y="1364"/>
                      <a:pt x="3753" y="1338"/>
                      <a:pt x="3786" y="1315"/>
                    </a:cubicBezTo>
                    <a:cubicBezTo>
                      <a:pt x="3820" y="1293"/>
                      <a:pt x="3855" y="1281"/>
                      <a:pt x="3883" y="1273"/>
                    </a:cubicBezTo>
                    <a:cubicBezTo>
                      <a:pt x="3911" y="1266"/>
                      <a:pt x="3935" y="1260"/>
                      <a:pt x="3952" y="1260"/>
                    </a:cubicBezTo>
                    <a:cubicBezTo>
                      <a:pt x="3969" y="1258"/>
                      <a:pt x="3977" y="1257"/>
                      <a:pt x="3977" y="1257"/>
                    </a:cubicBezTo>
                    <a:lnTo>
                      <a:pt x="3952" y="1252"/>
                    </a:lnTo>
                    <a:cubicBezTo>
                      <a:pt x="3935" y="1248"/>
                      <a:pt x="3910" y="1245"/>
                      <a:pt x="3878" y="1245"/>
                    </a:cubicBezTo>
                    <a:cubicBezTo>
                      <a:pt x="3847" y="1246"/>
                      <a:pt x="3807" y="1248"/>
                      <a:pt x="3762" y="1265"/>
                    </a:cubicBezTo>
                    <a:cubicBezTo>
                      <a:pt x="3719" y="1280"/>
                      <a:pt x="3670" y="1301"/>
                      <a:pt x="3625" y="1340"/>
                    </a:cubicBezTo>
                    <a:cubicBezTo>
                      <a:pt x="3580" y="1378"/>
                      <a:pt x="3538" y="1426"/>
                      <a:pt x="3506" y="1487"/>
                    </a:cubicBezTo>
                    <a:cubicBezTo>
                      <a:pt x="3498" y="1501"/>
                      <a:pt x="3491" y="1516"/>
                      <a:pt x="3484" y="1534"/>
                    </a:cubicBezTo>
                    <a:cubicBezTo>
                      <a:pt x="3478" y="1548"/>
                      <a:pt x="3471" y="1566"/>
                      <a:pt x="3465" y="1582"/>
                    </a:cubicBezTo>
                    <a:lnTo>
                      <a:pt x="3457" y="1608"/>
                    </a:lnTo>
                    <a:lnTo>
                      <a:pt x="3452" y="1636"/>
                    </a:lnTo>
                    <a:lnTo>
                      <a:pt x="3447" y="1664"/>
                    </a:lnTo>
                    <a:lnTo>
                      <a:pt x="3444" y="1689"/>
                    </a:lnTo>
                    <a:cubicBezTo>
                      <a:pt x="3435" y="1763"/>
                      <a:pt x="3440" y="1841"/>
                      <a:pt x="3460" y="1916"/>
                    </a:cubicBezTo>
                    <a:cubicBezTo>
                      <a:pt x="3480" y="1992"/>
                      <a:pt x="3515" y="2065"/>
                      <a:pt x="3565" y="2130"/>
                    </a:cubicBezTo>
                    <a:cubicBezTo>
                      <a:pt x="3613" y="2193"/>
                      <a:pt x="3675" y="2247"/>
                      <a:pt x="3747" y="2284"/>
                    </a:cubicBezTo>
                    <a:cubicBezTo>
                      <a:pt x="3784" y="2302"/>
                      <a:pt x="3820" y="2318"/>
                      <a:pt x="3862" y="2326"/>
                    </a:cubicBezTo>
                    <a:lnTo>
                      <a:pt x="3891" y="2333"/>
                    </a:lnTo>
                    <a:lnTo>
                      <a:pt x="3917" y="2335"/>
                    </a:lnTo>
                    <a:lnTo>
                      <a:pt x="3929" y="2338"/>
                    </a:lnTo>
                    <a:lnTo>
                      <a:pt x="3976" y="2338"/>
                    </a:lnTo>
                    <a:cubicBezTo>
                      <a:pt x="4052" y="2338"/>
                      <a:pt x="4126" y="2315"/>
                      <a:pt x="4187" y="2282"/>
                    </a:cubicBezTo>
                    <a:cubicBezTo>
                      <a:pt x="4224" y="2262"/>
                      <a:pt x="4254" y="2239"/>
                      <a:pt x="4281" y="2212"/>
                    </a:cubicBezTo>
                    <a:lnTo>
                      <a:pt x="4281" y="2212"/>
                    </a:lnTo>
                    <a:cubicBezTo>
                      <a:pt x="4136" y="3114"/>
                      <a:pt x="4264" y="3748"/>
                      <a:pt x="3527" y="4369"/>
                    </a:cubicBezTo>
                    <a:cubicBezTo>
                      <a:pt x="3361" y="4508"/>
                      <a:pt x="3170" y="4602"/>
                      <a:pt x="2971" y="4664"/>
                    </a:cubicBezTo>
                    <a:cubicBezTo>
                      <a:pt x="2981" y="4645"/>
                      <a:pt x="2985" y="4628"/>
                      <a:pt x="2987" y="4609"/>
                    </a:cubicBezTo>
                    <a:cubicBezTo>
                      <a:pt x="2989" y="4575"/>
                      <a:pt x="2982" y="4550"/>
                      <a:pt x="2974" y="4534"/>
                    </a:cubicBezTo>
                    <a:lnTo>
                      <a:pt x="2974" y="4534"/>
                    </a:lnTo>
                    <a:cubicBezTo>
                      <a:pt x="2981" y="4548"/>
                      <a:pt x="2989" y="4575"/>
                      <a:pt x="2985" y="4608"/>
                    </a:cubicBezTo>
                    <a:cubicBezTo>
                      <a:pt x="2983" y="4625"/>
                      <a:pt x="2975" y="4644"/>
                      <a:pt x="2965" y="4664"/>
                    </a:cubicBezTo>
                    <a:cubicBezTo>
                      <a:pt x="2702" y="4744"/>
                      <a:pt x="2427" y="4769"/>
                      <a:pt x="2185" y="4769"/>
                    </a:cubicBezTo>
                    <a:cubicBezTo>
                      <a:pt x="2178" y="4769"/>
                      <a:pt x="2172" y="4769"/>
                      <a:pt x="2166" y="4769"/>
                    </a:cubicBezTo>
                    <a:cubicBezTo>
                      <a:pt x="2164" y="4766"/>
                      <a:pt x="2162" y="4765"/>
                      <a:pt x="2159" y="4763"/>
                    </a:cubicBezTo>
                    <a:cubicBezTo>
                      <a:pt x="2145" y="4755"/>
                      <a:pt x="2136" y="4746"/>
                      <a:pt x="2125" y="4736"/>
                    </a:cubicBezTo>
                    <a:cubicBezTo>
                      <a:pt x="2119" y="4731"/>
                      <a:pt x="2119" y="4727"/>
                      <a:pt x="2116" y="4724"/>
                    </a:cubicBezTo>
                    <a:cubicBezTo>
                      <a:pt x="2112" y="4722"/>
                      <a:pt x="2109" y="4719"/>
                      <a:pt x="2104" y="4710"/>
                    </a:cubicBezTo>
                    <a:lnTo>
                      <a:pt x="2092" y="4688"/>
                    </a:lnTo>
                    <a:lnTo>
                      <a:pt x="2092" y="4685"/>
                    </a:lnTo>
                    <a:lnTo>
                      <a:pt x="2090" y="4683"/>
                    </a:lnTo>
                    <a:lnTo>
                      <a:pt x="2088" y="4675"/>
                    </a:lnTo>
                    <a:cubicBezTo>
                      <a:pt x="2084" y="4669"/>
                      <a:pt x="2085" y="4664"/>
                      <a:pt x="2084" y="4659"/>
                    </a:cubicBezTo>
                    <a:cubicBezTo>
                      <a:pt x="2084" y="4657"/>
                      <a:pt x="2082" y="4655"/>
                      <a:pt x="2082" y="4652"/>
                    </a:cubicBezTo>
                    <a:lnTo>
                      <a:pt x="2084" y="4645"/>
                    </a:lnTo>
                    <a:cubicBezTo>
                      <a:pt x="2085" y="4625"/>
                      <a:pt x="2094" y="4604"/>
                      <a:pt x="2112" y="4581"/>
                    </a:cubicBezTo>
                    <a:cubicBezTo>
                      <a:pt x="2148" y="4535"/>
                      <a:pt x="2204" y="4496"/>
                      <a:pt x="2264" y="4468"/>
                    </a:cubicBezTo>
                    <a:cubicBezTo>
                      <a:pt x="2323" y="4437"/>
                      <a:pt x="2386" y="4416"/>
                      <a:pt x="2446" y="4402"/>
                    </a:cubicBezTo>
                    <a:cubicBezTo>
                      <a:pt x="2461" y="4399"/>
                      <a:pt x="2478" y="4395"/>
                      <a:pt x="2493" y="4393"/>
                    </a:cubicBezTo>
                    <a:cubicBezTo>
                      <a:pt x="2508" y="4389"/>
                      <a:pt x="2521" y="4387"/>
                      <a:pt x="2539" y="4386"/>
                    </a:cubicBezTo>
                    <a:cubicBezTo>
                      <a:pt x="2568" y="4382"/>
                      <a:pt x="2598" y="4381"/>
                      <a:pt x="2625" y="4381"/>
                    </a:cubicBezTo>
                    <a:cubicBezTo>
                      <a:pt x="2736" y="4381"/>
                      <a:pt x="2829" y="4407"/>
                      <a:pt x="2887" y="4441"/>
                    </a:cubicBezTo>
                    <a:cubicBezTo>
                      <a:pt x="2915" y="4457"/>
                      <a:pt x="2935" y="4475"/>
                      <a:pt x="2947" y="4488"/>
                    </a:cubicBezTo>
                    <a:cubicBezTo>
                      <a:pt x="2958" y="4501"/>
                      <a:pt x="2963" y="4508"/>
                      <a:pt x="2963" y="4508"/>
                    </a:cubicBezTo>
                    <a:cubicBezTo>
                      <a:pt x="2963" y="4508"/>
                      <a:pt x="2958" y="4500"/>
                      <a:pt x="2947" y="4487"/>
                    </a:cubicBezTo>
                    <a:cubicBezTo>
                      <a:pt x="2935" y="4473"/>
                      <a:pt x="2915" y="4456"/>
                      <a:pt x="2888" y="4437"/>
                    </a:cubicBezTo>
                    <a:cubicBezTo>
                      <a:pt x="2833" y="4402"/>
                      <a:pt x="2742" y="4367"/>
                      <a:pt x="2627" y="4348"/>
                    </a:cubicBezTo>
                    <a:cubicBezTo>
                      <a:pt x="2583" y="4342"/>
                      <a:pt x="2532" y="4338"/>
                      <a:pt x="2481" y="4338"/>
                    </a:cubicBezTo>
                    <a:cubicBezTo>
                      <a:pt x="2468" y="4338"/>
                      <a:pt x="2454" y="4338"/>
                      <a:pt x="2441" y="4339"/>
                    </a:cubicBezTo>
                    <a:cubicBezTo>
                      <a:pt x="2372" y="4342"/>
                      <a:pt x="2303" y="4350"/>
                      <a:pt x="2230" y="4374"/>
                    </a:cubicBezTo>
                    <a:cubicBezTo>
                      <a:pt x="2157" y="4397"/>
                      <a:pt x="2082" y="4428"/>
                      <a:pt x="2018" y="4495"/>
                    </a:cubicBezTo>
                    <a:cubicBezTo>
                      <a:pt x="1987" y="4527"/>
                      <a:pt x="1957" y="4574"/>
                      <a:pt x="1951" y="4628"/>
                    </a:cubicBezTo>
                    <a:lnTo>
                      <a:pt x="1948" y="4648"/>
                    </a:lnTo>
                    <a:cubicBezTo>
                      <a:pt x="1948" y="4655"/>
                      <a:pt x="1948" y="4661"/>
                      <a:pt x="1949" y="4668"/>
                    </a:cubicBezTo>
                    <a:cubicBezTo>
                      <a:pt x="1951" y="4681"/>
                      <a:pt x="1951" y="4696"/>
                      <a:pt x="1956" y="4708"/>
                    </a:cubicBezTo>
                    <a:lnTo>
                      <a:pt x="1963" y="4726"/>
                    </a:lnTo>
                    <a:lnTo>
                      <a:pt x="1967" y="4736"/>
                    </a:lnTo>
                    <a:lnTo>
                      <a:pt x="1968" y="4742"/>
                    </a:lnTo>
                    <a:lnTo>
                      <a:pt x="1968" y="4743"/>
                    </a:lnTo>
                    <a:cubicBezTo>
                      <a:pt x="1967" y="4742"/>
                      <a:pt x="1967" y="4742"/>
                      <a:pt x="1967" y="4742"/>
                    </a:cubicBezTo>
                    <a:lnTo>
                      <a:pt x="1967" y="4742"/>
                    </a:lnTo>
                    <a:cubicBezTo>
                      <a:pt x="1966" y="4742"/>
                      <a:pt x="1970" y="4750"/>
                      <a:pt x="1971" y="4750"/>
                    </a:cubicBezTo>
                    <a:cubicBezTo>
                      <a:pt x="1971" y="4750"/>
                      <a:pt x="1971" y="4750"/>
                      <a:pt x="1971" y="4750"/>
                    </a:cubicBezTo>
                    <a:lnTo>
                      <a:pt x="1973" y="4751"/>
                    </a:lnTo>
                    <a:lnTo>
                      <a:pt x="1976" y="4757"/>
                    </a:lnTo>
                    <a:cubicBezTo>
                      <a:pt x="1685" y="4738"/>
                      <a:pt x="1479" y="4689"/>
                      <a:pt x="1471" y="4688"/>
                    </a:cubicBezTo>
                    <a:cubicBezTo>
                      <a:pt x="1290" y="4569"/>
                      <a:pt x="1125" y="4424"/>
                      <a:pt x="981" y="4261"/>
                    </a:cubicBezTo>
                    <a:cubicBezTo>
                      <a:pt x="939" y="4246"/>
                      <a:pt x="897" y="4232"/>
                      <a:pt x="856" y="4221"/>
                    </a:cubicBezTo>
                    <a:cubicBezTo>
                      <a:pt x="812" y="4207"/>
                      <a:pt x="769" y="4199"/>
                      <a:pt x="733" y="4194"/>
                    </a:cubicBezTo>
                    <a:cubicBezTo>
                      <a:pt x="704" y="4190"/>
                      <a:pt x="679" y="4188"/>
                      <a:pt x="659" y="4188"/>
                    </a:cubicBezTo>
                    <a:cubicBezTo>
                      <a:pt x="653" y="4188"/>
                      <a:pt x="647" y="4188"/>
                      <a:pt x="641" y="4189"/>
                    </a:cubicBezTo>
                    <a:cubicBezTo>
                      <a:pt x="620" y="4189"/>
                      <a:pt x="608" y="4194"/>
                      <a:pt x="608" y="4194"/>
                    </a:cubicBezTo>
                    <a:cubicBezTo>
                      <a:pt x="608" y="4194"/>
                      <a:pt x="620" y="4189"/>
                      <a:pt x="641" y="4186"/>
                    </a:cubicBezTo>
                    <a:cubicBezTo>
                      <a:pt x="664" y="4182"/>
                      <a:pt x="695" y="4179"/>
                      <a:pt x="734" y="4179"/>
                    </a:cubicBezTo>
                    <a:cubicBezTo>
                      <a:pt x="773" y="4181"/>
                      <a:pt x="816" y="4182"/>
                      <a:pt x="863" y="4191"/>
                    </a:cubicBezTo>
                    <a:cubicBezTo>
                      <a:pt x="910" y="4198"/>
                      <a:pt x="961" y="4207"/>
                      <a:pt x="1009" y="4219"/>
                    </a:cubicBezTo>
                    <a:cubicBezTo>
                      <a:pt x="1058" y="4232"/>
                      <a:pt x="1109" y="4245"/>
                      <a:pt x="1154" y="4258"/>
                    </a:cubicBezTo>
                    <a:cubicBezTo>
                      <a:pt x="1199" y="4269"/>
                      <a:pt x="1239" y="4285"/>
                      <a:pt x="1275" y="4296"/>
                    </a:cubicBezTo>
                    <a:cubicBezTo>
                      <a:pt x="1262" y="4283"/>
                      <a:pt x="1236" y="4261"/>
                      <a:pt x="1199" y="4236"/>
                    </a:cubicBezTo>
                    <a:cubicBezTo>
                      <a:pt x="1185" y="4226"/>
                      <a:pt x="1170" y="4215"/>
                      <a:pt x="1154" y="4205"/>
                    </a:cubicBezTo>
                    <a:cubicBezTo>
                      <a:pt x="1137" y="4193"/>
                      <a:pt x="1121" y="4182"/>
                      <a:pt x="1102" y="4171"/>
                    </a:cubicBezTo>
                    <a:cubicBezTo>
                      <a:pt x="1064" y="4148"/>
                      <a:pt x="1023" y="4127"/>
                      <a:pt x="980" y="4108"/>
                    </a:cubicBezTo>
                    <a:cubicBezTo>
                      <a:pt x="957" y="4099"/>
                      <a:pt x="935" y="4091"/>
                      <a:pt x="913" y="4084"/>
                    </a:cubicBezTo>
                    <a:cubicBezTo>
                      <a:pt x="890" y="4074"/>
                      <a:pt x="867" y="4068"/>
                      <a:pt x="845" y="4064"/>
                    </a:cubicBezTo>
                    <a:cubicBezTo>
                      <a:pt x="823" y="4057"/>
                      <a:pt x="801" y="4053"/>
                      <a:pt x="780" y="4050"/>
                    </a:cubicBezTo>
                    <a:cubicBezTo>
                      <a:pt x="761" y="4046"/>
                      <a:pt x="742" y="4044"/>
                      <a:pt x="726" y="4041"/>
                    </a:cubicBezTo>
                    <a:cubicBezTo>
                      <a:pt x="719" y="4023"/>
                      <a:pt x="706" y="3984"/>
                      <a:pt x="686" y="3936"/>
                    </a:cubicBezTo>
                    <a:cubicBezTo>
                      <a:pt x="657" y="3865"/>
                      <a:pt x="615" y="3772"/>
                      <a:pt x="573" y="3682"/>
                    </a:cubicBezTo>
                    <a:cubicBezTo>
                      <a:pt x="487" y="3501"/>
                      <a:pt x="392" y="3325"/>
                      <a:pt x="392" y="3325"/>
                    </a:cubicBezTo>
                    <a:lnTo>
                      <a:pt x="392" y="3325"/>
                    </a:lnTo>
                    <a:cubicBezTo>
                      <a:pt x="392" y="3325"/>
                      <a:pt x="463" y="3511"/>
                      <a:pt x="523" y="3701"/>
                    </a:cubicBezTo>
                    <a:cubicBezTo>
                      <a:pt x="547" y="3782"/>
                      <a:pt x="573" y="3862"/>
                      <a:pt x="592" y="3927"/>
                    </a:cubicBezTo>
                    <a:cubicBezTo>
                      <a:pt x="486" y="3742"/>
                      <a:pt x="403" y="3538"/>
                      <a:pt x="349" y="3324"/>
                    </a:cubicBezTo>
                    <a:lnTo>
                      <a:pt x="349" y="3324"/>
                    </a:lnTo>
                    <a:cubicBezTo>
                      <a:pt x="350" y="3322"/>
                      <a:pt x="351" y="3319"/>
                      <a:pt x="354" y="3316"/>
                    </a:cubicBezTo>
                    <a:cubicBezTo>
                      <a:pt x="358" y="3306"/>
                      <a:pt x="365" y="3294"/>
                      <a:pt x="374" y="3281"/>
                    </a:cubicBezTo>
                    <a:cubicBezTo>
                      <a:pt x="381" y="3267"/>
                      <a:pt x="389" y="3250"/>
                      <a:pt x="396" y="3232"/>
                    </a:cubicBezTo>
                    <a:cubicBezTo>
                      <a:pt x="404" y="3215"/>
                      <a:pt x="412" y="3195"/>
                      <a:pt x="418" y="3175"/>
                    </a:cubicBezTo>
                    <a:cubicBezTo>
                      <a:pt x="428" y="3155"/>
                      <a:pt x="435" y="3133"/>
                      <a:pt x="440" y="3110"/>
                    </a:cubicBezTo>
                    <a:cubicBezTo>
                      <a:pt x="447" y="3087"/>
                      <a:pt x="453" y="3065"/>
                      <a:pt x="459" y="3040"/>
                    </a:cubicBezTo>
                    <a:cubicBezTo>
                      <a:pt x="464" y="3018"/>
                      <a:pt x="469" y="2993"/>
                      <a:pt x="472" y="2969"/>
                    </a:cubicBezTo>
                    <a:cubicBezTo>
                      <a:pt x="480" y="2920"/>
                      <a:pt x="484" y="2873"/>
                      <a:pt x="486" y="2828"/>
                    </a:cubicBezTo>
                    <a:cubicBezTo>
                      <a:pt x="486" y="2805"/>
                      <a:pt x="487" y="2784"/>
                      <a:pt x="486" y="2764"/>
                    </a:cubicBezTo>
                    <a:cubicBezTo>
                      <a:pt x="486" y="2744"/>
                      <a:pt x="484" y="2725"/>
                      <a:pt x="483" y="2707"/>
                    </a:cubicBezTo>
                    <a:cubicBezTo>
                      <a:pt x="478" y="2636"/>
                      <a:pt x="467" y="2591"/>
                      <a:pt x="467" y="2591"/>
                    </a:cubicBezTo>
                    <a:cubicBezTo>
                      <a:pt x="467" y="2591"/>
                      <a:pt x="460" y="2636"/>
                      <a:pt x="443" y="2702"/>
                    </a:cubicBezTo>
                    <a:cubicBezTo>
                      <a:pt x="437" y="2718"/>
                      <a:pt x="432" y="2736"/>
                      <a:pt x="427" y="2754"/>
                    </a:cubicBezTo>
                    <a:cubicBezTo>
                      <a:pt x="422" y="2772"/>
                      <a:pt x="413" y="2791"/>
                      <a:pt x="406" y="2811"/>
                    </a:cubicBezTo>
                    <a:cubicBezTo>
                      <a:pt x="400" y="2828"/>
                      <a:pt x="393" y="2844"/>
                      <a:pt x="385" y="2862"/>
                    </a:cubicBezTo>
                    <a:cubicBezTo>
                      <a:pt x="373" y="2663"/>
                      <a:pt x="396" y="2486"/>
                      <a:pt x="429" y="2291"/>
                    </a:cubicBezTo>
                    <a:cubicBezTo>
                      <a:pt x="460" y="2114"/>
                      <a:pt x="504" y="1930"/>
                      <a:pt x="568" y="1757"/>
                    </a:cubicBezTo>
                    <a:cubicBezTo>
                      <a:pt x="568" y="1751"/>
                      <a:pt x="568" y="1749"/>
                      <a:pt x="570" y="1743"/>
                    </a:cubicBezTo>
                    <a:lnTo>
                      <a:pt x="574" y="1663"/>
                    </a:lnTo>
                    <a:cubicBezTo>
                      <a:pt x="574" y="1636"/>
                      <a:pt x="577" y="1608"/>
                      <a:pt x="577" y="1579"/>
                    </a:cubicBezTo>
                    <a:lnTo>
                      <a:pt x="577" y="1495"/>
                    </a:lnTo>
                    <a:cubicBezTo>
                      <a:pt x="574" y="1468"/>
                      <a:pt x="574" y="1441"/>
                      <a:pt x="573" y="1414"/>
                    </a:cubicBezTo>
                    <a:cubicBezTo>
                      <a:pt x="570" y="1362"/>
                      <a:pt x="563" y="1313"/>
                      <a:pt x="554" y="1273"/>
                    </a:cubicBezTo>
                    <a:cubicBezTo>
                      <a:pt x="546" y="1233"/>
                      <a:pt x="537" y="1199"/>
                      <a:pt x="527" y="1176"/>
                    </a:cubicBezTo>
                    <a:cubicBezTo>
                      <a:pt x="519" y="1152"/>
                      <a:pt x="511" y="1140"/>
                      <a:pt x="511" y="1140"/>
                    </a:cubicBezTo>
                    <a:lnTo>
                      <a:pt x="511" y="1140"/>
                    </a:lnTo>
                    <a:cubicBezTo>
                      <a:pt x="511" y="1140"/>
                      <a:pt x="521" y="1151"/>
                      <a:pt x="533" y="1172"/>
                    </a:cubicBezTo>
                    <a:cubicBezTo>
                      <a:pt x="545" y="1194"/>
                      <a:pt x="559" y="1226"/>
                      <a:pt x="573" y="1268"/>
                    </a:cubicBezTo>
                    <a:cubicBezTo>
                      <a:pt x="586" y="1308"/>
                      <a:pt x="600" y="1358"/>
                      <a:pt x="610" y="1409"/>
                    </a:cubicBezTo>
                    <a:cubicBezTo>
                      <a:pt x="617" y="1436"/>
                      <a:pt x="620" y="1463"/>
                      <a:pt x="625" y="1489"/>
                    </a:cubicBezTo>
                    <a:cubicBezTo>
                      <a:pt x="631" y="1519"/>
                      <a:pt x="633" y="1546"/>
                      <a:pt x="637" y="1574"/>
                    </a:cubicBezTo>
                    <a:cubicBezTo>
                      <a:pt x="640" y="1602"/>
                      <a:pt x="641" y="1630"/>
                      <a:pt x="645" y="1660"/>
                    </a:cubicBezTo>
                    <a:cubicBezTo>
                      <a:pt x="648" y="1688"/>
                      <a:pt x="648" y="1715"/>
                      <a:pt x="651" y="1742"/>
                    </a:cubicBezTo>
                    <a:cubicBezTo>
                      <a:pt x="653" y="1794"/>
                      <a:pt x="655" y="1843"/>
                      <a:pt x="657" y="1884"/>
                    </a:cubicBezTo>
                    <a:cubicBezTo>
                      <a:pt x="666" y="1864"/>
                      <a:pt x="679" y="1829"/>
                      <a:pt x="691" y="1783"/>
                    </a:cubicBezTo>
                    <a:cubicBezTo>
                      <a:pt x="702" y="1747"/>
                      <a:pt x="711" y="1703"/>
                      <a:pt x="721" y="1656"/>
                    </a:cubicBezTo>
                    <a:cubicBezTo>
                      <a:pt x="725" y="1633"/>
                      <a:pt x="729" y="1608"/>
                      <a:pt x="731" y="1582"/>
                    </a:cubicBezTo>
                    <a:cubicBezTo>
                      <a:pt x="734" y="1557"/>
                      <a:pt x="735" y="1530"/>
                      <a:pt x="738" y="1503"/>
                    </a:cubicBezTo>
                    <a:cubicBezTo>
                      <a:pt x="739" y="1476"/>
                      <a:pt x="739" y="1449"/>
                      <a:pt x="739" y="1422"/>
                    </a:cubicBezTo>
                    <a:cubicBezTo>
                      <a:pt x="739" y="1395"/>
                      <a:pt x="738" y="1370"/>
                      <a:pt x="734" y="1344"/>
                    </a:cubicBezTo>
                    <a:cubicBezTo>
                      <a:pt x="733" y="1319"/>
                      <a:pt x="729" y="1293"/>
                      <a:pt x="726" y="1270"/>
                    </a:cubicBezTo>
                    <a:cubicBezTo>
                      <a:pt x="722" y="1248"/>
                      <a:pt x="719" y="1228"/>
                      <a:pt x="714" y="1210"/>
                    </a:cubicBezTo>
                    <a:cubicBezTo>
                      <a:pt x="731" y="1194"/>
                      <a:pt x="765" y="1167"/>
                      <a:pt x="805" y="1132"/>
                    </a:cubicBezTo>
                    <a:cubicBezTo>
                      <a:pt x="867" y="1078"/>
                      <a:pt x="944" y="1003"/>
                      <a:pt x="1021" y="925"/>
                    </a:cubicBezTo>
                    <a:cubicBezTo>
                      <a:pt x="1174" y="772"/>
                      <a:pt x="1318" y="613"/>
                      <a:pt x="1318" y="612"/>
                    </a:cubicBezTo>
                    <a:lnTo>
                      <a:pt x="1318" y="612"/>
                    </a:lnTo>
                    <a:cubicBezTo>
                      <a:pt x="1318" y="613"/>
                      <a:pt x="1154" y="751"/>
                      <a:pt x="982" y="882"/>
                    </a:cubicBezTo>
                    <a:cubicBezTo>
                      <a:pt x="907" y="941"/>
                      <a:pt x="829" y="997"/>
                      <a:pt x="766" y="1038"/>
                    </a:cubicBezTo>
                    <a:cubicBezTo>
                      <a:pt x="910" y="861"/>
                      <a:pt x="1080" y="704"/>
                      <a:pt x="1271" y="574"/>
                    </a:cubicBezTo>
                    <a:cubicBezTo>
                      <a:pt x="1278" y="568"/>
                      <a:pt x="1290" y="565"/>
                      <a:pt x="1302" y="563"/>
                    </a:cubicBezTo>
                    <a:cubicBezTo>
                      <a:pt x="1306" y="565"/>
                      <a:pt x="1311" y="565"/>
                      <a:pt x="1317" y="567"/>
                    </a:cubicBezTo>
                    <a:cubicBezTo>
                      <a:pt x="1329" y="570"/>
                      <a:pt x="1344" y="572"/>
                      <a:pt x="1360" y="576"/>
                    </a:cubicBezTo>
                    <a:cubicBezTo>
                      <a:pt x="1377" y="580"/>
                      <a:pt x="1397" y="582"/>
                      <a:pt x="1418" y="586"/>
                    </a:cubicBezTo>
                    <a:cubicBezTo>
                      <a:pt x="1438" y="588"/>
                      <a:pt x="1461" y="590"/>
                      <a:pt x="1485" y="590"/>
                    </a:cubicBezTo>
                    <a:cubicBezTo>
                      <a:pt x="1501" y="592"/>
                      <a:pt x="1520" y="593"/>
                      <a:pt x="1538" y="593"/>
                    </a:cubicBezTo>
                    <a:cubicBezTo>
                      <a:pt x="1545" y="593"/>
                      <a:pt x="1552" y="593"/>
                      <a:pt x="1559" y="592"/>
                    </a:cubicBezTo>
                    <a:cubicBezTo>
                      <a:pt x="1584" y="592"/>
                      <a:pt x="1611" y="590"/>
                      <a:pt x="1638" y="588"/>
                    </a:cubicBezTo>
                    <a:cubicBezTo>
                      <a:pt x="1665" y="587"/>
                      <a:pt x="1691" y="583"/>
                      <a:pt x="1716" y="579"/>
                    </a:cubicBezTo>
                    <a:cubicBezTo>
                      <a:pt x="1743" y="575"/>
                      <a:pt x="1768" y="568"/>
                      <a:pt x="1794" y="563"/>
                    </a:cubicBezTo>
                    <a:cubicBezTo>
                      <a:pt x="1819" y="559"/>
                      <a:pt x="1843" y="549"/>
                      <a:pt x="1866" y="545"/>
                    </a:cubicBezTo>
                    <a:cubicBezTo>
                      <a:pt x="1913" y="532"/>
                      <a:pt x="1955" y="516"/>
                      <a:pt x="1990" y="501"/>
                    </a:cubicBezTo>
                    <a:cubicBezTo>
                      <a:pt x="2061" y="473"/>
                      <a:pt x="2104" y="447"/>
                      <a:pt x="2104" y="447"/>
                    </a:cubicBezTo>
                    <a:lnTo>
                      <a:pt x="2104" y="447"/>
                    </a:lnTo>
                    <a:cubicBezTo>
                      <a:pt x="2104" y="447"/>
                      <a:pt x="2055" y="458"/>
                      <a:pt x="1980" y="459"/>
                    </a:cubicBezTo>
                    <a:cubicBezTo>
                      <a:pt x="1969" y="460"/>
                      <a:pt x="1957" y="460"/>
                      <a:pt x="1945" y="460"/>
                    </a:cubicBezTo>
                    <a:cubicBezTo>
                      <a:pt x="1933" y="460"/>
                      <a:pt x="1920" y="460"/>
                      <a:pt x="1908" y="459"/>
                    </a:cubicBezTo>
                    <a:cubicBezTo>
                      <a:pt x="1969" y="446"/>
                      <a:pt x="2034" y="435"/>
                      <a:pt x="2098" y="427"/>
                    </a:cubicBezTo>
                    <a:cubicBezTo>
                      <a:pt x="2238" y="411"/>
                      <a:pt x="2383" y="400"/>
                      <a:pt x="2524" y="384"/>
                    </a:cubicBezTo>
                    <a:cubicBezTo>
                      <a:pt x="2661" y="367"/>
                      <a:pt x="2779" y="348"/>
                      <a:pt x="2884" y="335"/>
                    </a:cubicBezTo>
                    <a:cubicBezTo>
                      <a:pt x="2983" y="322"/>
                      <a:pt x="3072" y="314"/>
                      <a:pt x="3159" y="314"/>
                    </a:cubicBezTo>
                    <a:cubicBezTo>
                      <a:pt x="3263" y="314"/>
                      <a:pt x="3365" y="326"/>
                      <a:pt x="3479" y="357"/>
                    </a:cubicBezTo>
                    <a:cubicBezTo>
                      <a:pt x="3519" y="352"/>
                      <a:pt x="3566" y="344"/>
                      <a:pt x="3613" y="333"/>
                    </a:cubicBezTo>
                    <a:cubicBezTo>
                      <a:pt x="3643" y="326"/>
                      <a:pt x="3674" y="318"/>
                      <a:pt x="3702" y="308"/>
                    </a:cubicBezTo>
                    <a:cubicBezTo>
                      <a:pt x="3730" y="300"/>
                      <a:pt x="3755" y="288"/>
                      <a:pt x="3777" y="278"/>
                    </a:cubicBezTo>
                    <a:cubicBezTo>
                      <a:pt x="3800" y="267"/>
                      <a:pt x="3816" y="257"/>
                      <a:pt x="3827" y="247"/>
                    </a:cubicBezTo>
                    <a:cubicBezTo>
                      <a:pt x="3837" y="239"/>
                      <a:pt x="3841" y="233"/>
                      <a:pt x="3841" y="232"/>
                    </a:cubicBezTo>
                    <a:close/>
                    <a:moveTo>
                      <a:pt x="5285" y="2447"/>
                    </a:moveTo>
                    <a:lnTo>
                      <a:pt x="5285" y="2447"/>
                    </a:lnTo>
                    <a:cubicBezTo>
                      <a:pt x="5285" y="2447"/>
                      <a:pt x="5286" y="2462"/>
                      <a:pt x="5290" y="2488"/>
                    </a:cubicBezTo>
                    <a:cubicBezTo>
                      <a:pt x="5292" y="2502"/>
                      <a:pt x="5293" y="2519"/>
                      <a:pt x="5294" y="2540"/>
                    </a:cubicBezTo>
                    <a:cubicBezTo>
                      <a:pt x="5297" y="2560"/>
                      <a:pt x="5297" y="2582"/>
                      <a:pt x="5297" y="2608"/>
                    </a:cubicBezTo>
                    <a:cubicBezTo>
                      <a:pt x="5297" y="2660"/>
                      <a:pt x="5292" y="2722"/>
                      <a:pt x="5280" y="2792"/>
                    </a:cubicBezTo>
                    <a:cubicBezTo>
                      <a:pt x="5268" y="2863"/>
                      <a:pt x="5250" y="2942"/>
                      <a:pt x="5225" y="3027"/>
                    </a:cubicBezTo>
                    <a:cubicBezTo>
                      <a:pt x="5199" y="3112"/>
                      <a:pt x="5171" y="3202"/>
                      <a:pt x="5140" y="3300"/>
                    </a:cubicBezTo>
                    <a:cubicBezTo>
                      <a:pt x="5112" y="3395"/>
                      <a:pt x="5086" y="3500"/>
                      <a:pt x="5055" y="3604"/>
                    </a:cubicBezTo>
                    <a:cubicBezTo>
                      <a:pt x="5023" y="3711"/>
                      <a:pt x="4990" y="3819"/>
                      <a:pt x="4945" y="3927"/>
                    </a:cubicBezTo>
                    <a:cubicBezTo>
                      <a:pt x="4904" y="4034"/>
                      <a:pt x="4854" y="4143"/>
                      <a:pt x="4790" y="4244"/>
                    </a:cubicBezTo>
                    <a:cubicBezTo>
                      <a:pt x="4757" y="4295"/>
                      <a:pt x="4724" y="4343"/>
                      <a:pt x="4686" y="4389"/>
                    </a:cubicBezTo>
                    <a:cubicBezTo>
                      <a:pt x="4667" y="4411"/>
                      <a:pt x="4647" y="4434"/>
                      <a:pt x="4627" y="4454"/>
                    </a:cubicBezTo>
                    <a:lnTo>
                      <a:pt x="4612" y="4471"/>
                    </a:lnTo>
                    <a:cubicBezTo>
                      <a:pt x="4606" y="4477"/>
                      <a:pt x="4600" y="4481"/>
                      <a:pt x="4595" y="4485"/>
                    </a:cubicBezTo>
                    <a:cubicBezTo>
                      <a:pt x="4585" y="4496"/>
                      <a:pt x="4573" y="4505"/>
                      <a:pt x="4561" y="4515"/>
                    </a:cubicBezTo>
                    <a:cubicBezTo>
                      <a:pt x="4465" y="4586"/>
                      <a:pt x="4350" y="4618"/>
                      <a:pt x="4246" y="4651"/>
                    </a:cubicBezTo>
                    <a:cubicBezTo>
                      <a:pt x="4140" y="4680"/>
                      <a:pt x="4038" y="4710"/>
                      <a:pt x="3952" y="4757"/>
                    </a:cubicBezTo>
                    <a:cubicBezTo>
                      <a:pt x="3863" y="4804"/>
                      <a:pt x="3788" y="4859"/>
                      <a:pt x="3714" y="4910"/>
                    </a:cubicBezTo>
                    <a:cubicBezTo>
                      <a:pt x="3641" y="4959"/>
                      <a:pt x="3574" y="5005"/>
                      <a:pt x="3512" y="5040"/>
                    </a:cubicBezTo>
                    <a:cubicBezTo>
                      <a:pt x="3451" y="5075"/>
                      <a:pt x="3392" y="5100"/>
                      <a:pt x="3343" y="5118"/>
                    </a:cubicBezTo>
                    <a:cubicBezTo>
                      <a:pt x="3294" y="5134"/>
                      <a:pt x="3253" y="5142"/>
                      <a:pt x="3226" y="5146"/>
                    </a:cubicBezTo>
                    <a:cubicBezTo>
                      <a:pt x="3200" y="5149"/>
                      <a:pt x="3185" y="5153"/>
                      <a:pt x="3185" y="5153"/>
                    </a:cubicBezTo>
                    <a:cubicBezTo>
                      <a:pt x="3185" y="5153"/>
                      <a:pt x="3200" y="5149"/>
                      <a:pt x="3226" y="5145"/>
                    </a:cubicBezTo>
                    <a:cubicBezTo>
                      <a:pt x="3253" y="5139"/>
                      <a:pt x="3292" y="5127"/>
                      <a:pt x="3341" y="5111"/>
                    </a:cubicBezTo>
                    <a:cubicBezTo>
                      <a:pt x="3388" y="5092"/>
                      <a:pt x="3445" y="5065"/>
                      <a:pt x="3506" y="5028"/>
                    </a:cubicBezTo>
                    <a:cubicBezTo>
                      <a:pt x="3566" y="4992"/>
                      <a:pt x="3632" y="4945"/>
                      <a:pt x="3702" y="4892"/>
                    </a:cubicBezTo>
                    <a:cubicBezTo>
                      <a:pt x="3773" y="4840"/>
                      <a:pt x="3850" y="4783"/>
                      <a:pt x="3938" y="4732"/>
                    </a:cubicBezTo>
                    <a:cubicBezTo>
                      <a:pt x="4029" y="4680"/>
                      <a:pt x="4132" y="4651"/>
                      <a:pt x="4238" y="4621"/>
                    </a:cubicBezTo>
                    <a:cubicBezTo>
                      <a:pt x="4341" y="4589"/>
                      <a:pt x="4452" y="4555"/>
                      <a:pt x="4540" y="4489"/>
                    </a:cubicBezTo>
                    <a:cubicBezTo>
                      <a:pt x="4552" y="4483"/>
                      <a:pt x="4561" y="4473"/>
                      <a:pt x="4572" y="4463"/>
                    </a:cubicBezTo>
                    <a:cubicBezTo>
                      <a:pt x="4576" y="4457"/>
                      <a:pt x="4583" y="4452"/>
                      <a:pt x="4587" y="4449"/>
                    </a:cubicBezTo>
                    <a:lnTo>
                      <a:pt x="4602" y="4434"/>
                    </a:lnTo>
                    <a:cubicBezTo>
                      <a:pt x="4622" y="4414"/>
                      <a:pt x="4640" y="4391"/>
                      <a:pt x="4659" y="4370"/>
                    </a:cubicBezTo>
                    <a:cubicBezTo>
                      <a:pt x="4696" y="4327"/>
                      <a:pt x="4728" y="4277"/>
                      <a:pt x="4760" y="4229"/>
                    </a:cubicBezTo>
                    <a:cubicBezTo>
                      <a:pt x="4822" y="4132"/>
                      <a:pt x="4871" y="4026"/>
                      <a:pt x="4914" y="3920"/>
                    </a:cubicBezTo>
                    <a:cubicBezTo>
                      <a:pt x="4956" y="3806"/>
                      <a:pt x="4991" y="3698"/>
                      <a:pt x="5023" y="3594"/>
                    </a:cubicBezTo>
                    <a:cubicBezTo>
                      <a:pt x="5055" y="3488"/>
                      <a:pt x="5085" y="3387"/>
                      <a:pt x="5113" y="3289"/>
                    </a:cubicBezTo>
                    <a:cubicBezTo>
                      <a:pt x="5145" y="3193"/>
                      <a:pt x="5176" y="3102"/>
                      <a:pt x="5203" y="3020"/>
                    </a:cubicBezTo>
                    <a:cubicBezTo>
                      <a:pt x="5230" y="2937"/>
                      <a:pt x="5251" y="2859"/>
                      <a:pt x="5265" y="2791"/>
                    </a:cubicBezTo>
                    <a:cubicBezTo>
                      <a:pt x="5280" y="2722"/>
                      <a:pt x="5286" y="2660"/>
                      <a:pt x="5288" y="2608"/>
                    </a:cubicBezTo>
                    <a:cubicBezTo>
                      <a:pt x="5290" y="2582"/>
                      <a:pt x="5290" y="2560"/>
                      <a:pt x="5290" y="2540"/>
                    </a:cubicBezTo>
                    <a:cubicBezTo>
                      <a:pt x="5290" y="2519"/>
                      <a:pt x="5290" y="2502"/>
                      <a:pt x="5288" y="2488"/>
                    </a:cubicBezTo>
                    <a:cubicBezTo>
                      <a:pt x="5286" y="2462"/>
                      <a:pt x="5285" y="2447"/>
                      <a:pt x="5285" y="2447"/>
                    </a:cubicBezTo>
                    <a:close/>
                    <a:moveTo>
                      <a:pt x="3164" y="1"/>
                    </a:moveTo>
                    <a:cubicBezTo>
                      <a:pt x="3063" y="1"/>
                      <a:pt x="2960" y="9"/>
                      <a:pt x="2848" y="23"/>
                    </a:cubicBezTo>
                    <a:cubicBezTo>
                      <a:pt x="2797" y="30"/>
                      <a:pt x="2743" y="36"/>
                      <a:pt x="2688" y="44"/>
                    </a:cubicBezTo>
                    <a:cubicBezTo>
                      <a:pt x="2625" y="52"/>
                      <a:pt x="2559" y="63"/>
                      <a:pt x="2488" y="71"/>
                    </a:cubicBezTo>
                    <a:cubicBezTo>
                      <a:pt x="2421" y="79"/>
                      <a:pt x="2354" y="86"/>
                      <a:pt x="2284" y="93"/>
                    </a:cubicBezTo>
                    <a:cubicBezTo>
                      <a:pt x="2211" y="99"/>
                      <a:pt x="2137" y="106"/>
                      <a:pt x="2063" y="117"/>
                    </a:cubicBezTo>
                    <a:cubicBezTo>
                      <a:pt x="1906" y="137"/>
                      <a:pt x="1705" y="172"/>
                      <a:pt x="1513" y="265"/>
                    </a:cubicBezTo>
                    <a:cubicBezTo>
                      <a:pt x="1501" y="263"/>
                      <a:pt x="1491" y="261"/>
                      <a:pt x="1481" y="261"/>
                    </a:cubicBezTo>
                    <a:cubicBezTo>
                      <a:pt x="1435" y="255"/>
                      <a:pt x="1385" y="249"/>
                      <a:pt x="1333" y="249"/>
                    </a:cubicBezTo>
                    <a:cubicBezTo>
                      <a:pt x="1311" y="249"/>
                      <a:pt x="1289" y="250"/>
                      <a:pt x="1267" y="253"/>
                    </a:cubicBezTo>
                    <a:cubicBezTo>
                      <a:pt x="1203" y="261"/>
                      <a:pt x="1144" y="281"/>
                      <a:pt x="1095" y="317"/>
                    </a:cubicBezTo>
                    <a:cubicBezTo>
                      <a:pt x="845" y="489"/>
                      <a:pt x="625" y="701"/>
                      <a:pt x="444" y="946"/>
                    </a:cubicBezTo>
                    <a:cubicBezTo>
                      <a:pt x="330" y="1100"/>
                      <a:pt x="370" y="1270"/>
                      <a:pt x="394" y="1373"/>
                    </a:cubicBezTo>
                    <a:cubicBezTo>
                      <a:pt x="394" y="1374"/>
                      <a:pt x="394" y="1375"/>
                      <a:pt x="396" y="1378"/>
                    </a:cubicBezTo>
                    <a:cubicBezTo>
                      <a:pt x="275" y="1609"/>
                      <a:pt x="182" y="1898"/>
                      <a:pt x="122" y="2237"/>
                    </a:cubicBezTo>
                    <a:cubicBezTo>
                      <a:pt x="76" y="2497"/>
                      <a:pt x="52" y="2728"/>
                      <a:pt x="83" y="2996"/>
                    </a:cubicBezTo>
                    <a:cubicBezTo>
                      <a:pt x="80" y="3011"/>
                      <a:pt x="73" y="3034"/>
                      <a:pt x="68" y="3051"/>
                    </a:cubicBezTo>
                    <a:cubicBezTo>
                      <a:pt x="37" y="3144"/>
                      <a:pt x="1" y="3266"/>
                      <a:pt x="34" y="3399"/>
                    </a:cubicBezTo>
                    <a:cubicBezTo>
                      <a:pt x="102" y="3670"/>
                      <a:pt x="210" y="3929"/>
                      <a:pt x="357" y="4167"/>
                    </a:cubicBezTo>
                    <a:cubicBezTo>
                      <a:pt x="436" y="4295"/>
                      <a:pt x="563" y="4343"/>
                      <a:pt x="640" y="4373"/>
                    </a:cubicBezTo>
                    <a:cubicBezTo>
                      <a:pt x="644" y="4374"/>
                      <a:pt x="649" y="4375"/>
                      <a:pt x="653" y="4377"/>
                    </a:cubicBezTo>
                    <a:cubicBezTo>
                      <a:pt x="1175" y="5034"/>
                      <a:pt x="1974" y="5414"/>
                      <a:pt x="2803" y="5414"/>
                    </a:cubicBezTo>
                    <a:cubicBezTo>
                      <a:pt x="2914" y="5414"/>
                      <a:pt x="3026" y="5407"/>
                      <a:pt x="3138" y="5393"/>
                    </a:cubicBezTo>
                    <a:cubicBezTo>
                      <a:pt x="3424" y="5357"/>
                      <a:pt x="3627" y="5212"/>
                      <a:pt x="3805" y="5084"/>
                    </a:cubicBezTo>
                    <a:cubicBezTo>
                      <a:pt x="3879" y="5032"/>
                      <a:pt x="3948" y="4981"/>
                      <a:pt x="4015" y="4946"/>
                    </a:cubicBezTo>
                    <a:cubicBezTo>
                      <a:pt x="4068" y="4918"/>
                      <a:pt x="4144" y="4896"/>
                      <a:pt x="4223" y="4872"/>
                    </a:cubicBezTo>
                    <a:cubicBezTo>
                      <a:pt x="4380" y="4826"/>
                      <a:pt x="4577" y="4769"/>
                      <a:pt x="4733" y="4612"/>
                    </a:cubicBezTo>
                    <a:cubicBezTo>
                      <a:pt x="5069" y="4276"/>
                      <a:pt x="5198" y="3819"/>
                      <a:pt x="5312" y="3415"/>
                    </a:cubicBezTo>
                    <a:lnTo>
                      <a:pt x="5325" y="3369"/>
                    </a:lnTo>
                    <a:cubicBezTo>
                      <a:pt x="5344" y="3308"/>
                      <a:pt x="5364" y="3246"/>
                      <a:pt x="5384" y="3180"/>
                    </a:cubicBezTo>
                    <a:cubicBezTo>
                      <a:pt x="5464" y="2938"/>
                      <a:pt x="5552" y="2667"/>
                      <a:pt x="5509" y="2338"/>
                    </a:cubicBezTo>
                    <a:cubicBezTo>
                      <a:pt x="5426" y="1668"/>
                      <a:pt x="5105" y="1065"/>
                      <a:pt x="4602" y="623"/>
                    </a:cubicBezTo>
                    <a:cubicBezTo>
                      <a:pt x="4595" y="543"/>
                      <a:pt x="4567" y="439"/>
                      <a:pt x="4461" y="364"/>
                    </a:cubicBezTo>
                    <a:cubicBezTo>
                      <a:pt x="4345" y="279"/>
                      <a:pt x="4221" y="206"/>
                      <a:pt x="4094" y="140"/>
                    </a:cubicBezTo>
                    <a:cubicBezTo>
                      <a:pt x="4021" y="104"/>
                      <a:pt x="3954" y="99"/>
                      <a:pt x="3758" y="86"/>
                    </a:cubicBezTo>
                    <a:cubicBezTo>
                      <a:pt x="3725" y="85"/>
                      <a:pt x="3675" y="82"/>
                      <a:pt x="3648" y="78"/>
                    </a:cubicBezTo>
                    <a:cubicBezTo>
                      <a:pt x="3472" y="22"/>
                      <a:pt x="3321" y="1"/>
                      <a:pt x="31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68"/>
              <p:cNvSpPr/>
              <p:nvPr/>
            </p:nvSpPr>
            <p:spPr>
              <a:xfrm>
                <a:off x="5796723" y="1982211"/>
                <a:ext cx="65731" cy="67554"/>
              </a:xfrm>
              <a:custGeom>
                <a:rect b="b" l="l" r="r" t="t"/>
                <a:pathLst>
                  <a:path extrusionOk="0" h="1297" w="1262">
                    <a:moveTo>
                      <a:pt x="536" y="54"/>
                    </a:moveTo>
                    <a:cubicBezTo>
                      <a:pt x="536" y="54"/>
                      <a:pt x="523" y="60"/>
                      <a:pt x="500" y="69"/>
                    </a:cubicBezTo>
                    <a:cubicBezTo>
                      <a:pt x="488" y="73"/>
                      <a:pt x="474" y="79"/>
                      <a:pt x="459" y="86"/>
                    </a:cubicBezTo>
                    <a:cubicBezTo>
                      <a:pt x="443" y="93"/>
                      <a:pt x="426" y="101"/>
                      <a:pt x="408" y="113"/>
                    </a:cubicBezTo>
                    <a:cubicBezTo>
                      <a:pt x="400" y="118"/>
                      <a:pt x="390" y="122"/>
                      <a:pt x="380" y="129"/>
                    </a:cubicBezTo>
                    <a:cubicBezTo>
                      <a:pt x="372" y="136"/>
                      <a:pt x="361" y="142"/>
                      <a:pt x="352" y="149"/>
                    </a:cubicBezTo>
                    <a:cubicBezTo>
                      <a:pt x="331" y="163"/>
                      <a:pt x="314" y="181"/>
                      <a:pt x="294" y="196"/>
                    </a:cubicBezTo>
                    <a:cubicBezTo>
                      <a:pt x="275" y="215"/>
                      <a:pt x="257" y="234"/>
                      <a:pt x="241" y="255"/>
                    </a:cubicBezTo>
                    <a:cubicBezTo>
                      <a:pt x="222" y="275"/>
                      <a:pt x="208" y="300"/>
                      <a:pt x="194" y="322"/>
                    </a:cubicBezTo>
                    <a:cubicBezTo>
                      <a:pt x="180" y="347"/>
                      <a:pt x="167" y="369"/>
                      <a:pt x="156" y="395"/>
                    </a:cubicBezTo>
                    <a:cubicBezTo>
                      <a:pt x="145" y="420"/>
                      <a:pt x="139" y="445"/>
                      <a:pt x="128" y="469"/>
                    </a:cubicBezTo>
                    <a:cubicBezTo>
                      <a:pt x="122" y="494"/>
                      <a:pt x="114" y="517"/>
                      <a:pt x="112" y="541"/>
                    </a:cubicBezTo>
                    <a:lnTo>
                      <a:pt x="106" y="576"/>
                    </a:lnTo>
                    <a:cubicBezTo>
                      <a:pt x="106" y="588"/>
                      <a:pt x="105" y="598"/>
                      <a:pt x="105" y="608"/>
                    </a:cubicBezTo>
                    <a:cubicBezTo>
                      <a:pt x="102" y="629"/>
                      <a:pt x="102" y="649"/>
                      <a:pt x="102" y="665"/>
                    </a:cubicBezTo>
                    <a:cubicBezTo>
                      <a:pt x="102" y="682"/>
                      <a:pt x="102" y="697"/>
                      <a:pt x="105" y="710"/>
                    </a:cubicBezTo>
                    <a:cubicBezTo>
                      <a:pt x="106" y="736"/>
                      <a:pt x="108" y="749"/>
                      <a:pt x="108" y="749"/>
                    </a:cubicBezTo>
                    <a:cubicBezTo>
                      <a:pt x="108" y="749"/>
                      <a:pt x="105" y="736"/>
                      <a:pt x="98" y="710"/>
                    </a:cubicBezTo>
                    <a:cubicBezTo>
                      <a:pt x="94" y="698"/>
                      <a:pt x="91" y="684"/>
                      <a:pt x="89" y="666"/>
                    </a:cubicBezTo>
                    <a:cubicBezTo>
                      <a:pt x="86" y="650"/>
                      <a:pt x="83" y="630"/>
                      <a:pt x="83" y="608"/>
                    </a:cubicBezTo>
                    <a:cubicBezTo>
                      <a:pt x="83" y="598"/>
                      <a:pt x="83" y="586"/>
                      <a:pt x="81" y="575"/>
                    </a:cubicBezTo>
                    <a:cubicBezTo>
                      <a:pt x="81" y="563"/>
                      <a:pt x="83" y="551"/>
                      <a:pt x="85" y="537"/>
                    </a:cubicBezTo>
                    <a:cubicBezTo>
                      <a:pt x="86" y="512"/>
                      <a:pt x="91" y="488"/>
                      <a:pt x="97" y="461"/>
                    </a:cubicBezTo>
                    <a:cubicBezTo>
                      <a:pt x="105" y="432"/>
                      <a:pt x="110" y="407"/>
                      <a:pt x="124" y="380"/>
                    </a:cubicBezTo>
                    <a:cubicBezTo>
                      <a:pt x="133" y="352"/>
                      <a:pt x="148" y="328"/>
                      <a:pt x="161" y="301"/>
                    </a:cubicBezTo>
                    <a:cubicBezTo>
                      <a:pt x="179" y="277"/>
                      <a:pt x="194" y="253"/>
                      <a:pt x="214" y="230"/>
                    </a:cubicBezTo>
                    <a:cubicBezTo>
                      <a:pt x="233" y="207"/>
                      <a:pt x="254" y="188"/>
                      <a:pt x="273" y="169"/>
                    </a:cubicBezTo>
                    <a:cubicBezTo>
                      <a:pt x="294" y="153"/>
                      <a:pt x="314" y="136"/>
                      <a:pt x="336" y="125"/>
                    </a:cubicBezTo>
                    <a:cubicBezTo>
                      <a:pt x="347" y="118"/>
                      <a:pt x="357" y="112"/>
                      <a:pt x="368" y="106"/>
                    </a:cubicBezTo>
                    <a:cubicBezTo>
                      <a:pt x="379" y="101"/>
                      <a:pt x="390" y="95"/>
                      <a:pt x="398" y="93"/>
                    </a:cubicBezTo>
                    <a:cubicBezTo>
                      <a:pt x="419" y="82"/>
                      <a:pt x="437" y="78"/>
                      <a:pt x="454" y="73"/>
                    </a:cubicBezTo>
                    <a:cubicBezTo>
                      <a:pt x="470" y="67"/>
                      <a:pt x="485" y="62"/>
                      <a:pt x="497" y="60"/>
                    </a:cubicBezTo>
                    <a:cubicBezTo>
                      <a:pt x="523" y="55"/>
                      <a:pt x="536" y="54"/>
                      <a:pt x="536" y="54"/>
                    </a:cubicBezTo>
                    <a:close/>
                    <a:moveTo>
                      <a:pt x="589" y="0"/>
                    </a:moveTo>
                    <a:cubicBezTo>
                      <a:pt x="582" y="0"/>
                      <a:pt x="574" y="1"/>
                      <a:pt x="567" y="1"/>
                    </a:cubicBezTo>
                    <a:cubicBezTo>
                      <a:pt x="556" y="1"/>
                      <a:pt x="548" y="4"/>
                      <a:pt x="537" y="5"/>
                    </a:cubicBezTo>
                    <a:cubicBezTo>
                      <a:pt x="533" y="5"/>
                      <a:pt x="529" y="5"/>
                      <a:pt x="523" y="7"/>
                    </a:cubicBezTo>
                    <a:lnTo>
                      <a:pt x="508" y="11"/>
                    </a:lnTo>
                    <a:cubicBezTo>
                      <a:pt x="427" y="24"/>
                      <a:pt x="340" y="58"/>
                      <a:pt x="261" y="116"/>
                    </a:cubicBezTo>
                    <a:cubicBezTo>
                      <a:pt x="181" y="173"/>
                      <a:pt x="113" y="254"/>
                      <a:pt x="67" y="351"/>
                    </a:cubicBezTo>
                    <a:cubicBezTo>
                      <a:pt x="43" y="400"/>
                      <a:pt x="30" y="451"/>
                      <a:pt x="16" y="508"/>
                    </a:cubicBezTo>
                    <a:cubicBezTo>
                      <a:pt x="7" y="563"/>
                      <a:pt x="0" y="616"/>
                      <a:pt x="7" y="678"/>
                    </a:cubicBezTo>
                    <a:cubicBezTo>
                      <a:pt x="10" y="710"/>
                      <a:pt x="14" y="733"/>
                      <a:pt x="18" y="757"/>
                    </a:cubicBezTo>
                    <a:lnTo>
                      <a:pt x="19" y="765"/>
                    </a:lnTo>
                    <a:lnTo>
                      <a:pt x="20" y="772"/>
                    </a:lnTo>
                    <a:lnTo>
                      <a:pt x="20" y="776"/>
                    </a:lnTo>
                    <a:lnTo>
                      <a:pt x="23" y="780"/>
                    </a:lnTo>
                    <a:lnTo>
                      <a:pt x="27" y="800"/>
                    </a:lnTo>
                    <a:cubicBezTo>
                      <a:pt x="31" y="814"/>
                      <a:pt x="34" y="830"/>
                      <a:pt x="39" y="843"/>
                    </a:cubicBezTo>
                    <a:cubicBezTo>
                      <a:pt x="59" y="897"/>
                      <a:pt x="83" y="951"/>
                      <a:pt x="114" y="999"/>
                    </a:cubicBezTo>
                    <a:cubicBezTo>
                      <a:pt x="177" y="1096"/>
                      <a:pt x="267" y="1175"/>
                      <a:pt x="368" y="1227"/>
                    </a:cubicBezTo>
                    <a:cubicBezTo>
                      <a:pt x="459" y="1272"/>
                      <a:pt x="559" y="1297"/>
                      <a:pt x="656" y="1297"/>
                    </a:cubicBezTo>
                    <a:cubicBezTo>
                      <a:pt x="668" y="1297"/>
                      <a:pt x="679" y="1297"/>
                      <a:pt x="690" y="1296"/>
                    </a:cubicBezTo>
                    <a:lnTo>
                      <a:pt x="732" y="1293"/>
                    </a:lnTo>
                    <a:cubicBezTo>
                      <a:pt x="739" y="1293"/>
                      <a:pt x="748" y="1291"/>
                      <a:pt x="752" y="1291"/>
                    </a:cubicBezTo>
                    <a:lnTo>
                      <a:pt x="770" y="1288"/>
                    </a:lnTo>
                    <a:lnTo>
                      <a:pt x="803" y="1281"/>
                    </a:lnTo>
                    <a:lnTo>
                      <a:pt x="806" y="1280"/>
                    </a:lnTo>
                    <a:lnTo>
                      <a:pt x="811" y="1277"/>
                    </a:lnTo>
                    <a:lnTo>
                      <a:pt x="815" y="1277"/>
                    </a:lnTo>
                    <a:lnTo>
                      <a:pt x="825" y="1274"/>
                    </a:lnTo>
                    <a:lnTo>
                      <a:pt x="844" y="1269"/>
                    </a:lnTo>
                    <a:cubicBezTo>
                      <a:pt x="869" y="1262"/>
                      <a:pt x="892" y="1253"/>
                      <a:pt x="913" y="1242"/>
                    </a:cubicBezTo>
                    <a:cubicBezTo>
                      <a:pt x="938" y="1234"/>
                      <a:pt x="958" y="1219"/>
                      <a:pt x="979" y="1207"/>
                    </a:cubicBezTo>
                    <a:cubicBezTo>
                      <a:pt x="1064" y="1156"/>
                      <a:pt x="1126" y="1088"/>
                      <a:pt x="1168" y="1019"/>
                    </a:cubicBezTo>
                    <a:cubicBezTo>
                      <a:pt x="1213" y="951"/>
                      <a:pt x="1240" y="878"/>
                      <a:pt x="1249" y="814"/>
                    </a:cubicBezTo>
                    <a:cubicBezTo>
                      <a:pt x="1261" y="751"/>
                      <a:pt x="1261" y="693"/>
                      <a:pt x="1256" y="649"/>
                    </a:cubicBezTo>
                    <a:cubicBezTo>
                      <a:pt x="1254" y="626"/>
                      <a:pt x="1249" y="604"/>
                      <a:pt x="1246" y="588"/>
                    </a:cubicBezTo>
                    <a:cubicBezTo>
                      <a:pt x="1242" y="571"/>
                      <a:pt x="1238" y="556"/>
                      <a:pt x="1234" y="545"/>
                    </a:cubicBezTo>
                    <a:cubicBezTo>
                      <a:pt x="1228" y="524"/>
                      <a:pt x="1222" y="510"/>
                      <a:pt x="1222" y="510"/>
                    </a:cubicBezTo>
                    <a:lnTo>
                      <a:pt x="1222" y="510"/>
                    </a:lnTo>
                    <a:cubicBezTo>
                      <a:pt x="1222" y="510"/>
                      <a:pt x="1222" y="524"/>
                      <a:pt x="1225" y="548"/>
                    </a:cubicBezTo>
                    <a:cubicBezTo>
                      <a:pt x="1226" y="571"/>
                      <a:pt x="1225" y="606"/>
                      <a:pt x="1220" y="649"/>
                    </a:cubicBezTo>
                    <a:cubicBezTo>
                      <a:pt x="1215" y="690"/>
                      <a:pt x="1202" y="740"/>
                      <a:pt x="1182" y="796"/>
                    </a:cubicBezTo>
                    <a:cubicBezTo>
                      <a:pt x="1162" y="850"/>
                      <a:pt x="1128" y="906"/>
                      <a:pt x="1084" y="959"/>
                    </a:cubicBezTo>
                    <a:cubicBezTo>
                      <a:pt x="1038" y="1011"/>
                      <a:pt x="979" y="1057"/>
                      <a:pt x="911" y="1089"/>
                    </a:cubicBezTo>
                    <a:cubicBezTo>
                      <a:pt x="889" y="1100"/>
                      <a:pt x="865" y="1108"/>
                      <a:pt x="842" y="1116"/>
                    </a:cubicBezTo>
                    <a:cubicBezTo>
                      <a:pt x="743" y="1052"/>
                      <a:pt x="493" y="948"/>
                      <a:pt x="434" y="753"/>
                    </a:cubicBezTo>
                    <a:cubicBezTo>
                      <a:pt x="322" y="391"/>
                      <a:pt x="476" y="195"/>
                      <a:pt x="564" y="106"/>
                    </a:cubicBezTo>
                    <a:cubicBezTo>
                      <a:pt x="570" y="103"/>
                      <a:pt x="574" y="103"/>
                      <a:pt x="576" y="102"/>
                    </a:cubicBezTo>
                    <a:cubicBezTo>
                      <a:pt x="591" y="99"/>
                      <a:pt x="607" y="95"/>
                      <a:pt x="623" y="94"/>
                    </a:cubicBezTo>
                    <a:cubicBezTo>
                      <a:pt x="656" y="89"/>
                      <a:pt x="685" y="87"/>
                      <a:pt x="715" y="87"/>
                    </a:cubicBezTo>
                    <a:cubicBezTo>
                      <a:pt x="771" y="89"/>
                      <a:pt x="823" y="98"/>
                      <a:pt x="864" y="112"/>
                    </a:cubicBezTo>
                    <a:cubicBezTo>
                      <a:pt x="904" y="122"/>
                      <a:pt x="938" y="136"/>
                      <a:pt x="958" y="146"/>
                    </a:cubicBezTo>
                    <a:cubicBezTo>
                      <a:pt x="979" y="156"/>
                      <a:pt x="990" y="161"/>
                      <a:pt x="990" y="161"/>
                    </a:cubicBezTo>
                    <a:cubicBezTo>
                      <a:pt x="990" y="161"/>
                      <a:pt x="980" y="153"/>
                      <a:pt x="963" y="136"/>
                    </a:cubicBezTo>
                    <a:cubicBezTo>
                      <a:pt x="944" y="121"/>
                      <a:pt x="917" y="99"/>
                      <a:pt x="877" y="78"/>
                    </a:cubicBezTo>
                    <a:cubicBezTo>
                      <a:pt x="837" y="55"/>
                      <a:pt x="784" y="32"/>
                      <a:pt x="721" y="19"/>
                    </a:cubicBezTo>
                    <a:cubicBezTo>
                      <a:pt x="689" y="12"/>
                      <a:pt x="654" y="7"/>
                      <a:pt x="617" y="7"/>
                    </a:cubicBezTo>
                    <a:cubicBezTo>
                      <a:pt x="611" y="2"/>
                      <a:pt x="601" y="0"/>
                      <a:pt x="5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68"/>
              <p:cNvSpPr/>
              <p:nvPr/>
            </p:nvSpPr>
            <p:spPr>
              <a:xfrm>
                <a:off x="5776410" y="1933774"/>
                <a:ext cx="35991" cy="28438"/>
              </a:xfrm>
              <a:custGeom>
                <a:rect b="b" l="l" r="r" t="t"/>
                <a:pathLst>
                  <a:path extrusionOk="0" h="546" w="691">
                    <a:moveTo>
                      <a:pt x="68" y="1"/>
                    </a:moveTo>
                    <a:cubicBezTo>
                      <a:pt x="68" y="1"/>
                      <a:pt x="65" y="10"/>
                      <a:pt x="63" y="25"/>
                    </a:cubicBezTo>
                    <a:cubicBezTo>
                      <a:pt x="63" y="29"/>
                      <a:pt x="63" y="30"/>
                      <a:pt x="61" y="34"/>
                    </a:cubicBezTo>
                    <a:cubicBezTo>
                      <a:pt x="61" y="45"/>
                      <a:pt x="60" y="59"/>
                      <a:pt x="61" y="76"/>
                    </a:cubicBezTo>
                    <a:cubicBezTo>
                      <a:pt x="61" y="79"/>
                      <a:pt x="63" y="84"/>
                      <a:pt x="63" y="89"/>
                    </a:cubicBezTo>
                    <a:cubicBezTo>
                      <a:pt x="61" y="115"/>
                      <a:pt x="58" y="144"/>
                      <a:pt x="52" y="177"/>
                    </a:cubicBezTo>
                    <a:cubicBezTo>
                      <a:pt x="42" y="216"/>
                      <a:pt x="32" y="252"/>
                      <a:pt x="21" y="280"/>
                    </a:cubicBezTo>
                    <a:cubicBezTo>
                      <a:pt x="11" y="310"/>
                      <a:pt x="1" y="326"/>
                      <a:pt x="1" y="326"/>
                    </a:cubicBezTo>
                    <a:cubicBezTo>
                      <a:pt x="1" y="326"/>
                      <a:pt x="14" y="311"/>
                      <a:pt x="32" y="285"/>
                    </a:cubicBezTo>
                    <a:cubicBezTo>
                      <a:pt x="48" y="265"/>
                      <a:pt x="68" y="230"/>
                      <a:pt x="87" y="193"/>
                    </a:cubicBezTo>
                    <a:lnTo>
                      <a:pt x="92" y="183"/>
                    </a:lnTo>
                    <a:cubicBezTo>
                      <a:pt x="93" y="186"/>
                      <a:pt x="95" y="190"/>
                      <a:pt x="99" y="195"/>
                    </a:cubicBezTo>
                    <a:cubicBezTo>
                      <a:pt x="110" y="217"/>
                      <a:pt x="126" y="236"/>
                      <a:pt x="143" y="253"/>
                    </a:cubicBezTo>
                    <a:lnTo>
                      <a:pt x="174" y="279"/>
                    </a:lnTo>
                    <a:lnTo>
                      <a:pt x="190" y="291"/>
                    </a:lnTo>
                    <a:lnTo>
                      <a:pt x="209" y="299"/>
                    </a:lnTo>
                    <a:cubicBezTo>
                      <a:pt x="221" y="306"/>
                      <a:pt x="234" y="311"/>
                      <a:pt x="246" y="318"/>
                    </a:cubicBezTo>
                    <a:lnTo>
                      <a:pt x="284" y="330"/>
                    </a:lnTo>
                    <a:cubicBezTo>
                      <a:pt x="310" y="338"/>
                      <a:pt x="336" y="339"/>
                      <a:pt x="363" y="343"/>
                    </a:cubicBezTo>
                    <a:cubicBezTo>
                      <a:pt x="374" y="345"/>
                      <a:pt x="385" y="345"/>
                      <a:pt x="397" y="345"/>
                    </a:cubicBezTo>
                    <a:cubicBezTo>
                      <a:pt x="411" y="345"/>
                      <a:pt x="426" y="345"/>
                      <a:pt x="440" y="345"/>
                    </a:cubicBezTo>
                    <a:cubicBezTo>
                      <a:pt x="451" y="345"/>
                      <a:pt x="463" y="345"/>
                      <a:pt x="475" y="343"/>
                    </a:cubicBezTo>
                    <a:cubicBezTo>
                      <a:pt x="483" y="341"/>
                      <a:pt x="491" y="339"/>
                      <a:pt x="500" y="339"/>
                    </a:cubicBezTo>
                    <a:cubicBezTo>
                      <a:pt x="502" y="359"/>
                      <a:pt x="503" y="381"/>
                      <a:pt x="503" y="405"/>
                    </a:cubicBezTo>
                    <a:cubicBezTo>
                      <a:pt x="504" y="475"/>
                      <a:pt x="495" y="546"/>
                      <a:pt x="495" y="546"/>
                    </a:cubicBezTo>
                    <a:cubicBezTo>
                      <a:pt x="495" y="546"/>
                      <a:pt x="520" y="479"/>
                      <a:pt x="535" y="408"/>
                    </a:cubicBezTo>
                    <a:cubicBezTo>
                      <a:pt x="542" y="381"/>
                      <a:pt x="547" y="354"/>
                      <a:pt x="550" y="330"/>
                    </a:cubicBezTo>
                    <a:cubicBezTo>
                      <a:pt x="557" y="327"/>
                      <a:pt x="563" y="326"/>
                      <a:pt x="570" y="326"/>
                    </a:cubicBezTo>
                    <a:cubicBezTo>
                      <a:pt x="589" y="323"/>
                      <a:pt x="605" y="316"/>
                      <a:pt x="621" y="311"/>
                    </a:cubicBezTo>
                    <a:cubicBezTo>
                      <a:pt x="636" y="306"/>
                      <a:pt x="648" y="300"/>
                      <a:pt x="659" y="298"/>
                    </a:cubicBezTo>
                    <a:cubicBezTo>
                      <a:pt x="679" y="289"/>
                      <a:pt x="691" y="284"/>
                      <a:pt x="691" y="284"/>
                    </a:cubicBezTo>
                    <a:lnTo>
                      <a:pt x="656" y="284"/>
                    </a:lnTo>
                    <a:cubicBezTo>
                      <a:pt x="644" y="284"/>
                      <a:pt x="631" y="284"/>
                      <a:pt x="616" y="285"/>
                    </a:cubicBezTo>
                    <a:cubicBezTo>
                      <a:pt x="601" y="285"/>
                      <a:pt x="584" y="287"/>
                      <a:pt x="565" y="287"/>
                    </a:cubicBezTo>
                    <a:lnTo>
                      <a:pt x="473" y="287"/>
                    </a:lnTo>
                    <a:cubicBezTo>
                      <a:pt x="461" y="285"/>
                      <a:pt x="451" y="285"/>
                      <a:pt x="440" y="285"/>
                    </a:cubicBezTo>
                    <a:cubicBezTo>
                      <a:pt x="417" y="284"/>
                      <a:pt x="394" y="284"/>
                      <a:pt x="370" y="279"/>
                    </a:cubicBezTo>
                    <a:cubicBezTo>
                      <a:pt x="347" y="276"/>
                      <a:pt x="323" y="272"/>
                      <a:pt x="302" y="264"/>
                    </a:cubicBezTo>
                    <a:lnTo>
                      <a:pt x="268" y="253"/>
                    </a:lnTo>
                    <a:lnTo>
                      <a:pt x="238" y="240"/>
                    </a:lnTo>
                    <a:cubicBezTo>
                      <a:pt x="228" y="236"/>
                      <a:pt x="217" y="230"/>
                      <a:pt x="209" y="225"/>
                    </a:cubicBezTo>
                    <a:cubicBezTo>
                      <a:pt x="201" y="218"/>
                      <a:pt x="190" y="213"/>
                      <a:pt x="182" y="206"/>
                    </a:cubicBezTo>
                    <a:cubicBezTo>
                      <a:pt x="167" y="191"/>
                      <a:pt x="150" y="179"/>
                      <a:pt x="139" y="163"/>
                    </a:cubicBezTo>
                    <a:cubicBezTo>
                      <a:pt x="132" y="157"/>
                      <a:pt x="127" y="148"/>
                      <a:pt x="122" y="139"/>
                    </a:cubicBezTo>
                    <a:cubicBezTo>
                      <a:pt x="116" y="131"/>
                      <a:pt x="110" y="124"/>
                      <a:pt x="107" y="116"/>
                    </a:cubicBezTo>
                    <a:cubicBezTo>
                      <a:pt x="99" y="101"/>
                      <a:pt x="92" y="85"/>
                      <a:pt x="87" y="71"/>
                    </a:cubicBezTo>
                    <a:cubicBezTo>
                      <a:pt x="81" y="57"/>
                      <a:pt x="79" y="44"/>
                      <a:pt x="75" y="34"/>
                    </a:cubicBezTo>
                    <a:cubicBezTo>
                      <a:pt x="69" y="14"/>
                      <a:pt x="68" y="1"/>
                      <a:pt x="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68"/>
              <p:cNvSpPr/>
              <p:nvPr/>
            </p:nvSpPr>
            <p:spPr>
              <a:xfrm>
                <a:off x="5781306" y="1905909"/>
                <a:ext cx="51668" cy="40626"/>
              </a:xfrm>
              <a:custGeom>
                <a:rect b="b" l="l" r="r" t="t"/>
                <a:pathLst>
                  <a:path extrusionOk="0" h="780" w="992">
                    <a:moveTo>
                      <a:pt x="592" y="0"/>
                    </a:moveTo>
                    <a:cubicBezTo>
                      <a:pt x="571" y="0"/>
                      <a:pt x="547" y="1"/>
                      <a:pt x="522" y="5"/>
                    </a:cubicBezTo>
                    <a:cubicBezTo>
                      <a:pt x="477" y="9"/>
                      <a:pt x="429" y="21"/>
                      <a:pt x="377" y="40"/>
                    </a:cubicBezTo>
                    <a:cubicBezTo>
                      <a:pt x="324" y="59"/>
                      <a:pt x="271" y="83"/>
                      <a:pt x="220" y="121"/>
                    </a:cubicBezTo>
                    <a:cubicBezTo>
                      <a:pt x="167" y="157"/>
                      <a:pt x="115" y="203"/>
                      <a:pt x="75" y="263"/>
                    </a:cubicBezTo>
                    <a:cubicBezTo>
                      <a:pt x="34" y="324"/>
                      <a:pt x="1" y="395"/>
                      <a:pt x="5" y="485"/>
                    </a:cubicBezTo>
                    <a:cubicBezTo>
                      <a:pt x="5" y="495"/>
                      <a:pt x="6" y="502"/>
                      <a:pt x="6" y="512"/>
                    </a:cubicBezTo>
                    <a:lnTo>
                      <a:pt x="13" y="516"/>
                    </a:lnTo>
                    <a:lnTo>
                      <a:pt x="13" y="518"/>
                    </a:lnTo>
                    <a:lnTo>
                      <a:pt x="13" y="520"/>
                    </a:lnTo>
                    <a:lnTo>
                      <a:pt x="13" y="525"/>
                    </a:lnTo>
                    <a:lnTo>
                      <a:pt x="13" y="526"/>
                    </a:lnTo>
                    <a:lnTo>
                      <a:pt x="17" y="542"/>
                    </a:lnTo>
                    <a:cubicBezTo>
                      <a:pt x="18" y="551"/>
                      <a:pt x="21" y="557"/>
                      <a:pt x="24" y="564"/>
                    </a:cubicBezTo>
                    <a:cubicBezTo>
                      <a:pt x="28" y="577"/>
                      <a:pt x="33" y="589"/>
                      <a:pt x="38" y="600"/>
                    </a:cubicBezTo>
                    <a:cubicBezTo>
                      <a:pt x="58" y="639"/>
                      <a:pt x="87" y="671"/>
                      <a:pt x="120" y="698"/>
                    </a:cubicBezTo>
                    <a:cubicBezTo>
                      <a:pt x="187" y="748"/>
                      <a:pt x="267" y="771"/>
                      <a:pt x="342" y="777"/>
                    </a:cubicBezTo>
                    <a:cubicBezTo>
                      <a:pt x="356" y="779"/>
                      <a:pt x="371" y="779"/>
                      <a:pt x="385" y="779"/>
                    </a:cubicBezTo>
                    <a:cubicBezTo>
                      <a:pt x="417" y="779"/>
                      <a:pt x="449" y="776"/>
                      <a:pt x="480" y="771"/>
                    </a:cubicBezTo>
                    <a:cubicBezTo>
                      <a:pt x="507" y="765"/>
                      <a:pt x="534" y="760"/>
                      <a:pt x="561" y="753"/>
                    </a:cubicBezTo>
                    <a:cubicBezTo>
                      <a:pt x="625" y="735"/>
                      <a:pt x="688" y="706"/>
                      <a:pt x="742" y="671"/>
                    </a:cubicBezTo>
                    <a:cubicBezTo>
                      <a:pt x="796" y="638"/>
                      <a:pt x="840" y="598"/>
                      <a:pt x="878" y="557"/>
                    </a:cubicBezTo>
                    <a:cubicBezTo>
                      <a:pt x="914" y="517"/>
                      <a:pt x="941" y="473"/>
                      <a:pt x="960" y="431"/>
                    </a:cubicBezTo>
                    <a:cubicBezTo>
                      <a:pt x="978" y="391"/>
                      <a:pt x="986" y="352"/>
                      <a:pt x="988" y="321"/>
                    </a:cubicBezTo>
                    <a:cubicBezTo>
                      <a:pt x="992" y="289"/>
                      <a:pt x="986" y="263"/>
                      <a:pt x="984" y="248"/>
                    </a:cubicBezTo>
                    <a:cubicBezTo>
                      <a:pt x="980" y="231"/>
                      <a:pt x="977" y="223"/>
                      <a:pt x="977" y="223"/>
                    </a:cubicBezTo>
                    <a:lnTo>
                      <a:pt x="977" y="248"/>
                    </a:lnTo>
                    <a:cubicBezTo>
                      <a:pt x="977" y="265"/>
                      <a:pt x="973" y="289"/>
                      <a:pt x="965" y="317"/>
                    </a:cubicBezTo>
                    <a:cubicBezTo>
                      <a:pt x="957" y="345"/>
                      <a:pt x="943" y="377"/>
                      <a:pt x="919" y="411"/>
                    </a:cubicBezTo>
                    <a:cubicBezTo>
                      <a:pt x="898" y="444"/>
                      <a:pt x="867" y="479"/>
                      <a:pt x="831" y="512"/>
                    </a:cubicBezTo>
                    <a:cubicBezTo>
                      <a:pt x="793" y="544"/>
                      <a:pt x="749" y="573"/>
                      <a:pt x="698" y="600"/>
                    </a:cubicBezTo>
                    <a:cubicBezTo>
                      <a:pt x="668" y="616"/>
                      <a:pt x="636" y="630"/>
                      <a:pt x="602" y="639"/>
                    </a:cubicBezTo>
                    <a:cubicBezTo>
                      <a:pt x="522" y="616"/>
                      <a:pt x="401" y="559"/>
                      <a:pt x="373" y="383"/>
                    </a:cubicBezTo>
                    <a:cubicBezTo>
                      <a:pt x="351" y="251"/>
                      <a:pt x="468" y="113"/>
                      <a:pt x="486" y="60"/>
                    </a:cubicBezTo>
                    <a:cubicBezTo>
                      <a:pt x="502" y="55"/>
                      <a:pt x="515" y="48"/>
                      <a:pt x="529" y="46"/>
                    </a:cubicBezTo>
                    <a:cubicBezTo>
                      <a:pt x="569" y="34"/>
                      <a:pt x="604" y="27"/>
                      <a:pt x="633" y="23"/>
                    </a:cubicBezTo>
                    <a:cubicBezTo>
                      <a:pt x="661" y="20"/>
                      <a:pt x="683" y="19"/>
                      <a:pt x="700" y="19"/>
                    </a:cubicBezTo>
                    <a:cubicBezTo>
                      <a:pt x="719" y="19"/>
                      <a:pt x="730" y="20"/>
                      <a:pt x="730" y="20"/>
                    </a:cubicBezTo>
                    <a:cubicBezTo>
                      <a:pt x="730" y="20"/>
                      <a:pt x="721" y="16"/>
                      <a:pt x="704" y="13"/>
                    </a:cubicBezTo>
                    <a:cubicBezTo>
                      <a:pt x="687" y="9"/>
                      <a:pt x="664" y="5"/>
                      <a:pt x="633" y="1"/>
                    </a:cubicBezTo>
                    <a:cubicBezTo>
                      <a:pt x="621" y="1"/>
                      <a:pt x="607" y="0"/>
                      <a:pt x="5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68"/>
              <p:cNvSpPr/>
              <p:nvPr/>
            </p:nvSpPr>
            <p:spPr>
              <a:xfrm>
                <a:off x="5749171" y="2026951"/>
                <a:ext cx="36303" cy="37553"/>
              </a:xfrm>
              <a:custGeom>
                <a:rect b="b" l="l" r="r" t="t"/>
                <a:pathLst>
                  <a:path extrusionOk="0" h="721" w="697">
                    <a:moveTo>
                      <a:pt x="185" y="0"/>
                    </a:moveTo>
                    <a:cubicBezTo>
                      <a:pt x="172" y="0"/>
                      <a:pt x="154" y="7"/>
                      <a:pt x="129" y="21"/>
                    </a:cubicBezTo>
                    <a:cubicBezTo>
                      <a:pt x="0" y="89"/>
                      <a:pt x="38" y="348"/>
                      <a:pt x="191" y="530"/>
                    </a:cubicBezTo>
                    <a:cubicBezTo>
                      <a:pt x="285" y="640"/>
                      <a:pt x="403" y="710"/>
                      <a:pt x="509" y="720"/>
                    </a:cubicBezTo>
                    <a:cubicBezTo>
                      <a:pt x="509" y="720"/>
                      <a:pt x="512" y="720"/>
                      <a:pt x="517" y="720"/>
                    </a:cubicBezTo>
                    <a:cubicBezTo>
                      <a:pt x="555" y="720"/>
                      <a:pt x="696" y="711"/>
                      <a:pt x="469" y="558"/>
                    </a:cubicBezTo>
                    <a:cubicBezTo>
                      <a:pt x="349" y="477"/>
                      <a:pt x="269" y="367"/>
                      <a:pt x="242" y="213"/>
                    </a:cubicBezTo>
                    <a:cubicBezTo>
                      <a:pt x="218" y="75"/>
                      <a:pt x="229" y="0"/>
                      <a:pt x="1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68"/>
              <p:cNvSpPr/>
              <p:nvPr/>
            </p:nvSpPr>
            <p:spPr>
              <a:xfrm>
                <a:off x="5998704" y="1732157"/>
                <a:ext cx="133025" cy="160578"/>
              </a:xfrm>
              <a:custGeom>
                <a:rect b="b" l="l" r="r" t="t"/>
                <a:pathLst>
                  <a:path extrusionOk="0" h="3083" w="2554">
                    <a:moveTo>
                      <a:pt x="2553" y="0"/>
                    </a:moveTo>
                    <a:cubicBezTo>
                      <a:pt x="2553" y="0"/>
                      <a:pt x="2541" y="11"/>
                      <a:pt x="2518" y="28"/>
                    </a:cubicBezTo>
                    <a:cubicBezTo>
                      <a:pt x="2494" y="47"/>
                      <a:pt x="2461" y="75"/>
                      <a:pt x="2419" y="113"/>
                    </a:cubicBezTo>
                    <a:cubicBezTo>
                      <a:pt x="2336" y="186"/>
                      <a:pt x="2218" y="293"/>
                      <a:pt x="2083" y="423"/>
                    </a:cubicBezTo>
                    <a:cubicBezTo>
                      <a:pt x="1949" y="556"/>
                      <a:pt x="1796" y="712"/>
                      <a:pt x="1637" y="887"/>
                    </a:cubicBezTo>
                    <a:cubicBezTo>
                      <a:pt x="1558" y="974"/>
                      <a:pt x="1476" y="1062"/>
                      <a:pt x="1396" y="1156"/>
                    </a:cubicBezTo>
                    <a:cubicBezTo>
                      <a:pt x="1315" y="1249"/>
                      <a:pt x="1235" y="1344"/>
                      <a:pt x="1154" y="1441"/>
                    </a:cubicBezTo>
                    <a:cubicBezTo>
                      <a:pt x="1075" y="1538"/>
                      <a:pt x="994" y="1633"/>
                      <a:pt x="919" y="1731"/>
                    </a:cubicBezTo>
                    <a:cubicBezTo>
                      <a:pt x="841" y="1827"/>
                      <a:pt x="769" y="1925"/>
                      <a:pt x="699" y="2019"/>
                    </a:cubicBezTo>
                    <a:cubicBezTo>
                      <a:pt x="558" y="2207"/>
                      <a:pt x="431" y="2385"/>
                      <a:pt x="328" y="2542"/>
                    </a:cubicBezTo>
                    <a:cubicBezTo>
                      <a:pt x="276" y="2620"/>
                      <a:pt x="229" y="2693"/>
                      <a:pt x="188" y="2759"/>
                    </a:cubicBezTo>
                    <a:cubicBezTo>
                      <a:pt x="148" y="2824"/>
                      <a:pt x="113" y="2881"/>
                      <a:pt x="86" y="2929"/>
                    </a:cubicBezTo>
                    <a:cubicBezTo>
                      <a:pt x="57" y="2976"/>
                      <a:pt x="37" y="3015"/>
                      <a:pt x="22" y="3042"/>
                    </a:cubicBezTo>
                    <a:cubicBezTo>
                      <a:pt x="8" y="3069"/>
                      <a:pt x="0" y="3082"/>
                      <a:pt x="0" y="3082"/>
                    </a:cubicBezTo>
                    <a:cubicBezTo>
                      <a:pt x="0" y="3082"/>
                      <a:pt x="13" y="3071"/>
                      <a:pt x="35" y="3054"/>
                    </a:cubicBezTo>
                    <a:cubicBezTo>
                      <a:pt x="57" y="3034"/>
                      <a:pt x="93" y="3007"/>
                      <a:pt x="135" y="2969"/>
                    </a:cubicBezTo>
                    <a:cubicBezTo>
                      <a:pt x="176" y="2933"/>
                      <a:pt x="227" y="2889"/>
                      <a:pt x="284" y="2838"/>
                    </a:cubicBezTo>
                    <a:cubicBezTo>
                      <a:pt x="342" y="2785"/>
                      <a:pt x="403" y="2725"/>
                      <a:pt x="470" y="2659"/>
                    </a:cubicBezTo>
                    <a:cubicBezTo>
                      <a:pt x="605" y="2526"/>
                      <a:pt x="758" y="2370"/>
                      <a:pt x="916" y="2196"/>
                    </a:cubicBezTo>
                    <a:cubicBezTo>
                      <a:pt x="995" y="2109"/>
                      <a:pt x="1077" y="2020"/>
                      <a:pt x="1157" y="1926"/>
                    </a:cubicBezTo>
                    <a:cubicBezTo>
                      <a:pt x="1237" y="1833"/>
                      <a:pt x="1318" y="1738"/>
                      <a:pt x="1398" y="1641"/>
                    </a:cubicBezTo>
                    <a:cubicBezTo>
                      <a:pt x="1478" y="1545"/>
                      <a:pt x="1557" y="1449"/>
                      <a:pt x="1633" y="1351"/>
                    </a:cubicBezTo>
                    <a:cubicBezTo>
                      <a:pt x="1711" y="1256"/>
                      <a:pt x="1782" y="1158"/>
                      <a:pt x="1854" y="1064"/>
                    </a:cubicBezTo>
                    <a:cubicBezTo>
                      <a:pt x="1995" y="876"/>
                      <a:pt x="2121" y="697"/>
                      <a:pt x="2224" y="540"/>
                    </a:cubicBezTo>
                    <a:cubicBezTo>
                      <a:pt x="2329" y="384"/>
                      <a:pt x="2412" y="249"/>
                      <a:pt x="2467" y="153"/>
                    </a:cubicBezTo>
                    <a:cubicBezTo>
                      <a:pt x="2497" y="106"/>
                      <a:pt x="2517" y="67"/>
                      <a:pt x="2532" y="41"/>
                    </a:cubicBezTo>
                    <a:cubicBezTo>
                      <a:pt x="2545" y="14"/>
                      <a:pt x="2553" y="0"/>
                      <a:pt x="25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 name="Google Shape;965;p68"/>
            <p:cNvGrpSpPr/>
            <p:nvPr/>
          </p:nvGrpSpPr>
          <p:grpSpPr>
            <a:xfrm rot="-636863">
              <a:off x="5671354" y="1905617"/>
              <a:ext cx="2892729" cy="1564517"/>
              <a:chOff x="5538075" y="1759657"/>
              <a:chExt cx="2892697" cy="1564500"/>
            </a:xfrm>
          </p:grpSpPr>
          <p:sp>
            <p:nvSpPr>
              <p:cNvPr id="966" name="Google Shape;966;p68"/>
              <p:cNvSpPr/>
              <p:nvPr/>
            </p:nvSpPr>
            <p:spPr>
              <a:xfrm>
                <a:off x="6000319" y="3008158"/>
                <a:ext cx="1013366" cy="316000"/>
              </a:xfrm>
              <a:custGeom>
                <a:rect b="b" l="l" r="r" t="t"/>
                <a:pathLst>
                  <a:path extrusionOk="0" h="6067" w="19456">
                    <a:moveTo>
                      <a:pt x="0" y="1"/>
                    </a:moveTo>
                    <a:lnTo>
                      <a:pt x="0" y="1"/>
                    </a:lnTo>
                    <a:cubicBezTo>
                      <a:pt x="27" y="26"/>
                      <a:pt x="57" y="53"/>
                      <a:pt x="84" y="77"/>
                    </a:cubicBezTo>
                    <a:cubicBezTo>
                      <a:pt x="1898" y="1745"/>
                      <a:pt x="3934" y="2871"/>
                      <a:pt x="5859" y="3708"/>
                    </a:cubicBezTo>
                    <a:cubicBezTo>
                      <a:pt x="6825" y="4131"/>
                      <a:pt x="7776" y="4461"/>
                      <a:pt x="8689" y="4741"/>
                    </a:cubicBezTo>
                    <a:cubicBezTo>
                      <a:pt x="9148" y="4875"/>
                      <a:pt x="9594" y="5004"/>
                      <a:pt x="10034" y="5109"/>
                    </a:cubicBezTo>
                    <a:cubicBezTo>
                      <a:pt x="10471" y="5225"/>
                      <a:pt x="10900" y="5313"/>
                      <a:pt x="11314" y="5402"/>
                    </a:cubicBezTo>
                    <a:cubicBezTo>
                      <a:pt x="12975" y="5754"/>
                      <a:pt x="14447" y="5909"/>
                      <a:pt x="15656" y="5990"/>
                    </a:cubicBezTo>
                    <a:cubicBezTo>
                      <a:pt x="16539" y="6053"/>
                      <a:pt x="17286" y="6066"/>
                      <a:pt x="17876" y="6066"/>
                    </a:cubicBezTo>
                    <a:cubicBezTo>
                      <a:pt x="18094" y="6066"/>
                      <a:pt x="18290" y="6064"/>
                      <a:pt x="18464" y="6063"/>
                    </a:cubicBezTo>
                    <a:cubicBezTo>
                      <a:pt x="19109" y="6042"/>
                      <a:pt x="19456" y="6032"/>
                      <a:pt x="19456" y="6032"/>
                    </a:cubicBezTo>
                    <a:cubicBezTo>
                      <a:pt x="19456" y="6032"/>
                      <a:pt x="19112" y="6012"/>
                      <a:pt x="18466" y="5973"/>
                    </a:cubicBezTo>
                    <a:cubicBezTo>
                      <a:pt x="18144" y="5955"/>
                      <a:pt x="17748" y="5911"/>
                      <a:pt x="17282" y="5872"/>
                    </a:cubicBezTo>
                    <a:cubicBezTo>
                      <a:pt x="17049" y="5854"/>
                      <a:pt x="16801" y="5815"/>
                      <a:pt x="16535" y="5785"/>
                    </a:cubicBezTo>
                    <a:cubicBezTo>
                      <a:pt x="16271" y="5754"/>
                      <a:pt x="15986" y="5724"/>
                      <a:pt x="15689" y="5676"/>
                    </a:cubicBezTo>
                    <a:cubicBezTo>
                      <a:pt x="14499" y="5509"/>
                      <a:pt x="13064" y="5243"/>
                      <a:pt x="11456" y="4810"/>
                    </a:cubicBezTo>
                    <a:cubicBezTo>
                      <a:pt x="9852" y="4372"/>
                      <a:pt x="8070" y="3762"/>
                      <a:pt x="6242" y="2876"/>
                    </a:cubicBezTo>
                    <a:cubicBezTo>
                      <a:pt x="5330" y="2430"/>
                      <a:pt x="4408" y="1913"/>
                      <a:pt x="3505" y="1306"/>
                    </a:cubicBezTo>
                    <a:cubicBezTo>
                      <a:pt x="2928" y="919"/>
                      <a:pt x="2360" y="492"/>
                      <a:pt x="1809" y="29"/>
                    </a:cubicBezTo>
                    <a:cubicBezTo>
                      <a:pt x="1587" y="35"/>
                      <a:pt x="1375" y="37"/>
                      <a:pt x="1172" y="37"/>
                    </a:cubicBezTo>
                    <a:cubicBezTo>
                      <a:pt x="736" y="37"/>
                      <a:pt x="346" y="25"/>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68"/>
              <p:cNvSpPr/>
              <p:nvPr/>
            </p:nvSpPr>
            <p:spPr>
              <a:xfrm>
                <a:off x="7901220" y="2079035"/>
                <a:ext cx="296780" cy="502568"/>
              </a:xfrm>
              <a:custGeom>
                <a:rect b="b" l="l" r="r" t="t"/>
                <a:pathLst>
                  <a:path extrusionOk="0" h="9649" w="5698">
                    <a:moveTo>
                      <a:pt x="344" y="1"/>
                    </a:moveTo>
                    <a:lnTo>
                      <a:pt x="0" y="727"/>
                    </a:lnTo>
                    <a:cubicBezTo>
                      <a:pt x="86" y="788"/>
                      <a:pt x="172" y="848"/>
                      <a:pt x="255" y="911"/>
                    </a:cubicBezTo>
                    <a:cubicBezTo>
                      <a:pt x="442" y="1047"/>
                      <a:pt x="630" y="1176"/>
                      <a:pt x="810" y="1312"/>
                    </a:cubicBezTo>
                    <a:cubicBezTo>
                      <a:pt x="984" y="1455"/>
                      <a:pt x="1155" y="1594"/>
                      <a:pt x="1324" y="1733"/>
                    </a:cubicBezTo>
                    <a:cubicBezTo>
                      <a:pt x="1409" y="1800"/>
                      <a:pt x="1491" y="1868"/>
                      <a:pt x="1573" y="1935"/>
                    </a:cubicBezTo>
                    <a:cubicBezTo>
                      <a:pt x="1656" y="2009"/>
                      <a:pt x="1736" y="2082"/>
                      <a:pt x="1817" y="2155"/>
                    </a:cubicBezTo>
                    <a:cubicBezTo>
                      <a:pt x="1981" y="2299"/>
                      <a:pt x="2130" y="2445"/>
                      <a:pt x="2274" y="2587"/>
                    </a:cubicBezTo>
                    <a:cubicBezTo>
                      <a:pt x="3442" y="3741"/>
                      <a:pt x="4262" y="4951"/>
                      <a:pt x="4769" y="6024"/>
                    </a:cubicBezTo>
                    <a:cubicBezTo>
                      <a:pt x="5022" y="6561"/>
                      <a:pt x="5194" y="7066"/>
                      <a:pt x="5333" y="7509"/>
                    </a:cubicBezTo>
                    <a:cubicBezTo>
                      <a:pt x="5456" y="7956"/>
                      <a:pt x="5538" y="8346"/>
                      <a:pt x="5585" y="8663"/>
                    </a:cubicBezTo>
                    <a:cubicBezTo>
                      <a:pt x="5607" y="8822"/>
                      <a:pt x="5625" y="8963"/>
                      <a:pt x="5642" y="9086"/>
                    </a:cubicBezTo>
                    <a:cubicBezTo>
                      <a:pt x="5652" y="9208"/>
                      <a:pt x="5660" y="9311"/>
                      <a:pt x="5667" y="9394"/>
                    </a:cubicBezTo>
                    <a:cubicBezTo>
                      <a:pt x="5680" y="9561"/>
                      <a:pt x="5687" y="9648"/>
                      <a:pt x="5687" y="9648"/>
                    </a:cubicBezTo>
                    <a:cubicBezTo>
                      <a:pt x="5687" y="9648"/>
                      <a:pt x="5689" y="9562"/>
                      <a:pt x="5693" y="9394"/>
                    </a:cubicBezTo>
                    <a:cubicBezTo>
                      <a:pt x="5694" y="9311"/>
                      <a:pt x="5695" y="9206"/>
                      <a:pt x="5698" y="9082"/>
                    </a:cubicBezTo>
                    <a:cubicBezTo>
                      <a:pt x="5693" y="8958"/>
                      <a:pt x="5686" y="8816"/>
                      <a:pt x="5678" y="8652"/>
                    </a:cubicBezTo>
                    <a:cubicBezTo>
                      <a:pt x="5658" y="8328"/>
                      <a:pt x="5608" y="7929"/>
                      <a:pt x="5521" y="7462"/>
                    </a:cubicBezTo>
                    <a:cubicBezTo>
                      <a:pt x="5423" y="6999"/>
                      <a:pt x="5284" y="6468"/>
                      <a:pt x="5063" y="5898"/>
                    </a:cubicBezTo>
                    <a:cubicBezTo>
                      <a:pt x="4621" y="4756"/>
                      <a:pt x="3872" y="3437"/>
                      <a:pt x="2714" y="2162"/>
                    </a:cubicBezTo>
                    <a:cubicBezTo>
                      <a:pt x="2043" y="1426"/>
                      <a:pt x="1249" y="693"/>
                      <a:pt x="3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68"/>
              <p:cNvSpPr/>
              <p:nvPr/>
            </p:nvSpPr>
            <p:spPr>
              <a:xfrm>
                <a:off x="5807192" y="1803043"/>
                <a:ext cx="1874070" cy="652573"/>
              </a:xfrm>
              <a:custGeom>
                <a:rect b="b" l="l" r="r" t="t"/>
                <a:pathLst>
                  <a:path extrusionOk="0" h="12529" w="35981">
                    <a:moveTo>
                      <a:pt x="22762" y="0"/>
                    </a:moveTo>
                    <a:cubicBezTo>
                      <a:pt x="20738" y="0"/>
                      <a:pt x="18650" y="153"/>
                      <a:pt x="16582" y="541"/>
                    </a:cubicBezTo>
                    <a:cubicBezTo>
                      <a:pt x="13852" y="1038"/>
                      <a:pt x="11122" y="1870"/>
                      <a:pt x="8571" y="3143"/>
                    </a:cubicBezTo>
                    <a:cubicBezTo>
                      <a:pt x="7299" y="3787"/>
                      <a:pt x="6077" y="4539"/>
                      <a:pt x="4953" y="5428"/>
                    </a:cubicBezTo>
                    <a:cubicBezTo>
                      <a:pt x="4672" y="5650"/>
                      <a:pt x="4392" y="5872"/>
                      <a:pt x="4127" y="6116"/>
                    </a:cubicBezTo>
                    <a:cubicBezTo>
                      <a:pt x="3994" y="6237"/>
                      <a:pt x="3857" y="6351"/>
                      <a:pt x="3727" y="6475"/>
                    </a:cubicBezTo>
                    <a:lnTo>
                      <a:pt x="3343" y="6852"/>
                    </a:lnTo>
                    <a:cubicBezTo>
                      <a:pt x="3214" y="6976"/>
                      <a:pt x="3089" y="7106"/>
                      <a:pt x="2971" y="7240"/>
                    </a:cubicBezTo>
                    <a:lnTo>
                      <a:pt x="2608" y="7638"/>
                    </a:lnTo>
                    <a:lnTo>
                      <a:pt x="2267" y="8057"/>
                    </a:lnTo>
                    <a:cubicBezTo>
                      <a:pt x="2153" y="8195"/>
                      <a:pt x="2039" y="8334"/>
                      <a:pt x="1938" y="8483"/>
                    </a:cubicBezTo>
                    <a:lnTo>
                      <a:pt x="1624" y="8920"/>
                    </a:lnTo>
                    <a:cubicBezTo>
                      <a:pt x="1522" y="9068"/>
                      <a:pt x="1431" y="9225"/>
                      <a:pt x="1334" y="9376"/>
                    </a:cubicBezTo>
                    <a:cubicBezTo>
                      <a:pt x="1135" y="9676"/>
                      <a:pt x="974" y="10000"/>
                      <a:pt x="805" y="10317"/>
                    </a:cubicBezTo>
                    <a:cubicBezTo>
                      <a:pt x="502" y="10971"/>
                      <a:pt x="221" y="11637"/>
                      <a:pt x="53" y="12335"/>
                    </a:cubicBezTo>
                    <a:lnTo>
                      <a:pt x="1" y="12529"/>
                    </a:lnTo>
                    <a:cubicBezTo>
                      <a:pt x="422" y="12229"/>
                      <a:pt x="857" y="11959"/>
                      <a:pt x="1310" y="11731"/>
                    </a:cubicBezTo>
                    <a:cubicBezTo>
                      <a:pt x="1497" y="11637"/>
                      <a:pt x="1713" y="11544"/>
                      <a:pt x="1960" y="11452"/>
                    </a:cubicBezTo>
                    <a:cubicBezTo>
                      <a:pt x="2028" y="11303"/>
                      <a:pt x="2100" y="11154"/>
                      <a:pt x="2172" y="11005"/>
                    </a:cubicBezTo>
                    <a:cubicBezTo>
                      <a:pt x="2328" y="10732"/>
                      <a:pt x="2462" y="10450"/>
                      <a:pt x="2642" y="10188"/>
                    </a:cubicBezTo>
                    <a:cubicBezTo>
                      <a:pt x="2727" y="10055"/>
                      <a:pt x="2807" y="9919"/>
                      <a:pt x="2899" y="9791"/>
                    </a:cubicBezTo>
                    <a:lnTo>
                      <a:pt x="3179" y="9404"/>
                    </a:lnTo>
                    <a:cubicBezTo>
                      <a:pt x="3269" y="9274"/>
                      <a:pt x="3371" y="9151"/>
                      <a:pt x="3475" y="9026"/>
                    </a:cubicBezTo>
                    <a:lnTo>
                      <a:pt x="3781" y="8656"/>
                    </a:lnTo>
                    <a:lnTo>
                      <a:pt x="4110" y="8301"/>
                    </a:lnTo>
                    <a:cubicBezTo>
                      <a:pt x="4217" y="8182"/>
                      <a:pt x="4330" y="8065"/>
                      <a:pt x="4450" y="7953"/>
                    </a:cubicBezTo>
                    <a:lnTo>
                      <a:pt x="4799" y="7615"/>
                    </a:lnTo>
                    <a:cubicBezTo>
                      <a:pt x="4916" y="7502"/>
                      <a:pt x="5043" y="7399"/>
                      <a:pt x="5164" y="7291"/>
                    </a:cubicBezTo>
                    <a:cubicBezTo>
                      <a:pt x="5406" y="7071"/>
                      <a:pt x="5665" y="6870"/>
                      <a:pt x="5923" y="6667"/>
                    </a:cubicBezTo>
                    <a:cubicBezTo>
                      <a:pt x="6959" y="5857"/>
                      <a:pt x="8101" y="5166"/>
                      <a:pt x="9293" y="4572"/>
                    </a:cubicBezTo>
                    <a:cubicBezTo>
                      <a:pt x="11674" y="3368"/>
                      <a:pt x="14262" y="2552"/>
                      <a:pt x="16866" y="2062"/>
                    </a:cubicBezTo>
                    <a:cubicBezTo>
                      <a:pt x="17517" y="1936"/>
                      <a:pt x="18170" y="1839"/>
                      <a:pt x="18821" y="1752"/>
                    </a:cubicBezTo>
                    <a:cubicBezTo>
                      <a:pt x="19149" y="1712"/>
                      <a:pt x="19475" y="1673"/>
                      <a:pt x="19799" y="1633"/>
                    </a:cubicBezTo>
                    <a:cubicBezTo>
                      <a:pt x="20124" y="1602"/>
                      <a:pt x="20450" y="1573"/>
                      <a:pt x="20774" y="1545"/>
                    </a:cubicBezTo>
                    <a:cubicBezTo>
                      <a:pt x="21424" y="1501"/>
                      <a:pt x="22069" y="1461"/>
                      <a:pt x="22714" y="1451"/>
                    </a:cubicBezTo>
                    <a:lnTo>
                      <a:pt x="23183" y="1439"/>
                    </a:lnTo>
                    <a:lnTo>
                      <a:pt x="23673" y="1445"/>
                    </a:lnTo>
                    <a:cubicBezTo>
                      <a:pt x="23998" y="1447"/>
                      <a:pt x="24323" y="1451"/>
                      <a:pt x="24645" y="1454"/>
                    </a:cubicBezTo>
                    <a:cubicBezTo>
                      <a:pt x="25891" y="1506"/>
                      <a:pt x="27143" y="1595"/>
                      <a:pt x="28351" y="1763"/>
                    </a:cubicBezTo>
                    <a:cubicBezTo>
                      <a:pt x="28655" y="1795"/>
                      <a:pt x="28953" y="1843"/>
                      <a:pt x="29251" y="1894"/>
                    </a:cubicBezTo>
                    <a:cubicBezTo>
                      <a:pt x="29548" y="1944"/>
                      <a:pt x="29845" y="1988"/>
                      <a:pt x="30139" y="2043"/>
                    </a:cubicBezTo>
                    <a:cubicBezTo>
                      <a:pt x="30722" y="2170"/>
                      <a:pt x="31303" y="2270"/>
                      <a:pt x="31863" y="2423"/>
                    </a:cubicBezTo>
                    <a:cubicBezTo>
                      <a:pt x="33078" y="2722"/>
                      <a:pt x="34236" y="3086"/>
                      <a:pt x="35330" y="3503"/>
                    </a:cubicBezTo>
                    <a:lnTo>
                      <a:pt x="35980" y="2633"/>
                    </a:lnTo>
                    <a:cubicBezTo>
                      <a:pt x="35819" y="2560"/>
                      <a:pt x="35657" y="2491"/>
                      <a:pt x="35493" y="2417"/>
                    </a:cubicBezTo>
                    <a:cubicBezTo>
                      <a:pt x="34441" y="1988"/>
                      <a:pt x="33335" y="1584"/>
                      <a:pt x="32169" y="1266"/>
                    </a:cubicBezTo>
                    <a:cubicBezTo>
                      <a:pt x="31592" y="1089"/>
                      <a:pt x="30993" y="962"/>
                      <a:pt x="30393" y="812"/>
                    </a:cubicBezTo>
                    <a:cubicBezTo>
                      <a:pt x="30091" y="745"/>
                      <a:pt x="29783" y="688"/>
                      <a:pt x="29475" y="625"/>
                    </a:cubicBezTo>
                    <a:cubicBezTo>
                      <a:pt x="29168" y="561"/>
                      <a:pt x="28859" y="500"/>
                      <a:pt x="28546" y="458"/>
                    </a:cubicBezTo>
                    <a:cubicBezTo>
                      <a:pt x="28232" y="409"/>
                      <a:pt x="27918" y="358"/>
                      <a:pt x="27601" y="308"/>
                    </a:cubicBezTo>
                    <a:cubicBezTo>
                      <a:pt x="27281" y="272"/>
                      <a:pt x="26963" y="236"/>
                      <a:pt x="26641" y="201"/>
                    </a:cubicBezTo>
                    <a:cubicBezTo>
                      <a:pt x="26480" y="184"/>
                      <a:pt x="26318" y="165"/>
                      <a:pt x="26157" y="147"/>
                    </a:cubicBezTo>
                    <a:cubicBezTo>
                      <a:pt x="25995" y="135"/>
                      <a:pt x="25830" y="123"/>
                      <a:pt x="25666" y="111"/>
                    </a:cubicBezTo>
                    <a:cubicBezTo>
                      <a:pt x="25334" y="91"/>
                      <a:pt x="25004" y="68"/>
                      <a:pt x="24672" y="44"/>
                    </a:cubicBezTo>
                    <a:cubicBezTo>
                      <a:pt x="24044" y="16"/>
                      <a:pt x="23406" y="0"/>
                      <a:pt x="227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68"/>
              <p:cNvSpPr/>
              <p:nvPr/>
            </p:nvSpPr>
            <p:spPr>
              <a:xfrm>
                <a:off x="7808094" y="2175494"/>
                <a:ext cx="568404" cy="662365"/>
              </a:xfrm>
              <a:custGeom>
                <a:rect b="b" l="l" r="r" t="t"/>
                <a:pathLst>
                  <a:path extrusionOk="0" h="12717" w="10913">
                    <a:moveTo>
                      <a:pt x="1259" y="1"/>
                    </a:moveTo>
                    <a:lnTo>
                      <a:pt x="248" y="2145"/>
                    </a:lnTo>
                    <a:cubicBezTo>
                      <a:pt x="578" y="2116"/>
                      <a:pt x="755" y="2101"/>
                      <a:pt x="755" y="2101"/>
                    </a:cubicBezTo>
                    <a:cubicBezTo>
                      <a:pt x="859" y="2091"/>
                      <a:pt x="961" y="2087"/>
                      <a:pt x="1062" y="2087"/>
                    </a:cubicBezTo>
                    <a:cubicBezTo>
                      <a:pt x="1422" y="2087"/>
                      <a:pt x="1762" y="2148"/>
                      <a:pt x="2075" y="2269"/>
                    </a:cubicBezTo>
                    <a:cubicBezTo>
                      <a:pt x="3095" y="2662"/>
                      <a:pt x="3730" y="3649"/>
                      <a:pt x="3737" y="4843"/>
                    </a:cubicBezTo>
                    <a:cubicBezTo>
                      <a:pt x="3743" y="6067"/>
                      <a:pt x="2998" y="7507"/>
                      <a:pt x="1345" y="7775"/>
                    </a:cubicBezTo>
                    <a:lnTo>
                      <a:pt x="793" y="7863"/>
                    </a:lnTo>
                    <a:cubicBezTo>
                      <a:pt x="577" y="8755"/>
                      <a:pt x="268" y="9482"/>
                      <a:pt x="1" y="9997"/>
                    </a:cubicBezTo>
                    <a:lnTo>
                      <a:pt x="4341" y="12717"/>
                    </a:lnTo>
                    <a:lnTo>
                      <a:pt x="10913" y="10537"/>
                    </a:lnTo>
                    <a:lnTo>
                      <a:pt x="4922" y="11443"/>
                    </a:lnTo>
                    <a:cubicBezTo>
                      <a:pt x="5509" y="10289"/>
                      <a:pt x="5829" y="9064"/>
                      <a:pt x="5829" y="7795"/>
                    </a:cubicBezTo>
                    <a:cubicBezTo>
                      <a:pt x="5829" y="4849"/>
                      <a:pt x="4119" y="2141"/>
                      <a:pt x="12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68"/>
              <p:cNvSpPr/>
              <p:nvPr/>
            </p:nvSpPr>
            <p:spPr>
              <a:xfrm>
                <a:off x="5968600" y="1928409"/>
                <a:ext cx="1642761" cy="452150"/>
              </a:xfrm>
              <a:custGeom>
                <a:rect b="b" l="l" r="r" t="t"/>
                <a:pathLst>
                  <a:path extrusionOk="0" h="8681" w="31540">
                    <a:moveTo>
                      <a:pt x="20065" y="0"/>
                    </a:moveTo>
                    <a:cubicBezTo>
                      <a:pt x="10685" y="0"/>
                      <a:pt x="2736" y="3645"/>
                      <a:pt x="1" y="8681"/>
                    </a:cubicBezTo>
                    <a:cubicBezTo>
                      <a:pt x="760" y="8471"/>
                      <a:pt x="1689" y="8263"/>
                      <a:pt x="2812" y="8051"/>
                    </a:cubicBezTo>
                    <a:lnTo>
                      <a:pt x="9515" y="4104"/>
                    </a:lnTo>
                    <a:lnTo>
                      <a:pt x="4924" y="7688"/>
                    </a:lnTo>
                    <a:cubicBezTo>
                      <a:pt x="7449" y="7288"/>
                      <a:pt x="10680" y="6873"/>
                      <a:pt x="14748" y="6423"/>
                    </a:cubicBezTo>
                    <a:cubicBezTo>
                      <a:pt x="14634" y="5983"/>
                      <a:pt x="14414" y="5518"/>
                      <a:pt x="14218" y="5099"/>
                    </a:cubicBezTo>
                    <a:cubicBezTo>
                      <a:pt x="13819" y="4251"/>
                      <a:pt x="13443" y="3452"/>
                      <a:pt x="13855" y="2725"/>
                    </a:cubicBezTo>
                    <a:cubicBezTo>
                      <a:pt x="14105" y="2286"/>
                      <a:pt x="14573" y="2028"/>
                      <a:pt x="15247" y="1961"/>
                    </a:cubicBezTo>
                    <a:lnTo>
                      <a:pt x="15432" y="1944"/>
                    </a:lnTo>
                    <a:cubicBezTo>
                      <a:pt x="15443" y="1943"/>
                      <a:pt x="15454" y="1942"/>
                      <a:pt x="15464" y="1942"/>
                    </a:cubicBezTo>
                    <a:cubicBezTo>
                      <a:pt x="15528" y="1942"/>
                      <a:pt x="15590" y="1959"/>
                      <a:pt x="15643" y="1995"/>
                    </a:cubicBezTo>
                    <a:lnTo>
                      <a:pt x="16078" y="2281"/>
                    </a:lnTo>
                    <a:lnTo>
                      <a:pt x="25163" y="1542"/>
                    </a:lnTo>
                    <a:lnTo>
                      <a:pt x="25163" y="1542"/>
                    </a:lnTo>
                    <a:lnTo>
                      <a:pt x="17344" y="3109"/>
                    </a:lnTo>
                    <a:lnTo>
                      <a:pt x="18902" y="4130"/>
                    </a:lnTo>
                    <a:lnTo>
                      <a:pt x="29794" y="2732"/>
                    </a:lnTo>
                    <a:lnTo>
                      <a:pt x="29794" y="2732"/>
                    </a:lnTo>
                    <a:lnTo>
                      <a:pt x="20088" y="4909"/>
                    </a:lnTo>
                    <a:lnTo>
                      <a:pt x="21322" y="5725"/>
                    </a:lnTo>
                    <a:lnTo>
                      <a:pt x="22513" y="5604"/>
                    </a:lnTo>
                    <a:cubicBezTo>
                      <a:pt x="23068" y="5546"/>
                      <a:pt x="23658" y="5486"/>
                      <a:pt x="24092" y="5443"/>
                    </a:cubicBezTo>
                    <a:cubicBezTo>
                      <a:pt x="24543" y="4295"/>
                      <a:pt x="25282" y="3985"/>
                      <a:pt x="25837" y="3928"/>
                    </a:cubicBezTo>
                    <a:cubicBezTo>
                      <a:pt x="27374" y="3779"/>
                      <a:pt x="28921" y="3632"/>
                      <a:pt x="30444" y="3491"/>
                    </a:cubicBezTo>
                    <a:lnTo>
                      <a:pt x="31540" y="2020"/>
                    </a:lnTo>
                    <a:cubicBezTo>
                      <a:pt x="28238" y="743"/>
                      <a:pt x="24296" y="0"/>
                      <a:pt x="200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68"/>
              <p:cNvSpPr/>
              <p:nvPr/>
            </p:nvSpPr>
            <p:spPr>
              <a:xfrm>
                <a:off x="6179435" y="2975397"/>
                <a:ext cx="1507548" cy="258810"/>
              </a:xfrm>
              <a:custGeom>
                <a:rect b="b" l="l" r="r" t="t"/>
                <a:pathLst>
                  <a:path extrusionOk="0" h="4969" w="28944">
                    <a:moveTo>
                      <a:pt x="14013" y="1"/>
                    </a:moveTo>
                    <a:cubicBezTo>
                      <a:pt x="13190" y="1"/>
                      <a:pt x="12325" y="7"/>
                      <a:pt x="11418" y="19"/>
                    </a:cubicBezTo>
                    <a:lnTo>
                      <a:pt x="23341" y="1934"/>
                    </a:lnTo>
                    <a:lnTo>
                      <a:pt x="23341" y="1934"/>
                    </a:lnTo>
                    <a:lnTo>
                      <a:pt x="6186" y="140"/>
                    </a:lnTo>
                    <a:cubicBezTo>
                      <a:pt x="5940" y="148"/>
                      <a:pt x="5696" y="154"/>
                      <a:pt x="5447" y="162"/>
                    </a:cubicBezTo>
                    <a:lnTo>
                      <a:pt x="23183" y="2953"/>
                    </a:lnTo>
                    <a:lnTo>
                      <a:pt x="23183" y="2953"/>
                    </a:lnTo>
                    <a:lnTo>
                      <a:pt x="746" y="530"/>
                    </a:lnTo>
                    <a:cubicBezTo>
                      <a:pt x="488" y="551"/>
                      <a:pt x="239" y="567"/>
                      <a:pt x="0" y="583"/>
                    </a:cubicBezTo>
                    <a:cubicBezTo>
                      <a:pt x="3865" y="3267"/>
                      <a:pt x="9609" y="4969"/>
                      <a:pt x="16018" y="4969"/>
                    </a:cubicBezTo>
                    <a:cubicBezTo>
                      <a:pt x="16028" y="4969"/>
                      <a:pt x="16038" y="4969"/>
                      <a:pt x="16048" y="4969"/>
                    </a:cubicBezTo>
                    <a:cubicBezTo>
                      <a:pt x="20907" y="4969"/>
                      <a:pt x="25381" y="3986"/>
                      <a:pt x="28943" y="2338"/>
                    </a:cubicBezTo>
                    <a:lnTo>
                      <a:pt x="28471" y="2182"/>
                    </a:lnTo>
                    <a:lnTo>
                      <a:pt x="28382" y="2153"/>
                    </a:lnTo>
                    <a:cubicBezTo>
                      <a:pt x="26733" y="1606"/>
                      <a:pt x="25177" y="1092"/>
                      <a:pt x="24088" y="717"/>
                    </a:cubicBezTo>
                    <a:cubicBezTo>
                      <a:pt x="22708" y="243"/>
                      <a:pt x="19227" y="1"/>
                      <a:pt x="140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68"/>
              <p:cNvSpPr/>
              <p:nvPr/>
            </p:nvSpPr>
            <p:spPr>
              <a:xfrm>
                <a:off x="8204660" y="2913886"/>
                <a:ext cx="211673" cy="63960"/>
              </a:xfrm>
              <a:custGeom>
                <a:rect b="b" l="l" r="r" t="t"/>
                <a:pathLst>
                  <a:path extrusionOk="0" h="1228" w="4064">
                    <a:moveTo>
                      <a:pt x="4063" y="1"/>
                    </a:moveTo>
                    <a:lnTo>
                      <a:pt x="1" y="590"/>
                    </a:lnTo>
                    <a:lnTo>
                      <a:pt x="1016" y="1228"/>
                    </a:lnTo>
                    <a:lnTo>
                      <a:pt x="406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68"/>
              <p:cNvSpPr/>
              <p:nvPr/>
            </p:nvSpPr>
            <p:spPr>
              <a:xfrm>
                <a:off x="5962766" y="2577842"/>
                <a:ext cx="50679" cy="127348"/>
              </a:xfrm>
              <a:custGeom>
                <a:rect b="b" l="l" r="r" t="t"/>
                <a:pathLst>
                  <a:path extrusionOk="0" h="2445" w="973">
                    <a:moveTo>
                      <a:pt x="821" y="0"/>
                    </a:moveTo>
                    <a:cubicBezTo>
                      <a:pt x="787" y="79"/>
                      <a:pt x="751" y="163"/>
                      <a:pt x="716" y="258"/>
                    </a:cubicBezTo>
                    <a:cubicBezTo>
                      <a:pt x="524" y="731"/>
                      <a:pt x="297" y="1376"/>
                      <a:pt x="86" y="2028"/>
                    </a:cubicBezTo>
                    <a:cubicBezTo>
                      <a:pt x="57" y="2119"/>
                      <a:pt x="28" y="2206"/>
                      <a:pt x="0" y="2295"/>
                    </a:cubicBezTo>
                    <a:cubicBezTo>
                      <a:pt x="61" y="2347"/>
                      <a:pt x="120" y="2397"/>
                      <a:pt x="179" y="2444"/>
                    </a:cubicBezTo>
                    <a:cubicBezTo>
                      <a:pt x="368" y="1816"/>
                      <a:pt x="571" y="1194"/>
                      <a:pt x="751" y="724"/>
                    </a:cubicBezTo>
                    <a:cubicBezTo>
                      <a:pt x="794" y="600"/>
                      <a:pt x="844" y="486"/>
                      <a:pt x="884" y="385"/>
                    </a:cubicBezTo>
                    <a:cubicBezTo>
                      <a:pt x="915" y="306"/>
                      <a:pt x="944" y="235"/>
                      <a:pt x="972" y="173"/>
                    </a:cubicBezTo>
                    <a:cubicBezTo>
                      <a:pt x="947" y="146"/>
                      <a:pt x="924" y="118"/>
                      <a:pt x="900" y="90"/>
                    </a:cubicBezTo>
                    <a:cubicBezTo>
                      <a:pt x="874" y="59"/>
                      <a:pt x="846" y="31"/>
                      <a:pt x="8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68"/>
              <p:cNvSpPr/>
              <p:nvPr/>
            </p:nvSpPr>
            <p:spPr>
              <a:xfrm>
                <a:off x="5774327" y="2490966"/>
                <a:ext cx="219330" cy="200579"/>
              </a:xfrm>
              <a:custGeom>
                <a:rect b="b" l="l" r="r" t="t"/>
                <a:pathLst>
                  <a:path extrusionOk="0" h="3851" w="4211">
                    <a:moveTo>
                      <a:pt x="2196" y="0"/>
                    </a:moveTo>
                    <a:cubicBezTo>
                      <a:pt x="1812" y="194"/>
                      <a:pt x="1376" y="429"/>
                      <a:pt x="942" y="672"/>
                    </a:cubicBezTo>
                    <a:cubicBezTo>
                      <a:pt x="618" y="853"/>
                      <a:pt x="296" y="1040"/>
                      <a:pt x="0" y="1214"/>
                    </a:cubicBezTo>
                    <a:cubicBezTo>
                      <a:pt x="2000" y="2067"/>
                      <a:pt x="2615" y="3024"/>
                      <a:pt x="3492" y="3850"/>
                    </a:cubicBezTo>
                    <a:cubicBezTo>
                      <a:pt x="3509" y="3783"/>
                      <a:pt x="3526" y="3716"/>
                      <a:pt x="3544" y="3651"/>
                    </a:cubicBezTo>
                    <a:cubicBezTo>
                      <a:pt x="3716" y="2984"/>
                      <a:pt x="3906" y="2323"/>
                      <a:pt x="4069" y="1829"/>
                    </a:cubicBezTo>
                    <a:cubicBezTo>
                      <a:pt x="4108" y="1706"/>
                      <a:pt x="4150" y="1594"/>
                      <a:pt x="4185" y="1493"/>
                    </a:cubicBezTo>
                    <a:cubicBezTo>
                      <a:pt x="4194" y="1469"/>
                      <a:pt x="4202" y="1446"/>
                      <a:pt x="4210" y="1424"/>
                    </a:cubicBezTo>
                    <a:cubicBezTo>
                      <a:pt x="3590" y="791"/>
                      <a:pt x="2838" y="285"/>
                      <a:pt x="21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68"/>
              <p:cNvSpPr/>
              <p:nvPr/>
            </p:nvSpPr>
            <p:spPr>
              <a:xfrm>
                <a:off x="5994589" y="2620707"/>
                <a:ext cx="107660" cy="113024"/>
              </a:xfrm>
              <a:custGeom>
                <a:rect b="b" l="l" r="r" t="t"/>
                <a:pathLst>
                  <a:path extrusionOk="0" h="2170" w="2067">
                    <a:moveTo>
                      <a:pt x="1061" y="0"/>
                    </a:moveTo>
                    <a:cubicBezTo>
                      <a:pt x="1011" y="79"/>
                      <a:pt x="954" y="167"/>
                      <a:pt x="897" y="265"/>
                    </a:cubicBezTo>
                    <a:cubicBezTo>
                      <a:pt x="637" y="694"/>
                      <a:pt x="310" y="1295"/>
                      <a:pt x="0" y="1903"/>
                    </a:cubicBezTo>
                    <a:cubicBezTo>
                      <a:pt x="374" y="2102"/>
                      <a:pt x="716" y="2169"/>
                      <a:pt x="1012" y="2169"/>
                    </a:cubicBezTo>
                    <a:cubicBezTo>
                      <a:pt x="1396" y="2169"/>
                      <a:pt x="1702" y="2056"/>
                      <a:pt x="1902" y="1969"/>
                    </a:cubicBezTo>
                    <a:cubicBezTo>
                      <a:pt x="2023" y="1915"/>
                      <a:pt x="2062" y="1774"/>
                      <a:pt x="2067" y="1644"/>
                    </a:cubicBezTo>
                    <a:lnTo>
                      <a:pt x="1878" y="631"/>
                    </a:lnTo>
                    <a:cubicBezTo>
                      <a:pt x="1880" y="536"/>
                      <a:pt x="1824" y="449"/>
                      <a:pt x="1733" y="417"/>
                    </a:cubicBezTo>
                    <a:cubicBezTo>
                      <a:pt x="1590" y="365"/>
                      <a:pt x="1340" y="215"/>
                      <a:pt x="10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68"/>
              <p:cNvSpPr/>
              <p:nvPr/>
            </p:nvSpPr>
            <p:spPr>
              <a:xfrm>
                <a:off x="5538075" y="1759657"/>
                <a:ext cx="2892697" cy="1436608"/>
              </a:xfrm>
              <a:custGeom>
                <a:rect b="b" l="l" r="r" t="t"/>
                <a:pathLst>
                  <a:path extrusionOk="0" h="27582" w="55538">
                    <a:moveTo>
                      <a:pt x="43500" y="1406"/>
                    </a:moveTo>
                    <a:cubicBezTo>
                      <a:pt x="43500" y="1406"/>
                      <a:pt x="43410" y="1540"/>
                      <a:pt x="43250" y="1777"/>
                    </a:cubicBezTo>
                    <a:cubicBezTo>
                      <a:pt x="43088" y="2010"/>
                      <a:pt x="42861" y="2350"/>
                      <a:pt x="42579" y="2748"/>
                    </a:cubicBezTo>
                    <a:cubicBezTo>
                      <a:pt x="42297" y="3145"/>
                      <a:pt x="41973" y="3615"/>
                      <a:pt x="41616" y="4111"/>
                    </a:cubicBezTo>
                    <a:cubicBezTo>
                      <a:pt x="41257" y="4606"/>
                      <a:pt x="40877" y="5132"/>
                      <a:pt x="40496" y="5662"/>
                    </a:cubicBezTo>
                    <a:cubicBezTo>
                      <a:pt x="40109" y="6185"/>
                      <a:pt x="39721" y="6709"/>
                      <a:pt x="39359" y="7199"/>
                    </a:cubicBezTo>
                    <a:cubicBezTo>
                      <a:pt x="38996" y="7691"/>
                      <a:pt x="38650" y="8141"/>
                      <a:pt x="38356" y="8531"/>
                    </a:cubicBezTo>
                    <a:cubicBezTo>
                      <a:pt x="38061" y="8921"/>
                      <a:pt x="37808" y="9240"/>
                      <a:pt x="37636" y="9467"/>
                    </a:cubicBezTo>
                    <a:cubicBezTo>
                      <a:pt x="37460" y="9690"/>
                      <a:pt x="37359" y="9819"/>
                      <a:pt x="37359" y="9819"/>
                    </a:cubicBezTo>
                    <a:cubicBezTo>
                      <a:pt x="37359" y="9819"/>
                      <a:pt x="37449" y="9685"/>
                      <a:pt x="37609" y="9449"/>
                    </a:cubicBezTo>
                    <a:cubicBezTo>
                      <a:pt x="37771" y="9215"/>
                      <a:pt x="37998" y="8876"/>
                      <a:pt x="38280" y="8478"/>
                    </a:cubicBezTo>
                    <a:cubicBezTo>
                      <a:pt x="38562" y="8080"/>
                      <a:pt x="38886" y="7610"/>
                      <a:pt x="39243" y="7115"/>
                    </a:cubicBezTo>
                    <a:cubicBezTo>
                      <a:pt x="39600" y="6620"/>
                      <a:pt x="39982" y="6093"/>
                      <a:pt x="40363" y="5564"/>
                    </a:cubicBezTo>
                    <a:cubicBezTo>
                      <a:pt x="40750" y="5043"/>
                      <a:pt x="41137" y="4519"/>
                      <a:pt x="41499" y="4026"/>
                    </a:cubicBezTo>
                    <a:cubicBezTo>
                      <a:pt x="41862" y="3534"/>
                      <a:pt x="42210" y="3085"/>
                      <a:pt x="42504" y="2694"/>
                    </a:cubicBezTo>
                    <a:cubicBezTo>
                      <a:pt x="42798" y="2304"/>
                      <a:pt x="43050" y="1985"/>
                      <a:pt x="43223" y="1759"/>
                    </a:cubicBezTo>
                    <a:cubicBezTo>
                      <a:pt x="43399" y="1535"/>
                      <a:pt x="43500" y="1406"/>
                      <a:pt x="43500" y="1406"/>
                    </a:cubicBezTo>
                    <a:close/>
                    <a:moveTo>
                      <a:pt x="23595" y="6051"/>
                    </a:moveTo>
                    <a:lnTo>
                      <a:pt x="27059" y="8322"/>
                    </a:lnTo>
                    <a:lnTo>
                      <a:pt x="23865" y="6473"/>
                    </a:lnTo>
                    <a:lnTo>
                      <a:pt x="23865" y="6473"/>
                    </a:lnTo>
                    <a:lnTo>
                      <a:pt x="28210" y="9505"/>
                    </a:lnTo>
                    <a:lnTo>
                      <a:pt x="24702" y="9841"/>
                    </a:lnTo>
                    <a:cubicBezTo>
                      <a:pt x="24508" y="9306"/>
                      <a:pt x="24112" y="8282"/>
                      <a:pt x="23636" y="7449"/>
                    </a:cubicBezTo>
                    <a:cubicBezTo>
                      <a:pt x="23544" y="7286"/>
                      <a:pt x="23474" y="7141"/>
                      <a:pt x="23421" y="7014"/>
                    </a:cubicBezTo>
                    <a:cubicBezTo>
                      <a:pt x="23111" y="6251"/>
                      <a:pt x="23460" y="6087"/>
                      <a:pt x="23565" y="6056"/>
                    </a:cubicBezTo>
                    <a:cubicBezTo>
                      <a:pt x="23583" y="6052"/>
                      <a:pt x="23595" y="6051"/>
                      <a:pt x="23595" y="6051"/>
                    </a:cubicBezTo>
                    <a:close/>
                    <a:moveTo>
                      <a:pt x="47548" y="653"/>
                    </a:moveTo>
                    <a:cubicBezTo>
                      <a:pt x="47547" y="653"/>
                      <a:pt x="47484" y="802"/>
                      <a:pt x="47372" y="1062"/>
                    </a:cubicBezTo>
                    <a:cubicBezTo>
                      <a:pt x="47257" y="1320"/>
                      <a:pt x="47098" y="1693"/>
                      <a:pt x="46898" y="2137"/>
                    </a:cubicBezTo>
                    <a:cubicBezTo>
                      <a:pt x="46699" y="2578"/>
                      <a:pt x="46471" y="3097"/>
                      <a:pt x="46213" y="3647"/>
                    </a:cubicBezTo>
                    <a:cubicBezTo>
                      <a:pt x="45956" y="4198"/>
                      <a:pt x="45685" y="4785"/>
                      <a:pt x="45411" y="5372"/>
                    </a:cubicBezTo>
                    <a:cubicBezTo>
                      <a:pt x="45130" y="5956"/>
                      <a:pt x="44850" y="6540"/>
                      <a:pt x="44588" y="7086"/>
                    </a:cubicBezTo>
                    <a:cubicBezTo>
                      <a:pt x="44326" y="7634"/>
                      <a:pt x="44069" y="8139"/>
                      <a:pt x="43856" y="8576"/>
                    </a:cubicBezTo>
                    <a:cubicBezTo>
                      <a:pt x="43641" y="9012"/>
                      <a:pt x="43456" y="9371"/>
                      <a:pt x="43328" y="9623"/>
                    </a:cubicBezTo>
                    <a:cubicBezTo>
                      <a:pt x="43197" y="9874"/>
                      <a:pt x="43123" y="10019"/>
                      <a:pt x="43123" y="10019"/>
                    </a:cubicBezTo>
                    <a:cubicBezTo>
                      <a:pt x="43123" y="10019"/>
                      <a:pt x="43187" y="9870"/>
                      <a:pt x="43299" y="9610"/>
                    </a:cubicBezTo>
                    <a:cubicBezTo>
                      <a:pt x="43413" y="9350"/>
                      <a:pt x="43573" y="8979"/>
                      <a:pt x="43773" y="8535"/>
                    </a:cubicBezTo>
                    <a:cubicBezTo>
                      <a:pt x="43974" y="8094"/>
                      <a:pt x="44202" y="7575"/>
                      <a:pt x="44458" y="7025"/>
                    </a:cubicBezTo>
                    <a:cubicBezTo>
                      <a:pt x="44714" y="6474"/>
                      <a:pt x="44987" y="5886"/>
                      <a:pt x="45259" y="5300"/>
                    </a:cubicBezTo>
                    <a:cubicBezTo>
                      <a:pt x="45540" y="4716"/>
                      <a:pt x="45821" y="4132"/>
                      <a:pt x="46082" y="3585"/>
                    </a:cubicBezTo>
                    <a:cubicBezTo>
                      <a:pt x="46344" y="3038"/>
                      <a:pt x="46601" y="2533"/>
                      <a:pt x="46814" y="2096"/>
                    </a:cubicBezTo>
                    <a:cubicBezTo>
                      <a:pt x="47029" y="1660"/>
                      <a:pt x="47216" y="1303"/>
                      <a:pt x="47343" y="1049"/>
                    </a:cubicBezTo>
                    <a:cubicBezTo>
                      <a:pt x="47474" y="797"/>
                      <a:pt x="47547" y="653"/>
                      <a:pt x="47548" y="653"/>
                    </a:cubicBezTo>
                    <a:close/>
                    <a:moveTo>
                      <a:pt x="26449" y="10162"/>
                    </a:moveTo>
                    <a:cubicBezTo>
                      <a:pt x="26582" y="10162"/>
                      <a:pt x="26750" y="10167"/>
                      <a:pt x="26945" y="10190"/>
                    </a:cubicBezTo>
                    <a:lnTo>
                      <a:pt x="26885" y="10195"/>
                    </a:lnTo>
                    <a:cubicBezTo>
                      <a:pt x="26303" y="10242"/>
                      <a:pt x="25694" y="10303"/>
                      <a:pt x="25061" y="10368"/>
                    </a:cubicBezTo>
                    <a:cubicBezTo>
                      <a:pt x="23901" y="10485"/>
                      <a:pt x="22671" y="10625"/>
                      <a:pt x="21435" y="10773"/>
                    </a:cubicBezTo>
                    <a:cubicBezTo>
                      <a:pt x="21379" y="10752"/>
                      <a:pt x="21321" y="10734"/>
                      <a:pt x="21266" y="10718"/>
                    </a:cubicBezTo>
                    <a:cubicBezTo>
                      <a:pt x="22140" y="10618"/>
                      <a:pt x="23031" y="10517"/>
                      <a:pt x="23934" y="10421"/>
                    </a:cubicBezTo>
                    <a:lnTo>
                      <a:pt x="26352" y="10163"/>
                    </a:lnTo>
                    <a:cubicBezTo>
                      <a:pt x="26382" y="10162"/>
                      <a:pt x="26414" y="10162"/>
                      <a:pt x="26449" y="10162"/>
                    </a:cubicBezTo>
                    <a:close/>
                    <a:moveTo>
                      <a:pt x="20346" y="10826"/>
                    </a:moveTo>
                    <a:cubicBezTo>
                      <a:pt x="20447" y="10832"/>
                      <a:pt x="20566" y="10844"/>
                      <a:pt x="20702" y="10865"/>
                    </a:cubicBezTo>
                    <a:cubicBezTo>
                      <a:pt x="19495" y="11020"/>
                      <a:pt x="18297" y="11182"/>
                      <a:pt x="17166" y="11342"/>
                    </a:cubicBezTo>
                    <a:cubicBezTo>
                      <a:pt x="16481" y="11439"/>
                      <a:pt x="15823" y="11538"/>
                      <a:pt x="15203" y="11636"/>
                    </a:cubicBezTo>
                    <a:cubicBezTo>
                      <a:pt x="15083" y="11597"/>
                      <a:pt x="14968" y="11565"/>
                      <a:pt x="14858" y="11538"/>
                    </a:cubicBezTo>
                    <a:cubicBezTo>
                      <a:pt x="16535" y="11295"/>
                      <a:pt x="18386" y="11059"/>
                      <a:pt x="20346" y="10826"/>
                    </a:cubicBezTo>
                    <a:close/>
                    <a:moveTo>
                      <a:pt x="38327" y="12880"/>
                    </a:moveTo>
                    <a:cubicBezTo>
                      <a:pt x="38334" y="12889"/>
                      <a:pt x="38339" y="12900"/>
                      <a:pt x="38343" y="12909"/>
                    </a:cubicBezTo>
                    <a:lnTo>
                      <a:pt x="38223" y="12929"/>
                    </a:lnTo>
                    <a:cubicBezTo>
                      <a:pt x="38216" y="12919"/>
                      <a:pt x="38209" y="12905"/>
                      <a:pt x="38202" y="12893"/>
                    </a:cubicBezTo>
                    <a:cubicBezTo>
                      <a:pt x="38245" y="12888"/>
                      <a:pt x="38286" y="12882"/>
                      <a:pt x="38327" y="12880"/>
                    </a:cubicBezTo>
                    <a:close/>
                    <a:moveTo>
                      <a:pt x="32631" y="9510"/>
                    </a:moveTo>
                    <a:cubicBezTo>
                      <a:pt x="33179" y="9525"/>
                      <a:pt x="34121" y="9657"/>
                      <a:pt x="34993" y="10280"/>
                    </a:cubicBezTo>
                    <a:cubicBezTo>
                      <a:pt x="36285" y="11204"/>
                      <a:pt x="37142" y="11891"/>
                      <a:pt x="37655" y="12564"/>
                    </a:cubicBezTo>
                    <a:cubicBezTo>
                      <a:pt x="37574" y="12576"/>
                      <a:pt x="37489" y="12590"/>
                      <a:pt x="37406" y="12603"/>
                    </a:cubicBezTo>
                    <a:cubicBezTo>
                      <a:pt x="35488" y="12908"/>
                      <a:pt x="33572" y="13210"/>
                      <a:pt x="32135" y="13450"/>
                    </a:cubicBezTo>
                    <a:cubicBezTo>
                      <a:pt x="32084" y="13458"/>
                      <a:pt x="32037" y="13466"/>
                      <a:pt x="31989" y="13476"/>
                    </a:cubicBezTo>
                    <a:cubicBezTo>
                      <a:pt x="31562" y="12701"/>
                      <a:pt x="30729" y="11934"/>
                      <a:pt x="29333" y="10859"/>
                    </a:cubicBezTo>
                    <a:cubicBezTo>
                      <a:pt x="28929" y="10546"/>
                      <a:pt x="28515" y="10335"/>
                      <a:pt x="28127" y="10188"/>
                    </a:cubicBezTo>
                    <a:cubicBezTo>
                      <a:pt x="28262" y="10175"/>
                      <a:pt x="28397" y="10163"/>
                      <a:pt x="28526" y="10152"/>
                    </a:cubicBezTo>
                    <a:cubicBezTo>
                      <a:pt x="29031" y="10103"/>
                      <a:pt x="29494" y="10060"/>
                      <a:pt x="29906" y="10021"/>
                    </a:cubicBezTo>
                    <a:cubicBezTo>
                      <a:pt x="30317" y="9986"/>
                      <a:pt x="30674" y="9955"/>
                      <a:pt x="30970" y="9931"/>
                    </a:cubicBezTo>
                    <a:cubicBezTo>
                      <a:pt x="31560" y="9878"/>
                      <a:pt x="31896" y="9850"/>
                      <a:pt x="31896" y="9850"/>
                    </a:cubicBezTo>
                    <a:lnTo>
                      <a:pt x="31896" y="9850"/>
                    </a:lnTo>
                    <a:cubicBezTo>
                      <a:pt x="31896" y="9850"/>
                      <a:pt x="31559" y="9868"/>
                      <a:pt x="30967" y="9898"/>
                    </a:cubicBezTo>
                    <a:cubicBezTo>
                      <a:pt x="30376" y="9931"/>
                      <a:pt x="29530" y="9979"/>
                      <a:pt x="28518" y="10060"/>
                    </a:cubicBezTo>
                    <a:cubicBezTo>
                      <a:pt x="28316" y="10073"/>
                      <a:pt x="28108" y="10092"/>
                      <a:pt x="27894" y="10108"/>
                    </a:cubicBezTo>
                    <a:cubicBezTo>
                      <a:pt x="27799" y="10078"/>
                      <a:pt x="27706" y="10053"/>
                      <a:pt x="27614" y="10029"/>
                    </a:cubicBezTo>
                    <a:lnTo>
                      <a:pt x="29370" y="9843"/>
                    </a:lnTo>
                    <a:cubicBezTo>
                      <a:pt x="29830" y="9798"/>
                      <a:pt x="31750" y="9599"/>
                      <a:pt x="32631" y="9510"/>
                    </a:cubicBezTo>
                    <a:close/>
                    <a:moveTo>
                      <a:pt x="37900" y="12929"/>
                    </a:moveTo>
                    <a:cubicBezTo>
                      <a:pt x="37911" y="12947"/>
                      <a:pt x="37919" y="12963"/>
                      <a:pt x="37930" y="12979"/>
                    </a:cubicBezTo>
                    <a:cubicBezTo>
                      <a:pt x="37146" y="13101"/>
                      <a:pt x="36340" y="13231"/>
                      <a:pt x="35533" y="13362"/>
                    </a:cubicBezTo>
                    <a:cubicBezTo>
                      <a:pt x="34394" y="13546"/>
                      <a:pt x="33258" y="13735"/>
                      <a:pt x="32186" y="13915"/>
                    </a:cubicBezTo>
                    <a:cubicBezTo>
                      <a:pt x="32146" y="13802"/>
                      <a:pt x="32099" y="13692"/>
                      <a:pt x="32044" y="13581"/>
                    </a:cubicBezTo>
                    <a:cubicBezTo>
                      <a:pt x="32079" y="13577"/>
                      <a:pt x="32115" y="13573"/>
                      <a:pt x="32151" y="13570"/>
                    </a:cubicBezTo>
                    <a:cubicBezTo>
                      <a:pt x="33596" y="13398"/>
                      <a:pt x="35526" y="13190"/>
                      <a:pt x="37456" y="12979"/>
                    </a:cubicBezTo>
                    <a:cubicBezTo>
                      <a:pt x="37604" y="12961"/>
                      <a:pt x="37753" y="12945"/>
                      <a:pt x="37900" y="12929"/>
                    </a:cubicBezTo>
                    <a:close/>
                    <a:moveTo>
                      <a:pt x="37265" y="13632"/>
                    </a:moveTo>
                    <a:cubicBezTo>
                      <a:pt x="37168" y="13646"/>
                      <a:pt x="37073" y="13661"/>
                      <a:pt x="36976" y="13677"/>
                    </a:cubicBezTo>
                    <a:cubicBezTo>
                      <a:pt x="35591" y="13899"/>
                      <a:pt x="34113" y="14137"/>
                      <a:pt x="32635" y="14373"/>
                    </a:cubicBezTo>
                    <a:cubicBezTo>
                      <a:pt x="32529" y="14389"/>
                      <a:pt x="32421" y="14406"/>
                      <a:pt x="32314" y="14424"/>
                    </a:cubicBezTo>
                    <a:cubicBezTo>
                      <a:pt x="32303" y="14349"/>
                      <a:pt x="32290" y="14275"/>
                      <a:pt x="32272" y="14201"/>
                    </a:cubicBezTo>
                    <a:cubicBezTo>
                      <a:pt x="33337" y="14075"/>
                      <a:pt x="34467" y="13943"/>
                      <a:pt x="35596" y="13816"/>
                    </a:cubicBezTo>
                    <a:cubicBezTo>
                      <a:pt x="36155" y="13754"/>
                      <a:pt x="36715" y="13692"/>
                      <a:pt x="37265" y="13632"/>
                    </a:cubicBezTo>
                    <a:close/>
                    <a:moveTo>
                      <a:pt x="37777" y="14390"/>
                    </a:moveTo>
                    <a:cubicBezTo>
                      <a:pt x="36604" y="14541"/>
                      <a:pt x="34629" y="14807"/>
                      <a:pt x="32346" y="15122"/>
                    </a:cubicBezTo>
                    <a:cubicBezTo>
                      <a:pt x="32347" y="15077"/>
                      <a:pt x="32350" y="15034"/>
                      <a:pt x="32352" y="14989"/>
                    </a:cubicBezTo>
                    <a:cubicBezTo>
                      <a:pt x="32472" y="14976"/>
                      <a:pt x="32595" y="14961"/>
                      <a:pt x="32715" y="14948"/>
                    </a:cubicBezTo>
                    <a:cubicBezTo>
                      <a:pt x="34201" y="14782"/>
                      <a:pt x="35687" y="14619"/>
                      <a:pt x="37080" y="14464"/>
                    </a:cubicBezTo>
                    <a:cubicBezTo>
                      <a:pt x="37315" y="14439"/>
                      <a:pt x="37547" y="14413"/>
                      <a:pt x="37777" y="14390"/>
                    </a:cubicBezTo>
                    <a:close/>
                    <a:moveTo>
                      <a:pt x="37677" y="7680"/>
                    </a:moveTo>
                    <a:lnTo>
                      <a:pt x="34510" y="8186"/>
                    </a:lnTo>
                    <a:lnTo>
                      <a:pt x="38334" y="7887"/>
                    </a:lnTo>
                    <a:lnTo>
                      <a:pt x="38334" y="7887"/>
                    </a:lnTo>
                    <a:cubicBezTo>
                      <a:pt x="38291" y="7942"/>
                      <a:pt x="38249" y="7998"/>
                      <a:pt x="38208" y="8055"/>
                    </a:cubicBezTo>
                    <a:cubicBezTo>
                      <a:pt x="37894" y="8475"/>
                      <a:pt x="37585" y="8898"/>
                      <a:pt x="37320" y="9261"/>
                    </a:cubicBezTo>
                    <a:lnTo>
                      <a:pt x="35604" y="9580"/>
                    </a:lnTo>
                    <a:lnTo>
                      <a:pt x="35604" y="9580"/>
                    </a:lnTo>
                    <a:lnTo>
                      <a:pt x="36817" y="9567"/>
                    </a:lnTo>
                    <a:lnTo>
                      <a:pt x="35995" y="9720"/>
                    </a:lnTo>
                    <a:lnTo>
                      <a:pt x="35995" y="9720"/>
                    </a:lnTo>
                    <a:lnTo>
                      <a:pt x="36994" y="9708"/>
                    </a:lnTo>
                    <a:lnTo>
                      <a:pt x="36994" y="9708"/>
                    </a:lnTo>
                    <a:cubicBezTo>
                      <a:pt x="36744" y="10053"/>
                      <a:pt x="36584" y="10276"/>
                      <a:pt x="36584" y="10276"/>
                    </a:cubicBezTo>
                    <a:lnTo>
                      <a:pt x="39337" y="11290"/>
                    </a:lnTo>
                    <a:cubicBezTo>
                      <a:pt x="39594" y="11251"/>
                      <a:pt x="39877" y="11208"/>
                      <a:pt x="40172" y="11167"/>
                    </a:cubicBezTo>
                    <a:cubicBezTo>
                      <a:pt x="40582" y="11110"/>
                      <a:pt x="41018" y="11055"/>
                      <a:pt x="41455" y="11001"/>
                    </a:cubicBezTo>
                    <a:cubicBezTo>
                      <a:pt x="41893" y="10950"/>
                      <a:pt x="42329" y="10899"/>
                      <a:pt x="42740" y="10856"/>
                    </a:cubicBezTo>
                    <a:cubicBezTo>
                      <a:pt x="43156" y="10814"/>
                      <a:pt x="43540" y="10785"/>
                      <a:pt x="43869" y="10752"/>
                    </a:cubicBezTo>
                    <a:cubicBezTo>
                      <a:pt x="44198" y="10720"/>
                      <a:pt x="44474" y="10707"/>
                      <a:pt x="44666" y="10692"/>
                    </a:cubicBezTo>
                    <a:cubicBezTo>
                      <a:pt x="44859" y="10680"/>
                      <a:pt x="44968" y="10673"/>
                      <a:pt x="44968" y="10673"/>
                    </a:cubicBezTo>
                    <a:lnTo>
                      <a:pt x="44968" y="10673"/>
                    </a:lnTo>
                    <a:cubicBezTo>
                      <a:pt x="44968" y="10673"/>
                      <a:pt x="44859" y="10693"/>
                      <a:pt x="44668" y="10730"/>
                    </a:cubicBezTo>
                    <a:cubicBezTo>
                      <a:pt x="44479" y="10759"/>
                      <a:pt x="44208" y="10812"/>
                      <a:pt x="43881" y="10860"/>
                    </a:cubicBezTo>
                    <a:cubicBezTo>
                      <a:pt x="43554" y="10908"/>
                      <a:pt x="43175" y="10971"/>
                      <a:pt x="42766" y="11025"/>
                    </a:cubicBezTo>
                    <a:cubicBezTo>
                      <a:pt x="42356" y="11081"/>
                      <a:pt x="41920" y="11135"/>
                      <a:pt x="41483" y="11190"/>
                    </a:cubicBezTo>
                    <a:cubicBezTo>
                      <a:pt x="41045" y="11241"/>
                      <a:pt x="40609" y="11294"/>
                      <a:pt x="40197" y="11335"/>
                    </a:cubicBezTo>
                    <a:cubicBezTo>
                      <a:pt x="39786" y="11378"/>
                      <a:pt x="39402" y="11409"/>
                      <a:pt x="39074" y="11441"/>
                    </a:cubicBezTo>
                    <a:cubicBezTo>
                      <a:pt x="38745" y="11471"/>
                      <a:pt x="38470" y="11486"/>
                      <a:pt x="38279" y="11502"/>
                    </a:cubicBezTo>
                    <a:cubicBezTo>
                      <a:pt x="38188" y="11506"/>
                      <a:pt x="38119" y="11511"/>
                      <a:pt x="38067" y="11515"/>
                    </a:cubicBezTo>
                    <a:lnTo>
                      <a:pt x="40575" y="11757"/>
                    </a:lnTo>
                    <a:lnTo>
                      <a:pt x="40575" y="11746"/>
                    </a:lnTo>
                    <a:lnTo>
                      <a:pt x="41154" y="11960"/>
                    </a:lnTo>
                    <a:cubicBezTo>
                      <a:pt x="41060" y="11979"/>
                      <a:pt x="40966" y="11999"/>
                      <a:pt x="40871" y="12019"/>
                    </a:cubicBezTo>
                    <a:cubicBezTo>
                      <a:pt x="40657" y="12058"/>
                      <a:pt x="40438" y="12099"/>
                      <a:pt x="40215" y="12140"/>
                    </a:cubicBezTo>
                    <a:cubicBezTo>
                      <a:pt x="39737" y="12223"/>
                      <a:pt x="39240" y="12308"/>
                      <a:pt x="38736" y="12389"/>
                    </a:cubicBezTo>
                    <a:cubicBezTo>
                      <a:pt x="38779" y="12446"/>
                      <a:pt x="38820" y="12505"/>
                      <a:pt x="38859" y="12567"/>
                    </a:cubicBezTo>
                    <a:cubicBezTo>
                      <a:pt x="38910" y="12643"/>
                      <a:pt x="38957" y="12724"/>
                      <a:pt x="39000" y="12804"/>
                    </a:cubicBezTo>
                    <a:cubicBezTo>
                      <a:pt x="39015" y="12802"/>
                      <a:pt x="39032" y="12800"/>
                      <a:pt x="39047" y="12799"/>
                    </a:cubicBezTo>
                    <a:lnTo>
                      <a:pt x="39047" y="12799"/>
                    </a:lnTo>
                    <a:cubicBezTo>
                      <a:pt x="39032" y="12800"/>
                      <a:pt x="39018" y="12804"/>
                      <a:pt x="39001" y="12806"/>
                    </a:cubicBezTo>
                    <a:cubicBezTo>
                      <a:pt x="39034" y="12862"/>
                      <a:pt x="39066" y="12921"/>
                      <a:pt x="39095" y="12982"/>
                    </a:cubicBezTo>
                    <a:cubicBezTo>
                      <a:pt x="39163" y="13128"/>
                      <a:pt x="39227" y="13276"/>
                      <a:pt x="39274" y="13426"/>
                    </a:cubicBezTo>
                    <a:cubicBezTo>
                      <a:pt x="39326" y="13575"/>
                      <a:pt x="39356" y="13731"/>
                      <a:pt x="39383" y="13877"/>
                    </a:cubicBezTo>
                    <a:cubicBezTo>
                      <a:pt x="39408" y="14028"/>
                      <a:pt x="39416" y="14173"/>
                      <a:pt x="39416" y="14311"/>
                    </a:cubicBezTo>
                    <a:cubicBezTo>
                      <a:pt x="39415" y="14448"/>
                      <a:pt x="39407" y="14578"/>
                      <a:pt x="39387" y="14697"/>
                    </a:cubicBezTo>
                    <a:cubicBezTo>
                      <a:pt x="39375" y="14816"/>
                      <a:pt x="39340" y="14922"/>
                      <a:pt x="39320" y="15015"/>
                    </a:cubicBezTo>
                    <a:cubicBezTo>
                      <a:pt x="39289" y="15106"/>
                      <a:pt x="39263" y="15185"/>
                      <a:pt x="39239" y="15250"/>
                    </a:cubicBezTo>
                    <a:cubicBezTo>
                      <a:pt x="39183" y="15375"/>
                      <a:pt x="39149" y="15446"/>
                      <a:pt x="39149" y="15446"/>
                    </a:cubicBezTo>
                    <a:cubicBezTo>
                      <a:pt x="39149" y="15446"/>
                      <a:pt x="39165" y="15368"/>
                      <a:pt x="39189" y="15236"/>
                    </a:cubicBezTo>
                    <a:cubicBezTo>
                      <a:pt x="39202" y="15169"/>
                      <a:pt x="39210" y="15086"/>
                      <a:pt x="39226" y="14996"/>
                    </a:cubicBezTo>
                    <a:cubicBezTo>
                      <a:pt x="39230" y="14902"/>
                      <a:pt x="39246" y="14797"/>
                      <a:pt x="39243" y="14683"/>
                    </a:cubicBezTo>
                    <a:cubicBezTo>
                      <a:pt x="39247" y="14569"/>
                      <a:pt x="39240" y="14447"/>
                      <a:pt x="39230" y="14318"/>
                    </a:cubicBezTo>
                    <a:cubicBezTo>
                      <a:pt x="39216" y="14189"/>
                      <a:pt x="39195" y="14055"/>
                      <a:pt x="39167" y="13918"/>
                    </a:cubicBezTo>
                    <a:cubicBezTo>
                      <a:pt x="39136" y="13781"/>
                      <a:pt x="39094" y="13641"/>
                      <a:pt x="39046" y="13504"/>
                    </a:cubicBezTo>
                    <a:cubicBezTo>
                      <a:pt x="38999" y="13364"/>
                      <a:pt x="38937" y="13226"/>
                      <a:pt x="38871" y="13090"/>
                    </a:cubicBezTo>
                    <a:cubicBezTo>
                      <a:pt x="38742" y="12819"/>
                      <a:pt x="38577" y="12564"/>
                      <a:pt x="38413" y="12330"/>
                    </a:cubicBezTo>
                    <a:cubicBezTo>
                      <a:pt x="38327" y="12216"/>
                      <a:pt x="38245" y="12105"/>
                      <a:pt x="38161" y="12003"/>
                    </a:cubicBezTo>
                    <a:cubicBezTo>
                      <a:pt x="38126" y="11960"/>
                      <a:pt x="38091" y="11919"/>
                      <a:pt x="38057" y="11879"/>
                    </a:cubicBezTo>
                    <a:cubicBezTo>
                      <a:pt x="38020" y="11843"/>
                      <a:pt x="37984" y="11807"/>
                      <a:pt x="37945" y="11774"/>
                    </a:cubicBezTo>
                    <a:cubicBezTo>
                      <a:pt x="37843" y="11680"/>
                      <a:pt x="37732" y="11593"/>
                      <a:pt x="37624" y="11506"/>
                    </a:cubicBezTo>
                    <a:cubicBezTo>
                      <a:pt x="37187" y="11161"/>
                      <a:pt x="36732" y="10849"/>
                      <a:pt x="36390" y="10620"/>
                    </a:cubicBezTo>
                    <a:cubicBezTo>
                      <a:pt x="36046" y="10390"/>
                      <a:pt x="35812" y="10244"/>
                      <a:pt x="35812" y="10244"/>
                    </a:cubicBezTo>
                    <a:lnTo>
                      <a:pt x="35812" y="10244"/>
                    </a:lnTo>
                    <a:cubicBezTo>
                      <a:pt x="35812" y="10244"/>
                      <a:pt x="36027" y="10415"/>
                      <a:pt x="36341" y="10681"/>
                    </a:cubicBezTo>
                    <a:cubicBezTo>
                      <a:pt x="36655" y="10949"/>
                      <a:pt x="37070" y="11310"/>
                      <a:pt x="37454" y="11695"/>
                    </a:cubicBezTo>
                    <a:cubicBezTo>
                      <a:pt x="37550" y="11793"/>
                      <a:pt x="37644" y="11889"/>
                      <a:pt x="37731" y="11988"/>
                    </a:cubicBezTo>
                    <a:cubicBezTo>
                      <a:pt x="37777" y="12036"/>
                      <a:pt x="37818" y="12085"/>
                      <a:pt x="37856" y="12136"/>
                    </a:cubicBezTo>
                    <a:cubicBezTo>
                      <a:pt x="37898" y="12184"/>
                      <a:pt x="37933" y="12232"/>
                      <a:pt x="37963" y="12282"/>
                    </a:cubicBezTo>
                    <a:cubicBezTo>
                      <a:pt x="38006" y="12345"/>
                      <a:pt x="38052" y="12420"/>
                      <a:pt x="38095" y="12493"/>
                    </a:cubicBezTo>
                    <a:cubicBezTo>
                      <a:pt x="38052" y="12500"/>
                      <a:pt x="38006" y="12508"/>
                      <a:pt x="37963" y="12514"/>
                    </a:cubicBezTo>
                    <a:cubicBezTo>
                      <a:pt x="37436" y="11774"/>
                      <a:pt x="36531" y="11040"/>
                      <a:pt x="35157" y="10054"/>
                    </a:cubicBezTo>
                    <a:cubicBezTo>
                      <a:pt x="34416" y="9524"/>
                      <a:pt x="33639" y="9328"/>
                      <a:pt x="33055" y="9261"/>
                    </a:cubicBezTo>
                    <a:cubicBezTo>
                      <a:pt x="33078" y="9181"/>
                      <a:pt x="33106" y="9101"/>
                      <a:pt x="33137" y="9020"/>
                    </a:cubicBezTo>
                    <a:cubicBezTo>
                      <a:pt x="33177" y="9027"/>
                      <a:pt x="33223" y="9035"/>
                      <a:pt x="33273" y="9046"/>
                    </a:cubicBezTo>
                    <a:cubicBezTo>
                      <a:pt x="33467" y="9082"/>
                      <a:pt x="33727" y="9144"/>
                      <a:pt x="33983" y="9228"/>
                    </a:cubicBezTo>
                    <a:cubicBezTo>
                      <a:pt x="34240" y="9310"/>
                      <a:pt x="34493" y="9412"/>
                      <a:pt x="34679" y="9498"/>
                    </a:cubicBezTo>
                    <a:cubicBezTo>
                      <a:pt x="34865" y="9584"/>
                      <a:pt x="34986" y="9653"/>
                      <a:pt x="34986" y="9653"/>
                    </a:cubicBezTo>
                    <a:cubicBezTo>
                      <a:pt x="34986" y="9653"/>
                      <a:pt x="34892" y="9552"/>
                      <a:pt x="34736" y="9411"/>
                    </a:cubicBezTo>
                    <a:cubicBezTo>
                      <a:pt x="34582" y="9270"/>
                      <a:pt x="34363" y="9094"/>
                      <a:pt x="34132" y="8932"/>
                    </a:cubicBezTo>
                    <a:cubicBezTo>
                      <a:pt x="33901" y="8766"/>
                      <a:pt x="33655" y="8619"/>
                      <a:pt x="33462" y="8518"/>
                    </a:cubicBezTo>
                    <a:cubicBezTo>
                      <a:pt x="33446" y="8510"/>
                      <a:pt x="33433" y="8502"/>
                      <a:pt x="33415" y="8492"/>
                    </a:cubicBezTo>
                    <a:cubicBezTo>
                      <a:pt x="33602" y="8237"/>
                      <a:pt x="33849" y="8048"/>
                      <a:pt x="34179" y="8016"/>
                    </a:cubicBezTo>
                    <a:cubicBezTo>
                      <a:pt x="35472" y="7891"/>
                      <a:pt x="36654" y="7778"/>
                      <a:pt x="37677" y="7680"/>
                    </a:cubicBezTo>
                    <a:close/>
                    <a:moveTo>
                      <a:pt x="27396" y="10261"/>
                    </a:moveTo>
                    <a:cubicBezTo>
                      <a:pt x="27927" y="10375"/>
                      <a:pt x="28559" y="10606"/>
                      <a:pt x="29165" y="11073"/>
                    </a:cubicBezTo>
                    <a:cubicBezTo>
                      <a:pt x="30500" y="12101"/>
                      <a:pt x="31295" y="12814"/>
                      <a:pt x="31711" y="13519"/>
                    </a:cubicBezTo>
                    <a:cubicBezTo>
                      <a:pt x="30514" y="13720"/>
                      <a:pt x="29744" y="13867"/>
                      <a:pt x="29744" y="13867"/>
                    </a:cubicBezTo>
                    <a:cubicBezTo>
                      <a:pt x="29744" y="13867"/>
                      <a:pt x="30539" y="13759"/>
                      <a:pt x="31766" y="13613"/>
                    </a:cubicBezTo>
                    <a:cubicBezTo>
                      <a:pt x="31828" y="13727"/>
                      <a:pt x="31882" y="13842"/>
                      <a:pt x="31923" y="13959"/>
                    </a:cubicBezTo>
                    <a:cubicBezTo>
                      <a:pt x="30901" y="14131"/>
                      <a:pt x="29948" y="14295"/>
                      <a:pt x="29125" y="14437"/>
                    </a:cubicBezTo>
                    <a:cubicBezTo>
                      <a:pt x="27379" y="14739"/>
                      <a:pt x="26217" y="14957"/>
                      <a:pt x="26217" y="14957"/>
                    </a:cubicBezTo>
                    <a:cubicBezTo>
                      <a:pt x="26217" y="14957"/>
                      <a:pt x="27388" y="14796"/>
                      <a:pt x="29146" y="14578"/>
                    </a:cubicBezTo>
                    <a:cubicBezTo>
                      <a:pt x="29988" y="14474"/>
                      <a:pt x="30963" y="14355"/>
                      <a:pt x="32006" y="14231"/>
                    </a:cubicBezTo>
                    <a:cubicBezTo>
                      <a:pt x="32025" y="14308"/>
                      <a:pt x="32040" y="14386"/>
                      <a:pt x="32052" y="14466"/>
                    </a:cubicBezTo>
                    <a:cubicBezTo>
                      <a:pt x="29961" y="14808"/>
                      <a:pt x="27896" y="15154"/>
                      <a:pt x="26118" y="15458"/>
                    </a:cubicBezTo>
                    <a:cubicBezTo>
                      <a:pt x="26039" y="14170"/>
                      <a:pt x="25222" y="13272"/>
                      <a:pt x="23146" y="11706"/>
                    </a:cubicBezTo>
                    <a:cubicBezTo>
                      <a:pt x="22640" y="11325"/>
                      <a:pt x="22175" y="11069"/>
                      <a:pt x="21763" y="10895"/>
                    </a:cubicBezTo>
                    <a:cubicBezTo>
                      <a:pt x="22892" y="10756"/>
                      <a:pt x="24015" y="10622"/>
                      <a:pt x="25077" y="10509"/>
                    </a:cubicBezTo>
                    <a:cubicBezTo>
                      <a:pt x="25710" y="10442"/>
                      <a:pt x="26318" y="10375"/>
                      <a:pt x="26895" y="10313"/>
                    </a:cubicBezTo>
                    <a:cubicBezTo>
                      <a:pt x="27065" y="10296"/>
                      <a:pt x="27231" y="10277"/>
                      <a:pt x="27396" y="10261"/>
                    </a:cubicBezTo>
                    <a:close/>
                    <a:moveTo>
                      <a:pt x="46625" y="12888"/>
                    </a:moveTo>
                    <a:lnTo>
                      <a:pt x="46625" y="12956"/>
                    </a:lnTo>
                    <a:cubicBezTo>
                      <a:pt x="46625" y="13002"/>
                      <a:pt x="46628" y="13068"/>
                      <a:pt x="46620" y="13150"/>
                    </a:cubicBezTo>
                    <a:cubicBezTo>
                      <a:pt x="46612" y="13316"/>
                      <a:pt x="46574" y="13556"/>
                      <a:pt x="46465" y="13822"/>
                    </a:cubicBezTo>
                    <a:cubicBezTo>
                      <a:pt x="46417" y="13959"/>
                      <a:pt x="46336" y="14095"/>
                      <a:pt x="46244" y="14232"/>
                    </a:cubicBezTo>
                    <a:cubicBezTo>
                      <a:pt x="46143" y="14365"/>
                      <a:pt x="46029" y="14499"/>
                      <a:pt x="45884" y="14612"/>
                    </a:cubicBezTo>
                    <a:cubicBezTo>
                      <a:pt x="45741" y="14722"/>
                      <a:pt x="45579" y="14823"/>
                      <a:pt x="45400" y="14889"/>
                    </a:cubicBezTo>
                    <a:cubicBezTo>
                      <a:pt x="45219" y="14960"/>
                      <a:pt x="45035" y="15001"/>
                      <a:pt x="44846" y="15027"/>
                    </a:cubicBezTo>
                    <a:cubicBezTo>
                      <a:pt x="44095" y="15138"/>
                      <a:pt x="43343" y="15251"/>
                      <a:pt x="42780" y="15336"/>
                    </a:cubicBezTo>
                    <a:cubicBezTo>
                      <a:pt x="42216" y="15418"/>
                      <a:pt x="41840" y="15471"/>
                      <a:pt x="41840" y="15471"/>
                    </a:cubicBezTo>
                    <a:cubicBezTo>
                      <a:pt x="41840" y="15471"/>
                      <a:pt x="42215" y="15406"/>
                      <a:pt x="42775" y="15309"/>
                    </a:cubicBezTo>
                    <a:cubicBezTo>
                      <a:pt x="43336" y="15212"/>
                      <a:pt x="44084" y="15087"/>
                      <a:pt x="44834" y="14960"/>
                    </a:cubicBezTo>
                    <a:cubicBezTo>
                      <a:pt x="44928" y="14946"/>
                      <a:pt x="45016" y="14923"/>
                      <a:pt x="45110" y="14903"/>
                    </a:cubicBezTo>
                    <a:cubicBezTo>
                      <a:pt x="45202" y="14879"/>
                      <a:pt x="45286" y="14854"/>
                      <a:pt x="45372" y="14819"/>
                    </a:cubicBezTo>
                    <a:cubicBezTo>
                      <a:pt x="45544" y="14753"/>
                      <a:pt x="45694" y="14652"/>
                      <a:pt x="45834" y="14547"/>
                    </a:cubicBezTo>
                    <a:cubicBezTo>
                      <a:pt x="45971" y="14441"/>
                      <a:pt x="46085" y="14315"/>
                      <a:pt x="46183" y="14189"/>
                    </a:cubicBezTo>
                    <a:cubicBezTo>
                      <a:pt x="46273" y="14057"/>
                      <a:pt x="46354" y="13928"/>
                      <a:pt x="46410" y="13799"/>
                    </a:cubicBezTo>
                    <a:cubicBezTo>
                      <a:pt x="46471" y="13672"/>
                      <a:pt x="46508" y="13550"/>
                      <a:pt x="46539" y="13438"/>
                    </a:cubicBezTo>
                    <a:cubicBezTo>
                      <a:pt x="46567" y="13328"/>
                      <a:pt x="46589" y="13230"/>
                      <a:pt x="46599" y="13148"/>
                    </a:cubicBezTo>
                    <a:cubicBezTo>
                      <a:pt x="46614" y="13066"/>
                      <a:pt x="46616" y="13002"/>
                      <a:pt x="46620" y="12956"/>
                    </a:cubicBezTo>
                    <a:cubicBezTo>
                      <a:pt x="46622" y="12913"/>
                      <a:pt x="46625" y="12888"/>
                      <a:pt x="46625" y="12888"/>
                    </a:cubicBezTo>
                    <a:close/>
                    <a:moveTo>
                      <a:pt x="32082" y="15017"/>
                    </a:moveTo>
                    <a:lnTo>
                      <a:pt x="32082" y="15017"/>
                    </a:lnTo>
                    <a:cubicBezTo>
                      <a:pt x="32079" y="15063"/>
                      <a:pt x="32078" y="15110"/>
                      <a:pt x="32075" y="15157"/>
                    </a:cubicBezTo>
                    <a:cubicBezTo>
                      <a:pt x="30188" y="15420"/>
                      <a:pt x="28111" y="15714"/>
                      <a:pt x="26112" y="16007"/>
                    </a:cubicBezTo>
                    <a:cubicBezTo>
                      <a:pt x="26121" y="15909"/>
                      <a:pt x="26123" y="15814"/>
                      <a:pt x="26123" y="15720"/>
                    </a:cubicBezTo>
                    <a:cubicBezTo>
                      <a:pt x="27907" y="15504"/>
                      <a:pt x="29980" y="15258"/>
                      <a:pt x="32082" y="15017"/>
                    </a:cubicBezTo>
                    <a:close/>
                    <a:moveTo>
                      <a:pt x="21167" y="10973"/>
                    </a:moveTo>
                    <a:cubicBezTo>
                      <a:pt x="21661" y="11116"/>
                      <a:pt x="22281" y="11394"/>
                      <a:pt x="22984" y="11925"/>
                    </a:cubicBezTo>
                    <a:cubicBezTo>
                      <a:pt x="25005" y="13449"/>
                      <a:pt x="25779" y="14284"/>
                      <a:pt x="25848" y="15506"/>
                    </a:cubicBezTo>
                    <a:cubicBezTo>
                      <a:pt x="25383" y="15587"/>
                      <a:pt x="24939" y="15662"/>
                      <a:pt x="24521" y="15736"/>
                    </a:cubicBezTo>
                    <a:cubicBezTo>
                      <a:pt x="22309" y="16119"/>
                      <a:pt x="20839" y="16397"/>
                      <a:pt x="20839" y="16397"/>
                    </a:cubicBezTo>
                    <a:cubicBezTo>
                      <a:pt x="20839" y="16397"/>
                      <a:pt x="22322" y="16191"/>
                      <a:pt x="24548" y="15916"/>
                    </a:cubicBezTo>
                    <a:cubicBezTo>
                      <a:pt x="24959" y="15866"/>
                      <a:pt x="25395" y="15810"/>
                      <a:pt x="25852" y="15755"/>
                    </a:cubicBezTo>
                    <a:lnTo>
                      <a:pt x="25852" y="15755"/>
                    </a:lnTo>
                    <a:cubicBezTo>
                      <a:pt x="25851" y="15850"/>
                      <a:pt x="25845" y="15948"/>
                      <a:pt x="25837" y="16049"/>
                    </a:cubicBezTo>
                    <a:cubicBezTo>
                      <a:pt x="23964" y="16321"/>
                      <a:pt x="22171" y="16594"/>
                      <a:pt x="20683" y="16834"/>
                    </a:cubicBezTo>
                    <a:cubicBezTo>
                      <a:pt x="20392" y="16881"/>
                      <a:pt x="20119" y="16938"/>
                      <a:pt x="19865" y="17004"/>
                    </a:cubicBezTo>
                    <a:cubicBezTo>
                      <a:pt x="20087" y="15285"/>
                      <a:pt x="19429" y="14423"/>
                      <a:pt x="16958" y="12559"/>
                    </a:cubicBezTo>
                    <a:cubicBezTo>
                      <a:pt x="16424" y="12154"/>
                      <a:pt x="15911" y="11893"/>
                      <a:pt x="15451" y="11721"/>
                    </a:cubicBezTo>
                    <a:cubicBezTo>
                      <a:pt x="16005" y="11645"/>
                      <a:pt x="16586" y="11566"/>
                      <a:pt x="17186" y="11484"/>
                    </a:cubicBezTo>
                    <a:cubicBezTo>
                      <a:pt x="18445" y="11314"/>
                      <a:pt x="19788" y="11139"/>
                      <a:pt x="21130" y="10978"/>
                    </a:cubicBezTo>
                    <a:cubicBezTo>
                      <a:pt x="21141" y="10975"/>
                      <a:pt x="21155" y="10974"/>
                      <a:pt x="21167" y="10973"/>
                    </a:cubicBezTo>
                    <a:close/>
                    <a:moveTo>
                      <a:pt x="36538" y="16880"/>
                    </a:moveTo>
                    <a:cubicBezTo>
                      <a:pt x="36545" y="16885"/>
                      <a:pt x="36566" y="16896"/>
                      <a:pt x="36588" y="16924"/>
                    </a:cubicBezTo>
                    <a:cubicBezTo>
                      <a:pt x="36615" y="16963"/>
                      <a:pt x="36635" y="17034"/>
                      <a:pt x="36626" y="17115"/>
                    </a:cubicBezTo>
                    <a:cubicBezTo>
                      <a:pt x="36618" y="17196"/>
                      <a:pt x="36588" y="17286"/>
                      <a:pt x="36535" y="17372"/>
                    </a:cubicBezTo>
                    <a:cubicBezTo>
                      <a:pt x="36481" y="17457"/>
                      <a:pt x="36407" y="17538"/>
                      <a:pt x="36312" y="17596"/>
                    </a:cubicBezTo>
                    <a:cubicBezTo>
                      <a:pt x="36262" y="17623"/>
                      <a:pt x="36207" y="17647"/>
                      <a:pt x="36146" y="17650"/>
                    </a:cubicBezTo>
                    <a:cubicBezTo>
                      <a:pt x="36139" y="17651"/>
                      <a:pt x="36131" y="17651"/>
                      <a:pt x="36123" y="17651"/>
                    </a:cubicBezTo>
                    <a:cubicBezTo>
                      <a:pt x="36069" y="17651"/>
                      <a:pt x="36006" y="17624"/>
                      <a:pt x="35973" y="17586"/>
                    </a:cubicBezTo>
                    <a:cubicBezTo>
                      <a:pt x="35925" y="17531"/>
                      <a:pt x="35920" y="17475"/>
                      <a:pt x="35920" y="17425"/>
                    </a:cubicBezTo>
                    <a:cubicBezTo>
                      <a:pt x="35920" y="17377"/>
                      <a:pt x="35932" y="17331"/>
                      <a:pt x="35945" y="17294"/>
                    </a:cubicBezTo>
                    <a:cubicBezTo>
                      <a:pt x="35972" y="17218"/>
                      <a:pt x="36014" y="17166"/>
                      <a:pt x="36040" y="17131"/>
                    </a:cubicBezTo>
                    <a:cubicBezTo>
                      <a:pt x="36070" y="17096"/>
                      <a:pt x="36090" y="17079"/>
                      <a:pt x="36090" y="17079"/>
                    </a:cubicBezTo>
                    <a:lnTo>
                      <a:pt x="36090" y="17079"/>
                    </a:lnTo>
                    <a:cubicBezTo>
                      <a:pt x="36090" y="17079"/>
                      <a:pt x="36079" y="17103"/>
                      <a:pt x="36061" y="17143"/>
                    </a:cubicBezTo>
                    <a:cubicBezTo>
                      <a:pt x="36043" y="17184"/>
                      <a:pt x="36024" y="17243"/>
                      <a:pt x="36012" y="17311"/>
                    </a:cubicBezTo>
                    <a:cubicBezTo>
                      <a:pt x="36007" y="17346"/>
                      <a:pt x="36005" y="17384"/>
                      <a:pt x="36010" y="17420"/>
                    </a:cubicBezTo>
                    <a:cubicBezTo>
                      <a:pt x="36010" y="17453"/>
                      <a:pt x="36030" y="17491"/>
                      <a:pt x="36043" y="17506"/>
                    </a:cubicBezTo>
                    <a:cubicBezTo>
                      <a:pt x="36067" y="17529"/>
                      <a:pt x="36089" y="17533"/>
                      <a:pt x="36118" y="17533"/>
                    </a:cubicBezTo>
                    <a:cubicBezTo>
                      <a:pt x="36123" y="17533"/>
                      <a:pt x="36129" y="17533"/>
                      <a:pt x="36134" y="17533"/>
                    </a:cubicBezTo>
                    <a:cubicBezTo>
                      <a:pt x="36172" y="17529"/>
                      <a:pt x="36212" y="17513"/>
                      <a:pt x="36251" y="17491"/>
                    </a:cubicBezTo>
                    <a:cubicBezTo>
                      <a:pt x="36289" y="17468"/>
                      <a:pt x="36326" y="17441"/>
                      <a:pt x="36357" y="17410"/>
                    </a:cubicBezTo>
                    <a:lnTo>
                      <a:pt x="36404" y="17363"/>
                    </a:lnTo>
                    <a:cubicBezTo>
                      <a:pt x="36422" y="17343"/>
                      <a:pt x="36435" y="17327"/>
                      <a:pt x="36449" y="17311"/>
                    </a:cubicBezTo>
                    <a:cubicBezTo>
                      <a:pt x="36502" y="17240"/>
                      <a:pt x="36539" y="17166"/>
                      <a:pt x="36559" y="17102"/>
                    </a:cubicBezTo>
                    <a:cubicBezTo>
                      <a:pt x="36580" y="17034"/>
                      <a:pt x="36583" y="16974"/>
                      <a:pt x="36568" y="16935"/>
                    </a:cubicBezTo>
                    <a:cubicBezTo>
                      <a:pt x="36558" y="16905"/>
                      <a:pt x="36544" y="16887"/>
                      <a:pt x="36538" y="16880"/>
                    </a:cubicBezTo>
                    <a:close/>
                    <a:moveTo>
                      <a:pt x="33898" y="17263"/>
                    </a:moveTo>
                    <a:cubicBezTo>
                      <a:pt x="33902" y="17266"/>
                      <a:pt x="33927" y="17275"/>
                      <a:pt x="33954" y="17312"/>
                    </a:cubicBezTo>
                    <a:cubicBezTo>
                      <a:pt x="33983" y="17353"/>
                      <a:pt x="34005" y="17428"/>
                      <a:pt x="33994" y="17514"/>
                    </a:cubicBezTo>
                    <a:cubicBezTo>
                      <a:pt x="33986" y="17600"/>
                      <a:pt x="33952" y="17697"/>
                      <a:pt x="33897" y="17788"/>
                    </a:cubicBezTo>
                    <a:cubicBezTo>
                      <a:pt x="33884" y="17809"/>
                      <a:pt x="33869" y="17831"/>
                      <a:pt x="33853" y="17851"/>
                    </a:cubicBezTo>
                    <a:cubicBezTo>
                      <a:pt x="33837" y="17874"/>
                      <a:pt x="33818" y="17895"/>
                      <a:pt x="33798" y="17915"/>
                    </a:cubicBezTo>
                    <a:cubicBezTo>
                      <a:pt x="33758" y="17957"/>
                      <a:pt x="33711" y="17995"/>
                      <a:pt x="33659" y="18026"/>
                    </a:cubicBezTo>
                    <a:cubicBezTo>
                      <a:pt x="33607" y="18055"/>
                      <a:pt x="33548" y="18079"/>
                      <a:pt x="33482" y="18083"/>
                    </a:cubicBezTo>
                    <a:cubicBezTo>
                      <a:pt x="33475" y="18084"/>
                      <a:pt x="33468" y="18085"/>
                      <a:pt x="33461" y="18085"/>
                    </a:cubicBezTo>
                    <a:cubicBezTo>
                      <a:pt x="33402" y="18085"/>
                      <a:pt x="33334" y="18057"/>
                      <a:pt x="33300" y="18015"/>
                    </a:cubicBezTo>
                    <a:cubicBezTo>
                      <a:pt x="33250" y="17954"/>
                      <a:pt x="33243" y="17895"/>
                      <a:pt x="33243" y="17843"/>
                    </a:cubicBezTo>
                    <a:cubicBezTo>
                      <a:pt x="33243" y="17791"/>
                      <a:pt x="33254" y="17744"/>
                      <a:pt x="33270" y="17703"/>
                    </a:cubicBezTo>
                    <a:cubicBezTo>
                      <a:pt x="33298" y="17623"/>
                      <a:pt x="33341" y="17568"/>
                      <a:pt x="33371" y="17529"/>
                    </a:cubicBezTo>
                    <a:cubicBezTo>
                      <a:pt x="33400" y="17492"/>
                      <a:pt x="33420" y="17474"/>
                      <a:pt x="33420" y="17474"/>
                    </a:cubicBezTo>
                    <a:lnTo>
                      <a:pt x="33420" y="17474"/>
                    </a:lnTo>
                    <a:cubicBezTo>
                      <a:pt x="33420" y="17474"/>
                      <a:pt x="33408" y="17499"/>
                      <a:pt x="33391" y="17541"/>
                    </a:cubicBezTo>
                    <a:cubicBezTo>
                      <a:pt x="33372" y="17582"/>
                      <a:pt x="33351" y="17647"/>
                      <a:pt x="33339" y="17721"/>
                    </a:cubicBezTo>
                    <a:cubicBezTo>
                      <a:pt x="33332" y="17757"/>
                      <a:pt x="33332" y="17797"/>
                      <a:pt x="33335" y="17836"/>
                    </a:cubicBezTo>
                    <a:cubicBezTo>
                      <a:pt x="33340" y="17876"/>
                      <a:pt x="33360" y="17917"/>
                      <a:pt x="33377" y="17934"/>
                    </a:cubicBezTo>
                    <a:cubicBezTo>
                      <a:pt x="33403" y="17958"/>
                      <a:pt x="33426" y="17963"/>
                      <a:pt x="33457" y="17963"/>
                    </a:cubicBezTo>
                    <a:cubicBezTo>
                      <a:pt x="33462" y="17963"/>
                      <a:pt x="33468" y="17963"/>
                      <a:pt x="33474" y="17962"/>
                    </a:cubicBezTo>
                    <a:cubicBezTo>
                      <a:pt x="33513" y="17958"/>
                      <a:pt x="33556" y="17941"/>
                      <a:pt x="33596" y="17917"/>
                    </a:cubicBezTo>
                    <a:cubicBezTo>
                      <a:pt x="33637" y="17894"/>
                      <a:pt x="33676" y="17864"/>
                      <a:pt x="33711" y="17831"/>
                    </a:cubicBezTo>
                    <a:cubicBezTo>
                      <a:pt x="33715" y="17828"/>
                      <a:pt x="33756" y="17784"/>
                      <a:pt x="33759" y="17781"/>
                    </a:cubicBezTo>
                    <a:cubicBezTo>
                      <a:pt x="33776" y="17761"/>
                      <a:pt x="33791" y="17744"/>
                      <a:pt x="33805" y="17726"/>
                    </a:cubicBezTo>
                    <a:cubicBezTo>
                      <a:pt x="33862" y="17652"/>
                      <a:pt x="33903" y="17573"/>
                      <a:pt x="33924" y="17500"/>
                    </a:cubicBezTo>
                    <a:cubicBezTo>
                      <a:pt x="33946" y="17431"/>
                      <a:pt x="33947" y="17365"/>
                      <a:pt x="33932" y="17325"/>
                    </a:cubicBezTo>
                    <a:cubicBezTo>
                      <a:pt x="33924" y="17300"/>
                      <a:pt x="33913" y="17284"/>
                      <a:pt x="33907" y="17273"/>
                    </a:cubicBezTo>
                    <a:cubicBezTo>
                      <a:pt x="33903" y="17268"/>
                      <a:pt x="33899" y="17265"/>
                      <a:pt x="33898" y="17263"/>
                    </a:cubicBezTo>
                    <a:close/>
                    <a:moveTo>
                      <a:pt x="31264" y="17647"/>
                    </a:moveTo>
                    <a:cubicBezTo>
                      <a:pt x="31264" y="17648"/>
                      <a:pt x="31292" y="17656"/>
                      <a:pt x="31324" y="17701"/>
                    </a:cubicBezTo>
                    <a:cubicBezTo>
                      <a:pt x="31354" y="17744"/>
                      <a:pt x="31378" y="17823"/>
                      <a:pt x="31367" y="17915"/>
                    </a:cubicBezTo>
                    <a:cubicBezTo>
                      <a:pt x="31359" y="18005"/>
                      <a:pt x="31324" y="18110"/>
                      <a:pt x="31264" y="18205"/>
                    </a:cubicBezTo>
                    <a:cubicBezTo>
                      <a:pt x="31249" y="18230"/>
                      <a:pt x="31233" y="18252"/>
                      <a:pt x="31217" y="18274"/>
                    </a:cubicBezTo>
                    <a:cubicBezTo>
                      <a:pt x="31198" y="18298"/>
                      <a:pt x="31178" y="18321"/>
                      <a:pt x="31158" y="18344"/>
                    </a:cubicBezTo>
                    <a:cubicBezTo>
                      <a:pt x="31115" y="18387"/>
                      <a:pt x="31065" y="18427"/>
                      <a:pt x="31010" y="18461"/>
                    </a:cubicBezTo>
                    <a:cubicBezTo>
                      <a:pt x="30955" y="18491"/>
                      <a:pt x="30893" y="18516"/>
                      <a:pt x="30823" y="18521"/>
                    </a:cubicBezTo>
                    <a:cubicBezTo>
                      <a:pt x="30815" y="18522"/>
                      <a:pt x="30806" y="18523"/>
                      <a:pt x="30797" y="18523"/>
                    </a:cubicBezTo>
                    <a:cubicBezTo>
                      <a:pt x="30735" y="18523"/>
                      <a:pt x="30664" y="18492"/>
                      <a:pt x="30629" y="18447"/>
                    </a:cubicBezTo>
                    <a:cubicBezTo>
                      <a:pt x="30575" y="18384"/>
                      <a:pt x="30568" y="18321"/>
                      <a:pt x="30568" y="18265"/>
                    </a:cubicBezTo>
                    <a:cubicBezTo>
                      <a:pt x="30568" y="18209"/>
                      <a:pt x="30582" y="18158"/>
                      <a:pt x="30598" y="18117"/>
                    </a:cubicBezTo>
                    <a:cubicBezTo>
                      <a:pt x="30627" y="18031"/>
                      <a:pt x="30673" y="17970"/>
                      <a:pt x="30705" y="17932"/>
                    </a:cubicBezTo>
                    <a:cubicBezTo>
                      <a:pt x="30736" y="17894"/>
                      <a:pt x="30759" y="17874"/>
                      <a:pt x="30759" y="17874"/>
                    </a:cubicBezTo>
                    <a:lnTo>
                      <a:pt x="30759" y="17874"/>
                    </a:lnTo>
                    <a:cubicBezTo>
                      <a:pt x="30759" y="17874"/>
                      <a:pt x="30747" y="17901"/>
                      <a:pt x="30727" y="17945"/>
                    </a:cubicBezTo>
                    <a:cubicBezTo>
                      <a:pt x="30706" y="17991"/>
                      <a:pt x="30685" y="18058"/>
                      <a:pt x="30672" y="18137"/>
                    </a:cubicBezTo>
                    <a:cubicBezTo>
                      <a:pt x="30665" y="18176"/>
                      <a:pt x="30662" y="18219"/>
                      <a:pt x="30668" y="18261"/>
                    </a:cubicBezTo>
                    <a:cubicBezTo>
                      <a:pt x="30672" y="18301"/>
                      <a:pt x="30693" y="18344"/>
                      <a:pt x="30709" y="18360"/>
                    </a:cubicBezTo>
                    <a:cubicBezTo>
                      <a:pt x="30736" y="18385"/>
                      <a:pt x="30759" y="18392"/>
                      <a:pt x="30791" y="18392"/>
                    </a:cubicBezTo>
                    <a:cubicBezTo>
                      <a:pt x="30798" y="18392"/>
                      <a:pt x="30806" y="18391"/>
                      <a:pt x="30814" y="18391"/>
                    </a:cubicBezTo>
                    <a:cubicBezTo>
                      <a:pt x="30856" y="18387"/>
                      <a:pt x="30901" y="18367"/>
                      <a:pt x="30944" y="18341"/>
                    </a:cubicBezTo>
                    <a:cubicBezTo>
                      <a:pt x="30988" y="18318"/>
                      <a:pt x="31029" y="18286"/>
                      <a:pt x="31065" y="18251"/>
                    </a:cubicBezTo>
                    <a:cubicBezTo>
                      <a:pt x="31072" y="18244"/>
                      <a:pt x="31111" y="18205"/>
                      <a:pt x="31117" y="18197"/>
                    </a:cubicBezTo>
                    <a:cubicBezTo>
                      <a:pt x="31136" y="18176"/>
                      <a:pt x="31152" y="18157"/>
                      <a:pt x="31166" y="18138"/>
                    </a:cubicBezTo>
                    <a:cubicBezTo>
                      <a:pt x="31226" y="18059"/>
                      <a:pt x="31269" y="17976"/>
                      <a:pt x="31292" y="17901"/>
                    </a:cubicBezTo>
                    <a:cubicBezTo>
                      <a:pt x="31313" y="17824"/>
                      <a:pt x="31317" y="17756"/>
                      <a:pt x="31300" y="17713"/>
                    </a:cubicBezTo>
                    <a:cubicBezTo>
                      <a:pt x="31292" y="17688"/>
                      <a:pt x="31283" y="17670"/>
                      <a:pt x="31273" y="17660"/>
                    </a:cubicBezTo>
                    <a:cubicBezTo>
                      <a:pt x="31266" y="17652"/>
                      <a:pt x="31264" y="17648"/>
                      <a:pt x="31264" y="17647"/>
                    </a:cubicBezTo>
                    <a:close/>
                    <a:moveTo>
                      <a:pt x="13898" y="11679"/>
                    </a:moveTo>
                    <a:cubicBezTo>
                      <a:pt x="14062" y="11684"/>
                      <a:pt x="14270" y="11699"/>
                      <a:pt x="14518" y="11744"/>
                    </a:cubicBezTo>
                    <a:cubicBezTo>
                      <a:pt x="14248" y="11785"/>
                      <a:pt x="13988" y="11827"/>
                      <a:pt x="13738" y="11867"/>
                    </a:cubicBezTo>
                    <a:cubicBezTo>
                      <a:pt x="12733" y="12027"/>
                      <a:pt x="11901" y="12176"/>
                      <a:pt x="11317" y="12277"/>
                    </a:cubicBezTo>
                    <a:cubicBezTo>
                      <a:pt x="10734" y="12384"/>
                      <a:pt x="10399" y="12444"/>
                      <a:pt x="10399" y="12444"/>
                    </a:cubicBezTo>
                    <a:cubicBezTo>
                      <a:pt x="10399" y="12444"/>
                      <a:pt x="11740" y="12250"/>
                      <a:pt x="13749" y="11960"/>
                    </a:cubicBezTo>
                    <a:cubicBezTo>
                      <a:pt x="14086" y="11911"/>
                      <a:pt x="14446" y="11860"/>
                      <a:pt x="14819" y="11808"/>
                    </a:cubicBezTo>
                    <a:cubicBezTo>
                      <a:pt x="15376" y="11946"/>
                      <a:pt x="16065" y="12222"/>
                      <a:pt x="16796" y="12772"/>
                    </a:cubicBezTo>
                    <a:cubicBezTo>
                      <a:pt x="19234" y="14612"/>
                      <a:pt x="19832" y="15396"/>
                      <a:pt x="19586" y="17079"/>
                    </a:cubicBezTo>
                    <a:cubicBezTo>
                      <a:pt x="18760" y="17325"/>
                      <a:pt x="18143" y="17664"/>
                      <a:pt x="17655" y="18052"/>
                    </a:cubicBezTo>
                    <a:lnTo>
                      <a:pt x="13481" y="18603"/>
                    </a:lnTo>
                    <a:cubicBezTo>
                      <a:pt x="13989" y="16343"/>
                      <a:pt x="13514" y="15477"/>
                      <a:pt x="10769" y="13406"/>
                    </a:cubicBezTo>
                    <a:cubicBezTo>
                      <a:pt x="10130" y="12925"/>
                      <a:pt x="9574" y="12686"/>
                      <a:pt x="9117" y="12579"/>
                    </a:cubicBezTo>
                    <a:cubicBezTo>
                      <a:pt x="10389" y="12266"/>
                      <a:pt x="12015" y="11968"/>
                      <a:pt x="13898" y="11679"/>
                    </a:cubicBezTo>
                    <a:close/>
                    <a:moveTo>
                      <a:pt x="28633" y="18034"/>
                    </a:moveTo>
                    <a:cubicBezTo>
                      <a:pt x="28640" y="18038"/>
                      <a:pt x="28666" y="18050"/>
                      <a:pt x="28695" y="18090"/>
                    </a:cubicBezTo>
                    <a:cubicBezTo>
                      <a:pt x="28728" y="18134"/>
                      <a:pt x="28751" y="18220"/>
                      <a:pt x="28741" y="18317"/>
                    </a:cubicBezTo>
                    <a:cubicBezTo>
                      <a:pt x="28731" y="18412"/>
                      <a:pt x="28694" y="18521"/>
                      <a:pt x="28630" y="18623"/>
                    </a:cubicBezTo>
                    <a:cubicBezTo>
                      <a:pt x="28614" y="18649"/>
                      <a:pt x="28597" y="18674"/>
                      <a:pt x="28579" y="18696"/>
                    </a:cubicBezTo>
                    <a:cubicBezTo>
                      <a:pt x="28559" y="18721"/>
                      <a:pt x="28539" y="18747"/>
                      <a:pt x="28518" y="18768"/>
                    </a:cubicBezTo>
                    <a:cubicBezTo>
                      <a:pt x="28472" y="18814"/>
                      <a:pt x="28420" y="18857"/>
                      <a:pt x="28362" y="18892"/>
                    </a:cubicBezTo>
                    <a:cubicBezTo>
                      <a:pt x="28303" y="18925"/>
                      <a:pt x="28237" y="18951"/>
                      <a:pt x="28163" y="18957"/>
                    </a:cubicBezTo>
                    <a:cubicBezTo>
                      <a:pt x="28155" y="18959"/>
                      <a:pt x="28146" y="18959"/>
                      <a:pt x="28137" y="18959"/>
                    </a:cubicBezTo>
                    <a:cubicBezTo>
                      <a:pt x="28072" y="18959"/>
                      <a:pt x="27995" y="18926"/>
                      <a:pt x="27956" y="18880"/>
                    </a:cubicBezTo>
                    <a:cubicBezTo>
                      <a:pt x="27900" y="18812"/>
                      <a:pt x="27893" y="18748"/>
                      <a:pt x="27892" y="18688"/>
                    </a:cubicBezTo>
                    <a:cubicBezTo>
                      <a:pt x="27892" y="18628"/>
                      <a:pt x="27905" y="18576"/>
                      <a:pt x="27921" y="18530"/>
                    </a:cubicBezTo>
                    <a:cubicBezTo>
                      <a:pt x="27955" y="18440"/>
                      <a:pt x="28002" y="18376"/>
                      <a:pt x="28036" y="18334"/>
                    </a:cubicBezTo>
                    <a:cubicBezTo>
                      <a:pt x="28069" y="18293"/>
                      <a:pt x="28093" y="18273"/>
                      <a:pt x="28093" y="18273"/>
                    </a:cubicBezTo>
                    <a:lnTo>
                      <a:pt x="28093" y="18273"/>
                    </a:lnTo>
                    <a:cubicBezTo>
                      <a:pt x="28093" y="18273"/>
                      <a:pt x="28080" y="18299"/>
                      <a:pt x="28060" y="18348"/>
                    </a:cubicBezTo>
                    <a:cubicBezTo>
                      <a:pt x="28040" y="18396"/>
                      <a:pt x="28014" y="18467"/>
                      <a:pt x="28001" y="18549"/>
                    </a:cubicBezTo>
                    <a:cubicBezTo>
                      <a:pt x="27994" y="18591"/>
                      <a:pt x="27993" y="18637"/>
                      <a:pt x="27997" y="18681"/>
                    </a:cubicBezTo>
                    <a:cubicBezTo>
                      <a:pt x="28002" y="18724"/>
                      <a:pt x="28026" y="18769"/>
                      <a:pt x="28042" y="18788"/>
                    </a:cubicBezTo>
                    <a:cubicBezTo>
                      <a:pt x="28070" y="18815"/>
                      <a:pt x="28096" y="18821"/>
                      <a:pt x="28128" y="18821"/>
                    </a:cubicBezTo>
                    <a:cubicBezTo>
                      <a:pt x="28136" y="18821"/>
                      <a:pt x="28143" y="18821"/>
                      <a:pt x="28151" y="18820"/>
                    </a:cubicBezTo>
                    <a:cubicBezTo>
                      <a:pt x="28195" y="18816"/>
                      <a:pt x="28244" y="18796"/>
                      <a:pt x="28289" y="18769"/>
                    </a:cubicBezTo>
                    <a:cubicBezTo>
                      <a:pt x="28335" y="18744"/>
                      <a:pt x="28378" y="18710"/>
                      <a:pt x="28418" y="18671"/>
                    </a:cubicBezTo>
                    <a:cubicBezTo>
                      <a:pt x="28429" y="18661"/>
                      <a:pt x="28464" y="18627"/>
                      <a:pt x="28473" y="18616"/>
                    </a:cubicBezTo>
                    <a:cubicBezTo>
                      <a:pt x="28493" y="18594"/>
                      <a:pt x="28511" y="18575"/>
                      <a:pt x="28526" y="18553"/>
                    </a:cubicBezTo>
                    <a:cubicBezTo>
                      <a:pt x="28590" y="18469"/>
                      <a:pt x="28634" y="18380"/>
                      <a:pt x="28660" y="18301"/>
                    </a:cubicBezTo>
                    <a:cubicBezTo>
                      <a:pt x="28684" y="18220"/>
                      <a:pt x="28687" y="18148"/>
                      <a:pt x="28671" y="18101"/>
                    </a:cubicBezTo>
                    <a:cubicBezTo>
                      <a:pt x="28661" y="18077"/>
                      <a:pt x="28652" y="18058"/>
                      <a:pt x="28644" y="18048"/>
                    </a:cubicBezTo>
                    <a:cubicBezTo>
                      <a:pt x="28639" y="18041"/>
                      <a:pt x="28635" y="18036"/>
                      <a:pt x="28633" y="18034"/>
                    </a:cubicBezTo>
                    <a:close/>
                    <a:moveTo>
                      <a:pt x="25995" y="18418"/>
                    </a:moveTo>
                    <a:lnTo>
                      <a:pt x="25995" y="18418"/>
                    </a:lnTo>
                    <a:cubicBezTo>
                      <a:pt x="26000" y="18421"/>
                      <a:pt x="26030" y="18432"/>
                      <a:pt x="26063" y="18478"/>
                    </a:cubicBezTo>
                    <a:cubicBezTo>
                      <a:pt x="26099" y="18526"/>
                      <a:pt x="26122" y="18615"/>
                      <a:pt x="26112" y="18717"/>
                    </a:cubicBezTo>
                    <a:cubicBezTo>
                      <a:pt x="26102" y="18820"/>
                      <a:pt x="26063" y="18935"/>
                      <a:pt x="25996" y="19042"/>
                    </a:cubicBezTo>
                    <a:cubicBezTo>
                      <a:pt x="25980" y="19069"/>
                      <a:pt x="25961" y="19096"/>
                      <a:pt x="25942" y="19119"/>
                    </a:cubicBezTo>
                    <a:cubicBezTo>
                      <a:pt x="25922" y="19145"/>
                      <a:pt x="25900" y="19172"/>
                      <a:pt x="25875" y="19197"/>
                    </a:cubicBezTo>
                    <a:cubicBezTo>
                      <a:pt x="25828" y="19245"/>
                      <a:pt x="25773" y="19288"/>
                      <a:pt x="25712" y="19325"/>
                    </a:cubicBezTo>
                    <a:cubicBezTo>
                      <a:pt x="25651" y="19360"/>
                      <a:pt x="25581" y="19387"/>
                      <a:pt x="25504" y="19394"/>
                    </a:cubicBezTo>
                    <a:cubicBezTo>
                      <a:pt x="25495" y="19395"/>
                      <a:pt x="25487" y="19396"/>
                      <a:pt x="25477" y="19396"/>
                    </a:cubicBezTo>
                    <a:cubicBezTo>
                      <a:pt x="25407" y="19396"/>
                      <a:pt x="25327" y="19361"/>
                      <a:pt x="25285" y="19312"/>
                    </a:cubicBezTo>
                    <a:cubicBezTo>
                      <a:pt x="25225" y="19241"/>
                      <a:pt x="25217" y="19171"/>
                      <a:pt x="25217" y="19109"/>
                    </a:cubicBezTo>
                    <a:cubicBezTo>
                      <a:pt x="25217" y="19046"/>
                      <a:pt x="25233" y="18991"/>
                      <a:pt x="25249" y="18944"/>
                    </a:cubicBezTo>
                    <a:cubicBezTo>
                      <a:pt x="25284" y="18849"/>
                      <a:pt x="25334" y="18782"/>
                      <a:pt x="25369" y="18737"/>
                    </a:cubicBezTo>
                    <a:cubicBezTo>
                      <a:pt x="25405" y="18694"/>
                      <a:pt x="25429" y="18673"/>
                      <a:pt x="25429" y="18673"/>
                    </a:cubicBezTo>
                    <a:lnTo>
                      <a:pt x="25429" y="18673"/>
                    </a:lnTo>
                    <a:cubicBezTo>
                      <a:pt x="25429" y="18673"/>
                      <a:pt x="25416" y="18701"/>
                      <a:pt x="25394" y="18753"/>
                    </a:cubicBezTo>
                    <a:cubicBezTo>
                      <a:pt x="25371" y="18803"/>
                      <a:pt x="25347" y="18877"/>
                      <a:pt x="25331" y="18966"/>
                    </a:cubicBezTo>
                    <a:cubicBezTo>
                      <a:pt x="25324" y="19010"/>
                      <a:pt x="25323" y="19058"/>
                      <a:pt x="25328" y="19104"/>
                    </a:cubicBezTo>
                    <a:cubicBezTo>
                      <a:pt x="25331" y="19150"/>
                      <a:pt x="25356" y="19197"/>
                      <a:pt x="25375" y="19217"/>
                    </a:cubicBezTo>
                    <a:cubicBezTo>
                      <a:pt x="25404" y="19244"/>
                      <a:pt x="25431" y="19251"/>
                      <a:pt x="25467" y="19251"/>
                    </a:cubicBezTo>
                    <a:cubicBezTo>
                      <a:pt x="25474" y="19251"/>
                      <a:pt x="25482" y="19251"/>
                      <a:pt x="25491" y="19250"/>
                    </a:cubicBezTo>
                    <a:cubicBezTo>
                      <a:pt x="25538" y="19246"/>
                      <a:pt x="25587" y="19225"/>
                      <a:pt x="25637" y="19197"/>
                    </a:cubicBezTo>
                    <a:cubicBezTo>
                      <a:pt x="25685" y="19170"/>
                      <a:pt x="25731" y="19133"/>
                      <a:pt x="25773" y="19093"/>
                    </a:cubicBezTo>
                    <a:cubicBezTo>
                      <a:pt x="25788" y="19078"/>
                      <a:pt x="25816" y="19049"/>
                      <a:pt x="25832" y="19035"/>
                    </a:cubicBezTo>
                    <a:cubicBezTo>
                      <a:pt x="25852" y="19010"/>
                      <a:pt x="25869" y="18990"/>
                      <a:pt x="25886" y="18968"/>
                    </a:cubicBezTo>
                    <a:cubicBezTo>
                      <a:pt x="25953" y="18878"/>
                      <a:pt x="26000" y="18787"/>
                      <a:pt x="26027" y="18701"/>
                    </a:cubicBezTo>
                    <a:cubicBezTo>
                      <a:pt x="26051" y="18616"/>
                      <a:pt x="26053" y="18540"/>
                      <a:pt x="26036" y="18491"/>
                    </a:cubicBezTo>
                    <a:cubicBezTo>
                      <a:pt x="26028" y="18466"/>
                      <a:pt x="26017" y="18447"/>
                      <a:pt x="26008" y="18434"/>
                    </a:cubicBezTo>
                    <a:cubicBezTo>
                      <a:pt x="26002" y="18427"/>
                      <a:pt x="25997" y="18420"/>
                      <a:pt x="25995" y="18418"/>
                    </a:cubicBezTo>
                    <a:close/>
                    <a:moveTo>
                      <a:pt x="23360" y="18802"/>
                    </a:moveTo>
                    <a:cubicBezTo>
                      <a:pt x="23362" y="18804"/>
                      <a:pt x="23396" y="18815"/>
                      <a:pt x="23431" y="18865"/>
                    </a:cubicBezTo>
                    <a:cubicBezTo>
                      <a:pt x="23468" y="18916"/>
                      <a:pt x="23494" y="19010"/>
                      <a:pt x="23482" y="19117"/>
                    </a:cubicBezTo>
                    <a:cubicBezTo>
                      <a:pt x="23471" y="19225"/>
                      <a:pt x="23429" y="19346"/>
                      <a:pt x="23360" y="19458"/>
                    </a:cubicBezTo>
                    <a:cubicBezTo>
                      <a:pt x="23342" y="19487"/>
                      <a:pt x="23321" y="19515"/>
                      <a:pt x="23303" y="19540"/>
                    </a:cubicBezTo>
                    <a:cubicBezTo>
                      <a:pt x="23282" y="19568"/>
                      <a:pt x="23259" y="19595"/>
                      <a:pt x="23233" y="19621"/>
                    </a:cubicBezTo>
                    <a:cubicBezTo>
                      <a:pt x="23182" y="19671"/>
                      <a:pt x="23126" y="19718"/>
                      <a:pt x="23061" y="19756"/>
                    </a:cubicBezTo>
                    <a:cubicBezTo>
                      <a:pt x="22996" y="19794"/>
                      <a:pt x="22925" y="19822"/>
                      <a:pt x="22841" y="19829"/>
                    </a:cubicBezTo>
                    <a:cubicBezTo>
                      <a:pt x="22832" y="19830"/>
                      <a:pt x="22822" y="19831"/>
                      <a:pt x="22812" y="19831"/>
                    </a:cubicBezTo>
                    <a:cubicBezTo>
                      <a:pt x="22739" y="19831"/>
                      <a:pt x="22654" y="19795"/>
                      <a:pt x="22613" y="19743"/>
                    </a:cubicBezTo>
                    <a:cubicBezTo>
                      <a:pt x="22550" y="19669"/>
                      <a:pt x="22542" y="19595"/>
                      <a:pt x="22542" y="19530"/>
                    </a:cubicBezTo>
                    <a:cubicBezTo>
                      <a:pt x="22543" y="19465"/>
                      <a:pt x="22557" y="19406"/>
                      <a:pt x="22575" y="19358"/>
                    </a:cubicBezTo>
                    <a:cubicBezTo>
                      <a:pt x="22612" y="19257"/>
                      <a:pt x="22664" y="19186"/>
                      <a:pt x="22702" y="19139"/>
                    </a:cubicBezTo>
                    <a:cubicBezTo>
                      <a:pt x="22739" y="19093"/>
                      <a:pt x="22765" y="19070"/>
                      <a:pt x="22765" y="19070"/>
                    </a:cubicBezTo>
                    <a:lnTo>
                      <a:pt x="22765" y="19070"/>
                    </a:lnTo>
                    <a:cubicBezTo>
                      <a:pt x="22765" y="19070"/>
                      <a:pt x="22750" y="19100"/>
                      <a:pt x="22727" y="19154"/>
                    </a:cubicBezTo>
                    <a:cubicBezTo>
                      <a:pt x="22706" y="19207"/>
                      <a:pt x="22677" y="19285"/>
                      <a:pt x="22663" y="19379"/>
                    </a:cubicBezTo>
                    <a:cubicBezTo>
                      <a:pt x="22656" y="19426"/>
                      <a:pt x="22655" y="19476"/>
                      <a:pt x="22659" y="19526"/>
                    </a:cubicBezTo>
                    <a:cubicBezTo>
                      <a:pt x="22663" y="19573"/>
                      <a:pt x="22690" y="19622"/>
                      <a:pt x="22707" y="19642"/>
                    </a:cubicBezTo>
                    <a:cubicBezTo>
                      <a:pt x="22737" y="19670"/>
                      <a:pt x="22765" y="19679"/>
                      <a:pt x="22800" y="19679"/>
                    </a:cubicBezTo>
                    <a:cubicBezTo>
                      <a:pt x="22809" y="19679"/>
                      <a:pt x="22818" y="19678"/>
                      <a:pt x="22828" y="19677"/>
                    </a:cubicBezTo>
                    <a:cubicBezTo>
                      <a:pt x="22878" y="19675"/>
                      <a:pt x="22931" y="19650"/>
                      <a:pt x="22981" y="19621"/>
                    </a:cubicBezTo>
                    <a:cubicBezTo>
                      <a:pt x="23032" y="19593"/>
                      <a:pt x="23080" y="19555"/>
                      <a:pt x="23125" y="19513"/>
                    </a:cubicBezTo>
                    <a:lnTo>
                      <a:pt x="23186" y="19452"/>
                    </a:lnTo>
                    <a:cubicBezTo>
                      <a:pt x="23208" y="19426"/>
                      <a:pt x="23227" y="19405"/>
                      <a:pt x="23243" y="19380"/>
                    </a:cubicBezTo>
                    <a:cubicBezTo>
                      <a:pt x="23314" y="19288"/>
                      <a:pt x="23364" y="19190"/>
                      <a:pt x="23390" y="19100"/>
                    </a:cubicBezTo>
                    <a:cubicBezTo>
                      <a:pt x="23417" y="19011"/>
                      <a:pt x="23420" y="18931"/>
                      <a:pt x="23401" y="18878"/>
                    </a:cubicBezTo>
                    <a:cubicBezTo>
                      <a:pt x="23393" y="18851"/>
                      <a:pt x="23382" y="18834"/>
                      <a:pt x="23372" y="18820"/>
                    </a:cubicBezTo>
                    <a:cubicBezTo>
                      <a:pt x="23365" y="18810"/>
                      <a:pt x="23361" y="18804"/>
                      <a:pt x="23360" y="18803"/>
                    </a:cubicBezTo>
                    <a:lnTo>
                      <a:pt x="23360" y="18802"/>
                    </a:lnTo>
                    <a:close/>
                    <a:moveTo>
                      <a:pt x="20728" y="19191"/>
                    </a:moveTo>
                    <a:cubicBezTo>
                      <a:pt x="20734" y="19194"/>
                      <a:pt x="20767" y="19207"/>
                      <a:pt x="20803" y="19254"/>
                    </a:cubicBezTo>
                    <a:cubicBezTo>
                      <a:pt x="20843" y="19308"/>
                      <a:pt x="20869" y="19406"/>
                      <a:pt x="20856" y="19519"/>
                    </a:cubicBezTo>
                    <a:cubicBezTo>
                      <a:pt x="20846" y="19630"/>
                      <a:pt x="20803" y="19758"/>
                      <a:pt x="20728" y="19877"/>
                    </a:cubicBezTo>
                    <a:cubicBezTo>
                      <a:pt x="20709" y="19908"/>
                      <a:pt x="20687" y="19938"/>
                      <a:pt x="20668" y="19963"/>
                    </a:cubicBezTo>
                    <a:cubicBezTo>
                      <a:pt x="20644" y="19993"/>
                      <a:pt x="20621" y="20022"/>
                      <a:pt x="20595" y="20047"/>
                    </a:cubicBezTo>
                    <a:cubicBezTo>
                      <a:pt x="20542" y="20099"/>
                      <a:pt x="20482" y="20150"/>
                      <a:pt x="20415" y="20190"/>
                    </a:cubicBezTo>
                    <a:cubicBezTo>
                      <a:pt x="20346" y="20228"/>
                      <a:pt x="20271" y="20259"/>
                      <a:pt x="20185" y="20265"/>
                    </a:cubicBezTo>
                    <a:cubicBezTo>
                      <a:pt x="20175" y="20267"/>
                      <a:pt x="20165" y="20268"/>
                      <a:pt x="20155" y="20268"/>
                    </a:cubicBezTo>
                    <a:cubicBezTo>
                      <a:pt x="20078" y="20268"/>
                      <a:pt x="19990" y="20230"/>
                      <a:pt x="19945" y="20174"/>
                    </a:cubicBezTo>
                    <a:cubicBezTo>
                      <a:pt x="19878" y="20096"/>
                      <a:pt x="19869" y="20020"/>
                      <a:pt x="19869" y="19950"/>
                    </a:cubicBezTo>
                    <a:cubicBezTo>
                      <a:pt x="19871" y="19881"/>
                      <a:pt x="19886" y="19821"/>
                      <a:pt x="19904" y="19767"/>
                    </a:cubicBezTo>
                    <a:cubicBezTo>
                      <a:pt x="19943" y="19661"/>
                      <a:pt x="19997" y="19587"/>
                      <a:pt x="20037" y="19539"/>
                    </a:cubicBezTo>
                    <a:cubicBezTo>
                      <a:pt x="20078" y="19489"/>
                      <a:pt x="20104" y="19466"/>
                      <a:pt x="20104" y="19466"/>
                    </a:cubicBezTo>
                    <a:lnTo>
                      <a:pt x="20104" y="19466"/>
                    </a:lnTo>
                    <a:cubicBezTo>
                      <a:pt x="20104" y="19466"/>
                      <a:pt x="20087" y="19499"/>
                      <a:pt x="20066" y="19555"/>
                    </a:cubicBezTo>
                    <a:cubicBezTo>
                      <a:pt x="20043" y="19610"/>
                      <a:pt x="20013" y="19693"/>
                      <a:pt x="19997" y="19790"/>
                    </a:cubicBezTo>
                    <a:cubicBezTo>
                      <a:pt x="19989" y="19838"/>
                      <a:pt x="19986" y="19891"/>
                      <a:pt x="19993" y="19943"/>
                    </a:cubicBezTo>
                    <a:cubicBezTo>
                      <a:pt x="19993" y="19996"/>
                      <a:pt x="20023" y="20049"/>
                      <a:pt x="20043" y="20069"/>
                    </a:cubicBezTo>
                    <a:cubicBezTo>
                      <a:pt x="20073" y="20099"/>
                      <a:pt x="20102" y="20107"/>
                      <a:pt x="20141" y="20107"/>
                    </a:cubicBezTo>
                    <a:cubicBezTo>
                      <a:pt x="20150" y="20107"/>
                      <a:pt x="20160" y="20106"/>
                      <a:pt x="20170" y="20106"/>
                    </a:cubicBezTo>
                    <a:cubicBezTo>
                      <a:pt x="20221" y="20100"/>
                      <a:pt x="20278" y="20077"/>
                      <a:pt x="20331" y="20047"/>
                    </a:cubicBezTo>
                    <a:cubicBezTo>
                      <a:pt x="20385" y="20017"/>
                      <a:pt x="20435" y="19978"/>
                      <a:pt x="20480" y="19935"/>
                    </a:cubicBezTo>
                    <a:lnTo>
                      <a:pt x="20546" y="19869"/>
                    </a:lnTo>
                    <a:cubicBezTo>
                      <a:pt x="20569" y="19842"/>
                      <a:pt x="20588" y="19821"/>
                      <a:pt x="20607" y="19795"/>
                    </a:cubicBezTo>
                    <a:cubicBezTo>
                      <a:pt x="20681" y="19697"/>
                      <a:pt x="20732" y="19595"/>
                      <a:pt x="20762" y="19501"/>
                    </a:cubicBezTo>
                    <a:cubicBezTo>
                      <a:pt x="20791" y="19407"/>
                      <a:pt x="20792" y="19325"/>
                      <a:pt x="20772" y="19270"/>
                    </a:cubicBezTo>
                    <a:cubicBezTo>
                      <a:pt x="20762" y="19244"/>
                      <a:pt x="20752" y="19223"/>
                      <a:pt x="20742" y="19210"/>
                    </a:cubicBezTo>
                    <a:lnTo>
                      <a:pt x="20728" y="19191"/>
                    </a:lnTo>
                    <a:close/>
                    <a:moveTo>
                      <a:pt x="1084" y="18966"/>
                    </a:moveTo>
                    <a:cubicBezTo>
                      <a:pt x="1113" y="18966"/>
                      <a:pt x="1145" y="18968"/>
                      <a:pt x="1178" y="18971"/>
                    </a:cubicBezTo>
                    <a:cubicBezTo>
                      <a:pt x="1245" y="18982"/>
                      <a:pt x="1323" y="18998"/>
                      <a:pt x="1398" y="19033"/>
                    </a:cubicBezTo>
                    <a:cubicBezTo>
                      <a:pt x="1477" y="19064"/>
                      <a:pt x="1549" y="19116"/>
                      <a:pt x="1629" y="19166"/>
                    </a:cubicBezTo>
                    <a:cubicBezTo>
                      <a:pt x="1700" y="19225"/>
                      <a:pt x="1782" y="19284"/>
                      <a:pt x="1845" y="19360"/>
                    </a:cubicBezTo>
                    <a:cubicBezTo>
                      <a:pt x="1917" y="19433"/>
                      <a:pt x="1977" y="19516"/>
                      <a:pt x="2033" y="19602"/>
                    </a:cubicBezTo>
                    <a:cubicBezTo>
                      <a:pt x="2096" y="19687"/>
                      <a:pt x="2145" y="19778"/>
                      <a:pt x="2196" y="19868"/>
                    </a:cubicBezTo>
                    <a:cubicBezTo>
                      <a:pt x="2250" y="19957"/>
                      <a:pt x="2287" y="20052"/>
                      <a:pt x="2331" y="20143"/>
                    </a:cubicBezTo>
                    <a:cubicBezTo>
                      <a:pt x="2377" y="20233"/>
                      <a:pt x="2408" y="20326"/>
                      <a:pt x="2444" y="20414"/>
                    </a:cubicBezTo>
                    <a:cubicBezTo>
                      <a:pt x="2518" y="20590"/>
                      <a:pt x="2554" y="20764"/>
                      <a:pt x="2599" y="20906"/>
                    </a:cubicBezTo>
                    <a:cubicBezTo>
                      <a:pt x="2622" y="20977"/>
                      <a:pt x="2630" y="21047"/>
                      <a:pt x="2643" y="21106"/>
                    </a:cubicBezTo>
                    <a:cubicBezTo>
                      <a:pt x="2655" y="21167"/>
                      <a:pt x="2666" y="21219"/>
                      <a:pt x="2674" y="21261"/>
                    </a:cubicBezTo>
                    <a:cubicBezTo>
                      <a:pt x="2689" y="21346"/>
                      <a:pt x="2697" y="21395"/>
                      <a:pt x="2697" y="21395"/>
                    </a:cubicBezTo>
                    <a:cubicBezTo>
                      <a:pt x="2697" y="21395"/>
                      <a:pt x="2675" y="21349"/>
                      <a:pt x="2635" y="21273"/>
                    </a:cubicBezTo>
                    <a:cubicBezTo>
                      <a:pt x="2612" y="21238"/>
                      <a:pt x="2588" y="21191"/>
                      <a:pt x="2562" y="21137"/>
                    </a:cubicBezTo>
                    <a:cubicBezTo>
                      <a:pt x="2534" y="21083"/>
                      <a:pt x="2509" y="21020"/>
                      <a:pt x="2474" y="20956"/>
                    </a:cubicBezTo>
                    <a:cubicBezTo>
                      <a:pt x="2439" y="20890"/>
                      <a:pt x="2401" y="20821"/>
                      <a:pt x="2361" y="20745"/>
                    </a:cubicBezTo>
                    <a:cubicBezTo>
                      <a:pt x="2325" y="20670"/>
                      <a:pt x="2275" y="20596"/>
                      <a:pt x="2229" y="20517"/>
                    </a:cubicBezTo>
                    <a:cubicBezTo>
                      <a:pt x="2182" y="20440"/>
                      <a:pt x="2137" y="20358"/>
                      <a:pt x="2082" y="20282"/>
                    </a:cubicBezTo>
                    <a:cubicBezTo>
                      <a:pt x="2025" y="20205"/>
                      <a:pt x="1977" y="20124"/>
                      <a:pt x="1914" y="20052"/>
                    </a:cubicBezTo>
                    <a:cubicBezTo>
                      <a:pt x="1853" y="19978"/>
                      <a:pt x="1797" y="19904"/>
                      <a:pt x="1733" y="19841"/>
                    </a:cubicBezTo>
                    <a:cubicBezTo>
                      <a:pt x="1700" y="19808"/>
                      <a:pt x="1669" y="19775"/>
                      <a:pt x="1640" y="19742"/>
                    </a:cubicBezTo>
                    <a:cubicBezTo>
                      <a:pt x="1606" y="19714"/>
                      <a:pt x="1574" y="19683"/>
                      <a:pt x="1545" y="19653"/>
                    </a:cubicBezTo>
                    <a:cubicBezTo>
                      <a:pt x="1485" y="19590"/>
                      <a:pt x="1421" y="19542"/>
                      <a:pt x="1370" y="19487"/>
                    </a:cubicBezTo>
                    <a:cubicBezTo>
                      <a:pt x="1311" y="19440"/>
                      <a:pt x="1258" y="19387"/>
                      <a:pt x="1206" y="19348"/>
                    </a:cubicBezTo>
                    <a:cubicBezTo>
                      <a:pt x="1156" y="19304"/>
                      <a:pt x="1109" y="19266"/>
                      <a:pt x="1069" y="19225"/>
                    </a:cubicBezTo>
                    <a:cubicBezTo>
                      <a:pt x="1025" y="19186"/>
                      <a:pt x="987" y="19151"/>
                      <a:pt x="955" y="19124"/>
                    </a:cubicBezTo>
                    <a:cubicBezTo>
                      <a:pt x="923" y="19093"/>
                      <a:pt x="892" y="19069"/>
                      <a:pt x="874" y="19051"/>
                    </a:cubicBezTo>
                    <a:cubicBezTo>
                      <a:pt x="854" y="19033"/>
                      <a:pt x="842" y="19025"/>
                      <a:pt x="842" y="19025"/>
                    </a:cubicBezTo>
                    <a:cubicBezTo>
                      <a:pt x="842" y="19025"/>
                      <a:pt x="854" y="19017"/>
                      <a:pt x="881" y="19004"/>
                    </a:cubicBezTo>
                    <a:cubicBezTo>
                      <a:pt x="908" y="18992"/>
                      <a:pt x="947" y="18982"/>
                      <a:pt x="997" y="18972"/>
                    </a:cubicBezTo>
                    <a:cubicBezTo>
                      <a:pt x="1023" y="18968"/>
                      <a:pt x="1053" y="18966"/>
                      <a:pt x="1084" y="18966"/>
                    </a:cubicBezTo>
                    <a:close/>
                    <a:moveTo>
                      <a:pt x="2717" y="21759"/>
                    </a:moveTo>
                    <a:lnTo>
                      <a:pt x="2802" y="21791"/>
                    </a:lnTo>
                    <a:lnTo>
                      <a:pt x="2802" y="21791"/>
                    </a:lnTo>
                    <a:cubicBezTo>
                      <a:pt x="2787" y="21786"/>
                      <a:pt x="2773" y="21781"/>
                      <a:pt x="2760" y="21776"/>
                    </a:cubicBezTo>
                    <a:cubicBezTo>
                      <a:pt x="2744" y="21771"/>
                      <a:pt x="2730" y="21764"/>
                      <a:pt x="2717" y="21759"/>
                    </a:cubicBezTo>
                    <a:close/>
                    <a:moveTo>
                      <a:pt x="40892" y="18611"/>
                    </a:moveTo>
                    <a:lnTo>
                      <a:pt x="40892" y="18611"/>
                    </a:lnTo>
                    <a:cubicBezTo>
                      <a:pt x="40892" y="18611"/>
                      <a:pt x="40625" y="18708"/>
                      <a:pt x="40156" y="18872"/>
                    </a:cubicBezTo>
                    <a:cubicBezTo>
                      <a:pt x="39921" y="18952"/>
                      <a:pt x="39639" y="19060"/>
                      <a:pt x="39308" y="19155"/>
                    </a:cubicBezTo>
                    <a:cubicBezTo>
                      <a:pt x="38976" y="19256"/>
                      <a:pt x="38604" y="19372"/>
                      <a:pt x="38196" y="19491"/>
                    </a:cubicBezTo>
                    <a:cubicBezTo>
                      <a:pt x="37785" y="19601"/>
                      <a:pt x="37338" y="19718"/>
                      <a:pt x="36866" y="19842"/>
                    </a:cubicBezTo>
                    <a:cubicBezTo>
                      <a:pt x="36394" y="19958"/>
                      <a:pt x="35893" y="20073"/>
                      <a:pt x="35373" y="20193"/>
                    </a:cubicBezTo>
                    <a:cubicBezTo>
                      <a:pt x="34852" y="20300"/>
                      <a:pt x="34313" y="20410"/>
                      <a:pt x="33766" y="20523"/>
                    </a:cubicBezTo>
                    <a:cubicBezTo>
                      <a:pt x="33218" y="20624"/>
                      <a:pt x="32660" y="20735"/>
                      <a:pt x="32100" y="20831"/>
                    </a:cubicBezTo>
                    <a:cubicBezTo>
                      <a:pt x="31540" y="20921"/>
                      <a:pt x="30982" y="21019"/>
                      <a:pt x="30429" y="21098"/>
                    </a:cubicBezTo>
                    <a:cubicBezTo>
                      <a:pt x="29877" y="21181"/>
                      <a:pt x="29333" y="21262"/>
                      <a:pt x="28806" y="21333"/>
                    </a:cubicBezTo>
                    <a:cubicBezTo>
                      <a:pt x="28280" y="21408"/>
                      <a:pt x="27768" y="21467"/>
                      <a:pt x="27285" y="21525"/>
                    </a:cubicBezTo>
                    <a:cubicBezTo>
                      <a:pt x="26801" y="21581"/>
                      <a:pt x="26343" y="21632"/>
                      <a:pt x="25920" y="21679"/>
                    </a:cubicBezTo>
                    <a:cubicBezTo>
                      <a:pt x="25074" y="21769"/>
                      <a:pt x="24368" y="21830"/>
                      <a:pt x="23874" y="21872"/>
                    </a:cubicBezTo>
                    <a:cubicBezTo>
                      <a:pt x="23378" y="21912"/>
                      <a:pt x="23096" y="21928"/>
                      <a:pt x="23096" y="21928"/>
                    </a:cubicBezTo>
                    <a:cubicBezTo>
                      <a:pt x="23096" y="21928"/>
                      <a:pt x="23384" y="21897"/>
                      <a:pt x="23877" y="21839"/>
                    </a:cubicBezTo>
                    <a:cubicBezTo>
                      <a:pt x="24369" y="21786"/>
                      <a:pt x="25072" y="21694"/>
                      <a:pt x="25915" y="21588"/>
                    </a:cubicBezTo>
                    <a:cubicBezTo>
                      <a:pt x="26337" y="21530"/>
                      <a:pt x="26793" y="21470"/>
                      <a:pt x="27275" y="21407"/>
                    </a:cubicBezTo>
                    <a:cubicBezTo>
                      <a:pt x="27758" y="21338"/>
                      <a:pt x="28265" y="21266"/>
                      <a:pt x="28792" y="21191"/>
                    </a:cubicBezTo>
                    <a:cubicBezTo>
                      <a:pt x="29317" y="21117"/>
                      <a:pt x="29859" y="21032"/>
                      <a:pt x="30410" y="20945"/>
                    </a:cubicBezTo>
                    <a:cubicBezTo>
                      <a:pt x="30962" y="20863"/>
                      <a:pt x="31518" y="20761"/>
                      <a:pt x="32076" y="20667"/>
                    </a:cubicBezTo>
                    <a:cubicBezTo>
                      <a:pt x="32635" y="20574"/>
                      <a:pt x="33191" y="20468"/>
                      <a:pt x="33739" y="20370"/>
                    </a:cubicBezTo>
                    <a:cubicBezTo>
                      <a:pt x="34287" y="20261"/>
                      <a:pt x="34824" y="20154"/>
                      <a:pt x="35345" y="20052"/>
                    </a:cubicBezTo>
                    <a:cubicBezTo>
                      <a:pt x="35863" y="19938"/>
                      <a:pt x="36364" y="19829"/>
                      <a:pt x="36839" y="19724"/>
                    </a:cubicBezTo>
                    <a:cubicBezTo>
                      <a:pt x="37313" y="19610"/>
                      <a:pt x="37759" y="19501"/>
                      <a:pt x="38173" y="19401"/>
                    </a:cubicBezTo>
                    <a:cubicBezTo>
                      <a:pt x="38582" y="19289"/>
                      <a:pt x="38958" y="19187"/>
                      <a:pt x="39290" y="19097"/>
                    </a:cubicBezTo>
                    <a:cubicBezTo>
                      <a:pt x="39626" y="19013"/>
                      <a:pt x="39911" y="18913"/>
                      <a:pt x="40147" y="18842"/>
                    </a:cubicBezTo>
                    <a:cubicBezTo>
                      <a:pt x="40619" y="18696"/>
                      <a:pt x="40892" y="18611"/>
                      <a:pt x="40892" y="18611"/>
                    </a:cubicBezTo>
                    <a:close/>
                    <a:moveTo>
                      <a:pt x="8498" y="12770"/>
                    </a:moveTo>
                    <a:cubicBezTo>
                      <a:pt x="8971" y="12770"/>
                      <a:pt x="9695" y="12927"/>
                      <a:pt x="10612" y="13620"/>
                    </a:cubicBezTo>
                    <a:cubicBezTo>
                      <a:pt x="13344" y="15681"/>
                      <a:pt x="13728" y="16445"/>
                      <a:pt x="13182" y="18729"/>
                    </a:cubicBezTo>
                    <a:lnTo>
                      <a:pt x="13151" y="18857"/>
                    </a:lnTo>
                    <a:lnTo>
                      <a:pt x="23737" y="17557"/>
                    </a:lnTo>
                    <a:lnTo>
                      <a:pt x="16883" y="18827"/>
                    </a:lnTo>
                    <a:cubicBezTo>
                      <a:pt x="16152" y="19727"/>
                      <a:pt x="15795" y="20710"/>
                      <a:pt x="15125" y="21349"/>
                    </a:cubicBezTo>
                    <a:lnTo>
                      <a:pt x="12024" y="21816"/>
                    </a:lnTo>
                    <a:lnTo>
                      <a:pt x="14079" y="21937"/>
                    </a:lnTo>
                    <a:cubicBezTo>
                      <a:pt x="14072" y="21939"/>
                      <a:pt x="14064" y="21943"/>
                      <a:pt x="14057" y="21944"/>
                    </a:cubicBezTo>
                    <a:cubicBezTo>
                      <a:pt x="12584" y="21990"/>
                      <a:pt x="11640" y="22026"/>
                      <a:pt x="11640" y="22026"/>
                    </a:cubicBezTo>
                    <a:cubicBezTo>
                      <a:pt x="11640" y="22026"/>
                      <a:pt x="11816" y="21708"/>
                      <a:pt x="11834" y="21098"/>
                    </a:cubicBezTo>
                    <a:cubicBezTo>
                      <a:pt x="11843" y="20723"/>
                      <a:pt x="11773" y="20468"/>
                      <a:pt x="11773" y="20468"/>
                    </a:cubicBezTo>
                    <a:lnTo>
                      <a:pt x="7216" y="21019"/>
                    </a:lnTo>
                    <a:lnTo>
                      <a:pt x="11172" y="20232"/>
                    </a:lnTo>
                    <a:lnTo>
                      <a:pt x="11172" y="20232"/>
                    </a:lnTo>
                    <a:lnTo>
                      <a:pt x="7143" y="20737"/>
                    </a:lnTo>
                    <a:cubicBezTo>
                      <a:pt x="7120" y="20615"/>
                      <a:pt x="7069" y="20482"/>
                      <a:pt x="7022" y="20335"/>
                    </a:cubicBezTo>
                    <a:cubicBezTo>
                      <a:pt x="6998" y="20261"/>
                      <a:pt x="6972" y="20184"/>
                      <a:pt x="6947" y="20104"/>
                    </a:cubicBezTo>
                    <a:cubicBezTo>
                      <a:pt x="6934" y="20064"/>
                      <a:pt x="6920" y="20024"/>
                      <a:pt x="6907" y="19982"/>
                    </a:cubicBezTo>
                    <a:cubicBezTo>
                      <a:pt x="6891" y="19942"/>
                      <a:pt x="6872" y="19902"/>
                      <a:pt x="6853" y="19859"/>
                    </a:cubicBezTo>
                    <a:cubicBezTo>
                      <a:pt x="6779" y="19695"/>
                      <a:pt x="6709" y="19520"/>
                      <a:pt x="6622" y="19346"/>
                    </a:cubicBezTo>
                    <a:cubicBezTo>
                      <a:pt x="6524" y="19175"/>
                      <a:pt x="6431" y="18996"/>
                      <a:pt x="6322" y="18823"/>
                    </a:cubicBezTo>
                    <a:cubicBezTo>
                      <a:pt x="6263" y="18739"/>
                      <a:pt x="6207" y="18654"/>
                      <a:pt x="6148" y="18569"/>
                    </a:cubicBezTo>
                    <a:cubicBezTo>
                      <a:pt x="6090" y="18483"/>
                      <a:pt x="6032" y="18399"/>
                      <a:pt x="5964" y="18321"/>
                    </a:cubicBezTo>
                    <a:cubicBezTo>
                      <a:pt x="5831" y="18161"/>
                      <a:pt x="5705" y="18000"/>
                      <a:pt x="5557" y="17862"/>
                    </a:cubicBezTo>
                    <a:cubicBezTo>
                      <a:pt x="5486" y="17791"/>
                      <a:pt x="5419" y="17715"/>
                      <a:pt x="5344" y="17650"/>
                    </a:cubicBezTo>
                    <a:cubicBezTo>
                      <a:pt x="5270" y="17584"/>
                      <a:pt x="5196" y="17521"/>
                      <a:pt x="5125" y="17459"/>
                    </a:cubicBezTo>
                    <a:cubicBezTo>
                      <a:pt x="4981" y="17331"/>
                      <a:pt x="4827" y="17228"/>
                      <a:pt x="4688" y="17123"/>
                    </a:cubicBezTo>
                    <a:cubicBezTo>
                      <a:pt x="4540" y="17029"/>
                      <a:pt x="4406" y="16932"/>
                      <a:pt x="4272" y="16863"/>
                    </a:cubicBezTo>
                    <a:cubicBezTo>
                      <a:pt x="3744" y="16556"/>
                      <a:pt x="3355" y="16448"/>
                      <a:pt x="3355" y="16448"/>
                    </a:cubicBezTo>
                    <a:lnTo>
                      <a:pt x="3355" y="16448"/>
                    </a:lnTo>
                    <a:cubicBezTo>
                      <a:pt x="3355" y="16448"/>
                      <a:pt x="3508" y="16509"/>
                      <a:pt x="3743" y="16646"/>
                    </a:cubicBezTo>
                    <a:lnTo>
                      <a:pt x="2803" y="17835"/>
                    </a:lnTo>
                    <a:lnTo>
                      <a:pt x="3885" y="16732"/>
                    </a:lnTo>
                    <a:cubicBezTo>
                      <a:pt x="3986" y="16794"/>
                      <a:pt x="4095" y="16868"/>
                      <a:pt x="4213" y="16954"/>
                    </a:cubicBezTo>
                    <a:cubicBezTo>
                      <a:pt x="4335" y="17037"/>
                      <a:pt x="4457" y="17145"/>
                      <a:pt x="4589" y="17251"/>
                    </a:cubicBezTo>
                    <a:cubicBezTo>
                      <a:pt x="4712" y="17367"/>
                      <a:pt x="4851" y="17482"/>
                      <a:pt x="4973" y="17620"/>
                    </a:cubicBezTo>
                    <a:cubicBezTo>
                      <a:pt x="5035" y="17687"/>
                      <a:pt x="5099" y="17756"/>
                      <a:pt x="5165" y="17827"/>
                    </a:cubicBezTo>
                    <a:cubicBezTo>
                      <a:pt x="5200" y="17864"/>
                      <a:pt x="5232" y="17905"/>
                      <a:pt x="5263" y="17948"/>
                    </a:cubicBezTo>
                    <a:lnTo>
                      <a:pt x="3849" y="18815"/>
                    </a:lnTo>
                    <a:lnTo>
                      <a:pt x="3849" y="18815"/>
                    </a:lnTo>
                    <a:lnTo>
                      <a:pt x="5451" y="18187"/>
                    </a:lnTo>
                    <a:cubicBezTo>
                      <a:pt x="5532" y="18297"/>
                      <a:pt x="5604" y="18412"/>
                      <a:pt x="5679" y="18526"/>
                    </a:cubicBezTo>
                    <a:cubicBezTo>
                      <a:pt x="5737" y="18604"/>
                      <a:pt x="5783" y="18692"/>
                      <a:pt x="5827" y="18776"/>
                    </a:cubicBezTo>
                    <a:cubicBezTo>
                      <a:pt x="5873" y="18862"/>
                      <a:pt x="5920" y="18945"/>
                      <a:pt x="5965" y="19030"/>
                    </a:cubicBezTo>
                    <a:cubicBezTo>
                      <a:pt x="6049" y="19201"/>
                      <a:pt x="6114" y="19376"/>
                      <a:pt x="6188" y="19542"/>
                    </a:cubicBezTo>
                    <a:cubicBezTo>
                      <a:pt x="6253" y="19711"/>
                      <a:pt x="6297" y="19880"/>
                      <a:pt x="6349" y="20037"/>
                    </a:cubicBezTo>
                    <a:cubicBezTo>
                      <a:pt x="6361" y="20076"/>
                      <a:pt x="6374" y="20114"/>
                      <a:pt x="6387" y="20153"/>
                    </a:cubicBezTo>
                    <a:cubicBezTo>
                      <a:pt x="6395" y="20192"/>
                      <a:pt x="6403" y="20232"/>
                      <a:pt x="6410" y="20268"/>
                    </a:cubicBezTo>
                    <a:cubicBezTo>
                      <a:pt x="6427" y="20343"/>
                      <a:pt x="6442" y="20417"/>
                      <a:pt x="6457" y="20488"/>
                    </a:cubicBezTo>
                    <a:cubicBezTo>
                      <a:pt x="6481" y="20608"/>
                      <a:pt x="6508" y="20715"/>
                      <a:pt x="6521" y="20817"/>
                    </a:cubicBezTo>
                    <a:lnTo>
                      <a:pt x="4464" y="21075"/>
                    </a:lnTo>
                    <a:cubicBezTo>
                      <a:pt x="3434" y="18763"/>
                      <a:pt x="2353" y="18048"/>
                      <a:pt x="1818" y="17828"/>
                    </a:cubicBezTo>
                    <a:cubicBezTo>
                      <a:pt x="2556" y="16959"/>
                      <a:pt x="3390" y="16011"/>
                      <a:pt x="4308" y="15165"/>
                    </a:cubicBezTo>
                    <a:cubicBezTo>
                      <a:pt x="4347" y="15180"/>
                      <a:pt x="4386" y="15196"/>
                      <a:pt x="4422" y="15211"/>
                    </a:cubicBezTo>
                    <a:cubicBezTo>
                      <a:pt x="4724" y="15005"/>
                      <a:pt x="5055" y="14786"/>
                      <a:pt x="5391" y="14572"/>
                    </a:cubicBezTo>
                    <a:cubicBezTo>
                      <a:pt x="5746" y="14343"/>
                      <a:pt x="6106" y="14119"/>
                      <a:pt x="6435" y="13923"/>
                    </a:cubicBezTo>
                    <a:cubicBezTo>
                      <a:pt x="6288" y="13871"/>
                      <a:pt x="6149" y="13830"/>
                      <a:pt x="6024" y="13808"/>
                    </a:cubicBezTo>
                    <a:cubicBezTo>
                      <a:pt x="6296" y="13629"/>
                      <a:pt x="6575" y="13468"/>
                      <a:pt x="6858" y="13325"/>
                    </a:cubicBezTo>
                    <a:cubicBezTo>
                      <a:pt x="7233" y="13137"/>
                      <a:pt x="7750" y="12953"/>
                      <a:pt x="8384" y="12773"/>
                    </a:cubicBezTo>
                    <a:cubicBezTo>
                      <a:pt x="8420" y="12772"/>
                      <a:pt x="8458" y="12770"/>
                      <a:pt x="8498" y="12770"/>
                    </a:cubicBezTo>
                    <a:close/>
                    <a:moveTo>
                      <a:pt x="27379" y="22554"/>
                    </a:moveTo>
                    <a:cubicBezTo>
                      <a:pt x="28819" y="22554"/>
                      <a:pt x="30317" y="22575"/>
                      <a:pt x="31814" y="22640"/>
                    </a:cubicBezTo>
                    <a:cubicBezTo>
                      <a:pt x="32781" y="22691"/>
                      <a:pt x="33748" y="22754"/>
                      <a:pt x="34696" y="22875"/>
                    </a:cubicBezTo>
                    <a:cubicBezTo>
                      <a:pt x="34933" y="22911"/>
                      <a:pt x="35170" y="22935"/>
                      <a:pt x="35403" y="22979"/>
                    </a:cubicBezTo>
                    <a:cubicBezTo>
                      <a:pt x="35521" y="23000"/>
                      <a:pt x="35636" y="23020"/>
                      <a:pt x="35752" y="23041"/>
                    </a:cubicBezTo>
                    <a:cubicBezTo>
                      <a:pt x="35869" y="23067"/>
                      <a:pt x="35984" y="23094"/>
                      <a:pt x="36099" y="23119"/>
                    </a:cubicBezTo>
                    <a:cubicBezTo>
                      <a:pt x="36556" y="23229"/>
                      <a:pt x="36993" y="23389"/>
                      <a:pt x="37422" y="23525"/>
                    </a:cubicBezTo>
                    <a:cubicBezTo>
                      <a:pt x="39145" y="24094"/>
                      <a:pt x="40751" y="24624"/>
                      <a:pt x="42128" y="25080"/>
                    </a:cubicBezTo>
                    <a:cubicBezTo>
                      <a:pt x="44877" y="26001"/>
                      <a:pt x="46712" y="26617"/>
                      <a:pt x="46712" y="26617"/>
                    </a:cubicBezTo>
                    <a:cubicBezTo>
                      <a:pt x="46712" y="26617"/>
                      <a:pt x="44867" y="26038"/>
                      <a:pt x="42099" y="25168"/>
                    </a:cubicBezTo>
                    <a:cubicBezTo>
                      <a:pt x="40718" y="24726"/>
                      <a:pt x="39105" y="24214"/>
                      <a:pt x="37377" y="23663"/>
                    </a:cubicBezTo>
                    <a:cubicBezTo>
                      <a:pt x="36944" y="23526"/>
                      <a:pt x="36510" y="23370"/>
                      <a:pt x="36061" y="23263"/>
                    </a:cubicBezTo>
                    <a:cubicBezTo>
                      <a:pt x="35949" y="23237"/>
                      <a:pt x="35836" y="23214"/>
                      <a:pt x="35723" y="23189"/>
                    </a:cubicBezTo>
                    <a:cubicBezTo>
                      <a:pt x="35609" y="23169"/>
                      <a:pt x="35494" y="23151"/>
                      <a:pt x="35378" y="23131"/>
                    </a:cubicBezTo>
                    <a:cubicBezTo>
                      <a:pt x="35147" y="23087"/>
                      <a:pt x="34911" y="23064"/>
                      <a:pt x="34677" y="23030"/>
                    </a:cubicBezTo>
                    <a:cubicBezTo>
                      <a:pt x="33736" y="22914"/>
                      <a:pt x="32773" y="22853"/>
                      <a:pt x="31808" y="22806"/>
                    </a:cubicBezTo>
                    <a:cubicBezTo>
                      <a:pt x="30106" y="22726"/>
                      <a:pt x="28402" y="22702"/>
                      <a:pt x="26780" y="22702"/>
                    </a:cubicBezTo>
                    <a:cubicBezTo>
                      <a:pt x="26562" y="22702"/>
                      <a:pt x="26345" y="22702"/>
                      <a:pt x="26130" y="22703"/>
                    </a:cubicBezTo>
                    <a:cubicBezTo>
                      <a:pt x="24317" y="22711"/>
                      <a:pt x="22626" y="22734"/>
                      <a:pt x="21177" y="22770"/>
                    </a:cubicBezTo>
                    <a:cubicBezTo>
                      <a:pt x="19727" y="22806"/>
                      <a:pt x="18520" y="22834"/>
                      <a:pt x="17674" y="22865"/>
                    </a:cubicBezTo>
                    <a:cubicBezTo>
                      <a:pt x="16828" y="22896"/>
                      <a:pt x="16346" y="22914"/>
                      <a:pt x="16346" y="22914"/>
                    </a:cubicBezTo>
                    <a:cubicBezTo>
                      <a:pt x="16346" y="22914"/>
                      <a:pt x="16829" y="22887"/>
                      <a:pt x="17674" y="22838"/>
                    </a:cubicBezTo>
                    <a:cubicBezTo>
                      <a:pt x="18517" y="22794"/>
                      <a:pt x="19724" y="22727"/>
                      <a:pt x="21175" y="22677"/>
                    </a:cubicBezTo>
                    <a:cubicBezTo>
                      <a:pt x="22625" y="22626"/>
                      <a:pt x="24317" y="22573"/>
                      <a:pt x="26130" y="22559"/>
                    </a:cubicBezTo>
                    <a:cubicBezTo>
                      <a:pt x="26541" y="22556"/>
                      <a:pt x="26957" y="22554"/>
                      <a:pt x="27379" y="22554"/>
                    </a:cubicBezTo>
                    <a:close/>
                    <a:moveTo>
                      <a:pt x="43758" y="19563"/>
                    </a:moveTo>
                    <a:lnTo>
                      <a:pt x="45935" y="20933"/>
                    </a:lnTo>
                    <a:lnTo>
                      <a:pt x="53799" y="25693"/>
                    </a:lnTo>
                    <a:lnTo>
                      <a:pt x="47851" y="21657"/>
                    </a:lnTo>
                    <a:lnTo>
                      <a:pt x="47851" y="21657"/>
                    </a:lnTo>
                    <a:lnTo>
                      <a:pt x="54496" y="25818"/>
                    </a:lnTo>
                    <a:cubicBezTo>
                      <a:pt x="54496" y="25821"/>
                      <a:pt x="53353" y="26432"/>
                      <a:pt x="51705" y="26795"/>
                    </a:cubicBezTo>
                    <a:cubicBezTo>
                      <a:pt x="50703" y="26660"/>
                      <a:pt x="48317" y="26147"/>
                      <a:pt x="43056" y="24266"/>
                    </a:cubicBezTo>
                    <a:cubicBezTo>
                      <a:pt x="41092" y="23564"/>
                      <a:pt x="39481" y="23024"/>
                      <a:pt x="38134" y="22611"/>
                    </a:cubicBezTo>
                    <a:lnTo>
                      <a:pt x="38134" y="22611"/>
                    </a:lnTo>
                    <a:lnTo>
                      <a:pt x="40424" y="23178"/>
                    </a:lnTo>
                    <a:lnTo>
                      <a:pt x="37773" y="22201"/>
                    </a:lnTo>
                    <a:cubicBezTo>
                      <a:pt x="37793" y="22199"/>
                      <a:pt x="37812" y="22198"/>
                      <a:pt x="37832" y="22195"/>
                    </a:cubicBezTo>
                    <a:cubicBezTo>
                      <a:pt x="38028" y="22180"/>
                      <a:pt x="38240" y="22160"/>
                      <a:pt x="38463" y="22132"/>
                    </a:cubicBezTo>
                    <a:cubicBezTo>
                      <a:pt x="38686" y="22107"/>
                      <a:pt x="38920" y="22077"/>
                      <a:pt x="39161" y="22039"/>
                    </a:cubicBezTo>
                    <a:cubicBezTo>
                      <a:pt x="39645" y="21972"/>
                      <a:pt x="40156" y="21885"/>
                      <a:pt x="40667" y="21792"/>
                    </a:cubicBezTo>
                    <a:cubicBezTo>
                      <a:pt x="42710" y="21423"/>
                      <a:pt x="44720" y="20925"/>
                      <a:pt x="44721" y="20925"/>
                    </a:cubicBezTo>
                    <a:lnTo>
                      <a:pt x="44721" y="20925"/>
                    </a:lnTo>
                    <a:cubicBezTo>
                      <a:pt x="44720" y="20925"/>
                      <a:pt x="42683" y="21302"/>
                      <a:pt x="40630" y="21547"/>
                    </a:cubicBezTo>
                    <a:cubicBezTo>
                      <a:pt x="40116" y="21607"/>
                      <a:pt x="39604" y="21663"/>
                      <a:pt x="39122" y="21701"/>
                    </a:cubicBezTo>
                    <a:cubicBezTo>
                      <a:pt x="38883" y="21722"/>
                      <a:pt x="38650" y="21739"/>
                      <a:pt x="38429" y="21749"/>
                    </a:cubicBezTo>
                    <a:cubicBezTo>
                      <a:pt x="38384" y="21752"/>
                      <a:pt x="38342" y="21755"/>
                      <a:pt x="38299" y="21756"/>
                    </a:cubicBezTo>
                    <a:cubicBezTo>
                      <a:pt x="41079" y="21368"/>
                      <a:pt x="43707" y="20856"/>
                      <a:pt x="45008" y="20589"/>
                    </a:cubicBezTo>
                    <a:lnTo>
                      <a:pt x="43758" y="19563"/>
                    </a:lnTo>
                    <a:close/>
                    <a:moveTo>
                      <a:pt x="48253" y="0"/>
                    </a:moveTo>
                    <a:lnTo>
                      <a:pt x="47347" y="75"/>
                    </a:lnTo>
                    <a:lnTo>
                      <a:pt x="44882" y="282"/>
                    </a:lnTo>
                    <a:cubicBezTo>
                      <a:pt x="44235" y="336"/>
                      <a:pt x="43640" y="666"/>
                      <a:pt x="43252" y="1186"/>
                    </a:cubicBezTo>
                    <a:lnTo>
                      <a:pt x="38883" y="7043"/>
                    </a:lnTo>
                    <a:cubicBezTo>
                      <a:pt x="37315" y="7187"/>
                      <a:pt x="35717" y="7340"/>
                      <a:pt x="34132" y="7495"/>
                    </a:cubicBezTo>
                    <a:cubicBezTo>
                      <a:pt x="33629" y="7543"/>
                      <a:pt x="32975" y="7850"/>
                      <a:pt x="32593" y="8987"/>
                    </a:cubicBezTo>
                    <a:cubicBezTo>
                      <a:pt x="32157" y="9031"/>
                      <a:pt x="31459" y="9102"/>
                      <a:pt x="30810" y="9168"/>
                    </a:cubicBezTo>
                    <a:cubicBezTo>
                      <a:pt x="30289" y="9222"/>
                      <a:pt x="29800" y="9271"/>
                      <a:pt x="29505" y="9301"/>
                    </a:cubicBezTo>
                    <a:lnTo>
                      <a:pt x="23879" y="5612"/>
                    </a:lnTo>
                    <a:lnTo>
                      <a:pt x="23725" y="5511"/>
                    </a:lnTo>
                    <a:lnTo>
                      <a:pt x="23541" y="5530"/>
                    </a:lnTo>
                    <a:cubicBezTo>
                      <a:pt x="23330" y="5550"/>
                      <a:pt x="22695" y="5615"/>
                      <a:pt x="22402" y="6130"/>
                    </a:cubicBezTo>
                    <a:cubicBezTo>
                      <a:pt x="22073" y="6710"/>
                      <a:pt x="22399" y="7402"/>
                      <a:pt x="22777" y="8202"/>
                    </a:cubicBezTo>
                    <a:cubicBezTo>
                      <a:pt x="23039" y="8758"/>
                      <a:pt x="23327" y="9372"/>
                      <a:pt x="23401" y="9953"/>
                    </a:cubicBezTo>
                    <a:cubicBezTo>
                      <a:pt x="13546" y="11034"/>
                      <a:pt x="8515" y="11907"/>
                      <a:pt x="6622" y="12859"/>
                    </a:cubicBezTo>
                    <a:cubicBezTo>
                      <a:pt x="4369" y="13993"/>
                      <a:pt x="2507" y="16198"/>
                      <a:pt x="1011" y="17970"/>
                    </a:cubicBezTo>
                    <a:lnTo>
                      <a:pt x="936" y="18062"/>
                    </a:lnTo>
                    <a:cubicBezTo>
                      <a:pt x="284" y="18835"/>
                      <a:pt x="0" y="19554"/>
                      <a:pt x="93" y="20198"/>
                    </a:cubicBezTo>
                    <a:cubicBezTo>
                      <a:pt x="167" y="20709"/>
                      <a:pt x="466" y="21137"/>
                      <a:pt x="979" y="21473"/>
                    </a:cubicBezTo>
                    <a:cubicBezTo>
                      <a:pt x="1422" y="21763"/>
                      <a:pt x="1957" y="22029"/>
                      <a:pt x="2569" y="22266"/>
                    </a:cubicBezTo>
                    <a:cubicBezTo>
                      <a:pt x="4245" y="22914"/>
                      <a:pt x="6369" y="23294"/>
                      <a:pt x="8228" y="23577"/>
                    </a:cubicBezTo>
                    <a:cubicBezTo>
                      <a:pt x="8699" y="23649"/>
                      <a:pt x="9304" y="23686"/>
                      <a:pt x="10047" y="23686"/>
                    </a:cubicBezTo>
                    <a:cubicBezTo>
                      <a:pt x="11564" y="23686"/>
                      <a:pt x="13659" y="23535"/>
                      <a:pt x="16374" y="23232"/>
                    </a:cubicBezTo>
                    <a:cubicBezTo>
                      <a:pt x="16456" y="23229"/>
                      <a:pt x="16614" y="23222"/>
                      <a:pt x="16840" y="23214"/>
                    </a:cubicBezTo>
                    <a:cubicBezTo>
                      <a:pt x="20408" y="23083"/>
                      <a:pt x="23569" y="23018"/>
                      <a:pt x="26271" y="23018"/>
                    </a:cubicBezTo>
                    <a:cubicBezTo>
                      <a:pt x="31560" y="23018"/>
                      <a:pt x="35096" y="23267"/>
                      <a:pt x="36508" y="23753"/>
                    </a:cubicBezTo>
                    <a:cubicBezTo>
                      <a:pt x="37608" y="24132"/>
                      <a:pt x="39185" y="24653"/>
                      <a:pt x="40857" y="25206"/>
                    </a:cubicBezTo>
                    <a:cubicBezTo>
                      <a:pt x="42909" y="25884"/>
                      <a:pt x="45031" y="26585"/>
                      <a:pt x="46539" y="27110"/>
                    </a:cubicBezTo>
                    <a:cubicBezTo>
                      <a:pt x="47518" y="27452"/>
                      <a:pt x="48500" y="27581"/>
                      <a:pt x="49427" y="27581"/>
                    </a:cubicBezTo>
                    <a:cubicBezTo>
                      <a:pt x="52281" y="27581"/>
                      <a:pt x="54614" y="26352"/>
                      <a:pt x="54744" y="26283"/>
                    </a:cubicBezTo>
                    <a:lnTo>
                      <a:pt x="55538" y="25857"/>
                    </a:lnTo>
                    <a:lnTo>
                      <a:pt x="54772" y="25376"/>
                    </a:lnTo>
                    <a:lnTo>
                      <a:pt x="43150" y="18097"/>
                    </a:lnTo>
                    <a:cubicBezTo>
                      <a:pt x="43472" y="17522"/>
                      <a:pt x="43865" y="16661"/>
                      <a:pt x="44104" y="15560"/>
                    </a:cubicBezTo>
                    <a:cubicBezTo>
                      <a:pt x="44370" y="15518"/>
                      <a:pt x="44628" y="15477"/>
                      <a:pt x="44874" y="15438"/>
                    </a:cubicBezTo>
                    <a:cubicBezTo>
                      <a:pt x="46338" y="15200"/>
                      <a:pt x="46998" y="13920"/>
                      <a:pt x="46992" y="12829"/>
                    </a:cubicBezTo>
                    <a:cubicBezTo>
                      <a:pt x="46988" y="11773"/>
                      <a:pt x="46430" y="10902"/>
                      <a:pt x="45539" y="10556"/>
                    </a:cubicBezTo>
                    <a:cubicBezTo>
                      <a:pt x="45262" y="10450"/>
                      <a:pt x="44961" y="10396"/>
                      <a:pt x="44640" y="10396"/>
                    </a:cubicBezTo>
                    <a:cubicBezTo>
                      <a:pt x="44550" y="10396"/>
                      <a:pt x="44459" y="10400"/>
                      <a:pt x="44366" y="10409"/>
                    </a:cubicBezTo>
                    <a:cubicBezTo>
                      <a:pt x="44366" y="10409"/>
                      <a:pt x="43980" y="10444"/>
                      <a:pt x="43291" y="10505"/>
                    </a:cubicBezTo>
                    <a:lnTo>
                      <a:pt x="47864" y="821"/>
                    </a:lnTo>
                    <a:lnTo>
                      <a:pt x="482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68"/>
              <p:cNvSpPr/>
              <p:nvPr/>
            </p:nvSpPr>
            <p:spPr>
              <a:xfrm>
                <a:off x="7783771" y="2992949"/>
                <a:ext cx="431733" cy="52085"/>
              </a:xfrm>
              <a:custGeom>
                <a:rect b="b" l="l" r="r" t="t"/>
                <a:pathLst>
                  <a:path extrusionOk="0" h="1000" w="8289">
                    <a:moveTo>
                      <a:pt x="0" y="0"/>
                    </a:moveTo>
                    <a:cubicBezTo>
                      <a:pt x="0" y="0"/>
                      <a:pt x="131" y="23"/>
                      <a:pt x="355" y="59"/>
                    </a:cubicBezTo>
                    <a:cubicBezTo>
                      <a:pt x="582" y="93"/>
                      <a:pt x="903" y="148"/>
                      <a:pt x="1290" y="204"/>
                    </a:cubicBezTo>
                    <a:cubicBezTo>
                      <a:pt x="1678" y="258"/>
                      <a:pt x="2129" y="328"/>
                      <a:pt x="2615" y="388"/>
                    </a:cubicBezTo>
                    <a:cubicBezTo>
                      <a:pt x="3100" y="450"/>
                      <a:pt x="3617" y="516"/>
                      <a:pt x="4135" y="583"/>
                    </a:cubicBezTo>
                    <a:cubicBezTo>
                      <a:pt x="4653" y="642"/>
                      <a:pt x="5173" y="701"/>
                      <a:pt x="5658" y="756"/>
                    </a:cubicBezTo>
                    <a:cubicBezTo>
                      <a:pt x="6143" y="811"/>
                      <a:pt x="6599" y="851"/>
                      <a:pt x="6989" y="890"/>
                    </a:cubicBezTo>
                    <a:cubicBezTo>
                      <a:pt x="7378" y="931"/>
                      <a:pt x="7704" y="952"/>
                      <a:pt x="7930" y="972"/>
                    </a:cubicBezTo>
                    <a:cubicBezTo>
                      <a:pt x="8158" y="990"/>
                      <a:pt x="8289" y="999"/>
                      <a:pt x="8289" y="999"/>
                    </a:cubicBezTo>
                    <a:cubicBezTo>
                      <a:pt x="8289" y="999"/>
                      <a:pt x="8158" y="978"/>
                      <a:pt x="7934" y="940"/>
                    </a:cubicBezTo>
                    <a:cubicBezTo>
                      <a:pt x="7709" y="906"/>
                      <a:pt x="7386" y="851"/>
                      <a:pt x="6999" y="796"/>
                    </a:cubicBezTo>
                    <a:cubicBezTo>
                      <a:pt x="6611" y="743"/>
                      <a:pt x="6160" y="671"/>
                      <a:pt x="5674" y="611"/>
                    </a:cubicBezTo>
                    <a:cubicBezTo>
                      <a:pt x="5189" y="549"/>
                      <a:pt x="4672" y="483"/>
                      <a:pt x="4154" y="416"/>
                    </a:cubicBezTo>
                    <a:cubicBezTo>
                      <a:pt x="3636" y="359"/>
                      <a:pt x="3116" y="300"/>
                      <a:pt x="2631" y="244"/>
                    </a:cubicBezTo>
                    <a:cubicBezTo>
                      <a:pt x="2145" y="188"/>
                      <a:pt x="1690" y="148"/>
                      <a:pt x="1300" y="110"/>
                    </a:cubicBezTo>
                    <a:cubicBezTo>
                      <a:pt x="911" y="71"/>
                      <a:pt x="585" y="47"/>
                      <a:pt x="359" y="27"/>
                    </a:cubicBezTo>
                    <a:cubicBezTo>
                      <a:pt x="131" y="11"/>
                      <a:pt x="0"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68"/>
              <p:cNvSpPr/>
              <p:nvPr/>
            </p:nvSpPr>
            <p:spPr>
              <a:xfrm>
                <a:off x="7866637" y="3019147"/>
                <a:ext cx="325219" cy="39376"/>
              </a:xfrm>
              <a:custGeom>
                <a:rect b="b" l="l" r="r" t="t"/>
                <a:pathLst>
                  <a:path extrusionOk="0" h="756" w="6244">
                    <a:moveTo>
                      <a:pt x="1" y="1"/>
                    </a:moveTo>
                    <a:cubicBezTo>
                      <a:pt x="1" y="1"/>
                      <a:pt x="389" y="68"/>
                      <a:pt x="973" y="154"/>
                    </a:cubicBezTo>
                    <a:cubicBezTo>
                      <a:pt x="1264" y="194"/>
                      <a:pt x="1605" y="246"/>
                      <a:pt x="1969" y="293"/>
                    </a:cubicBezTo>
                    <a:cubicBezTo>
                      <a:pt x="2336" y="340"/>
                      <a:pt x="2725" y="390"/>
                      <a:pt x="3115" y="440"/>
                    </a:cubicBezTo>
                    <a:cubicBezTo>
                      <a:pt x="3506" y="483"/>
                      <a:pt x="3895" y="528"/>
                      <a:pt x="4262" y="570"/>
                    </a:cubicBezTo>
                    <a:cubicBezTo>
                      <a:pt x="4627" y="612"/>
                      <a:pt x="4969" y="643"/>
                      <a:pt x="5263" y="672"/>
                    </a:cubicBezTo>
                    <a:cubicBezTo>
                      <a:pt x="5850" y="728"/>
                      <a:pt x="6244" y="755"/>
                      <a:pt x="6244" y="755"/>
                    </a:cubicBezTo>
                    <a:cubicBezTo>
                      <a:pt x="6244" y="755"/>
                      <a:pt x="5856" y="688"/>
                      <a:pt x="5271" y="602"/>
                    </a:cubicBezTo>
                    <a:cubicBezTo>
                      <a:pt x="4981" y="561"/>
                      <a:pt x="4643" y="508"/>
                      <a:pt x="4276" y="461"/>
                    </a:cubicBezTo>
                    <a:cubicBezTo>
                      <a:pt x="3911" y="414"/>
                      <a:pt x="3522" y="363"/>
                      <a:pt x="3131" y="315"/>
                    </a:cubicBezTo>
                    <a:cubicBezTo>
                      <a:pt x="2740" y="272"/>
                      <a:pt x="2351" y="226"/>
                      <a:pt x="1984" y="186"/>
                    </a:cubicBezTo>
                    <a:cubicBezTo>
                      <a:pt x="1618" y="144"/>
                      <a:pt x="1275" y="113"/>
                      <a:pt x="981" y="84"/>
                    </a:cubicBezTo>
                    <a:cubicBezTo>
                      <a:pt x="394" y="27"/>
                      <a:pt x="1"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68"/>
              <p:cNvSpPr/>
              <p:nvPr/>
            </p:nvSpPr>
            <p:spPr>
              <a:xfrm>
                <a:off x="6132351" y="2517685"/>
                <a:ext cx="90992" cy="321417"/>
              </a:xfrm>
              <a:custGeom>
                <a:rect b="b" l="l" r="r" t="t"/>
                <a:pathLst>
                  <a:path extrusionOk="0" h="6171" w="1747">
                    <a:moveTo>
                      <a:pt x="1" y="0"/>
                    </a:moveTo>
                    <a:lnTo>
                      <a:pt x="1" y="0"/>
                    </a:lnTo>
                    <a:cubicBezTo>
                      <a:pt x="1" y="0"/>
                      <a:pt x="83" y="70"/>
                      <a:pt x="222" y="198"/>
                    </a:cubicBezTo>
                    <a:cubicBezTo>
                      <a:pt x="362" y="322"/>
                      <a:pt x="553" y="513"/>
                      <a:pt x="767" y="749"/>
                    </a:cubicBezTo>
                    <a:cubicBezTo>
                      <a:pt x="978" y="990"/>
                      <a:pt x="1217" y="1283"/>
                      <a:pt x="1378" y="1638"/>
                    </a:cubicBezTo>
                    <a:cubicBezTo>
                      <a:pt x="1423" y="1726"/>
                      <a:pt x="1451" y="1820"/>
                      <a:pt x="1478" y="1914"/>
                    </a:cubicBezTo>
                    <a:cubicBezTo>
                      <a:pt x="1505" y="2017"/>
                      <a:pt x="1525" y="2115"/>
                      <a:pt x="1542" y="2215"/>
                    </a:cubicBezTo>
                    <a:cubicBezTo>
                      <a:pt x="1572" y="2417"/>
                      <a:pt x="1584" y="2630"/>
                      <a:pt x="1580" y="2839"/>
                    </a:cubicBezTo>
                    <a:cubicBezTo>
                      <a:pt x="1573" y="3051"/>
                      <a:pt x="1560" y="3262"/>
                      <a:pt x="1529" y="3469"/>
                    </a:cubicBezTo>
                    <a:cubicBezTo>
                      <a:pt x="1499" y="3676"/>
                      <a:pt x="1464" y="3880"/>
                      <a:pt x="1424" y="4074"/>
                    </a:cubicBezTo>
                    <a:cubicBezTo>
                      <a:pt x="1380" y="4269"/>
                      <a:pt x="1340" y="4459"/>
                      <a:pt x="1295" y="4638"/>
                    </a:cubicBezTo>
                    <a:cubicBezTo>
                      <a:pt x="1250" y="4817"/>
                      <a:pt x="1204" y="4986"/>
                      <a:pt x="1161" y="5141"/>
                    </a:cubicBezTo>
                    <a:cubicBezTo>
                      <a:pt x="1070" y="5450"/>
                      <a:pt x="997" y="5707"/>
                      <a:pt x="941" y="5887"/>
                    </a:cubicBezTo>
                    <a:cubicBezTo>
                      <a:pt x="887" y="6067"/>
                      <a:pt x="855" y="6171"/>
                      <a:pt x="855" y="6171"/>
                    </a:cubicBezTo>
                    <a:cubicBezTo>
                      <a:pt x="855" y="6171"/>
                      <a:pt x="896" y="6073"/>
                      <a:pt x="970" y="5899"/>
                    </a:cubicBezTo>
                    <a:cubicBezTo>
                      <a:pt x="1041" y="5725"/>
                      <a:pt x="1145" y="5476"/>
                      <a:pt x="1250" y="5169"/>
                    </a:cubicBezTo>
                    <a:cubicBezTo>
                      <a:pt x="1459" y="4559"/>
                      <a:pt x="1722" y="3724"/>
                      <a:pt x="1746" y="2842"/>
                    </a:cubicBezTo>
                    <a:cubicBezTo>
                      <a:pt x="1746" y="2623"/>
                      <a:pt x="1733" y="2403"/>
                      <a:pt x="1698" y="2188"/>
                    </a:cubicBezTo>
                    <a:cubicBezTo>
                      <a:pt x="1679" y="2079"/>
                      <a:pt x="1656" y="1973"/>
                      <a:pt x="1626" y="1873"/>
                    </a:cubicBezTo>
                    <a:cubicBezTo>
                      <a:pt x="1592" y="1770"/>
                      <a:pt x="1558" y="1668"/>
                      <a:pt x="1509" y="1575"/>
                    </a:cubicBezTo>
                    <a:cubicBezTo>
                      <a:pt x="1419" y="1386"/>
                      <a:pt x="1302" y="1222"/>
                      <a:pt x="1186" y="1077"/>
                    </a:cubicBezTo>
                    <a:cubicBezTo>
                      <a:pt x="1070" y="929"/>
                      <a:pt x="947" y="802"/>
                      <a:pt x="835" y="684"/>
                    </a:cubicBezTo>
                    <a:cubicBezTo>
                      <a:pt x="605" y="454"/>
                      <a:pt x="390" y="288"/>
                      <a:pt x="242" y="172"/>
                    </a:cubicBezTo>
                    <a:cubicBezTo>
                      <a:pt x="92" y="58"/>
                      <a:pt x="1"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 name="Google Shape;980;p68"/>
            <p:cNvGrpSpPr/>
            <p:nvPr/>
          </p:nvGrpSpPr>
          <p:grpSpPr>
            <a:xfrm rot="294033">
              <a:off x="6569285" y="748399"/>
              <a:ext cx="734051" cy="874423"/>
              <a:chOff x="5661305" y="1613250"/>
              <a:chExt cx="470424" cy="560383"/>
            </a:xfrm>
          </p:grpSpPr>
          <p:sp>
            <p:nvSpPr>
              <p:cNvPr id="981" name="Google Shape;981;p68"/>
              <p:cNvSpPr/>
              <p:nvPr/>
            </p:nvSpPr>
            <p:spPr>
              <a:xfrm>
                <a:off x="5661305" y="1613250"/>
                <a:ext cx="469025" cy="560383"/>
              </a:xfrm>
              <a:custGeom>
                <a:rect b="b" l="l" r="r" t="t"/>
                <a:pathLst>
                  <a:path extrusionOk="0" h="10759" w="9005">
                    <a:moveTo>
                      <a:pt x="9004" y="0"/>
                    </a:moveTo>
                    <a:cubicBezTo>
                      <a:pt x="9004" y="0"/>
                      <a:pt x="8914" y="35"/>
                      <a:pt x="8743" y="105"/>
                    </a:cubicBezTo>
                    <a:cubicBezTo>
                      <a:pt x="8657" y="140"/>
                      <a:pt x="8553" y="182"/>
                      <a:pt x="8431" y="233"/>
                    </a:cubicBezTo>
                    <a:cubicBezTo>
                      <a:pt x="8307" y="282"/>
                      <a:pt x="8165" y="341"/>
                      <a:pt x="8009" y="410"/>
                    </a:cubicBezTo>
                    <a:cubicBezTo>
                      <a:pt x="7694" y="546"/>
                      <a:pt x="7314" y="717"/>
                      <a:pt x="6883" y="924"/>
                    </a:cubicBezTo>
                    <a:cubicBezTo>
                      <a:pt x="6452" y="1130"/>
                      <a:pt x="5969" y="1374"/>
                      <a:pt x="5451" y="1656"/>
                    </a:cubicBezTo>
                    <a:cubicBezTo>
                      <a:pt x="4934" y="1939"/>
                      <a:pt x="4379" y="2262"/>
                      <a:pt x="3811" y="2636"/>
                    </a:cubicBezTo>
                    <a:cubicBezTo>
                      <a:pt x="3525" y="2822"/>
                      <a:pt x="3238" y="3023"/>
                      <a:pt x="2948" y="3237"/>
                    </a:cubicBezTo>
                    <a:cubicBezTo>
                      <a:pt x="2658" y="3450"/>
                      <a:pt x="2371" y="3681"/>
                      <a:pt x="2086" y="3932"/>
                    </a:cubicBezTo>
                    <a:cubicBezTo>
                      <a:pt x="1945" y="4057"/>
                      <a:pt x="1801" y="4185"/>
                      <a:pt x="1664" y="4322"/>
                    </a:cubicBezTo>
                    <a:cubicBezTo>
                      <a:pt x="1525" y="4456"/>
                      <a:pt x="1390" y="4600"/>
                      <a:pt x="1256" y="4746"/>
                    </a:cubicBezTo>
                    <a:cubicBezTo>
                      <a:pt x="1126" y="4895"/>
                      <a:pt x="994" y="5048"/>
                      <a:pt x="872" y="5212"/>
                    </a:cubicBezTo>
                    <a:cubicBezTo>
                      <a:pt x="750" y="5377"/>
                      <a:pt x="633" y="5550"/>
                      <a:pt x="525" y="5732"/>
                    </a:cubicBezTo>
                    <a:cubicBezTo>
                      <a:pt x="421" y="5914"/>
                      <a:pt x="323" y="6108"/>
                      <a:pt x="242" y="6312"/>
                    </a:cubicBezTo>
                    <a:cubicBezTo>
                      <a:pt x="162" y="6517"/>
                      <a:pt x="94" y="6734"/>
                      <a:pt x="55" y="6958"/>
                    </a:cubicBezTo>
                    <a:cubicBezTo>
                      <a:pt x="18" y="7185"/>
                      <a:pt x="0" y="7420"/>
                      <a:pt x="19" y="7655"/>
                    </a:cubicBezTo>
                    <a:cubicBezTo>
                      <a:pt x="37" y="7890"/>
                      <a:pt x="85" y="8123"/>
                      <a:pt x="160" y="8344"/>
                    </a:cubicBezTo>
                    <a:cubicBezTo>
                      <a:pt x="234" y="8565"/>
                      <a:pt x="337" y="8773"/>
                      <a:pt x="456" y="8964"/>
                    </a:cubicBezTo>
                    <a:cubicBezTo>
                      <a:pt x="575" y="9156"/>
                      <a:pt x="709" y="9333"/>
                      <a:pt x="852" y="9496"/>
                    </a:cubicBezTo>
                    <a:cubicBezTo>
                      <a:pt x="924" y="9579"/>
                      <a:pt x="998" y="9656"/>
                      <a:pt x="1073" y="9731"/>
                    </a:cubicBezTo>
                    <a:cubicBezTo>
                      <a:pt x="1149" y="9807"/>
                      <a:pt x="1226" y="9877"/>
                      <a:pt x="1310" y="9950"/>
                    </a:cubicBezTo>
                    <a:cubicBezTo>
                      <a:pt x="1354" y="9989"/>
                      <a:pt x="1388" y="10016"/>
                      <a:pt x="1424" y="10046"/>
                    </a:cubicBezTo>
                    <a:lnTo>
                      <a:pt x="1452" y="10071"/>
                    </a:lnTo>
                    <a:lnTo>
                      <a:pt x="1471" y="10085"/>
                    </a:lnTo>
                    <a:lnTo>
                      <a:pt x="1488" y="10099"/>
                    </a:lnTo>
                    <a:lnTo>
                      <a:pt x="1553" y="10150"/>
                    </a:lnTo>
                    <a:cubicBezTo>
                      <a:pt x="1643" y="10217"/>
                      <a:pt x="1733" y="10280"/>
                      <a:pt x="1828" y="10339"/>
                    </a:cubicBezTo>
                    <a:cubicBezTo>
                      <a:pt x="1925" y="10400"/>
                      <a:pt x="2023" y="10452"/>
                      <a:pt x="2126" y="10500"/>
                    </a:cubicBezTo>
                    <a:cubicBezTo>
                      <a:pt x="2228" y="10547"/>
                      <a:pt x="2334" y="10590"/>
                      <a:pt x="2443" y="10627"/>
                    </a:cubicBezTo>
                    <a:cubicBezTo>
                      <a:pt x="2552" y="10661"/>
                      <a:pt x="2663" y="10691"/>
                      <a:pt x="2773" y="10711"/>
                    </a:cubicBezTo>
                    <a:cubicBezTo>
                      <a:pt x="2886" y="10734"/>
                      <a:pt x="2999" y="10747"/>
                      <a:pt x="3110" y="10754"/>
                    </a:cubicBezTo>
                    <a:cubicBezTo>
                      <a:pt x="3161" y="10757"/>
                      <a:pt x="3212" y="10759"/>
                      <a:pt x="3262" y="10759"/>
                    </a:cubicBezTo>
                    <a:cubicBezTo>
                      <a:pt x="3437" y="10759"/>
                      <a:pt x="3608" y="10741"/>
                      <a:pt x="3775" y="10710"/>
                    </a:cubicBezTo>
                    <a:cubicBezTo>
                      <a:pt x="3883" y="10691"/>
                      <a:pt x="3987" y="10663"/>
                      <a:pt x="4089" y="10635"/>
                    </a:cubicBezTo>
                    <a:cubicBezTo>
                      <a:pt x="4190" y="10602"/>
                      <a:pt x="4291" y="10567"/>
                      <a:pt x="4386" y="10527"/>
                    </a:cubicBezTo>
                    <a:cubicBezTo>
                      <a:pt x="4772" y="10367"/>
                      <a:pt x="5107" y="10157"/>
                      <a:pt x="5404" y="9922"/>
                    </a:cubicBezTo>
                    <a:cubicBezTo>
                      <a:pt x="5701" y="9687"/>
                      <a:pt x="5963" y="9433"/>
                      <a:pt x="6199" y="9174"/>
                    </a:cubicBezTo>
                    <a:cubicBezTo>
                      <a:pt x="6434" y="8914"/>
                      <a:pt x="6646" y="8650"/>
                      <a:pt x="6836" y="8387"/>
                    </a:cubicBezTo>
                    <a:cubicBezTo>
                      <a:pt x="7025" y="8123"/>
                      <a:pt x="7198" y="7863"/>
                      <a:pt x="7354" y="7609"/>
                    </a:cubicBezTo>
                    <a:cubicBezTo>
                      <a:pt x="7666" y="7102"/>
                      <a:pt x="7917" y="6618"/>
                      <a:pt x="8123" y="6184"/>
                    </a:cubicBezTo>
                    <a:cubicBezTo>
                      <a:pt x="8330" y="5752"/>
                      <a:pt x="8493" y="5367"/>
                      <a:pt x="8620" y="5048"/>
                    </a:cubicBezTo>
                    <a:cubicBezTo>
                      <a:pt x="8749" y="4729"/>
                      <a:pt x="8837" y="4473"/>
                      <a:pt x="8901" y="4303"/>
                    </a:cubicBezTo>
                    <a:cubicBezTo>
                      <a:pt x="8931" y="4217"/>
                      <a:pt x="8952" y="4150"/>
                      <a:pt x="8969" y="4104"/>
                    </a:cubicBezTo>
                    <a:cubicBezTo>
                      <a:pt x="8984" y="4060"/>
                      <a:pt x="8992" y="4036"/>
                      <a:pt x="8992" y="4036"/>
                    </a:cubicBezTo>
                    <a:lnTo>
                      <a:pt x="8992" y="4036"/>
                    </a:lnTo>
                    <a:cubicBezTo>
                      <a:pt x="8992" y="4036"/>
                      <a:pt x="8982" y="4057"/>
                      <a:pt x="8956" y="4097"/>
                    </a:cubicBezTo>
                    <a:cubicBezTo>
                      <a:pt x="8932" y="4138"/>
                      <a:pt x="8896" y="4198"/>
                      <a:pt x="8850" y="4279"/>
                    </a:cubicBezTo>
                    <a:cubicBezTo>
                      <a:pt x="8760" y="4439"/>
                      <a:pt x="8622" y="4671"/>
                      <a:pt x="8447" y="4962"/>
                    </a:cubicBezTo>
                    <a:cubicBezTo>
                      <a:pt x="8271" y="5255"/>
                      <a:pt x="8058" y="5608"/>
                      <a:pt x="7800" y="6003"/>
                    </a:cubicBezTo>
                    <a:cubicBezTo>
                      <a:pt x="7670" y="6202"/>
                      <a:pt x="7533" y="6410"/>
                      <a:pt x="7381" y="6626"/>
                    </a:cubicBezTo>
                    <a:cubicBezTo>
                      <a:pt x="7230" y="6842"/>
                      <a:pt x="7071" y="7068"/>
                      <a:pt x="6895" y="7296"/>
                    </a:cubicBezTo>
                    <a:cubicBezTo>
                      <a:pt x="6720" y="7525"/>
                      <a:pt x="6533" y="7757"/>
                      <a:pt x="6332" y="7988"/>
                    </a:cubicBezTo>
                    <a:cubicBezTo>
                      <a:pt x="6243" y="8091"/>
                      <a:pt x="6149" y="8193"/>
                      <a:pt x="6054" y="8297"/>
                    </a:cubicBezTo>
                    <a:cubicBezTo>
                      <a:pt x="5943" y="8674"/>
                      <a:pt x="5802" y="9080"/>
                      <a:pt x="5486" y="9398"/>
                    </a:cubicBezTo>
                    <a:cubicBezTo>
                      <a:pt x="5309" y="9575"/>
                      <a:pt x="5087" y="9640"/>
                      <a:pt x="4926" y="9688"/>
                    </a:cubicBezTo>
                    <a:cubicBezTo>
                      <a:pt x="4852" y="9709"/>
                      <a:pt x="4782" y="9730"/>
                      <a:pt x="4741" y="9751"/>
                    </a:cubicBezTo>
                    <a:cubicBezTo>
                      <a:pt x="4680" y="9785"/>
                      <a:pt x="4615" y="9832"/>
                      <a:pt x="4545" y="9881"/>
                    </a:cubicBezTo>
                    <a:cubicBezTo>
                      <a:pt x="4362" y="10012"/>
                      <a:pt x="4136" y="10173"/>
                      <a:pt x="3822" y="10212"/>
                    </a:cubicBezTo>
                    <a:cubicBezTo>
                      <a:pt x="3706" y="10226"/>
                      <a:pt x="3589" y="10233"/>
                      <a:pt x="3473" y="10233"/>
                    </a:cubicBezTo>
                    <a:cubicBezTo>
                      <a:pt x="2621" y="10233"/>
                      <a:pt x="1794" y="9846"/>
                      <a:pt x="1251" y="9178"/>
                    </a:cubicBezTo>
                    <a:cubicBezTo>
                      <a:pt x="1163" y="9144"/>
                      <a:pt x="1020" y="9082"/>
                      <a:pt x="926" y="8929"/>
                    </a:cubicBezTo>
                    <a:cubicBezTo>
                      <a:pt x="773" y="8681"/>
                      <a:pt x="660" y="8411"/>
                      <a:pt x="590" y="8126"/>
                    </a:cubicBezTo>
                    <a:cubicBezTo>
                      <a:pt x="550" y="7962"/>
                      <a:pt x="593" y="7816"/>
                      <a:pt x="623" y="7718"/>
                    </a:cubicBezTo>
                    <a:cubicBezTo>
                      <a:pt x="626" y="7710"/>
                      <a:pt x="630" y="7699"/>
                      <a:pt x="632" y="7688"/>
                    </a:cubicBezTo>
                    <a:cubicBezTo>
                      <a:pt x="603" y="7413"/>
                      <a:pt x="629" y="7181"/>
                      <a:pt x="673" y="6918"/>
                    </a:cubicBezTo>
                    <a:cubicBezTo>
                      <a:pt x="732" y="6586"/>
                      <a:pt x="821" y="6298"/>
                      <a:pt x="939" y="6063"/>
                    </a:cubicBezTo>
                    <a:cubicBezTo>
                      <a:pt x="912" y="5944"/>
                      <a:pt x="887" y="5755"/>
                      <a:pt x="1018" y="5577"/>
                    </a:cubicBezTo>
                    <a:cubicBezTo>
                      <a:pt x="1208" y="5322"/>
                      <a:pt x="1436" y="5101"/>
                      <a:pt x="1698" y="4921"/>
                    </a:cubicBezTo>
                    <a:cubicBezTo>
                      <a:pt x="1764" y="4875"/>
                      <a:pt x="1839" y="4848"/>
                      <a:pt x="1921" y="4839"/>
                    </a:cubicBezTo>
                    <a:cubicBezTo>
                      <a:pt x="1948" y="4835"/>
                      <a:pt x="1974" y="4834"/>
                      <a:pt x="2000" y="4834"/>
                    </a:cubicBezTo>
                    <a:cubicBezTo>
                      <a:pt x="2059" y="4834"/>
                      <a:pt x="2115" y="4841"/>
                      <a:pt x="2162" y="4847"/>
                    </a:cubicBezTo>
                    <a:cubicBezTo>
                      <a:pt x="2260" y="4802"/>
                      <a:pt x="2356" y="4773"/>
                      <a:pt x="2448" y="4751"/>
                    </a:cubicBezTo>
                    <a:cubicBezTo>
                      <a:pt x="2516" y="4682"/>
                      <a:pt x="2584" y="4613"/>
                      <a:pt x="2653" y="4546"/>
                    </a:cubicBezTo>
                    <a:cubicBezTo>
                      <a:pt x="3162" y="4056"/>
                      <a:pt x="3699" y="3614"/>
                      <a:pt x="4221" y="3214"/>
                    </a:cubicBezTo>
                    <a:cubicBezTo>
                      <a:pt x="4745" y="2811"/>
                      <a:pt x="5256" y="2448"/>
                      <a:pt x="5736" y="2119"/>
                    </a:cubicBezTo>
                    <a:cubicBezTo>
                      <a:pt x="6215" y="1790"/>
                      <a:pt x="6661" y="1496"/>
                      <a:pt x="7061" y="1240"/>
                    </a:cubicBezTo>
                    <a:cubicBezTo>
                      <a:pt x="7459" y="982"/>
                      <a:pt x="7808" y="759"/>
                      <a:pt x="8097" y="576"/>
                    </a:cubicBezTo>
                    <a:cubicBezTo>
                      <a:pt x="8385" y="394"/>
                      <a:pt x="8612" y="249"/>
                      <a:pt x="8768" y="152"/>
                    </a:cubicBezTo>
                    <a:cubicBezTo>
                      <a:pt x="8922" y="53"/>
                      <a:pt x="9004" y="0"/>
                      <a:pt x="90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68"/>
              <p:cNvSpPr/>
              <p:nvPr/>
            </p:nvSpPr>
            <p:spPr>
              <a:xfrm>
                <a:off x="5826411" y="1688980"/>
                <a:ext cx="254956" cy="166724"/>
              </a:xfrm>
              <a:custGeom>
                <a:rect b="b" l="l" r="r" t="t"/>
                <a:pathLst>
                  <a:path extrusionOk="0" h="3201" w="4895">
                    <a:moveTo>
                      <a:pt x="4894" y="1"/>
                    </a:moveTo>
                    <a:cubicBezTo>
                      <a:pt x="4894" y="1"/>
                      <a:pt x="4470" y="210"/>
                      <a:pt x="3848" y="561"/>
                    </a:cubicBezTo>
                    <a:cubicBezTo>
                      <a:pt x="3694" y="648"/>
                      <a:pt x="3526" y="743"/>
                      <a:pt x="3350" y="848"/>
                    </a:cubicBezTo>
                    <a:cubicBezTo>
                      <a:pt x="3174" y="951"/>
                      <a:pt x="2989" y="1063"/>
                      <a:pt x="2799" y="1180"/>
                    </a:cubicBezTo>
                    <a:cubicBezTo>
                      <a:pt x="2610" y="1298"/>
                      <a:pt x="2415" y="1420"/>
                      <a:pt x="2219" y="1549"/>
                    </a:cubicBezTo>
                    <a:cubicBezTo>
                      <a:pt x="2022" y="1677"/>
                      <a:pt x="1825" y="1811"/>
                      <a:pt x="1628" y="1948"/>
                    </a:cubicBezTo>
                    <a:lnTo>
                      <a:pt x="1336" y="2153"/>
                    </a:lnTo>
                    <a:cubicBezTo>
                      <a:pt x="1240" y="2225"/>
                      <a:pt x="1142" y="2293"/>
                      <a:pt x="1048" y="2364"/>
                    </a:cubicBezTo>
                    <a:cubicBezTo>
                      <a:pt x="859" y="2504"/>
                      <a:pt x="675" y="2646"/>
                      <a:pt x="499" y="2787"/>
                    </a:cubicBezTo>
                    <a:cubicBezTo>
                      <a:pt x="325" y="2927"/>
                      <a:pt x="157" y="3066"/>
                      <a:pt x="1" y="3201"/>
                    </a:cubicBezTo>
                    <a:cubicBezTo>
                      <a:pt x="61" y="3194"/>
                      <a:pt x="119" y="3186"/>
                      <a:pt x="174" y="3178"/>
                    </a:cubicBezTo>
                    <a:cubicBezTo>
                      <a:pt x="233" y="3170"/>
                      <a:pt x="284" y="3163"/>
                      <a:pt x="335" y="3156"/>
                    </a:cubicBezTo>
                    <a:cubicBezTo>
                      <a:pt x="450" y="3142"/>
                      <a:pt x="558" y="3133"/>
                      <a:pt x="665" y="3133"/>
                    </a:cubicBezTo>
                    <a:cubicBezTo>
                      <a:pt x="735" y="3133"/>
                      <a:pt x="804" y="3137"/>
                      <a:pt x="875" y="3146"/>
                    </a:cubicBezTo>
                    <a:cubicBezTo>
                      <a:pt x="1023" y="3001"/>
                      <a:pt x="1177" y="2857"/>
                      <a:pt x="1337" y="2711"/>
                    </a:cubicBezTo>
                    <a:cubicBezTo>
                      <a:pt x="1423" y="2634"/>
                      <a:pt x="1510" y="2556"/>
                      <a:pt x="1598" y="2478"/>
                    </a:cubicBezTo>
                    <a:cubicBezTo>
                      <a:pt x="1686" y="2400"/>
                      <a:pt x="1775" y="2324"/>
                      <a:pt x="1862" y="2246"/>
                    </a:cubicBezTo>
                    <a:cubicBezTo>
                      <a:pt x="2042" y="2093"/>
                      <a:pt x="2222" y="1943"/>
                      <a:pt x="2403" y="1797"/>
                    </a:cubicBezTo>
                    <a:cubicBezTo>
                      <a:pt x="2583" y="1652"/>
                      <a:pt x="2765" y="1511"/>
                      <a:pt x="2939" y="1377"/>
                    </a:cubicBezTo>
                    <a:cubicBezTo>
                      <a:pt x="3115" y="1243"/>
                      <a:pt x="3286" y="1113"/>
                      <a:pt x="3449" y="993"/>
                    </a:cubicBezTo>
                    <a:cubicBezTo>
                      <a:pt x="3612" y="874"/>
                      <a:pt x="3768" y="762"/>
                      <a:pt x="3913" y="660"/>
                    </a:cubicBezTo>
                    <a:cubicBezTo>
                      <a:pt x="4493" y="251"/>
                      <a:pt x="4894" y="1"/>
                      <a:pt x="48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68"/>
              <p:cNvSpPr/>
              <p:nvPr/>
            </p:nvSpPr>
            <p:spPr>
              <a:xfrm>
                <a:off x="5696253" y="1858200"/>
                <a:ext cx="289228" cy="282040"/>
              </a:xfrm>
              <a:custGeom>
                <a:rect b="b" l="l" r="r" t="t"/>
                <a:pathLst>
                  <a:path extrusionOk="0" h="5415" w="5553">
                    <a:moveTo>
                      <a:pt x="3957" y="198"/>
                    </a:moveTo>
                    <a:cubicBezTo>
                      <a:pt x="3962" y="198"/>
                      <a:pt x="3968" y="198"/>
                      <a:pt x="3970" y="199"/>
                    </a:cubicBezTo>
                    <a:cubicBezTo>
                      <a:pt x="3980" y="200"/>
                      <a:pt x="3988" y="203"/>
                      <a:pt x="3995" y="204"/>
                    </a:cubicBezTo>
                    <a:cubicBezTo>
                      <a:pt x="4008" y="210"/>
                      <a:pt x="4021" y="212"/>
                      <a:pt x="4029" y="218"/>
                    </a:cubicBezTo>
                    <a:cubicBezTo>
                      <a:pt x="4050" y="226"/>
                      <a:pt x="4060" y="231"/>
                      <a:pt x="4060" y="231"/>
                    </a:cubicBezTo>
                    <a:cubicBezTo>
                      <a:pt x="4060" y="231"/>
                      <a:pt x="4048" y="230"/>
                      <a:pt x="4028" y="226"/>
                    </a:cubicBezTo>
                    <a:cubicBezTo>
                      <a:pt x="4017" y="224"/>
                      <a:pt x="4007" y="223"/>
                      <a:pt x="3991" y="220"/>
                    </a:cubicBezTo>
                    <a:cubicBezTo>
                      <a:pt x="3984" y="220"/>
                      <a:pt x="3976" y="219"/>
                      <a:pt x="3969" y="219"/>
                    </a:cubicBezTo>
                    <a:lnTo>
                      <a:pt x="3965" y="219"/>
                    </a:lnTo>
                    <a:cubicBezTo>
                      <a:pt x="3974" y="226"/>
                      <a:pt x="3988" y="236"/>
                      <a:pt x="3997" y="243"/>
                    </a:cubicBezTo>
                    <a:cubicBezTo>
                      <a:pt x="4015" y="254"/>
                      <a:pt x="4031" y="266"/>
                      <a:pt x="4050" y="278"/>
                    </a:cubicBezTo>
                    <a:cubicBezTo>
                      <a:pt x="4087" y="304"/>
                      <a:pt x="4125" y="330"/>
                      <a:pt x="4164" y="357"/>
                    </a:cubicBezTo>
                    <a:cubicBezTo>
                      <a:pt x="4320" y="463"/>
                      <a:pt x="4478" y="572"/>
                      <a:pt x="4478" y="572"/>
                    </a:cubicBezTo>
                    <a:cubicBezTo>
                      <a:pt x="4478" y="572"/>
                      <a:pt x="4438" y="548"/>
                      <a:pt x="4375" y="512"/>
                    </a:cubicBezTo>
                    <a:cubicBezTo>
                      <a:pt x="4314" y="474"/>
                      <a:pt x="4232" y="426"/>
                      <a:pt x="4152" y="375"/>
                    </a:cubicBezTo>
                    <a:cubicBezTo>
                      <a:pt x="4111" y="349"/>
                      <a:pt x="4071" y="325"/>
                      <a:pt x="4035" y="300"/>
                    </a:cubicBezTo>
                    <a:cubicBezTo>
                      <a:pt x="4016" y="288"/>
                      <a:pt x="3999" y="274"/>
                      <a:pt x="3982" y="262"/>
                    </a:cubicBezTo>
                    <a:cubicBezTo>
                      <a:pt x="3974" y="257"/>
                      <a:pt x="3965" y="251"/>
                      <a:pt x="3960" y="245"/>
                    </a:cubicBezTo>
                    <a:cubicBezTo>
                      <a:pt x="3954" y="241"/>
                      <a:pt x="3950" y="238"/>
                      <a:pt x="3948" y="232"/>
                    </a:cubicBezTo>
                    <a:cubicBezTo>
                      <a:pt x="3944" y="227"/>
                      <a:pt x="3938" y="226"/>
                      <a:pt x="3937" y="214"/>
                    </a:cubicBezTo>
                    <a:cubicBezTo>
                      <a:pt x="3935" y="207"/>
                      <a:pt x="3942" y="200"/>
                      <a:pt x="3948" y="199"/>
                    </a:cubicBezTo>
                    <a:cubicBezTo>
                      <a:pt x="3950" y="198"/>
                      <a:pt x="3954" y="198"/>
                      <a:pt x="3957" y="198"/>
                    </a:cubicBezTo>
                    <a:close/>
                    <a:moveTo>
                      <a:pt x="1221" y="399"/>
                    </a:moveTo>
                    <a:lnTo>
                      <a:pt x="1095" y="533"/>
                    </a:lnTo>
                    <a:cubicBezTo>
                      <a:pt x="1017" y="612"/>
                      <a:pt x="915" y="720"/>
                      <a:pt x="812" y="823"/>
                    </a:cubicBezTo>
                    <a:cubicBezTo>
                      <a:pt x="760" y="876"/>
                      <a:pt x="707" y="928"/>
                      <a:pt x="655" y="975"/>
                    </a:cubicBezTo>
                    <a:cubicBezTo>
                      <a:pt x="631" y="998"/>
                      <a:pt x="605" y="1019"/>
                      <a:pt x="578" y="1040"/>
                    </a:cubicBezTo>
                    <a:cubicBezTo>
                      <a:pt x="565" y="1050"/>
                      <a:pt x="554" y="1058"/>
                      <a:pt x="539" y="1069"/>
                    </a:cubicBezTo>
                    <a:cubicBezTo>
                      <a:pt x="533" y="1073"/>
                      <a:pt x="525" y="1077"/>
                      <a:pt x="516" y="1080"/>
                    </a:cubicBezTo>
                    <a:cubicBezTo>
                      <a:pt x="513" y="1082"/>
                      <a:pt x="508" y="1083"/>
                      <a:pt x="501" y="1083"/>
                    </a:cubicBezTo>
                    <a:cubicBezTo>
                      <a:pt x="499" y="1083"/>
                      <a:pt x="497" y="1083"/>
                      <a:pt x="494" y="1082"/>
                    </a:cubicBezTo>
                    <a:cubicBezTo>
                      <a:pt x="480" y="1078"/>
                      <a:pt x="476" y="1065"/>
                      <a:pt x="474" y="1058"/>
                    </a:cubicBezTo>
                    <a:cubicBezTo>
                      <a:pt x="476" y="1046"/>
                      <a:pt x="479" y="1040"/>
                      <a:pt x="482" y="1031"/>
                    </a:cubicBezTo>
                    <a:cubicBezTo>
                      <a:pt x="483" y="1025"/>
                      <a:pt x="486" y="1018"/>
                      <a:pt x="488" y="1011"/>
                    </a:cubicBezTo>
                    <a:cubicBezTo>
                      <a:pt x="492" y="999"/>
                      <a:pt x="499" y="988"/>
                      <a:pt x="504" y="978"/>
                    </a:cubicBezTo>
                    <a:cubicBezTo>
                      <a:pt x="516" y="958"/>
                      <a:pt x="526" y="941"/>
                      <a:pt x="537" y="928"/>
                    </a:cubicBezTo>
                    <a:cubicBezTo>
                      <a:pt x="555" y="901"/>
                      <a:pt x="569" y="888"/>
                      <a:pt x="569" y="888"/>
                    </a:cubicBezTo>
                    <a:lnTo>
                      <a:pt x="569" y="888"/>
                    </a:lnTo>
                    <a:cubicBezTo>
                      <a:pt x="569" y="888"/>
                      <a:pt x="562" y="904"/>
                      <a:pt x="550" y="936"/>
                    </a:cubicBezTo>
                    <a:cubicBezTo>
                      <a:pt x="545" y="951"/>
                      <a:pt x="538" y="970"/>
                      <a:pt x="530" y="990"/>
                    </a:cubicBezTo>
                    <a:cubicBezTo>
                      <a:pt x="526" y="999"/>
                      <a:pt x="523" y="1011"/>
                      <a:pt x="519" y="1023"/>
                    </a:cubicBezTo>
                    <a:cubicBezTo>
                      <a:pt x="518" y="1029"/>
                      <a:pt x="516" y="1033"/>
                      <a:pt x="516" y="1038"/>
                    </a:cubicBezTo>
                    <a:cubicBezTo>
                      <a:pt x="518" y="1037"/>
                      <a:pt x="519" y="1037"/>
                      <a:pt x="521" y="1035"/>
                    </a:cubicBezTo>
                    <a:cubicBezTo>
                      <a:pt x="531" y="1029"/>
                      <a:pt x="545" y="1017"/>
                      <a:pt x="554" y="1006"/>
                    </a:cubicBezTo>
                    <a:cubicBezTo>
                      <a:pt x="578" y="986"/>
                      <a:pt x="601" y="963"/>
                      <a:pt x="627" y="941"/>
                    </a:cubicBezTo>
                    <a:cubicBezTo>
                      <a:pt x="678" y="894"/>
                      <a:pt x="733" y="845"/>
                      <a:pt x="786" y="796"/>
                    </a:cubicBezTo>
                    <a:cubicBezTo>
                      <a:pt x="1004" y="599"/>
                      <a:pt x="1221" y="399"/>
                      <a:pt x="1221" y="399"/>
                    </a:cubicBezTo>
                    <a:close/>
                    <a:moveTo>
                      <a:pt x="4824" y="3204"/>
                    </a:moveTo>
                    <a:cubicBezTo>
                      <a:pt x="4827" y="3204"/>
                      <a:pt x="4831" y="3205"/>
                      <a:pt x="4834" y="3206"/>
                    </a:cubicBezTo>
                    <a:cubicBezTo>
                      <a:pt x="4847" y="3207"/>
                      <a:pt x="4854" y="3211"/>
                      <a:pt x="4854" y="3211"/>
                    </a:cubicBezTo>
                    <a:cubicBezTo>
                      <a:pt x="4854" y="3211"/>
                      <a:pt x="4861" y="3212"/>
                      <a:pt x="4870" y="3220"/>
                    </a:cubicBezTo>
                    <a:cubicBezTo>
                      <a:pt x="4881" y="3228"/>
                      <a:pt x="4893" y="3246"/>
                      <a:pt x="4900" y="3269"/>
                    </a:cubicBezTo>
                    <a:cubicBezTo>
                      <a:pt x="4914" y="3316"/>
                      <a:pt x="4913" y="3388"/>
                      <a:pt x="4897" y="3470"/>
                    </a:cubicBezTo>
                    <a:cubicBezTo>
                      <a:pt x="4881" y="3553"/>
                      <a:pt x="4849" y="3647"/>
                      <a:pt x="4799" y="3741"/>
                    </a:cubicBezTo>
                    <a:cubicBezTo>
                      <a:pt x="4773" y="3788"/>
                      <a:pt x="4743" y="3835"/>
                      <a:pt x="4702" y="3876"/>
                    </a:cubicBezTo>
                    <a:cubicBezTo>
                      <a:pt x="4682" y="3896"/>
                      <a:pt x="4661" y="3916"/>
                      <a:pt x="4632" y="3931"/>
                    </a:cubicBezTo>
                    <a:cubicBezTo>
                      <a:pt x="4619" y="3937"/>
                      <a:pt x="4603" y="3944"/>
                      <a:pt x="4587" y="3947"/>
                    </a:cubicBezTo>
                    <a:lnTo>
                      <a:pt x="4573" y="3950"/>
                    </a:lnTo>
                    <a:cubicBezTo>
                      <a:pt x="4568" y="3950"/>
                      <a:pt x="4564" y="3950"/>
                      <a:pt x="4559" y="3947"/>
                    </a:cubicBezTo>
                    <a:cubicBezTo>
                      <a:pt x="4546" y="3947"/>
                      <a:pt x="4541" y="3944"/>
                      <a:pt x="4534" y="3943"/>
                    </a:cubicBezTo>
                    <a:cubicBezTo>
                      <a:pt x="4494" y="3925"/>
                      <a:pt x="4481" y="3890"/>
                      <a:pt x="4473" y="3862"/>
                    </a:cubicBezTo>
                    <a:cubicBezTo>
                      <a:pt x="4465" y="3831"/>
                      <a:pt x="4465" y="3802"/>
                      <a:pt x="4466" y="3772"/>
                    </a:cubicBezTo>
                    <a:cubicBezTo>
                      <a:pt x="4470" y="3716"/>
                      <a:pt x="4483" y="3662"/>
                      <a:pt x="4499" y="3611"/>
                    </a:cubicBezTo>
                    <a:cubicBezTo>
                      <a:pt x="4534" y="3510"/>
                      <a:pt x="4581" y="3423"/>
                      <a:pt x="4632" y="3356"/>
                    </a:cubicBezTo>
                    <a:cubicBezTo>
                      <a:pt x="4681" y="3287"/>
                      <a:pt x="4733" y="3239"/>
                      <a:pt x="4779" y="3218"/>
                    </a:cubicBezTo>
                    <a:cubicBezTo>
                      <a:pt x="4795" y="3209"/>
                      <a:pt x="4811" y="3204"/>
                      <a:pt x="4824" y="3204"/>
                    </a:cubicBezTo>
                    <a:close/>
                    <a:moveTo>
                      <a:pt x="175" y="3351"/>
                    </a:moveTo>
                    <a:cubicBezTo>
                      <a:pt x="175" y="3351"/>
                      <a:pt x="210" y="3412"/>
                      <a:pt x="256" y="3504"/>
                    </a:cubicBezTo>
                    <a:cubicBezTo>
                      <a:pt x="302" y="3596"/>
                      <a:pt x="361" y="3717"/>
                      <a:pt x="420" y="3839"/>
                    </a:cubicBezTo>
                    <a:cubicBezTo>
                      <a:pt x="449" y="3903"/>
                      <a:pt x="479" y="3963"/>
                      <a:pt x="503" y="4022"/>
                    </a:cubicBezTo>
                    <a:cubicBezTo>
                      <a:pt x="514" y="4053"/>
                      <a:pt x="526" y="4081"/>
                      <a:pt x="537" y="4109"/>
                    </a:cubicBezTo>
                    <a:cubicBezTo>
                      <a:pt x="541" y="4125"/>
                      <a:pt x="545" y="4138"/>
                      <a:pt x="550" y="4152"/>
                    </a:cubicBezTo>
                    <a:cubicBezTo>
                      <a:pt x="551" y="4159"/>
                      <a:pt x="553" y="4167"/>
                      <a:pt x="553" y="4175"/>
                    </a:cubicBezTo>
                    <a:cubicBezTo>
                      <a:pt x="553" y="4181"/>
                      <a:pt x="553" y="4183"/>
                      <a:pt x="551" y="4193"/>
                    </a:cubicBezTo>
                    <a:cubicBezTo>
                      <a:pt x="551" y="4194"/>
                      <a:pt x="550" y="4195"/>
                      <a:pt x="550" y="4197"/>
                    </a:cubicBezTo>
                    <a:cubicBezTo>
                      <a:pt x="547" y="4199"/>
                      <a:pt x="546" y="4202"/>
                      <a:pt x="545" y="4203"/>
                    </a:cubicBezTo>
                    <a:cubicBezTo>
                      <a:pt x="541" y="4207"/>
                      <a:pt x="533" y="4209"/>
                      <a:pt x="530" y="4209"/>
                    </a:cubicBezTo>
                    <a:cubicBezTo>
                      <a:pt x="514" y="4207"/>
                      <a:pt x="510" y="4202"/>
                      <a:pt x="503" y="4199"/>
                    </a:cubicBezTo>
                    <a:cubicBezTo>
                      <a:pt x="498" y="4194"/>
                      <a:pt x="492" y="4190"/>
                      <a:pt x="487" y="4186"/>
                    </a:cubicBezTo>
                    <a:cubicBezTo>
                      <a:pt x="479" y="4176"/>
                      <a:pt x="471" y="4168"/>
                      <a:pt x="464" y="4160"/>
                    </a:cubicBezTo>
                    <a:cubicBezTo>
                      <a:pt x="451" y="4143"/>
                      <a:pt x="439" y="4129"/>
                      <a:pt x="431" y="4116"/>
                    </a:cubicBezTo>
                    <a:cubicBezTo>
                      <a:pt x="413" y="4092"/>
                      <a:pt x="405" y="4076"/>
                      <a:pt x="405" y="4076"/>
                    </a:cubicBezTo>
                    <a:lnTo>
                      <a:pt x="405" y="4076"/>
                    </a:lnTo>
                    <a:cubicBezTo>
                      <a:pt x="405" y="4076"/>
                      <a:pt x="418" y="4088"/>
                      <a:pt x="440" y="4107"/>
                    </a:cubicBezTo>
                    <a:cubicBezTo>
                      <a:pt x="452" y="4116"/>
                      <a:pt x="465" y="4128"/>
                      <a:pt x="480" y="4142"/>
                    </a:cubicBezTo>
                    <a:lnTo>
                      <a:pt x="506" y="4162"/>
                    </a:lnTo>
                    <a:cubicBezTo>
                      <a:pt x="510" y="4163"/>
                      <a:pt x="512" y="4167"/>
                      <a:pt x="516" y="4168"/>
                    </a:cubicBezTo>
                    <a:cubicBezTo>
                      <a:pt x="516" y="4166"/>
                      <a:pt x="514" y="4163"/>
                      <a:pt x="514" y="4160"/>
                    </a:cubicBezTo>
                    <a:cubicBezTo>
                      <a:pt x="511" y="4148"/>
                      <a:pt x="506" y="4134"/>
                      <a:pt x="499" y="4121"/>
                    </a:cubicBezTo>
                    <a:cubicBezTo>
                      <a:pt x="487" y="4095"/>
                      <a:pt x="476" y="4066"/>
                      <a:pt x="464" y="4038"/>
                    </a:cubicBezTo>
                    <a:cubicBezTo>
                      <a:pt x="439" y="3979"/>
                      <a:pt x="413" y="3917"/>
                      <a:pt x="386" y="3853"/>
                    </a:cubicBezTo>
                    <a:cubicBezTo>
                      <a:pt x="282" y="3603"/>
                      <a:pt x="175" y="3351"/>
                      <a:pt x="175" y="3351"/>
                    </a:cubicBezTo>
                    <a:close/>
                    <a:moveTo>
                      <a:pt x="3841" y="232"/>
                    </a:moveTo>
                    <a:cubicBezTo>
                      <a:pt x="3841" y="233"/>
                      <a:pt x="3837" y="239"/>
                      <a:pt x="3828" y="250"/>
                    </a:cubicBezTo>
                    <a:cubicBezTo>
                      <a:pt x="3817" y="259"/>
                      <a:pt x="3803" y="273"/>
                      <a:pt x="3782" y="286"/>
                    </a:cubicBezTo>
                    <a:cubicBezTo>
                      <a:pt x="3762" y="300"/>
                      <a:pt x="3737" y="313"/>
                      <a:pt x="3710" y="326"/>
                    </a:cubicBezTo>
                    <a:cubicBezTo>
                      <a:pt x="3683" y="340"/>
                      <a:pt x="3653" y="352"/>
                      <a:pt x="3623" y="364"/>
                    </a:cubicBezTo>
                    <a:cubicBezTo>
                      <a:pt x="3606" y="371"/>
                      <a:pt x="3588" y="377"/>
                      <a:pt x="3572" y="382"/>
                    </a:cubicBezTo>
                    <a:cubicBezTo>
                      <a:pt x="3573" y="382"/>
                      <a:pt x="3573" y="382"/>
                      <a:pt x="3574" y="384"/>
                    </a:cubicBezTo>
                    <a:cubicBezTo>
                      <a:pt x="3592" y="388"/>
                      <a:pt x="3695" y="395"/>
                      <a:pt x="3790" y="400"/>
                    </a:cubicBezTo>
                    <a:cubicBezTo>
                      <a:pt x="3803" y="408"/>
                      <a:pt x="3823" y="422"/>
                      <a:pt x="3847" y="439"/>
                    </a:cubicBezTo>
                    <a:cubicBezTo>
                      <a:pt x="3890" y="467"/>
                      <a:pt x="3948" y="505"/>
                      <a:pt x="4008" y="539"/>
                    </a:cubicBezTo>
                    <a:cubicBezTo>
                      <a:pt x="4125" y="607"/>
                      <a:pt x="4246" y="670"/>
                      <a:pt x="4246" y="670"/>
                    </a:cubicBezTo>
                    <a:cubicBezTo>
                      <a:pt x="4246" y="670"/>
                      <a:pt x="4136" y="592"/>
                      <a:pt x="4028" y="508"/>
                    </a:cubicBezTo>
                    <a:cubicBezTo>
                      <a:pt x="3982" y="473"/>
                      <a:pt x="3941" y="439"/>
                      <a:pt x="3905" y="408"/>
                    </a:cubicBezTo>
                    <a:lnTo>
                      <a:pt x="3905" y="408"/>
                    </a:lnTo>
                    <a:cubicBezTo>
                      <a:pt x="3929" y="411"/>
                      <a:pt x="3945" y="414"/>
                      <a:pt x="3950" y="418"/>
                    </a:cubicBezTo>
                    <a:cubicBezTo>
                      <a:pt x="4059" y="473"/>
                      <a:pt x="4165" y="536"/>
                      <a:pt x="4264" y="607"/>
                    </a:cubicBezTo>
                    <a:lnTo>
                      <a:pt x="4264" y="633"/>
                    </a:lnTo>
                    <a:cubicBezTo>
                      <a:pt x="4266" y="643"/>
                      <a:pt x="4266" y="655"/>
                      <a:pt x="4267" y="669"/>
                    </a:cubicBezTo>
                    <a:cubicBezTo>
                      <a:pt x="4270" y="682"/>
                      <a:pt x="4271" y="697"/>
                      <a:pt x="4274" y="713"/>
                    </a:cubicBezTo>
                    <a:cubicBezTo>
                      <a:pt x="4277" y="724"/>
                      <a:pt x="4279" y="737"/>
                      <a:pt x="4285" y="751"/>
                    </a:cubicBezTo>
                    <a:cubicBezTo>
                      <a:pt x="4285" y="756"/>
                      <a:pt x="4286" y="762"/>
                      <a:pt x="4287" y="764"/>
                    </a:cubicBezTo>
                    <a:cubicBezTo>
                      <a:pt x="4291" y="778"/>
                      <a:pt x="4297" y="794"/>
                      <a:pt x="4303" y="807"/>
                    </a:cubicBezTo>
                    <a:cubicBezTo>
                      <a:pt x="4307" y="822"/>
                      <a:pt x="4317" y="838"/>
                      <a:pt x="4324" y="854"/>
                    </a:cubicBezTo>
                    <a:cubicBezTo>
                      <a:pt x="4353" y="915"/>
                      <a:pt x="4393" y="966"/>
                      <a:pt x="4426" y="1002"/>
                    </a:cubicBezTo>
                    <a:cubicBezTo>
                      <a:pt x="4458" y="1037"/>
                      <a:pt x="4482" y="1057"/>
                      <a:pt x="4482" y="1057"/>
                    </a:cubicBezTo>
                    <a:cubicBezTo>
                      <a:pt x="4482" y="1057"/>
                      <a:pt x="4466" y="1030"/>
                      <a:pt x="4447" y="988"/>
                    </a:cubicBezTo>
                    <a:cubicBezTo>
                      <a:pt x="4438" y="966"/>
                      <a:pt x="4428" y="941"/>
                      <a:pt x="4420" y="915"/>
                    </a:cubicBezTo>
                    <a:cubicBezTo>
                      <a:pt x="4418" y="901"/>
                      <a:pt x="4412" y="888"/>
                      <a:pt x="4408" y="872"/>
                    </a:cubicBezTo>
                    <a:lnTo>
                      <a:pt x="4408" y="872"/>
                    </a:lnTo>
                    <a:cubicBezTo>
                      <a:pt x="4482" y="937"/>
                      <a:pt x="4552" y="1009"/>
                      <a:pt x="4616" y="1082"/>
                    </a:cubicBezTo>
                    <a:cubicBezTo>
                      <a:pt x="4501" y="1342"/>
                      <a:pt x="4422" y="1582"/>
                      <a:pt x="4365" y="1808"/>
                    </a:cubicBezTo>
                    <a:lnTo>
                      <a:pt x="4365" y="1802"/>
                    </a:lnTo>
                    <a:lnTo>
                      <a:pt x="4365" y="1797"/>
                    </a:lnTo>
                    <a:lnTo>
                      <a:pt x="4365" y="1794"/>
                    </a:lnTo>
                    <a:lnTo>
                      <a:pt x="4365" y="1788"/>
                    </a:lnTo>
                    <a:lnTo>
                      <a:pt x="4365" y="1774"/>
                    </a:lnTo>
                    <a:cubicBezTo>
                      <a:pt x="4365" y="1765"/>
                      <a:pt x="4365" y="1755"/>
                      <a:pt x="4364" y="1747"/>
                    </a:cubicBezTo>
                    <a:cubicBezTo>
                      <a:pt x="4360" y="1711"/>
                      <a:pt x="4354" y="1676"/>
                      <a:pt x="4345" y="1642"/>
                    </a:cubicBezTo>
                    <a:cubicBezTo>
                      <a:pt x="4325" y="1574"/>
                      <a:pt x="4286" y="1512"/>
                      <a:pt x="4239" y="1460"/>
                    </a:cubicBezTo>
                    <a:cubicBezTo>
                      <a:pt x="4192" y="1407"/>
                      <a:pt x="4129" y="1371"/>
                      <a:pt x="4064" y="1351"/>
                    </a:cubicBezTo>
                    <a:cubicBezTo>
                      <a:pt x="4048" y="1346"/>
                      <a:pt x="4029" y="1342"/>
                      <a:pt x="4015" y="1339"/>
                    </a:cubicBezTo>
                    <a:lnTo>
                      <a:pt x="3992" y="1338"/>
                    </a:lnTo>
                    <a:lnTo>
                      <a:pt x="3978" y="1335"/>
                    </a:lnTo>
                    <a:lnTo>
                      <a:pt x="3968" y="1335"/>
                    </a:lnTo>
                    <a:cubicBezTo>
                      <a:pt x="3935" y="1335"/>
                      <a:pt x="3903" y="1339"/>
                      <a:pt x="3874" y="1347"/>
                    </a:cubicBezTo>
                    <a:cubicBezTo>
                      <a:pt x="3813" y="1362"/>
                      <a:pt x="3762" y="1394"/>
                      <a:pt x="3726" y="1432"/>
                    </a:cubicBezTo>
                    <a:cubicBezTo>
                      <a:pt x="3688" y="1467"/>
                      <a:pt x="3663" y="1508"/>
                      <a:pt x="3647" y="1546"/>
                    </a:cubicBezTo>
                    <a:cubicBezTo>
                      <a:pt x="3632" y="1582"/>
                      <a:pt x="3623" y="1617"/>
                      <a:pt x="3620" y="1646"/>
                    </a:cubicBezTo>
                    <a:cubicBezTo>
                      <a:pt x="3616" y="1675"/>
                      <a:pt x="3616" y="1696"/>
                      <a:pt x="3619" y="1711"/>
                    </a:cubicBezTo>
                    <a:cubicBezTo>
                      <a:pt x="3620" y="1727"/>
                      <a:pt x="3620" y="1735"/>
                      <a:pt x="3620" y="1735"/>
                    </a:cubicBezTo>
                    <a:cubicBezTo>
                      <a:pt x="3620" y="1735"/>
                      <a:pt x="3621" y="1727"/>
                      <a:pt x="3625" y="1714"/>
                    </a:cubicBezTo>
                    <a:cubicBezTo>
                      <a:pt x="3627" y="1698"/>
                      <a:pt x="3633" y="1677"/>
                      <a:pt x="3643" y="1653"/>
                    </a:cubicBezTo>
                    <a:cubicBezTo>
                      <a:pt x="3652" y="1628"/>
                      <a:pt x="3667" y="1599"/>
                      <a:pt x="3687" y="1567"/>
                    </a:cubicBezTo>
                    <a:cubicBezTo>
                      <a:pt x="3707" y="1536"/>
                      <a:pt x="3735" y="1507"/>
                      <a:pt x="3769" y="1481"/>
                    </a:cubicBezTo>
                    <a:cubicBezTo>
                      <a:pt x="3804" y="1456"/>
                      <a:pt x="3847" y="1437"/>
                      <a:pt x="3891" y="1432"/>
                    </a:cubicBezTo>
                    <a:cubicBezTo>
                      <a:pt x="3906" y="1429"/>
                      <a:pt x="3921" y="1428"/>
                      <a:pt x="3936" y="1428"/>
                    </a:cubicBezTo>
                    <a:cubicBezTo>
                      <a:pt x="3945" y="1428"/>
                      <a:pt x="3953" y="1428"/>
                      <a:pt x="3962" y="1429"/>
                    </a:cubicBezTo>
                    <a:lnTo>
                      <a:pt x="3976" y="1429"/>
                    </a:lnTo>
                    <a:lnTo>
                      <a:pt x="3981" y="1432"/>
                    </a:lnTo>
                    <a:lnTo>
                      <a:pt x="4003" y="1434"/>
                    </a:lnTo>
                    <a:cubicBezTo>
                      <a:pt x="4016" y="1437"/>
                      <a:pt x="4024" y="1441"/>
                      <a:pt x="4036" y="1445"/>
                    </a:cubicBezTo>
                    <a:cubicBezTo>
                      <a:pt x="4130" y="1481"/>
                      <a:pt x="4211" y="1569"/>
                      <a:pt x="4239" y="1675"/>
                    </a:cubicBezTo>
                    <a:cubicBezTo>
                      <a:pt x="4247" y="1700"/>
                      <a:pt x="4252" y="1728"/>
                      <a:pt x="4256" y="1755"/>
                    </a:cubicBezTo>
                    <a:cubicBezTo>
                      <a:pt x="4258" y="1762"/>
                      <a:pt x="4256" y="1769"/>
                      <a:pt x="4258" y="1775"/>
                    </a:cubicBezTo>
                    <a:lnTo>
                      <a:pt x="4258" y="1785"/>
                    </a:lnTo>
                    <a:lnTo>
                      <a:pt x="4258" y="1790"/>
                    </a:lnTo>
                    <a:lnTo>
                      <a:pt x="4258" y="1792"/>
                    </a:lnTo>
                    <a:lnTo>
                      <a:pt x="4258" y="1794"/>
                    </a:lnTo>
                    <a:cubicBezTo>
                      <a:pt x="4256" y="1809"/>
                      <a:pt x="4256" y="1825"/>
                      <a:pt x="4254" y="1837"/>
                    </a:cubicBezTo>
                    <a:cubicBezTo>
                      <a:pt x="4247" y="1886"/>
                      <a:pt x="4231" y="1942"/>
                      <a:pt x="4203" y="1982"/>
                    </a:cubicBezTo>
                    <a:cubicBezTo>
                      <a:pt x="4173" y="2024"/>
                      <a:pt x="4138" y="2059"/>
                      <a:pt x="4097" y="2080"/>
                    </a:cubicBezTo>
                    <a:cubicBezTo>
                      <a:pt x="4055" y="2103"/>
                      <a:pt x="4011" y="2112"/>
                      <a:pt x="3969" y="2114"/>
                    </a:cubicBezTo>
                    <a:lnTo>
                      <a:pt x="3954" y="2114"/>
                    </a:lnTo>
                    <a:cubicBezTo>
                      <a:pt x="3949" y="2114"/>
                      <a:pt x="3942" y="2114"/>
                      <a:pt x="3937" y="2112"/>
                    </a:cubicBezTo>
                    <a:cubicBezTo>
                      <a:pt x="3927" y="2112"/>
                      <a:pt x="3917" y="2111"/>
                      <a:pt x="3907" y="2110"/>
                    </a:cubicBezTo>
                    <a:cubicBezTo>
                      <a:pt x="3887" y="2106"/>
                      <a:pt x="3868" y="2100"/>
                      <a:pt x="3851" y="2094"/>
                    </a:cubicBezTo>
                    <a:cubicBezTo>
                      <a:pt x="3817" y="2080"/>
                      <a:pt x="3789" y="2065"/>
                      <a:pt x="3768" y="2051"/>
                    </a:cubicBezTo>
                    <a:cubicBezTo>
                      <a:pt x="3746" y="2036"/>
                      <a:pt x="3729" y="2020"/>
                      <a:pt x="3719" y="2010"/>
                    </a:cubicBezTo>
                    <a:lnTo>
                      <a:pt x="3702" y="1993"/>
                    </a:lnTo>
                    <a:lnTo>
                      <a:pt x="3702" y="1993"/>
                    </a:lnTo>
                    <a:cubicBezTo>
                      <a:pt x="3702" y="1993"/>
                      <a:pt x="3706" y="2000"/>
                      <a:pt x="3714" y="2013"/>
                    </a:cubicBezTo>
                    <a:cubicBezTo>
                      <a:pt x="3722" y="2027"/>
                      <a:pt x="3734" y="2045"/>
                      <a:pt x="3753" y="2065"/>
                    </a:cubicBezTo>
                    <a:cubicBezTo>
                      <a:pt x="3770" y="2087"/>
                      <a:pt x="3797" y="2111"/>
                      <a:pt x="3833" y="2133"/>
                    </a:cubicBezTo>
                    <a:cubicBezTo>
                      <a:pt x="3850" y="2143"/>
                      <a:pt x="3870" y="2153"/>
                      <a:pt x="3891" y="2161"/>
                    </a:cubicBezTo>
                    <a:cubicBezTo>
                      <a:pt x="3903" y="2165"/>
                      <a:pt x="3914" y="2168"/>
                      <a:pt x="3927" y="2172"/>
                    </a:cubicBezTo>
                    <a:cubicBezTo>
                      <a:pt x="3934" y="2173"/>
                      <a:pt x="3938" y="2174"/>
                      <a:pt x="3945" y="2174"/>
                    </a:cubicBezTo>
                    <a:cubicBezTo>
                      <a:pt x="3950" y="2177"/>
                      <a:pt x="3958" y="2177"/>
                      <a:pt x="3964" y="2178"/>
                    </a:cubicBezTo>
                    <a:cubicBezTo>
                      <a:pt x="3977" y="2180"/>
                      <a:pt x="3992" y="2181"/>
                      <a:pt x="4006" y="2181"/>
                    </a:cubicBezTo>
                    <a:cubicBezTo>
                      <a:pt x="4047" y="2181"/>
                      <a:pt x="4090" y="2174"/>
                      <a:pt x="4132" y="2157"/>
                    </a:cubicBezTo>
                    <a:cubicBezTo>
                      <a:pt x="4189" y="2134"/>
                      <a:pt x="4243" y="2092"/>
                      <a:pt x="4283" y="2039"/>
                    </a:cubicBezTo>
                    <a:cubicBezTo>
                      <a:pt x="4301" y="2013"/>
                      <a:pt x="4318" y="1985"/>
                      <a:pt x="4332" y="1955"/>
                    </a:cubicBezTo>
                    <a:lnTo>
                      <a:pt x="4332" y="1955"/>
                    </a:lnTo>
                    <a:cubicBezTo>
                      <a:pt x="4325" y="1989"/>
                      <a:pt x="4318" y="2020"/>
                      <a:pt x="4311" y="2052"/>
                    </a:cubicBezTo>
                    <a:cubicBezTo>
                      <a:pt x="4298" y="2070"/>
                      <a:pt x="4283" y="2084"/>
                      <a:pt x="4267" y="2099"/>
                    </a:cubicBezTo>
                    <a:cubicBezTo>
                      <a:pt x="4232" y="2133"/>
                      <a:pt x="4189" y="2159"/>
                      <a:pt x="4140" y="2180"/>
                    </a:cubicBezTo>
                    <a:cubicBezTo>
                      <a:pt x="4097" y="2196"/>
                      <a:pt x="4050" y="2204"/>
                      <a:pt x="4002" y="2204"/>
                    </a:cubicBezTo>
                    <a:cubicBezTo>
                      <a:pt x="3995" y="2204"/>
                      <a:pt x="3988" y="2204"/>
                      <a:pt x="3981" y="2204"/>
                    </a:cubicBezTo>
                    <a:lnTo>
                      <a:pt x="3961" y="2201"/>
                    </a:lnTo>
                    <a:lnTo>
                      <a:pt x="3941" y="2198"/>
                    </a:lnTo>
                    <a:lnTo>
                      <a:pt x="3915" y="2193"/>
                    </a:lnTo>
                    <a:lnTo>
                      <a:pt x="3897" y="2186"/>
                    </a:lnTo>
                    <a:cubicBezTo>
                      <a:pt x="3884" y="2184"/>
                      <a:pt x="3871" y="2178"/>
                      <a:pt x="3858" y="2172"/>
                    </a:cubicBezTo>
                    <a:cubicBezTo>
                      <a:pt x="3844" y="2166"/>
                      <a:pt x="3833" y="2158"/>
                      <a:pt x="3820" y="2151"/>
                    </a:cubicBezTo>
                    <a:cubicBezTo>
                      <a:pt x="3769" y="2123"/>
                      <a:pt x="3722" y="2083"/>
                      <a:pt x="3686" y="2033"/>
                    </a:cubicBezTo>
                    <a:cubicBezTo>
                      <a:pt x="3648" y="1985"/>
                      <a:pt x="3620" y="1930"/>
                      <a:pt x="3601" y="1872"/>
                    </a:cubicBezTo>
                    <a:cubicBezTo>
                      <a:pt x="3582" y="1814"/>
                      <a:pt x="3574" y="1755"/>
                      <a:pt x="3576" y="1696"/>
                    </a:cubicBezTo>
                    <a:lnTo>
                      <a:pt x="3576" y="1671"/>
                    </a:lnTo>
                    <a:lnTo>
                      <a:pt x="3578" y="1651"/>
                    </a:lnTo>
                    <a:cubicBezTo>
                      <a:pt x="3580" y="1637"/>
                      <a:pt x="3581" y="1624"/>
                      <a:pt x="3585" y="1610"/>
                    </a:cubicBezTo>
                    <a:cubicBezTo>
                      <a:pt x="3586" y="1597"/>
                      <a:pt x="3589" y="1583"/>
                      <a:pt x="3594" y="1570"/>
                    </a:cubicBezTo>
                    <a:cubicBezTo>
                      <a:pt x="3598" y="1557"/>
                      <a:pt x="3601" y="1543"/>
                      <a:pt x="3608" y="1532"/>
                    </a:cubicBezTo>
                    <a:cubicBezTo>
                      <a:pt x="3628" y="1481"/>
                      <a:pt x="3655" y="1438"/>
                      <a:pt x="3686" y="1401"/>
                    </a:cubicBezTo>
                    <a:cubicBezTo>
                      <a:pt x="3717" y="1364"/>
                      <a:pt x="3753" y="1338"/>
                      <a:pt x="3786" y="1315"/>
                    </a:cubicBezTo>
                    <a:cubicBezTo>
                      <a:pt x="3820" y="1293"/>
                      <a:pt x="3855" y="1281"/>
                      <a:pt x="3883" y="1273"/>
                    </a:cubicBezTo>
                    <a:cubicBezTo>
                      <a:pt x="3911" y="1266"/>
                      <a:pt x="3935" y="1260"/>
                      <a:pt x="3952" y="1260"/>
                    </a:cubicBezTo>
                    <a:cubicBezTo>
                      <a:pt x="3969" y="1258"/>
                      <a:pt x="3977" y="1257"/>
                      <a:pt x="3977" y="1257"/>
                    </a:cubicBezTo>
                    <a:lnTo>
                      <a:pt x="3952" y="1252"/>
                    </a:lnTo>
                    <a:cubicBezTo>
                      <a:pt x="3935" y="1248"/>
                      <a:pt x="3910" y="1245"/>
                      <a:pt x="3878" y="1245"/>
                    </a:cubicBezTo>
                    <a:cubicBezTo>
                      <a:pt x="3847" y="1246"/>
                      <a:pt x="3807" y="1248"/>
                      <a:pt x="3762" y="1265"/>
                    </a:cubicBezTo>
                    <a:cubicBezTo>
                      <a:pt x="3719" y="1280"/>
                      <a:pt x="3670" y="1301"/>
                      <a:pt x="3625" y="1340"/>
                    </a:cubicBezTo>
                    <a:cubicBezTo>
                      <a:pt x="3580" y="1378"/>
                      <a:pt x="3538" y="1426"/>
                      <a:pt x="3506" y="1487"/>
                    </a:cubicBezTo>
                    <a:cubicBezTo>
                      <a:pt x="3498" y="1501"/>
                      <a:pt x="3491" y="1516"/>
                      <a:pt x="3484" y="1534"/>
                    </a:cubicBezTo>
                    <a:cubicBezTo>
                      <a:pt x="3478" y="1548"/>
                      <a:pt x="3471" y="1566"/>
                      <a:pt x="3465" y="1582"/>
                    </a:cubicBezTo>
                    <a:lnTo>
                      <a:pt x="3457" y="1608"/>
                    </a:lnTo>
                    <a:lnTo>
                      <a:pt x="3452" y="1636"/>
                    </a:lnTo>
                    <a:lnTo>
                      <a:pt x="3447" y="1664"/>
                    </a:lnTo>
                    <a:lnTo>
                      <a:pt x="3444" y="1689"/>
                    </a:lnTo>
                    <a:cubicBezTo>
                      <a:pt x="3435" y="1763"/>
                      <a:pt x="3440" y="1841"/>
                      <a:pt x="3460" y="1916"/>
                    </a:cubicBezTo>
                    <a:cubicBezTo>
                      <a:pt x="3480" y="1992"/>
                      <a:pt x="3515" y="2065"/>
                      <a:pt x="3565" y="2130"/>
                    </a:cubicBezTo>
                    <a:cubicBezTo>
                      <a:pt x="3613" y="2193"/>
                      <a:pt x="3675" y="2247"/>
                      <a:pt x="3747" y="2284"/>
                    </a:cubicBezTo>
                    <a:cubicBezTo>
                      <a:pt x="3784" y="2302"/>
                      <a:pt x="3820" y="2318"/>
                      <a:pt x="3862" y="2326"/>
                    </a:cubicBezTo>
                    <a:lnTo>
                      <a:pt x="3891" y="2333"/>
                    </a:lnTo>
                    <a:lnTo>
                      <a:pt x="3917" y="2335"/>
                    </a:lnTo>
                    <a:lnTo>
                      <a:pt x="3929" y="2338"/>
                    </a:lnTo>
                    <a:lnTo>
                      <a:pt x="3976" y="2338"/>
                    </a:lnTo>
                    <a:cubicBezTo>
                      <a:pt x="4052" y="2338"/>
                      <a:pt x="4126" y="2315"/>
                      <a:pt x="4187" y="2282"/>
                    </a:cubicBezTo>
                    <a:cubicBezTo>
                      <a:pt x="4224" y="2262"/>
                      <a:pt x="4254" y="2239"/>
                      <a:pt x="4281" y="2212"/>
                    </a:cubicBezTo>
                    <a:lnTo>
                      <a:pt x="4281" y="2212"/>
                    </a:lnTo>
                    <a:cubicBezTo>
                      <a:pt x="4136" y="3114"/>
                      <a:pt x="4264" y="3748"/>
                      <a:pt x="3527" y="4369"/>
                    </a:cubicBezTo>
                    <a:cubicBezTo>
                      <a:pt x="3361" y="4508"/>
                      <a:pt x="3170" y="4602"/>
                      <a:pt x="2971" y="4664"/>
                    </a:cubicBezTo>
                    <a:cubicBezTo>
                      <a:pt x="2981" y="4645"/>
                      <a:pt x="2985" y="4628"/>
                      <a:pt x="2987" y="4609"/>
                    </a:cubicBezTo>
                    <a:cubicBezTo>
                      <a:pt x="2989" y="4575"/>
                      <a:pt x="2982" y="4550"/>
                      <a:pt x="2974" y="4534"/>
                    </a:cubicBezTo>
                    <a:lnTo>
                      <a:pt x="2974" y="4534"/>
                    </a:lnTo>
                    <a:cubicBezTo>
                      <a:pt x="2981" y="4548"/>
                      <a:pt x="2989" y="4575"/>
                      <a:pt x="2985" y="4608"/>
                    </a:cubicBezTo>
                    <a:cubicBezTo>
                      <a:pt x="2983" y="4625"/>
                      <a:pt x="2975" y="4644"/>
                      <a:pt x="2965" y="4664"/>
                    </a:cubicBezTo>
                    <a:cubicBezTo>
                      <a:pt x="2702" y="4744"/>
                      <a:pt x="2427" y="4769"/>
                      <a:pt x="2185" y="4769"/>
                    </a:cubicBezTo>
                    <a:cubicBezTo>
                      <a:pt x="2178" y="4769"/>
                      <a:pt x="2172" y="4769"/>
                      <a:pt x="2166" y="4769"/>
                    </a:cubicBezTo>
                    <a:cubicBezTo>
                      <a:pt x="2164" y="4766"/>
                      <a:pt x="2162" y="4765"/>
                      <a:pt x="2159" y="4763"/>
                    </a:cubicBezTo>
                    <a:cubicBezTo>
                      <a:pt x="2145" y="4755"/>
                      <a:pt x="2136" y="4746"/>
                      <a:pt x="2125" y="4736"/>
                    </a:cubicBezTo>
                    <a:cubicBezTo>
                      <a:pt x="2119" y="4731"/>
                      <a:pt x="2119" y="4727"/>
                      <a:pt x="2116" y="4724"/>
                    </a:cubicBezTo>
                    <a:cubicBezTo>
                      <a:pt x="2112" y="4722"/>
                      <a:pt x="2109" y="4719"/>
                      <a:pt x="2104" y="4710"/>
                    </a:cubicBezTo>
                    <a:lnTo>
                      <a:pt x="2092" y="4688"/>
                    </a:lnTo>
                    <a:lnTo>
                      <a:pt x="2092" y="4685"/>
                    </a:lnTo>
                    <a:lnTo>
                      <a:pt x="2090" y="4683"/>
                    </a:lnTo>
                    <a:lnTo>
                      <a:pt x="2088" y="4675"/>
                    </a:lnTo>
                    <a:cubicBezTo>
                      <a:pt x="2084" y="4669"/>
                      <a:pt x="2085" y="4664"/>
                      <a:pt x="2084" y="4659"/>
                    </a:cubicBezTo>
                    <a:cubicBezTo>
                      <a:pt x="2084" y="4657"/>
                      <a:pt x="2082" y="4655"/>
                      <a:pt x="2082" y="4652"/>
                    </a:cubicBezTo>
                    <a:lnTo>
                      <a:pt x="2084" y="4645"/>
                    </a:lnTo>
                    <a:cubicBezTo>
                      <a:pt x="2085" y="4625"/>
                      <a:pt x="2094" y="4604"/>
                      <a:pt x="2112" y="4581"/>
                    </a:cubicBezTo>
                    <a:cubicBezTo>
                      <a:pt x="2148" y="4535"/>
                      <a:pt x="2204" y="4496"/>
                      <a:pt x="2264" y="4468"/>
                    </a:cubicBezTo>
                    <a:cubicBezTo>
                      <a:pt x="2323" y="4437"/>
                      <a:pt x="2386" y="4416"/>
                      <a:pt x="2446" y="4402"/>
                    </a:cubicBezTo>
                    <a:cubicBezTo>
                      <a:pt x="2461" y="4399"/>
                      <a:pt x="2478" y="4395"/>
                      <a:pt x="2493" y="4393"/>
                    </a:cubicBezTo>
                    <a:cubicBezTo>
                      <a:pt x="2508" y="4389"/>
                      <a:pt x="2521" y="4387"/>
                      <a:pt x="2539" y="4386"/>
                    </a:cubicBezTo>
                    <a:cubicBezTo>
                      <a:pt x="2568" y="4382"/>
                      <a:pt x="2598" y="4381"/>
                      <a:pt x="2625" y="4381"/>
                    </a:cubicBezTo>
                    <a:cubicBezTo>
                      <a:pt x="2736" y="4381"/>
                      <a:pt x="2829" y="4407"/>
                      <a:pt x="2887" y="4441"/>
                    </a:cubicBezTo>
                    <a:cubicBezTo>
                      <a:pt x="2915" y="4457"/>
                      <a:pt x="2935" y="4475"/>
                      <a:pt x="2947" y="4488"/>
                    </a:cubicBezTo>
                    <a:cubicBezTo>
                      <a:pt x="2958" y="4501"/>
                      <a:pt x="2963" y="4508"/>
                      <a:pt x="2963" y="4508"/>
                    </a:cubicBezTo>
                    <a:cubicBezTo>
                      <a:pt x="2963" y="4508"/>
                      <a:pt x="2958" y="4500"/>
                      <a:pt x="2947" y="4487"/>
                    </a:cubicBezTo>
                    <a:cubicBezTo>
                      <a:pt x="2935" y="4473"/>
                      <a:pt x="2915" y="4456"/>
                      <a:pt x="2888" y="4437"/>
                    </a:cubicBezTo>
                    <a:cubicBezTo>
                      <a:pt x="2833" y="4402"/>
                      <a:pt x="2742" y="4367"/>
                      <a:pt x="2627" y="4348"/>
                    </a:cubicBezTo>
                    <a:cubicBezTo>
                      <a:pt x="2583" y="4342"/>
                      <a:pt x="2532" y="4338"/>
                      <a:pt x="2481" y="4338"/>
                    </a:cubicBezTo>
                    <a:cubicBezTo>
                      <a:pt x="2468" y="4338"/>
                      <a:pt x="2454" y="4338"/>
                      <a:pt x="2441" y="4339"/>
                    </a:cubicBezTo>
                    <a:cubicBezTo>
                      <a:pt x="2372" y="4342"/>
                      <a:pt x="2303" y="4350"/>
                      <a:pt x="2230" y="4374"/>
                    </a:cubicBezTo>
                    <a:cubicBezTo>
                      <a:pt x="2157" y="4397"/>
                      <a:pt x="2082" y="4428"/>
                      <a:pt x="2018" y="4495"/>
                    </a:cubicBezTo>
                    <a:cubicBezTo>
                      <a:pt x="1987" y="4527"/>
                      <a:pt x="1957" y="4574"/>
                      <a:pt x="1951" y="4628"/>
                    </a:cubicBezTo>
                    <a:lnTo>
                      <a:pt x="1948" y="4648"/>
                    </a:lnTo>
                    <a:cubicBezTo>
                      <a:pt x="1948" y="4655"/>
                      <a:pt x="1948" y="4661"/>
                      <a:pt x="1949" y="4668"/>
                    </a:cubicBezTo>
                    <a:cubicBezTo>
                      <a:pt x="1951" y="4681"/>
                      <a:pt x="1951" y="4696"/>
                      <a:pt x="1956" y="4708"/>
                    </a:cubicBezTo>
                    <a:lnTo>
                      <a:pt x="1963" y="4726"/>
                    </a:lnTo>
                    <a:lnTo>
                      <a:pt x="1967" y="4736"/>
                    </a:lnTo>
                    <a:lnTo>
                      <a:pt x="1968" y="4742"/>
                    </a:lnTo>
                    <a:lnTo>
                      <a:pt x="1968" y="4743"/>
                    </a:lnTo>
                    <a:cubicBezTo>
                      <a:pt x="1967" y="4742"/>
                      <a:pt x="1967" y="4742"/>
                      <a:pt x="1967" y="4742"/>
                    </a:cubicBezTo>
                    <a:lnTo>
                      <a:pt x="1967" y="4742"/>
                    </a:lnTo>
                    <a:cubicBezTo>
                      <a:pt x="1966" y="4742"/>
                      <a:pt x="1970" y="4750"/>
                      <a:pt x="1971" y="4750"/>
                    </a:cubicBezTo>
                    <a:cubicBezTo>
                      <a:pt x="1971" y="4750"/>
                      <a:pt x="1971" y="4750"/>
                      <a:pt x="1971" y="4750"/>
                    </a:cubicBezTo>
                    <a:lnTo>
                      <a:pt x="1973" y="4751"/>
                    </a:lnTo>
                    <a:lnTo>
                      <a:pt x="1976" y="4757"/>
                    </a:lnTo>
                    <a:cubicBezTo>
                      <a:pt x="1685" y="4738"/>
                      <a:pt x="1479" y="4689"/>
                      <a:pt x="1471" y="4688"/>
                    </a:cubicBezTo>
                    <a:cubicBezTo>
                      <a:pt x="1290" y="4569"/>
                      <a:pt x="1125" y="4424"/>
                      <a:pt x="981" y="4261"/>
                    </a:cubicBezTo>
                    <a:cubicBezTo>
                      <a:pt x="939" y="4246"/>
                      <a:pt x="897" y="4232"/>
                      <a:pt x="856" y="4221"/>
                    </a:cubicBezTo>
                    <a:cubicBezTo>
                      <a:pt x="812" y="4207"/>
                      <a:pt x="769" y="4199"/>
                      <a:pt x="733" y="4194"/>
                    </a:cubicBezTo>
                    <a:cubicBezTo>
                      <a:pt x="704" y="4190"/>
                      <a:pt x="679" y="4188"/>
                      <a:pt x="659" y="4188"/>
                    </a:cubicBezTo>
                    <a:cubicBezTo>
                      <a:pt x="653" y="4188"/>
                      <a:pt x="647" y="4188"/>
                      <a:pt x="641" y="4189"/>
                    </a:cubicBezTo>
                    <a:cubicBezTo>
                      <a:pt x="620" y="4189"/>
                      <a:pt x="608" y="4194"/>
                      <a:pt x="608" y="4194"/>
                    </a:cubicBezTo>
                    <a:cubicBezTo>
                      <a:pt x="608" y="4194"/>
                      <a:pt x="620" y="4189"/>
                      <a:pt x="641" y="4186"/>
                    </a:cubicBezTo>
                    <a:cubicBezTo>
                      <a:pt x="664" y="4182"/>
                      <a:pt x="695" y="4179"/>
                      <a:pt x="734" y="4179"/>
                    </a:cubicBezTo>
                    <a:cubicBezTo>
                      <a:pt x="773" y="4181"/>
                      <a:pt x="816" y="4182"/>
                      <a:pt x="863" y="4191"/>
                    </a:cubicBezTo>
                    <a:cubicBezTo>
                      <a:pt x="910" y="4198"/>
                      <a:pt x="961" y="4207"/>
                      <a:pt x="1009" y="4219"/>
                    </a:cubicBezTo>
                    <a:cubicBezTo>
                      <a:pt x="1058" y="4232"/>
                      <a:pt x="1109" y="4245"/>
                      <a:pt x="1154" y="4258"/>
                    </a:cubicBezTo>
                    <a:cubicBezTo>
                      <a:pt x="1199" y="4269"/>
                      <a:pt x="1239" y="4285"/>
                      <a:pt x="1275" y="4296"/>
                    </a:cubicBezTo>
                    <a:cubicBezTo>
                      <a:pt x="1262" y="4283"/>
                      <a:pt x="1236" y="4261"/>
                      <a:pt x="1199" y="4236"/>
                    </a:cubicBezTo>
                    <a:cubicBezTo>
                      <a:pt x="1185" y="4226"/>
                      <a:pt x="1170" y="4215"/>
                      <a:pt x="1154" y="4205"/>
                    </a:cubicBezTo>
                    <a:cubicBezTo>
                      <a:pt x="1137" y="4193"/>
                      <a:pt x="1121" y="4182"/>
                      <a:pt x="1102" y="4171"/>
                    </a:cubicBezTo>
                    <a:cubicBezTo>
                      <a:pt x="1064" y="4148"/>
                      <a:pt x="1023" y="4127"/>
                      <a:pt x="980" y="4108"/>
                    </a:cubicBezTo>
                    <a:cubicBezTo>
                      <a:pt x="957" y="4099"/>
                      <a:pt x="935" y="4091"/>
                      <a:pt x="913" y="4084"/>
                    </a:cubicBezTo>
                    <a:cubicBezTo>
                      <a:pt x="890" y="4074"/>
                      <a:pt x="867" y="4068"/>
                      <a:pt x="845" y="4064"/>
                    </a:cubicBezTo>
                    <a:cubicBezTo>
                      <a:pt x="823" y="4057"/>
                      <a:pt x="801" y="4053"/>
                      <a:pt x="780" y="4050"/>
                    </a:cubicBezTo>
                    <a:cubicBezTo>
                      <a:pt x="761" y="4046"/>
                      <a:pt x="742" y="4044"/>
                      <a:pt x="726" y="4041"/>
                    </a:cubicBezTo>
                    <a:cubicBezTo>
                      <a:pt x="719" y="4023"/>
                      <a:pt x="706" y="3984"/>
                      <a:pt x="686" y="3936"/>
                    </a:cubicBezTo>
                    <a:cubicBezTo>
                      <a:pt x="657" y="3865"/>
                      <a:pt x="615" y="3772"/>
                      <a:pt x="573" y="3682"/>
                    </a:cubicBezTo>
                    <a:cubicBezTo>
                      <a:pt x="487" y="3501"/>
                      <a:pt x="392" y="3325"/>
                      <a:pt x="392" y="3325"/>
                    </a:cubicBezTo>
                    <a:lnTo>
                      <a:pt x="392" y="3325"/>
                    </a:lnTo>
                    <a:cubicBezTo>
                      <a:pt x="392" y="3325"/>
                      <a:pt x="463" y="3511"/>
                      <a:pt x="523" y="3701"/>
                    </a:cubicBezTo>
                    <a:cubicBezTo>
                      <a:pt x="547" y="3782"/>
                      <a:pt x="573" y="3862"/>
                      <a:pt x="592" y="3927"/>
                    </a:cubicBezTo>
                    <a:cubicBezTo>
                      <a:pt x="486" y="3742"/>
                      <a:pt x="403" y="3538"/>
                      <a:pt x="349" y="3324"/>
                    </a:cubicBezTo>
                    <a:lnTo>
                      <a:pt x="349" y="3324"/>
                    </a:lnTo>
                    <a:cubicBezTo>
                      <a:pt x="350" y="3322"/>
                      <a:pt x="351" y="3319"/>
                      <a:pt x="354" y="3316"/>
                    </a:cubicBezTo>
                    <a:cubicBezTo>
                      <a:pt x="358" y="3306"/>
                      <a:pt x="365" y="3294"/>
                      <a:pt x="374" y="3281"/>
                    </a:cubicBezTo>
                    <a:cubicBezTo>
                      <a:pt x="381" y="3267"/>
                      <a:pt x="389" y="3250"/>
                      <a:pt x="396" y="3232"/>
                    </a:cubicBezTo>
                    <a:cubicBezTo>
                      <a:pt x="404" y="3215"/>
                      <a:pt x="412" y="3195"/>
                      <a:pt x="418" y="3175"/>
                    </a:cubicBezTo>
                    <a:cubicBezTo>
                      <a:pt x="428" y="3155"/>
                      <a:pt x="435" y="3133"/>
                      <a:pt x="440" y="3110"/>
                    </a:cubicBezTo>
                    <a:cubicBezTo>
                      <a:pt x="447" y="3087"/>
                      <a:pt x="453" y="3065"/>
                      <a:pt x="459" y="3040"/>
                    </a:cubicBezTo>
                    <a:cubicBezTo>
                      <a:pt x="464" y="3018"/>
                      <a:pt x="469" y="2993"/>
                      <a:pt x="472" y="2969"/>
                    </a:cubicBezTo>
                    <a:cubicBezTo>
                      <a:pt x="480" y="2920"/>
                      <a:pt x="484" y="2873"/>
                      <a:pt x="486" y="2828"/>
                    </a:cubicBezTo>
                    <a:cubicBezTo>
                      <a:pt x="486" y="2805"/>
                      <a:pt x="487" y="2784"/>
                      <a:pt x="486" y="2764"/>
                    </a:cubicBezTo>
                    <a:cubicBezTo>
                      <a:pt x="486" y="2744"/>
                      <a:pt x="484" y="2725"/>
                      <a:pt x="483" y="2707"/>
                    </a:cubicBezTo>
                    <a:cubicBezTo>
                      <a:pt x="478" y="2636"/>
                      <a:pt x="467" y="2591"/>
                      <a:pt x="467" y="2591"/>
                    </a:cubicBezTo>
                    <a:cubicBezTo>
                      <a:pt x="467" y="2591"/>
                      <a:pt x="460" y="2636"/>
                      <a:pt x="443" y="2702"/>
                    </a:cubicBezTo>
                    <a:cubicBezTo>
                      <a:pt x="437" y="2718"/>
                      <a:pt x="432" y="2736"/>
                      <a:pt x="427" y="2754"/>
                    </a:cubicBezTo>
                    <a:cubicBezTo>
                      <a:pt x="422" y="2772"/>
                      <a:pt x="413" y="2791"/>
                      <a:pt x="406" y="2811"/>
                    </a:cubicBezTo>
                    <a:cubicBezTo>
                      <a:pt x="400" y="2828"/>
                      <a:pt x="393" y="2844"/>
                      <a:pt x="385" y="2862"/>
                    </a:cubicBezTo>
                    <a:cubicBezTo>
                      <a:pt x="373" y="2663"/>
                      <a:pt x="396" y="2486"/>
                      <a:pt x="429" y="2291"/>
                    </a:cubicBezTo>
                    <a:cubicBezTo>
                      <a:pt x="460" y="2114"/>
                      <a:pt x="504" y="1930"/>
                      <a:pt x="568" y="1757"/>
                    </a:cubicBezTo>
                    <a:cubicBezTo>
                      <a:pt x="568" y="1751"/>
                      <a:pt x="568" y="1749"/>
                      <a:pt x="570" y="1743"/>
                    </a:cubicBezTo>
                    <a:lnTo>
                      <a:pt x="574" y="1663"/>
                    </a:lnTo>
                    <a:cubicBezTo>
                      <a:pt x="574" y="1636"/>
                      <a:pt x="577" y="1608"/>
                      <a:pt x="577" y="1579"/>
                    </a:cubicBezTo>
                    <a:lnTo>
                      <a:pt x="577" y="1495"/>
                    </a:lnTo>
                    <a:cubicBezTo>
                      <a:pt x="574" y="1468"/>
                      <a:pt x="574" y="1441"/>
                      <a:pt x="573" y="1414"/>
                    </a:cubicBezTo>
                    <a:cubicBezTo>
                      <a:pt x="570" y="1362"/>
                      <a:pt x="563" y="1313"/>
                      <a:pt x="554" y="1273"/>
                    </a:cubicBezTo>
                    <a:cubicBezTo>
                      <a:pt x="546" y="1233"/>
                      <a:pt x="537" y="1199"/>
                      <a:pt x="527" y="1176"/>
                    </a:cubicBezTo>
                    <a:cubicBezTo>
                      <a:pt x="519" y="1152"/>
                      <a:pt x="511" y="1140"/>
                      <a:pt x="511" y="1140"/>
                    </a:cubicBezTo>
                    <a:lnTo>
                      <a:pt x="511" y="1140"/>
                    </a:lnTo>
                    <a:cubicBezTo>
                      <a:pt x="511" y="1140"/>
                      <a:pt x="521" y="1151"/>
                      <a:pt x="533" y="1172"/>
                    </a:cubicBezTo>
                    <a:cubicBezTo>
                      <a:pt x="545" y="1194"/>
                      <a:pt x="559" y="1226"/>
                      <a:pt x="573" y="1268"/>
                    </a:cubicBezTo>
                    <a:cubicBezTo>
                      <a:pt x="586" y="1308"/>
                      <a:pt x="600" y="1358"/>
                      <a:pt x="610" y="1409"/>
                    </a:cubicBezTo>
                    <a:cubicBezTo>
                      <a:pt x="617" y="1436"/>
                      <a:pt x="620" y="1463"/>
                      <a:pt x="625" y="1489"/>
                    </a:cubicBezTo>
                    <a:cubicBezTo>
                      <a:pt x="631" y="1519"/>
                      <a:pt x="633" y="1546"/>
                      <a:pt x="637" y="1574"/>
                    </a:cubicBezTo>
                    <a:cubicBezTo>
                      <a:pt x="640" y="1602"/>
                      <a:pt x="641" y="1630"/>
                      <a:pt x="645" y="1660"/>
                    </a:cubicBezTo>
                    <a:cubicBezTo>
                      <a:pt x="648" y="1688"/>
                      <a:pt x="648" y="1715"/>
                      <a:pt x="651" y="1742"/>
                    </a:cubicBezTo>
                    <a:cubicBezTo>
                      <a:pt x="653" y="1794"/>
                      <a:pt x="655" y="1843"/>
                      <a:pt x="657" y="1884"/>
                    </a:cubicBezTo>
                    <a:cubicBezTo>
                      <a:pt x="666" y="1864"/>
                      <a:pt x="679" y="1829"/>
                      <a:pt x="691" y="1783"/>
                    </a:cubicBezTo>
                    <a:cubicBezTo>
                      <a:pt x="702" y="1747"/>
                      <a:pt x="711" y="1703"/>
                      <a:pt x="721" y="1656"/>
                    </a:cubicBezTo>
                    <a:cubicBezTo>
                      <a:pt x="725" y="1633"/>
                      <a:pt x="729" y="1608"/>
                      <a:pt x="731" y="1582"/>
                    </a:cubicBezTo>
                    <a:cubicBezTo>
                      <a:pt x="734" y="1557"/>
                      <a:pt x="735" y="1530"/>
                      <a:pt x="738" y="1503"/>
                    </a:cubicBezTo>
                    <a:cubicBezTo>
                      <a:pt x="739" y="1476"/>
                      <a:pt x="739" y="1449"/>
                      <a:pt x="739" y="1422"/>
                    </a:cubicBezTo>
                    <a:cubicBezTo>
                      <a:pt x="739" y="1395"/>
                      <a:pt x="738" y="1370"/>
                      <a:pt x="734" y="1344"/>
                    </a:cubicBezTo>
                    <a:cubicBezTo>
                      <a:pt x="733" y="1319"/>
                      <a:pt x="729" y="1293"/>
                      <a:pt x="726" y="1270"/>
                    </a:cubicBezTo>
                    <a:cubicBezTo>
                      <a:pt x="722" y="1248"/>
                      <a:pt x="719" y="1228"/>
                      <a:pt x="714" y="1210"/>
                    </a:cubicBezTo>
                    <a:cubicBezTo>
                      <a:pt x="731" y="1194"/>
                      <a:pt x="765" y="1167"/>
                      <a:pt x="805" y="1132"/>
                    </a:cubicBezTo>
                    <a:cubicBezTo>
                      <a:pt x="867" y="1078"/>
                      <a:pt x="944" y="1003"/>
                      <a:pt x="1021" y="925"/>
                    </a:cubicBezTo>
                    <a:cubicBezTo>
                      <a:pt x="1174" y="772"/>
                      <a:pt x="1318" y="613"/>
                      <a:pt x="1318" y="612"/>
                    </a:cubicBezTo>
                    <a:lnTo>
                      <a:pt x="1318" y="612"/>
                    </a:lnTo>
                    <a:cubicBezTo>
                      <a:pt x="1318" y="613"/>
                      <a:pt x="1154" y="751"/>
                      <a:pt x="982" y="882"/>
                    </a:cubicBezTo>
                    <a:cubicBezTo>
                      <a:pt x="907" y="941"/>
                      <a:pt x="829" y="997"/>
                      <a:pt x="766" y="1038"/>
                    </a:cubicBezTo>
                    <a:cubicBezTo>
                      <a:pt x="910" y="861"/>
                      <a:pt x="1080" y="704"/>
                      <a:pt x="1271" y="574"/>
                    </a:cubicBezTo>
                    <a:cubicBezTo>
                      <a:pt x="1278" y="568"/>
                      <a:pt x="1290" y="565"/>
                      <a:pt x="1302" y="563"/>
                    </a:cubicBezTo>
                    <a:cubicBezTo>
                      <a:pt x="1306" y="565"/>
                      <a:pt x="1311" y="565"/>
                      <a:pt x="1317" y="567"/>
                    </a:cubicBezTo>
                    <a:cubicBezTo>
                      <a:pt x="1329" y="570"/>
                      <a:pt x="1344" y="572"/>
                      <a:pt x="1360" y="576"/>
                    </a:cubicBezTo>
                    <a:cubicBezTo>
                      <a:pt x="1377" y="580"/>
                      <a:pt x="1397" y="582"/>
                      <a:pt x="1418" y="586"/>
                    </a:cubicBezTo>
                    <a:cubicBezTo>
                      <a:pt x="1438" y="588"/>
                      <a:pt x="1461" y="590"/>
                      <a:pt x="1485" y="590"/>
                    </a:cubicBezTo>
                    <a:cubicBezTo>
                      <a:pt x="1501" y="592"/>
                      <a:pt x="1520" y="593"/>
                      <a:pt x="1538" y="593"/>
                    </a:cubicBezTo>
                    <a:cubicBezTo>
                      <a:pt x="1545" y="593"/>
                      <a:pt x="1552" y="593"/>
                      <a:pt x="1559" y="592"/>
                    </a:cubicBezTo>
                    <a:cubicBezTo>
                      <a:pt x="1584" y="592"/>
                      <a:pt x="1611" y="590"/>
                      <a:pt x="1638" y="588"/>
                    </a:cubicBezTo>
                    <a:cubicBezTo>
                      <a:pt x="1665" y="587"/>
                      <a:pt x="1691" y="583"/>
                      <a:pt x="1716" y="579"/>
                    </a:cubicBezTo>
                    <a:cubicBezTo>
                      <a:pt x="1743" y="575"/>
                      <a:pt x="1768" y="568"/>
                      <a:pt x="1794" y="563"/>
                    </a:cubicBezTo>
                    <a:cubicBezTo>
                      <a:pt x="1819" y="559"/>
                      <a:pt x="1843" y="549"/>
                      <a:pt x="1866" y="545"/>
                    </a:cubicBezTo>
                    <a:cubicBezTo>
                      <a:pt x="1913" y="532"/>
                      <a:pt x="1955" y="516"/>
                      <a:pt x="1990" y="501"/>
                    </a:cubicBezTo>
                    <a:cubicBezTo>
                      <a:pt x="2061" y="473"/>
                      <a:pt x="2104" y="447"/>
                      <a:pt x="2104" y="447"/>
                    </a:cubicBezTo>
                    <a:lnTo>
                      <a:pt x="2104" y="447"/>
                    </a:lnTo>
                    <a:cubicBezTo>
                      <a:pt x="2104" y="447"/>
                      <a:pt x="2055" y="458"/>
                      <a:pt x="1980" y="459"/>
                    </a:cubicBezTo>
                    <a:cubicBezTo>
                      <a:pt x="1969" y="460"/>
                      <a:pt x="1957" y="460"/>
                      <a:pt x="1945" y="460"/>
                    </a:cubicBezTo>
                    <a:cubicBezTo>
                      <a:pt x="1933" y="460"/>
                      <a:pt x="1920" y="460"/>
                      <a:pt x="1908" y="459"/>
                    </a:cubicBezTo>
                    <a:cubicBezTo>
                      <a:pt x="1969" y="446"/>
                      <a:pt x="2034" y="435"/>
                      <a:pt x="2098" y="427"/>
                    </a:cubicBezTo>
                    <a:cubicBezTo>
                      <a:pt x="2238" y="411"/>
                      <a:pt x="2383" y="400"/>
                      <a:pt x="2524" y="384"/>
                    </a:cubicBezTo>
                    <a:cubicBezTo>
                      <a:pt x="2661" y="367"/>
                      <a:pt x="2779" y="348"/>
                      <a:pt x="2884" y="335"/>
                    </a:cubicBezTo>
                    <a:cubicBezTo>
                      <a:pt x="2983" y="322"/>
                      <a:pt x="3072" y="314"/>
                      <a:pt x="3159" y="314"/>
                    </a:cubicBezTo>
                    <a:cubicBezTo>
                      <a:pt x="3263" y="314"/>
                      <a:pt x="3365" y="326"/>
                      <a:pt x="3479" y="357"/>
                    </a:cubicBezTo>
                    <a:cubicBezTo>
                      <a:pt x="3519" y="352"/>
                      <a:pt x="3566" y="344"/>
                      <a:pt x="3613" y="333"/>
                    </a:cubicBezTo>
                    <a:cubicBezTo>
                      <a:pt x="3643" y="326"/>
                      <a:pt x="3674" y="318"/>
                      <a:pt x="3702" y="308"/>
                    </a:cubicBezTo>
                    <a:cubicBezTo>
                      <a:pt x="3730" y="300"/>
                      <a:pt x="3755" y="288"/>
                      <a:pt x="3777" y="278"/>
                    </a:cubicBezTo>
                    <a:cubicBezTo>
                      <a:pt x="3800" y="267"/>
                      <a:pt x="3816" y="257"/>
                      <a:pt x="3827" y="247"/>
                    </a:cubicBezTo>
                    <a:cubicBezTo>
                      <a:pt x="3837" y="239"/>
                      <a:pt x="3841" y="233"/>
                      <a:pt x="3841" y="232"/>
                    </a:cubicBezTo>
                    <a:close/>
                    <a:moveTo>
                      <a:pt x="5285" y="2447"/>
                    </a:moveTo>
                    <a:lnTo>
                      <a:pt x="5285" y="2447"/>
                    </a:lnTo>
                    <a:cubicBezTo>
                      <a:pt x="5285" y="2447"/>
                      <a:pt x="5286" y="2462"/>
                      <a:pt x="5290" y="2488"/>
                    </a:cubicBezTo>
                    <a:cubicBezTo>
                      <a:pt x="5292" y="2502"/>
                      <a:pt x="5293" y="2519"/>
                      <a:pt x="5294" y="2540"/>
                    </a:cubicBezTo>
                    <a:cubicBezTo>
                      <a:pt x="5297" y="2560"/>
                      <a:pt x="5297" y="2582"/>
                      <a:pt x="5297" y="2608"/>
                    </a:cubicBezTo>
                    <a:cubicBezTo>
                      <a:pt x="5297" y="2660"/>
                      <a:pt x="5292" y="2722"/>
                      <a:pt x="5280" y="2792"/>
                    </a:cubicBezTo>
                    <a:cubicBezTo>
                      <a:pt x="5268" y="2863"/>
                      <a:pt x="5250" y="2942"/>
                      <a:pt x="5225" y="3027"/>
                    </a:cubicBezTo>
                    <a:cubicBezTo>
                      <a:pt x="5199" y="3112"/>
                      <a:pt x="5171" y="3202"/>
                      <a:pt x="5140" y="3300"/>
                    </a:cubicBezTo>
                    <a:cubicBezTo>
                      <a:pt x="5112" y="3395"/>
                      <a:pt x="5086" y="3500"/>
                      <a:pt x="5055" y="3604"/>
                    </a:cubicBezTo>
                    <a:cubicBezTo>
                      <a:pt x="5023" y="3711"/>
                      <a:pt x="4990" y="3819"/>
                      <a:pt x="4945" y="3927"/>
                    </a:cubicBezTo>
                    <a:cubicBezTo>
                      <a:pt x="4904" y="4034"/>
                      <a:pt x="4854" y="4143"/>
                      <a:pt x="4790" y="4244"/>
                    </a:cubicBezTo>
                    <a:cubicBezTo>
                      <a:pt x="4757" y="4295"/>
                      <a:pt x="4724" y="4343"/>
                      <a:pt x="4686" y="4389"/>
                    </a:cubicBezTo>
                    <a:cubicBezTo>
                      <a:pt x="4667" y="4411"/>
                      <a:pt x="4647" y="4434"/>
                      <a:pt x="4627" y="4454"/>
                    </a:cubicBezTo>
                    <a:lnTo>
                      <a:pt x="4612" y="4471"/>
                    </a:lnTo>
                    <a:cubicBezTo>
                      <a:pt x="4606" y="4477"/>
                      <a:pt x="4600" y="4481"/>
                      <a:pt x="4595" y="4485"/>
                    </a:cubicBezTo>
                    <a:cubicBezTo>
                      <a:pt x="4585" y="4496"/>
                      <a:pt x="4573" y="4505"/>
                      <a:pt x="4561" y="4515"/>
                    </a:cubicBezTo>
                    <a:cubicBezTo>
                      <a:pt x="4465" y="4586"/>
                      <a:pt x="4350" y="4618"/>
                      <a:pt x="4246" y="4651"/>
                    </a:cubicBezTo>
                    <a:cubicBezTo>
                      <a:pt x="4140" y="4680"/>
                      <a:pt x="4038" y="4710"/>
                      <a:pt x="3952" y="4757"/>
                    </a:cubicBezTo>
                    <a:cubicBezTo>
                      <a:pt x="3863" y="4804"/>
                      <a:pt x="3788" y="4859"/>
                      <a:pt x="3714" y="4910"/>
                    </a:cubicBezTo>
                    <a:cubicBezTo>
                      <a:pt x="3641" y="4959"/>
                      <a:pt x="3574" y="5005"/>
                      <a:pt x="3512" y="5040"/>
                    </a:cubicBezTo>
                    <a:cubicBezTo>
                      <a:pt x="3451" y="5075"/>
                      <a:pt x="3392" y="5100"/>
                      <a:pt x="3343" y="5118"/>
                    </a:cubicBezTo>
                    <a:cubicBezTo>
                      <a:pt x="3294" y="5134"/>
                      <a:pt x="3253" y="5142"/>
                      <a:pt x="3226" y="5146"/>
                    </a:cubicBezTo>
                    <a:cubicBezTo>
                      <a:pt x="3200" y="5149"/>
                      <a:pt x="3185" y="5153"/>
                      <a:pt x="3185" y="5153"/>
                    </a:cubicBezTo>
                    <a:cubicBezTo>
                      <a:pt x="3185" y="5153"/>
                      <a:pt x="3200" y="5149"/>
                      <a:pt x="3226" y="5145"/>
                    </a:cubicBezTo>
                    <a:cubicBezTo>
                      <a:pt x="3253" y="5139"/>
                      <a:pt x="3292" y="5127"/>
                      <a:pt x="3341" y="5111"/>
                    </a:cubicBezTo>
                    <a:cubicBezTo>
                      <a:pt x="3388" y="5092"/>
                      <a:pt x="3445" y="5065"/>
                      <a:pt x="3506" y="5028"/>
                    </a:cubicBezTo>
                    <a:cubicBezTo>
                      <a:pt x="3566" y="4992"/>
                      <a:pt x="3632" y="4945"/>
                      <a:pt x="3702" y="4892"/>
                    </a:cubicBezTo>
                    <a:cubicBezTo>
                      <a:pt x="3773" y="4840"/>
                      <a:pt x="3850" y="4783"/>
                      <a:pt x="3938" y="4732"/>
                    </a:cubicBezTo>
                    <a:cubicBezTo>
                      <a:pt x="4029" y="4680"/>
                      <a:pt x="4132" y="4651"/>
                      <a:pt x="4238" y="4621"/>
                    </a:cubicBezTo>
                    <a:cubicBezTo>
                      <a:pt x="4341" y="4589"/>
                      <a:pt x="4452" y="4555"/>
                      <a:pt x="4540" y="4489"/>
                    </a:cubicBezTo>
                    <a:cubicBezTo>
                      <a:pt x="4552" y="4483"/>
                      <a:pt x="4561" y="4473"/>
                      <a:pt x="4572" y="4463"/>
                    </a:cubicBezTo>
                    <a:cubicBezTo>
                      <a:pt x="4576" y="4457"/>
                      <a:pt x="4583" y="4452"/>
                      <a:pt x="4587" y="4449"/>
                    </a:cubicBezTo>
                    <a:lnTo>
                      <a:pt x="4602" y="4434"/>
                    </a:lnTo>
                    <a:cubicBezTo>
                      <a:pt x="4622" y="4414"/>
                      <a:pt x="4640" y="4391"/>
                      <a:pt x="4659" y="4370"/>
                    </a:cubicBezTo>
                    <a:cubicBezTo>
                      <a:pt x="4696" y="4327"/>
                      <a:pt x="4728" y="4277"/>
                      <a:pt x="4760" y="4229"/>
                    </a:cubicBezTo>
                    <a:cubicBezTo>
                      <a:pt x="4822" y="4132"/>
                      <a:pt x="4871" y="4026"/>
                      <a:pt x="4914" y="3920"/>
                    </a:cubicBezTo>
                    <a:cubicBezTo>
                      <a:pt x="4956" y="3806"/>
                      <a:pt x="4991" y="3698"/>
                      <a:pt x="5023" y="3594"/>
                    </a:cubicBezTo>
                    <a:cubicBezTo>
                      <a:pt x="5055" y="3488"/>
                      <a:pt x="5085" y="3387"/>
                      <a:pt x="5113" y="3289"/>
                    </a:cubicBezTo>
                    <a:cubicBezTo>
                      <a:pt x="5145" y="3193"/>
                      <a:pt x="5176" y="3102"/>
                      <a:pt x="5203" y="3020"/>
                    </a:cubicBezTo>
                    <a:cubicBezTo>
                      <a:pt x="5230" y="2937"/>
                      <a:pt x="5251" y="2859"/>
                      <a:pt x="5265" y="2791"/>
                    </a:cubicBezTo>
                    <a:cubicBezTo>
                      <a:pt x="5280" y="2722"/>
                      <a:pt x="5286" y="2660"/>
                      <a:pt x="5288" y="2608"/>
                    </a:cubicBezTo>
                    <a:cubicBezTo>
                      <a:pt x="5290" y="2582"/>
                      <a:pt x="5290" y="2560"/>
                      <a:pt x="5290" y="2540"/>
                    </a:cubicBezTo>
                    <a:cubicBezTo>
                      <a:pt x="5290" y="2519"/>
                      <a:pt x="5290" y="2502"/>
                      <a:pt x="5288" y="2488"/>
                    </a:cubicBezTo>
                    <a:cubicBezTo>
                      <a:pt x="5286" y="2462"/>
                      <a:pt x="5285" y="2447"/>
                      <a:pt x="5285" y="2447"/>
                    </a:cubicBezTo>
                    <a:close/>
                    <a:moveTo>
                      <a:pt x="3164" y="1"/>
                    </a:moveTo>
                    <a:cubicBezTo>
                      <a:pt x="3063" y="1"/>
                      <a:pt x="2960" y="9"/>
                      <a:pt x="2848" y="23"/>
                    </a:cubicBezTo>
                    <a:cubicBezTo>
                      <a:pt x="2797" y="30"/>
                      <a:pt x="2743" y="36"/>
                      <a:pt x="2688" y="44"/>
                    </a:cubicBezTo>
                    <a:cubicBezTo>
                      <a:pt x="2625" y="52"/>
                      <a:pt x="2559" y="63"/>
                      <a:pt x="2488" y="71"/>
                    </a:cubicBezTo>
                    <a:cubicBezTo>
                      <a:pt x="2421" y="79"/>
                      <a:pt x="2354" y="86"/>
                      <a:pt x="2284" y="93"/>
                    </a:cubicBezTo>
                    <a:cubicBezTo>
                      <a:pt x="2211" y="99"/>
                      <a:pt x="2137" y="106"/>
                      <a:pt x="2063" y="117"/>
                    </a:cubicBezTo>
                    <a:cubicBezTo>
                      <a:pt x="1906" y="137"/>
                      <a:pt x="1705" y="172"/>
                      <a:pt x="1513" y="265"/>
                    </a:cubicBezTo>
                    <a:cubicBezTo>
                      <a:pt x="1501" y="263"/>
                      <a:pt x="1491" y="261"/>
                      <a:pt x="1481" y="261"/>
                    </a:cubicBezTo>
                    <a:cubicBezTo>
                      <a:pt x="1435" y="255"/>
                      <a:pt x="1385" y="249"/>
                      <a:pt x="1333" y="249"/>
                    </a:cubicBezTo>
                    <a:cubicBezTo>
                      <a:pt x="1311" y="249"/>
                      <a:pt x="1289" y="250"/>
                      <a:pt x="1267" y="253"/>
                    </a:cubicBezTo>
                    <a:cubicBezTo>
                      <a:pt x="1203" y="261"/>
                      <a:pt x="1144" y="281"/>
                      <a:pt x="1095" y="317"/>
                    </a:cubicBezTo>
                    <a:cubicBezTo>
                      <a:pt x="845" y="489"/>
                      <a:pt x="625" y="701"/>
                      <a:pt x="444" y="946"/>
                    </a:cubicBezTo>
                    <a:cubicBezTo>
                      <a:pt x="330" y="1100"/>
                      <a:pt x="370" y="1270"/>
                      <a:pt x="394" y="1373"/>
                    </a:cubicBezTo>
                    <a:cubicBezTo>
                      <a:pt x="394" y="1374"/>
                      <a:pt x="394" y="1375"/>
                      <a:pt x="396" y="1378"/>
                    </a:cubicBezTo>
                    <a:cubicBezTo>
                      <a:pt x="275" y="1609"/>
                      <a:pt x="182" y="1898"/>
                      <a:pt x="122" y="2237"/>
                    </a:cubicBezTo>
                    <a:cubicBezTo>
                      <a:pt x="76" y="2497"/>
                      <a:pt x="52" y="2728"/>
                      <a:pt x="83" y="2996"/>
                    </a:cubicBezTo>
                    <a:cubicBezTo>
                      <a:pt x="80" y="3011"/>
                      <a:pt x="73" y="3034"/>
                      <a:pt x="68" y="3051"/>
                    </a:cubicBezTo>
                    <a:cubicBezTo>
                      <a:pt x="37" y="3144"/>
                      <a:pt x="1" y="3266"/>
                      <a:pt x="34" y="3399"/>
                    </a:cubicBezTo>
                    <a:cubicBezTo>
                      <a:pt x="102" y="3670"/>
                      <a:pt x="210" y="3929"/>
                      <a:pt x="357" y="4167"/>
                    </a:cubicBezTo>
                    <a:cubicBezTo>
                      <a:pt x="436" y="4295"/>
                      <a:pt x="563" y="4343"/>
                      <a:pt x="640" y="4373"/>
                    </a:cubicBezTo>
                    <a:cubicBezTo>
                      <a:pt x="644" y="4374"/>
                      <a:pt x="649" y="4375"/>
                      <a:pt x="653" y="4377"/>
                    </a:cubicBezTo>
                    <a:cubicBezTo>
                      <a:pt x="1175" y="5034"/>
                      <a:pt x="1974" y="5414"/>
                      <a:pt x="2803" y="5414"/>
                    </a:cubicBezTo>
                    <a:cubicBezTo>
                      <a:pt x="2914" y="5414"/>
                      <a:pt x="3026" y="5407"/>
                      <a:pt x="3138" y="5393"/>
                    </a:cubicBezTo>
                    <a:cubicBezTo>
                      <a:pt x="3424" y="5357"/>
                      <a:pt x="3627" y="5212"/>
                      <a:pt x="3805" y="5084"/>
                    </a:cubicBezTo>
                    <a:cubicBezTo>
                      <a:pt x="3879" y="5032"/>
                      <a:pt x="3948" y="4981"/>
                      <a:pt x="4015" y="4946"/>
                    </a:cubicBezTo>
                    <a:cubicBezTo>
                      <a:pt x="4068" y="4918"/>
                      <a:pt x="4144" y="4896"/>
                      <a:pt x="4223" y="4872"/>
                    </a:cubicBezTo>
                    <a:cubicBezTo>
                      <a:pt x="4380" y="4826"/>
                      <a:pt x="4577" y="4769"/>
                      <a:pt x="4733" y="4612"/>
                    </a:cubicBezTo>
                    <a:cubicBezTo>
                      <a:pt x="5069" y="4276"/>
                      <a:pt x="5198" y="3819"/>
                      <a:pt x="5312" y="3415"/>
                    </a:cubicBezTo>
                    <a:lnTo>
                      <a:pt x="5325" y="3369"/>
                    </a:lnTo>
                    <a:cubicBezTo>
                      <a:pt x="5344" y="3308"/>
                      <a:pt x="5364" y="3246"/>
                      <a:pt x="5384" y="3180"/>
                    </a:cubicBezTo>
                    <a:cubicBezTo>
                      <a:pt x="5464" y="2938"/>
                      <a:pt x="5552" y="2667"/>
                      <a:pt x="5509" y="2338"/>
                    </a:cubicBezTo>
                    <a:cubicBezTo>
                      <a:pt x="5426" y="1668"/>
                      <a:pt x="5105" y="1065"/>
                      <a:pt x="4602" y="623"/>
                    </a:cubicBezTo>
                    <a:cubicBezTo>
                      <a:pt x="4595" y="543"/>
                      <a:pt x="4567" y="439"/>
                      <a:pt x="4461" y="364"/>
                    </a:cubicBezTo>
                    <a:cubicBezTo>
                      <a:pt x="4345" y="279"/>
                      <a:pt x="4221" y="206"/>
                      <a:pt x="4094" y="140"/>
                    </a:cubicBezTo>
                    <a:cubicBezTo>
                      <a:pt x="4021" y="104"/>
                      <a:pt x="3954" y="99"/>
                      <a:pt x="3758" y="86"/>
                    </a:cubicBezTo>
                    <a:cubicBezTo>
                      <a:pt x="3725" y="85"/>
                      <a:pt x="3675" y="82"/>
                      <a:pt x="3648" y="78"/>
                    </a:cubicBezTo>
                    <a:cubicBezTo>
                      <a:pt x="3472" y="22"/>
                      <a:pt x="3321" y="1"/>
                      <a:pt x="31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68"/>
              <p:cNvSpPr/>
              <p:nvPr/>
            </p:nvSpPr>
            <p:spPr>
              <a:xfrm>
                <a:off x="5796723" y="1982211"/>
                <a:ext cx="65731" cy="67554"/>
              </a:xfrm>
              <a:custGeom>
                <a:rect b="b" l="l" r="r" t="t"/>
                <a:pathLst>
                  <a:path extrusionOk="0" h="1297" w="1262">
                    <a:moveTo>
                      <a:pt x="536" y="54"/>
                    </a:moveTo>
                    <a:cubicBezTo>
                      <a:pt x="536" y="54"/>
                      <a:pt x="523" y="60"/>
                      <a:pt x="500" y="69"/>
                    </a:cubicBezTo>
                    <a:cubicBezTo>
                      <a:pt x="488" y="73"/>
                      <a:pt x="474" y="79"/>
                      <a:pt x="459" y="86"/>
                    </a:cubicBezTo>
                    <a:cubicBezTo>
                      <a:pt x="443" y="93"/>
                      <a:pt x="426" y="101"/>
                      <a:pt x="408" y="113"/>
                    </a:cubicBezTo>
                    <a:cubicBezTo>
                      <a:pt x="400" y="118"/>
                      <a:pt x="390" y="122"/>
                      <a:pt x="380" y="129"/>
                    </a:cubicBezTo>
                    <a:cubicBezTo>
                      <a:pt x="372" y="136"/>
                      <a:pt x="361" y="142"/>
                      <a:pt x="352" y="149"/>
                    </a:cubicBezTo>
                    <a:cubicBezTo>
                      <a:pt x="331" y="163"/>
                      <a:pt x="314" y="181"/>
                      <a:pt x="294" y="196"/>
                    </a:cubicBezTo>
                    <a:cubicBezTo>
                      <a:pt x="275" y="215"/>
                      <a:pt x="257" y="234"/>
                      <a:pt x="241" y="255"/>
                    </a:cubicBezTo>
                    <a:cubicBezTo>
                      <a:pt x="222" y="275"/>
                      <a:pt x="208" y="300"/>
                      <a:pt x="194" y="322"/>
                    </a:cubicBezTo>
                    <a:cubicBezTo>
                      <a:pt x="180" y="347"/>
                      <a:pt x="167" y="369"/>
                      <a:pt x="156" y="395"/>
                    </a:cubicBezTo>
                    <a:cubicBezTo>
                      <a:pt x="145" y="420"/>
                      <a:pt x="139" y="445"/>
                      <a:pt x="128" y="469"/>
                    </a:cubicBezTo>
                    <a:cubicBezTo>
                      <a:pt x="122" y="494"/>
                      <a:pt x="114" y="517"/>
                      <a:pt x="112" y="541"/>
                    </a:cubicBezTo>
                    <a:lnTo>
                      <a:pt x="106" y="576"/>
                    </a:lnTo>
                    <a:cubicBezTo>
                      <a:pt x="106" y="588"/>
                      <a:pt x="105" y="598"/>
                      <a:pt x="105" y="608"/>
                    </a:cubicBezTo>
                    <a:cubicBezTo>
                      <a:pt x="102" y="629"/>
                      <a:pt x="102" y="649"/>
                      <a:pt x="102" y="665"/>
                    </a:cubicBezTo>
                    <a:cubicBezTo>
                      <a:pt x="102" y="682"/>
                      <a:pt x="102" y="697"/>
                      <a:pt x="105" y="710"/>
                    </a:cubicBezTo>
                    <a:cubicBezTo>
                      <a:pt x="106" y="736"/>
                      <a:pt x="108" y="749"/>
                      <a:pt x="108" y="749"/>
                    </a:cubicBezTo>
                    <a:cubicBezTo>
                      <a:pt x="108" y="749"/>
                      <a:pt x="105" y="736"/>
                      <a:pt x="98" y="710"/>
                    </a:cubicBezTo>
                    <a:cubicBezTo>
                      <a:pt x="94" y="698"/>
                      <a:pt x="91" y="684"/>
                      <a:pt x="89" y="666"/>
                    </a:cubicBezTo>
                    <a:cubicBezTo>
                      <a:pt x="86" y="650"/>
                      <a:pt x="83" y="630"/>
                      <a:pt x="83" y="608"/>
                    </a:cubicBezTo>
                    <a:cubicBezTo>
                      <a:pt x="83" y="598"/>
                      <a:pt x="83" y="586"/>
                      <a:pt x="81" y="575"/>
                    </a:cubicBezTo>
                    <a:cubicBezTo>
                      <a:pt x="81" y="563"/>
                      <a:pt x="83" y="551"/>
                      <a:pt x="85" y="537"/>
                    </a:cubicBezTo>
                    <a:cubicBezTo>
                      <a:pt x="86" y="512"/>
                      <a:pt x="91" y="488"/>
                      <a:pt x="97" y="461"/>
                    </a:cubicBezTo>
                    <a:cubicBezTo>
                      <a:pt x="105" y="432"/>
                      <a:pt x="110" y="407"/>
                      <a:pt x="124" y="380"/>
                    </a:cubicBezTo>
                    <a:cubicBezTo>
                      <a:pt x="133" y="352"/>
                      <a:pt x="148" y="328"/>
                      <a:pt x="161" y="301"/>
                    </a:cubicBezTo>
                    <a:cubicBezTo>
                      <a:pt x="179" y="277"/>
                      <a:pt x="194" y="253"/>
                      <a:pt x="214" y="230"/>
                    </a:cubicBezTo>
                    <a:cubicBezTo>
                      <a:pt x="233" y="207"/>
                      <a:pt x="254" y="188"/>
                      <a:pt x="273" y="169"/>
                    </a:cubicBezTo>
                    <a:cubicBezTo>
                      <a:pt x="294" y="153"/>
                      <a:pt x="314" y="136"/>
                      <a:pt x="336" y="125"/>
                    </a:cubicBezTo>
                    <a:cubicBezTo>
                      <a:pt x="347" y="118"/>
                      <a:pt x="357" y="112"/>
                      <a:pt x="368" y="106"/>
                    </a:cubicBezTo>
                    <a:cubicBezTo>
                      <a:pt x="379" y="101"/>
                      <a:pt x="390" y="95"/>
                      <a:pt x="398" y="93"/>
                    </a:cubicBezTo>
                    <a:cubicBezTo>
                      <a:pt x="419" y="82"/>
                      <a:pt x="437" y="78"/>
                      <a:pt x="454" y="73"/>
                    </a:cubicBezTo>
                    <a:cubicBezTo>
                      <a:pt x="470" y="67"/>
                      <a:pt x="485" y="62"/>
                      <a:pt x="497" y="60"/>
                    </a:cubicBezTo>
                    <a:cubicBezTo>
                      <a:pt x="523" y="55"/>
                      <a:pt x="536" y="54"/>
                      <a:pt x="536" y="54"/>
                    </a:cubicBezTo>
                    <a:close/>
                    <a:moveTo>
                      <a:pt x="589" y="0"/>
                    </a:moveTo>
                    <a:cubicBezTo>
                      <a:pt x="582" y="0"/>
                      <a:pt x="574" y="1"/>
                      <a:pt x="567" y="1"/>
                    </a:cubicBezTo>
                    <a:cubicBezTo>
                      <a:pt x="556" y="1"/>
                      <a:pt x="548" y="4"/>
                      <a:pt x="537" y="5"/>
                    </a:cubicBezTo>
                    <a:cubicBezTo>
                      <a:pt x="533" y="5"/>
                      <a:pt x="529" y="5"/>
                      <a:pt x="523" y="7"/>
                    </a:cubicBezTo>
                    <a:lnTo>
                      <a:pt x="508" y="11"/>
                    </a:lnTo>
                    <a:cubicBezTo>
                      <a:pt x="427" y="24"/>
                      <a:pt x="340" y="58"/>
                      <a:pt x="261" y="116"/>
                    </a:cubicBezTo>
                    <a:cubicBezTo>
                      <a:pt x="181" y="173"/>
                      <a:pt x="113" y="254"/>
                      <a:pt x="67" y="351"/>
                    </a:cubicBezTo>
                    <a:cubicBezTo>
                      <a:pt x="43" y="400"/>
                      <a:pt x="30" y="451"/>
                      <a:pt x="16" y="508"/>
                    </a:cubicBezTo>
                    <a:cubicBezTo>
                      <a:pt x="7" y="563"/>
                      <a:pt x="0" y="616"/>
                      <a:pt x="7" y="678"/>
                    </a:cubicBezTo>
                    <a:cubicBezTo>
                      <a:pt x="10" y="710"/>
                      <a:pt x="14" y="733"/>
                      <a:pt x="18" y="757"/>
                    </a:cubicBezTo>
                    <a:lnTo>
                      <a:pt x="19" y="765"/>
                    </a:lnTo>
                    <a:lnTo>
                      <a:pt x="20" y="772"/>
                    </a:lnTo>
                    <a:lnTo>
                      <a:pt x="20" y="776"/>
                    </a:lnTo>
                    <a:lnTo>
                      <a:pt x="23" y="780"/>
                    </a:lnTo>
                    <a:lnTo>
                      <a:pt x="27" y="800"/>
                    </a:lnTo>
                    <a:cubicBezTo>
                      <a:pt x="31" y="814"/>
                      <a:pt x="34" y="830"/>
                      <a:pt x="39" y="843"/>
                    </a:cubicBezTo>
                    <a:cubicBezTo>
                      <a:pt x="59" y="897"/>
                      <a:pt x="83" y="951"/>
                      <a:pt x="114" y="999"/>
                    </a:cubicBezTo>
                    <a:cubicBezTo>
                      <a:pt x="177" y="1096"/>
                      <a:pt x="267" y="1175"/>
                      <a:pt x="368" y="1227"/>
                    </a:cubicBezTo>
                    <a:cubicBezTo>
                      <a:pt x="459" y="1272"/>
                      <a:pt x="559" y="1297"/>
                      <a:pt x="656" y="1297"/>
                    </a:cubicBezTo>
                    <a:cubicBezTo>
                      <a:pt x="668" y="1297"/>
                      <a:pt x="679" y="1297"/>
                      <a:pt x="690" y="1296"/>
                    </a:cubicBezTo>
                    <a:lnTo>
                      <a:pt x="732" y="1293"/>
                    </a:lnTo>
                    <a:cubicBezTo>
                      <a:pt x="739" y="1293"/>
                      <a:pt x="748" y="1291"/>
                      <a:pt x="752" y="1291"/>
                    </a:cubicBezTo>
                    <a:lnTo>
                      <a:pt x="770" y="1288"/>
                    </a:lnTo>
                    <a:lnTo>
                      <a:pt x="803" y="1281"/>
                    </a:lnTo>
                    <a:lnTo>
                      <a:pt x="806" y="1280"/>
                    </a:lnTo>
                    <a:lnTo>
                      <a:pt x="811" y="1277"/>
                    </a:lnTo>
                    <a:lnTo>
                      <a:pt x="815" y="1277"/>
                    </a:lnTo>
                    <a:lnTo>
                      <a:pt x="825" y="1274"/>
                    </a:lnTo>
                    <a:lnTo>
                      <a:pt x="844" y="1269"/>
                    </a:lnTo>
                    <a:cubicBezTo>
                      <a:pt x="869" y="1262"/>
                      <a:pt x="892" y="1253"/>
                      <a:pt x="913" y="1242"/>
                    </a:cubicBezTo>
                    <a:cubicBezTo>
                      <a:pt x="938" y="1234"/>
                      <a:pt x="958" y="1219"/>
                      <a:pt x="979" y="1207"/>
                    </a:cubicBezTo>
                    <a:cubicBezTo>
                      <a:pt x="1064" y="1156"/>
                      <a:pt x="1126" y="1088"/>
                      <a:pt x="1168" y="1019"/>
                    </a:cubicBezTo>
                    <a:cubicBezTo>
                      <a:pt x="1213" y="951"/>
                      <a:pt x="1240" y="878"/>
                      <a:pt x="1249" y="814"/>
                    </a:cubicBezTo>
                    <a:cubicBezTo>
                      <a:pt x="1261" y="751"/>
                      <a:pt x="1261" y="693"/>
                      <a:pt x="1256" y="649"/>
                    </a:cubicBezTo>
                    <a:cubicBezTo>
                      <a:pt x="1254" y="626"/>
                      <a:pt x="1249" y="604"/>
                      <a:pt x="1246" y="588"/>
                    </a:cubicBezTo>
                    <a:cubicBezTo>
                      <a:pt x="1242" y="571"/>
                      <a:pt x="1238" y="556"/>
                      <a:pt x="1234" y="545"/>
                    </a:cubicBezTo>
                    <a:cubicBezTo>
                      <a:pt x="1228" y="524"/>
                      <a:pt x="1222" y="510"/>
                      <a:pt x="1222" y="510"/>
                    </a:cubicBezTo>
                    <a:lnTo>
                      <a:pt x="1222" y="510"/>
                    </a:lnTo>
                    <a:cubicBezTo>
                      <a:pt x="1222" y="510"/>
                      <a:pt x="1222" y="524"/>
                      <a:pt x="1225" y="548"/>
                    </a:cubicBezTo>
                    <a:cubicBezTo>
                      <a:pt x="1226" y="571"/>
                      <a:pt x="1225" y="606"/>
                      <a:pt x="1220" y="649"/>
                    </a:cubicBezTo>
                    <a:cubicBezTo>
                      <a:pt x="1215" y="690"/>
                      <a:pt x="1202" y="740"/>
                      <a:pt x="1182" y="796"/>
                    </a:cubicBezTo>
                    <a:cubicBezTo>
                      <a:pt x="1162" y="850"/>
                      <a:pt x="1128" y="906"/>
                      <a:pt x="1084" y="959"/>
                    </a:cubicBezTo>
                    <a:cubicBezTo>
                      <a:pt x="1038" y="1011"/>
                      <a:pt x="979" y="1057"/>
                      <a:pt x="911" y="1089"/>
                    </a:cubicBezTo>
                    <a:cubicBezTo>
                      <a:pt x="889" y="1100"/>
                      <a:pt x="865" y="1108"/>
                      <a:pt x="842" y="1116"/>
                    </a:cubicBezTo>
                    <a:cubicBezTo>
                      <a:pt x="743" y="1052"/>
                      <a:pt x="493" y="948"/>
                      <a:pt x="434" y="753"/>
                    </a:cubicBezTo>
                    <a:cubicBezTo>
                      <a:pt x="322" y="391"/>
                      <a:pt x="476" y="195"/>
                      <a:pt x="564" y="106"/>
                    </a:cubicBezTo>
                    <a:cubicBezTo>
                      <a:pt x="570" y="103"/>
                      <a:pt x="574" y="103"/>
                      <a:pt x="576" y="102"/>
                    </a:cubicBezTo>
                    <a:cubicBezTo>
                      <a:pt x="591" y="99"/>
                      <a:pt x="607" y="95"/>
                      <a:pt x="623" y="94"/>
                    </a:cubicBezTo>
                    <a:cubicBezTo>
                      <a:pt x="656" y="89"/>
                      <a:pt x="685" y="87"/>
                      <a:pt x="715" y="87"/>
                    </a:cubicBezTo>
                    <a:cubicBezTo>
                      <a:pt x="771" y="89"/>
                      <a:pt x="823" y="98"/>
                      <a:pt x="864" y="112"/>
                    </a:cubicBezTo>
                    <a:cubicBezTo>
                      <a:pt x="904" y="122"/>
                      <a:pt x="938" y="136"/>
                      <a:pt x="958" y="146"/>
                    </a:cubicBezTo>
                    <a:cubicBezTo>
                      <a:pt x="979" y="156"/>
                      <a:pt x="990" y="161"/>
                      <a:pt x="990" y="161"/>
                    </a:cubicBezTo>
                    <a:cubicBezTo>
                      <a:pt x="990" y="161"/>
                      <a:pt x="980" y="153"/>
                      <a:pt x="963" y="136"/>
                    </a:cubicBezTo>
                    <a:cubicBezTo>
                      <a:pt x="944" y="121"/>
                      <a:pt x="917" y="99"/>
                      <a:pt x="877" y="78"/>
                    </a:cubicBezTo>
                    <a:cubicBezTo>
                      <a:pt x="837" y="55"/>
                      <a:pt x="784" y="32"/>
                      <a:pt x="721" y="19"/>
                    </a:cubicBezTo>
                    <a:cubicBezTo>
                      <a:pt x="689" y="12"/>
                      <a:pt x="654" y="7"/>
                      <a:pt x="617" y="7"/>
                    </a:cubicBezTo>
                    <a:cubicBezTo>
                      <a:pt x="611" y="2"/>
                      <a:pt x="601" y="0"/>
                      <a:pt x="5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68"/>
              <p:cNvSpPr/>
              <p:nvPr/>
            </p:nvSpPr>
            <p:spPr>
              <a:xfrm>
                <a:off x="5776410" y="1933774"/>
                <a:ext cx="35991" cy="28438"/>
              </a:xfrm>
              <a:custGeom>
                <a:rect b="b" l="l" r="r" t="t"/>
                <a:pathLst>
                  <a:path extrusionOk="0" h="546" w="691">
                    <a:moveTo>
                      <a:pt x="68" y="1"/>
                    </a:moveTo>
                    <a:cubicBezTo>
                      <a:pt x="68" y="1"/>
                      <a:pt x="65" y="10"/>
                      <a:pt x="63" y="25"/>
                    </a:cubicBezTo>
                    <a:cubicBezTo>
                      <a:pt x="63" y="29"/>
                      <a:pt x="63" y="30"/>
                      <a:pt x="61" y="34"/>
                    </a:cubicBezTo>
                    <a:cubicBezTo>
                      <a:pt x="61" y="45"/>
                      <a:pt x="60" y="59"/>
                      <a:pt x="61" y="76"/>
                    </a:cubicBezTo>
                    <a:cubicBezTo>
                      <a:pt x="61" y="79"/>
                      <a:pt x="63" y="84"/>
                      <a:pt x="63" y="89"/>
                    </a:cubicBezTo>
                    <a:cubicBezTo>
                      <a:pt x="61" y="115"/>
                      <a:pt x="58" y="144"/>
                      <a:pt x="52" y="177"/>
                    </a:cubicBezTo>
                    <a:cubicBezTo>
                      <a:pt x="42" y="216"/>
                      <a:pt x="32" y="252"/>
                      <a:pt x="21" y="280"/>
                    </a:cubicBezTo>
                    <a:cubicBezTo>
                      <a:pt x="11" y="310"/>
                      <a:pt x="1" y="326"/>
                      <a:pt x="1" y="326"/>
                    </a:cubicBezTo>
                    <a:cubicBezTo>
                      <a:pt x="1" y="326"/>
                      <a:pt x="14" y="311"/>
                      <a:pt x="32" y="285"/>
                    </a:cubicBezTo>
                    <a:cubicBezTo>
                      <a:pt x="48" y="265"/>
                      <a:pt x="68" y="230"/>
                      <a:pt x="87" y="193"/>
                    </a:cubicBezTo>
                    <a:lnTo>
                      <a:pt x="92" y="183"/>
                    </a:lnTo>
                    <a:cubicBezTo>
                      <a:pt x="93" y="186"/>
                      <a:pt x="95" y="190"/>
                      <a:pt x="99" y="195"/>
                    </a:cubicBezTo>
                    <a:cubicBezTo>
                      <a:pt x="110" y="217"/>
                      <a:pt x="126" y="236"/>
                      <a:pt x="143" y="253"/>
                    </a:cubicBezTo>
                    <a:lnTo>
                      <a:pt x="174" y="279"/>
                    </a:lnTo>
                    <a:lnTo>
                      <a:pt x="190" y="291"/>
                    </a:lnTo>
                    <a:lnTo>
                      <a:pt x="209" y="299"/>
                    </a:lnTo>
                    <a:cubicBezTo>
                      <a:pt x="221" y="306"/>
                      <a:pt x="234" y="311"/>
                      <a:pt x="246" y="318"/>
                    </a:cubicBezTo>
                    <a:lnTo>
                      <a:pt x="284" y="330"/>
                    </a:lnTo>
                    <a:cubicBezTo>
                      <a:pt x="310" y="338"/>
                      <a:pt x="336" y="339"/>
                      <a:pt x="363" y="343"/>
                    </a:cubicBezTo>
                    <a:cubicBezTo>
                      <a:pt x="374" y="345"/>
                      <a:pt x="385" y="345"/>
                      <a:pt x="397" y="345"/>
                    </a:cubicBezTo>
                    <a:cubicBezTo>
                      <a:pt x="411" y="345"/>
                      <a:pt x="426" y="345"/>
                      <a:pt x="440" y="345"/>
                    </a:cubicBezTo>
                    <a:cubicBezTo>
                      <a:pt x="451" y="345"/>
                      <a:pt x="463" y="345"/>
                      <a:pt x="475" y="343"/>
                    </a:cubicBezTo>
                    <a:cubicBezTo>
                      <a:pt x="483" y="341"/>
                      <a:pt x="491" y="339"/>
                      <a:pt x="500" y="339"/>
                    </a:cubicBezTo>
                    <a:cubicBezTo>
                      <a:pt x="502" y="359"/>
                      <a:pt x="503" y="381"/>
                      <a:pt x="503" y="405"/>
                    </a:cubicBezTo>
                    <a:cubicBezTo>
                      <a:pt x="504" y="475"/>
                      <a:pt x="495" y="546"/>
                      <a:pt x="495" y="546"/>
                    </a:cubicBezTo>
                    <a:cubicBezTo>
                      <a:pt x="495" y="546"/>
                      <a:pt x="520" y="479"/>
                      <a:pt x="535" y="408"/>
                    </a:cubicBezTo>
                    <a:cubicBezTo>
                      <a:pt x="542" y="381"/>
                      <a:pt x="547" y="354"/>
                      <a:pt x="550" y="330"/>
                    </a:cubicBezTo>
                    <a:cubicBezTo>
                      <a:pt x="557" y="327"/>
                      <a:pt x="563" y="326"/>
                      <a:pt x="570" y="326"/>
                    </a:cubicBezTo>
                    <a:cubicBezTo>
                      <a:pt x="589" y="323"/>
                      <a:pt x="605" y="316"/>
                      <a:pt x="621" y="311"/>
                    </a:cubicBezTo>
                    <a:cubicBezTo>
                      <a:pt x="636" y="306"/>
                      <a:pt x="648" y="300"/>
                      <a:pt x="659" y="298"/>
                    </a:cubicBezTo>
                    <a:cubicBezTo>
                      <a:pt x="679" y="289"/>
                      <a:pt x="691" y="284"/>
                      <a:pt x="691" y="284"/>
                    </a:cubicBezTo>
                    <a:lnTo>
                      <a:pt x="656" y="284"/>
                    </a:lnTo>
                    <a:cubicBezTo>
                      <a:pt x="644" y="284"/>
                      <a:pt x="631" y="284"/>
                      <a:pt x="616" y="285"/>
                    </a:cubicBezTo>
                    <a:cubicBezTo>
                      <a:pt x="601" y="285"/>
                      <a:pt x="584" y="287"/>
                      <a:pt x="565" y="287"/>
                    </a:cubicBezTo>
                    <a:lnTo>
                      <a:pt x="473" y="287"/>
                    </a:lnTo>
                    <a:cubicBezTo>
                      <a:pt x="461" y="285"/>
                      <a:pt x="451" y="285"/>
                      <a:pt x="440" y="285"/>
                    </a:cubicBezTo>
                    <a:cubicBezTo>
                      <a:pt x="417" y="284"/>
                      <a:pt x="394" y="284"/>
                      <a:pt x="370" y="279"/>
                    </a:cubicBezTo>
                    <a:cubicBezTo>
                      <a:pt x="347" y="276"/>
                      <a:pt x="323" y="272"/>
                      <a:pt x="302" y="264"/>
                    </a:cubicBezTo>
                    <a:lnTo>
                      <a:pt x="268" y="253"/>
                    </a:lnTo>
                    <a:lnTo>
                      <a:pt x="238" y="240"/>
                    </a:lnTo>
                    <a:cubicBezTo>
                      <a:pt x="228" y="236"/>
                      <a:pt x="217" y="230"/>
                      <a:pt x="209" y="225"/>
                    </a:cubicBezTo>
                    <a:cubicBezTo>
                      <a:pt x="201" y="218"/>
                      <a:pt x="190" y="213"/>
                      <a:pt x="182" y="206"/>
                    </a:cubicBezTo>
                    <a:cubicBezTo>
                      <a:pt x="167" y="191"/>
                      <a:pt x="150" y="179"/>
                      <a:pt x="139" y="163"/>
                    </a:cubicBezTo>
                    <a:cubicBezTo>
                      <a:pt x="132" y="157"/>
                      <a:pt x="127" y="148"/>
                      <a:pt x="122" y="139"/>
                    </a:cubicBezTo>
                    <a:cubicBezTo>
                      <a:pt x="116" y="131"/>
                      <a:pt x="110" y="124"/>
                      <a:pt x="107" y="116"/>
                    </a:cubicBezTo>
                    <a:cubicBezTo>
                      <a:pt x="99" y="101"/>
                      <a:pt x="92" y="85"/>
                      <a:pt x="87" y="71"/>
                    </a:cubicBezTo>
                    <a:cubicBezTo>
                      <a:pt x="81" y="57"/>
                      <a:pt x="79" y="44"/>
                      <a:pt x="75" y="34"/>
                    </a:cubicBezTo>
                    <a:cubicBezTo>
                      <a:pt x="69" y="14"/>
                      <a:pt x="68" y="1"/>
                      <a:pt x="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68"/>
              <p:cNvSpPr/>
              <p:nvPr/>
            </p:nvSpPr>
            <p:spPr>
              <a:xfrm>
                <a:off x="5781306" y="1905909"/>
                <a:ext cx="51668" cy="40626"/>
              </a:xfrm>
              <a:custGeom>
                <a:rect b="b" l="l" r="r" t="t"/>
                <a:pathLst>
                  <a:path extrusionOk="0" h="780" w="992">
                    <a:moveTo>
                      <a:pt x="592" y="0"/>
                    </a:moveTo>
                    <a:cubicBezTo>
                      <a:pt x="571" y="0"/>
                      <a:pt x="547" y="1"/>
                      <a:pt x="522" y="5"/>
                    </a:cubicBezTo>
                    <a:cubicBezTo>
                      <a:pt x="477" y="9"/>
                      <a:pt x="429" y="21"/>
                      <a:pt x="377" y="40"/>
                    </a:cubicBezTo>
                    <a:cubicBezTo>
                      <a:pt x="324" y="59"/>
                      <a:pt x="271" y="83"/>
                      <a:pt x="220" y="121"/>
                    </a:cubicBezTo>
                    <a:cubicBezTo>
                      <a:pt x="167" y="157"/>
                      <a:pt x="115" y="203"/>
                      <a:pt x="75" y="263"/>
                    </a:cubicBezTo>
                    <a:cubicBezTo>
                      <a:pt x="34" y="324"/>
                      <a:pt x="1" y="395"/>
                      <a:pt x="5" y="485"/>
                    </a:cubicBezTo>
                    <a:cubicBezTo>
                      <a:pt x="5" y="495"/>
                      <a:pt x="6" y="502"/>
                      <a:pt x="6" y="512"/>
                    </a:cubicBezTo>
                    <a:lnTo>
                      <a:pt x="13" y="516"/>
                    </a:lnTo>
                    <a:lnTo>
                      <a:pt x="13" y="518"/>
                    </a:lnTo>
                    <a:lnTo>
                      <a:pt x="13" y="520"/>
                    </a:lnTo>
                    <a:lnTo>
                      <a:pt x="13" y="525"/>
                    </a:lnTo>
                    <a:lnTo>
                      <a:pt x="13" y="526"/>
                    </a:lnTo>
                    <a:lnTo>
                      <a:pt x="17" y="542"/>
                    </a:lnTo>
                    <a:cubicBezTo>
                      <a:pt x="18" y="551"/>
                      <a:pt x="21" y="557"/>
                      <a:pt x="24" y="564"/>
                    </a:cubicBezTo>
                    <a:cubicBezTo>
                      <a:pt x="28" y="577"/>
                      <a:pt x="33" y="589"/>
                      <a:pt x="38" y="600"/>
                    </a:cubicBezTo>
                    <a:cubicBezTo>
                      <a:pt x="58" y="639"/>
                      <a:pt x="87" y="671"/>
                      <a:pt x="120" y="698"/>
                    </a:cubicBezTo>
                    <a:cubicBezTo>
                      <a:pt x="187" y="748"/>
                      <a:pt x="267" y="771"/>
                      <a:pt x="342" y="777"/>
                    </a:cubicBezTo>
                    <a:cubicBezTo>
                      <a:pt x="356" y="779"/>
                      <a:pt x="371" y="779"/>
                      <a:pt x="385" y="779"/>
                    </a:cubicBezTo>
                    <a:cubicBezTo>
                      <a:pt x="417" y="779"/>
                      <a:pt x="449" y="776"/>
                      <a:pt x="480" y="771"/>
                    </a:cubicBezTo>
                    <a:cubicBezTo>
                      <a:pt x="507" y="765"/>
                      <a:pt x="534" y="760"/>
                      <a:pt x="561" y="753"/>
                    </a:cubicBezTo>
                    <a:cubicBezTo>
                      <a:pt x="625" y="735"/>
                      <a:pt x="688" y="706"/>
                      <a:pt x="742" y="671"/>
                    </a:cubicBezTo>
                    <a:cubicBezTo>
                      <a:pt x="796" y="638"/>
                      <a:pt x="840" y="598"/>
                      <a:pt x="878" y="557"/>
                    </a:cubicBezTo>
                    <a:cubicBezTo>
                      <a:pt x="914" y="517"/>
                      <a:pt x="941" y="473"/>
                      <a:pt x="960" y="431"/>
                    </a:cubicBezTo>
                    <a:cubicBezTo>
                      <a:pt x="978" y="391"/>
                      <a:pt x="986" y="352"/>
                      <a:pt x="988" y="321"/>
                    </a:cubicBezTo>
                    <a:cubicBezTo>
                      <a:pt x="992" y="289"/>
                      <a:pt x="986" y="263"/>
                      <a:pt x="984" y="248"/>
                    </a:cubicBezTo>
                    <a:cubicBezTo>
                      <a:pt x="980" y="231"/>
                      <a:pt x="977" y="223"/>
                      <a:pt x="977" y="223"/>
                    </a:cubicBezTo>
                    <a:lnTo>
                      <a:pt x="977" y="248"/>
                    </a:lnTo>
                    <a:cubicBezTo>
                      <a:pt x="977" y="265"/>
                      <a:pt x="973" y="289"/>
                      <a:pt x="965" y="317"/>
                    </a:cubicBezTo>
                    <a:cubicBezTo>
                      <a:pt x="957" y="345"/>
                      <a:pt x="943" y="377"/>
                      <a:pt x="919" y="411"/>
                    </a:cubicBezTo>
                    <a:cubicBezTo>
                      <a:pt x="898" y="444"/>
                      <a:pt x="867" y="479"/>
                      <a:pt x="831" y="512"/>
                    </a:cubicBezTo>
                    <a:cubicBezTo>
                      <a:pt x="793" y="544"/>
                      <a:pt x="749" y="573"/>
                      <a:pt x="698" y="600"/>
                    </a:cubicBezTo>
                    <a:cubicBezTo>
                      <a:pt x="668" y="616"/>
                      <a:pt x="636" y="630"/>
                      <a:pt x="602" y="639"/>
                    </a:cubicBezTo>
                    <a:cubicBezTo>
                      <a:pt x="522" y="616"/>
                      <a:pt x="401" y="559"/>
                      <a:pt x="373" y="383"/>
                    </a:cubicBezTo>
                    <a:cubicBezTo>
                      <a:pt x="351" y="251"/>
                      <a:pt x="468" y="113"/>
                      <a:pt x="486" y="60"/>
                    </a:cubicBezTo>
                    <a:cubicBezTo>
                      <a:pt x="502" y="55"/>
                      <a:pt x="515" y="48"/>
                      <a:pt x="529" y="46"/>
                    </a:cubicBezTo>
                    <a:cubicBezTo>
                      <a:pt x="569" y="34"/>
                      <a:pt x="604" y="27"/>
                      <a:pt x="633" y="23"/>
                    </a:cubicBezTo>
                    <a:cubicBezTo>
                      <a:pt x="661" y="20"/>
                      <a:pt x="683" y="19"/>
                      <a:pt x="700" y="19"/>
                    </a:cubicBezTo>
                    <a:cubicBezTo>
                      <a:pt x="719" y="19"/>
                      <a:pt x="730" y="20"/>
                      <a:pt x="730" y="20"/>
                    </a:cubicBezTo>
                    <a:cubicBezTo>
                      <a:pt x="730" y="20"/>
                      <a:pt x="721" y="16"/>
                      <a:pt x="704" y="13"/>
                    </a:cubicBezTo>
                    <a:cubicBezTo>
                      <a:pt x="687" y="9"/>
                      <a:pt x="664" y="5"/>
                      <a:pt x="633" y="1"/>
                    </a:cubicBezTo>
                    <a:cubicBezTo>
                      <a:pt x="621" y="1"/>
                      <a:pt x="607" y="0"/>
                      <a:pt x="5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68"/>
              <p:cNvSpPr/>
              <p:nvPr/>
            </p:nvSpPr>
            <p:spPr>
              <a:xfrm>
                <a:off x="5749171" y="2026951"/>
                <a:ext cx="36303" cy="37553"/>
              </a:xfrm>
              <a:custGeom>
                <a:rect b="b" l="l" r="r" t="t"/>
                <a:pathLst>
                  <a:path extrusionOk="0" h="721" w="697">
                    <a:moveTo>
                      <a:pt x="185" y="0"/>
                    </a:moveTo>
                    <a:cubicBezTo>
                      <a:pt x="172" y="0"/>
                      <a:pt x="154" y="7"/>
                      <a:pt x="129" y="21"/>
                    </a:cubicBezTo>
                    <a:cubicBezTo>
                      <a:pt x="0" y="89"/>
                      <a:pt x="38" y="348"/>
                      <a:pt x="191" y="530"/>
                    </a:cubicBezTo>
                    <a:cubicBezTo>
                      <a:pt x="285" y="640"/>
                      <a:pt x="403" y="710"/>
                      <a:pt x="509" y="720"/>
                    </a:cubicBezTo>
                    <a:cubicBezTo>
                      <a:pt x="509" y="720"/>
                      <a:pt x="512" y="720"/>
                      <a:pt x="517" y="720"/>
                    </a:cubicBezTo>
                    <a:cubicBezTo>
                      <a:pt x="555" y="720"/>
                      <a:pt x="696" y="711"/>
                      <a:pt x="469" y="558"/>
                    </a:cubicBezTo>
                    <a:cubicBezTo>
                      <a:pt x="349" y="477"/>
                      <a:pt x="269" y="367"/>
                      <a:pt x="242" y="213"/>
                    </a:cubicBezTo>
                    <a:cubicBezTo>
                      <a:pt x="218" y="75"/>
                      <a:pt x="229" y="0"/>
                      <a:pt x="1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68"/>
              <p:cNvSpPr/>
              <p:nvPr/>
            </p:nvSpPr>
            <p:spPr>
              <a:xfrm>
                <a:off x="5998704" y="1732157"/>
                <a:ext cx="133025" cy="160578"/>
              </a:xfrm>
              <a:custGeom>
                <a:rect b="b" l="l" r="r" t="t"/>
                <a:pathLst>
                  <a:path extrusionOk="0" h="3083" w="2554">
                    <a:moveTo>
                      <a:pt x="2553" y="0"/>
                    </a:moveTo>
                    <a:cubicBezTo>
                      <a:pt x="2553" y="0"/>
                      <a:pt x="2541" y="11"/>
                      <a:pt x="2518" y="28"/>
                    </a:cubicBezTo>
                    <a:cubicBezTo>
                      <a:pt x="2494" y="47"/>
                      <a:pt x="2461" y="75"/>
                      <a:pt x="2419" y="113"/>
                    </a:cubicBezTo>
                    <a:cubicBezTo>
                      <a:pt x="2336" y="186"/>
                      <a:pt x="2218" y="293"/>
                      <a:pt x="2083" y="423"/>
                    </a:cubicBezTo>
                    <a:cubicBezTo>
                      <a:pt x="1949" y="556"/>
                      <a:pt x="1796" y="712"/>
                      <a:pt x="1637" y="887"/>
                    </a:cubicBezTo>
                    <a:cubicBezTo>
                      <a:pt x="1558" y="974"/>
                      <a:pt x="1476" y="1062"/>
                      <a:pt x="1396" y="1156"/>
                    </a:cubicBezTo>
                    <a:cubicBezTo>
                      <a:pt x="1315" y="1249"/>
                      <a:pt x="1235" y="1344"/>
                      <a:pt x="1154" y="1441"/>
                    </a:cubicBezTo>
                    <a:cubicBezTo>
                      <a:pt x="1075" y="1538"/>
                      <a:pt x="994" y="1633"/>
                      <a:pt x="919" y="1731"/>
                    </a:cubicBezTo>
                    <a:cubicBezTo>
                      <a:pt x="841" y="1827"/>
                      <a:pt x="769" y="1925"/>
                      <a:pt x="699" y="2019"/>
                    </a:cubicBezTo>
                    <a:cubicBezTo>
                      <a:pt x="558" y="2207"/>
                      <a:pt x="431" y="2385"/>
                      <a:pt x="328" y="2542"/>
                    </a:cubicBezTo>
                    <a:cubicBezTo>
                      <a:pt x="276" y="2620"/>
                      <a:pt x="229" y="2693"/>
                      <a:pt x="188" y="2759"/>
                    </a:cubicBezTo>
                    <a:cubicBezTo>
                      <a:pt x="148" y="2824"/>
                      <a:pt x="113" y="2881"/>
                      <a:pt x="86" y="2929"/>
                    </a:cubicBezTo>
                    <a:cubicBezTo>
                      <a:pt x="57" y="2976"/>
                      <a:pt x="37" y="3015"/>
                      <a:pt x="22" y="3042"/>
                    </a:cubicBezTo>
                    <a:cubicBezTo>
                      <a:pt x="8" y="3069"/>
                      <a:pt x="0" y="3082"/>
                      <a:pt x="0" y="3082"/>
                    </a:cubicBezTo>
                    <a:cubicBezTo>
                      <a:pt x="0" y="3082"/>
                      <a:pt x="13" y="3071"/>
                      <a:pt x="35" y="3054"/>
                    </a:cubicBezTo>
                    <a:cubicBezTo>
                      <a:pt x="57" y="3034"/>
                      <a:pt x="93" y="3007"/>
                      <a:pt x="135" y="2969"/>
                    </a:cubicBezTo>
                    <a:cubicBezTo>
                      <a:pt x="176" y="2933"/>
                      <a:pt x="227" y="2889"/>
                      <a:pt x="284" y="2838"/>
                    </a:cubicBezTo>
                    <a:cubicBezTo>
                      <a:pt x="342" y="2785"/>
                      <a:pt x="403" y="2725"/>
                      <a:pt x="470" y="2659"/>
                    </a:cubicBezTo>
                    <a:cubicBezTo>
                      <a:pt x="605" y="2526"/>
                      <a:pt x="758" y="2370"/>
                      <a:pt x="916" y="2196"/>
                    </a:cubicBezTo>
                    <a:cubicBezTo>
                      <a:pt x="995" y="2109"/>
                      <a:pt x="1077" y="2020"/>
                      <a:pt x="1157" y="1926"/>
                    </a:cubicBezTo>
                    <a:cubicBezTo>
                      <a:pt x="1237" y="1833"/>
                      <a:pt x="1318" y="1738"/>
                      <a:pt x="1398" y="1641"/>
                    </a:cubicBezTo>
                    <a:cubicBezTo>
                      <a:pt x="1478" y="1545"/>
                      <a:pt x="1557" y="1449"/>
                      <a:pt x="1633" y="1351"/>
                    </a:cubicBezTo>
                    <a:cubicBezTo>
                      <a:pt x="1711" y="1256"/>
                      <a:pt x="1782" y="1158"/>
                      <a:pt x="1854" y="1064"/>
                    </a:cubicBezTo>
                    <a:cubicBezTo>
                      <a:pt x="1995" y="876"/>
                      <a:pt x="2121" y="697"/>
                      <a:pt x="2224" y="540"/>
                    </a:cubicBezTo>
                    <a:cubicBezTo>
                      <a:pt x="2329" y="384"/>
                      <a:pt x="2412" y="249"/>
                      <a:pt x="2467" y="153"/>
                    </a:cubicBezTo>
                    <a:cubicBezTo>
                      <a:pt x="2497" y="106"/>
                      <a:pt x="2517" y="67"/>
                      <a:pt x="2532" y="41"/>
                    </a:cubicBezTo>
                    <a:cubicBezTo>
                      <a:pt x="2545" y="14"/>
                      <a:pt x="2553" y="0"/>
                      <a:pt x="25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89" name="Google Shape;989;p68"/>
          <p:cNvSpPr/>
          <p:nvPr/>
        </p:nvSpPr>
        <p:spPr>
          <a:xfrm rot="5400000">
            <a:off x="8010709" y="3963214"/>
            <a:ext cx="1060834" cy="220717"/>
          </a:xfrm>
          <a:prstGeom prst="rect">
            <a:avLst/>
          </a:prstGeom>
        </p:spPr>
        <p:txBody>
          <a:bodyPr>
            <a:prstTxWarp prst="textPlain"/>
          </a:bodyPr>
          <a:lstStyle/>
          <a:p>
            <a:pPr lvl="0" algn="ctr"/>
            <a:r>
              <a:rPr b="0" i="0">
                <a:ln cap="flat" cmpd="sng" w="19050">
                  <a:solidFill>
                    <a:schemeClr val="dk2"/>
                  </a:solidFill>
                  <a:prstDash val="solid"/>
                  <a:round/>
                  <a:headEnd len="sm" w="sm" type="none"/>
                  <a:tailEnd len="sm" w="sm" type="none"/>
                </a:ln>
                <a:noFill/>
                <a:latin typeface="Audiowide"/>
              </a:rPr>
              <a:t>0030</a:t>
            </a: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 name="Shape 993"/>
        <p:cNvGrpSpPr/>
        <p:nvPr/>
      </p:nvGrpSpPr>
      <p:grpSpPr>
        <a:xfrm>
          <a:off x="0" y="0"/>
          <a:ext cx="0" cy="0"/>
          <a:chOff x="0" y="0"/>
          <a:chExt cx="0" cy="0"/>
        </a:xfrm>
      </p:grpSpPr>
      <p:sp>
        <p:nvSpPr>
          <p:cNvPr id="994" name="Google Shape;994;p69"/>
          <p:cNvSpPr txBox="1"/>
          <p:nvPr>
            <p:ph type="title"/>
          </p:nvPr>
        </p:nvSpPr>
        <p:spPr>
          <a:xfrm>
            <a:off x="713225" y="540025"/>
            <a:ext cx="5010900" cy="105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995" name="Google Shape;995;p69"/>
          <p:cNvSpPr txBox="1"/>
          <p:nvPr>
            <p:ph idx="1" type="subTitle"/>
          </p:nvPr>
        </p:nvSpPr>
        <p:spPr>
          <a:xfrm>
            <a:off x="713225" y="1703500"/>
            <a:ext cx="5011200" cy="912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lt1"/>
                </a:solidFill>
                <a:latin typeface="Audiowide"/>
                <a:ea typeface="Audiowide"/>
                <a:cs typeface="Audiowide"/>
                <a:sym typeface="Audiowide"/>
              </a:rPr>
              <a:t>DO YOU HAVE ANY QUESTIONS?</a:t>
            </a:r>
            <a:endParaRPr sz="2000">
              <a:solidFill>
                <a:schemeClr val="lt1"/>
              </a:solidFill>
              <a:latin typeface="Audiowide"/>
              <a:ea typeface="Audiowide"/>
              <a:cs typeface="Audiowide"/>
              <a:sym typeface="Audiowide"/>
            </a:endParaRPr>
          </a:p>
          <a:p>
            <a:pPr indent="0" lvl="0" marL="0" rtl="0" algn="l">
              <a:spcBef>
                <a:spcPts val="1000"/>
              </a:spcBef>
              <a:spcAft>
                <a:spcPts val="0"/>
              </a:spcAft>
              <a:buNone/>
            </a:pPr>
            <a:r>
              <a:rPr lang="en">
                <a:solidFill>
                  <a:schemeClr val="lt1"/>
                </a:solidFill>
                <a:uFill>
                  <a:noFill/>
                </a:uFill>
                <a:hlinkClick r:id="rId3">
                  <a:extLst>
                    <a:ext uri="{A12FA001-AC4F-418D-AE19-62706E023703}">
                      <ahyp:hlinkClr val="tx"/>
                    </a:ext>
                  </a:extLst>
                </a:hlinkClick>
              </a:rPr>
              <a:t>youremail@freepik.com</a:t>
            </a:r>
            <a:r>
              <a:rPr lang="en">
                <a:solidFill>
                  <a:schemeClr val="lt1"/>
                </a:solidFill>
              </a:rPr>
              <a:t> | +34 654 321 432 | yourwebsite.com</a:t>
            </a:r>
            <a:endParaRPr>
              <a:solidFill>
                <a:schemeClr val="lt1"/>
              </a:solidFill>
            </a:endParaRPr>
          </a:p>
        </p:txBody>
      </p:sp>
      <p:sp>
        <p:nvSpPr>
          <p:cNvPr id="996" name="Google Shape;996;p69"/>
          <p:cNvSpPr txBox="1"/>
          <p:nvPr/>
        </p:nvSpPr>
        <p:spPr>
          <a:xfrm>
            <a:off x="713225" y="4336575"/>
            <a:ext cx="4151700" cy="260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lt1"/>
                </a:solidFill>
                <a:latin typeface="Titillium Web"/>
                <a:ea typeface="Titillium Web"/>
                <a:cs typeface="Titillium Web"/>
                <a:sym typeface="Titillium Web"/>
              </a:rPr>
              <a:t>Please keep this slide for attribution</a:t>
            </a:r>
            <a:endParaRPr sz="1200">
              <a:solidFill>
                <a:schemeClr val="lt1"/>
              </a:solidFill>
              <a:latin typeface="Titillium Web"/>
              <a:ea typeface="Titillium Web"/>
              <a:cs typeface="Titillium Web"/>
              <a:sym typeface="Titillium Web"/>
            </a:endParaRPr>
          </a:p>
        </p:txBody>
      </p:sp>
      <p:sp>
        <p:nvSpPr>
          <p:cNvPr id="997" name="Google Shape;997;p69"/>
          <p:cNvSpPr/>
          <p:nvPr/>
        </p:nvSpPr>
        <p:spPr>
          <a:xfrm>
            <a:off x="767137" y="2878517"/>
            <a:ext cx="671895" cy="671845"/>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 name="Google Shape;998;p69"/>
          <p:cNvGrpSpPr/>
          <p:nvPr/>
        </p:nvGrpSpPr>
        <p:grpSpPr>
          <a:xfrm>
            <a:off x="1768546" y="2878505"/>
            <a:ext cx="671977" cy="671868"/>
            <a:chOff x="812101" y="2571761"/>
            <a:chExt cx="417066" cy="417024"/>
          </a:xfrm>
        </p:grpSpPr>
        <p:sp>
          <p:nvSpPr>
            <p:cNvPr id="999" name="Google Shape;999;p69"/>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69"/>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69"/>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69"/>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 name="Google Shape;1003;p69"/>
          <p:cNvGrpSpPr/>
          <p:nvPr/>
        </p:nvGrpSpPr>
        <p:grpSpPr>
          <a:xfrm>
            <a:off x="2770038" y="2878505"/>
            <a:ext cx="671910" cy="671868"/>
            <a:chOff x="1323129" y="2571761"/>
            <a:chExt cx="417024" cy="417024"/>
          </a:xfrm>
        </p:grpSpPr>
        <p:sp>
          <p:nvSpPr>
            <p:cNvPr id="1004" name="Google Shape;1004;p69"/>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69"/>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69"/>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69"/>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 name="Google Shape;1008;p69"/>
          <p:cNvGrpSpPr/>
          <p:nvPr/>
        </p:nvGrpSpPr>
        <p:grpSpPr>
          <a:xfrm>
            <a:off x="5999311" y="539514"/>
            <a:ext cx="2350070" cy="4057615"/>
            <a:chOff x="5999131" y="802386"/>
            <a:chExt cx="2046921" cy="3534200"/>
          </a:xfrm>
        </p:grpSpPr>
        <p:sp>
          <p:nvSpPr>
            <p:cNvPr id="1009" name="Google Shape;1009;p69"/>
            <p:cNvSpPr/>
            <p:nvPr/>
          </p:nvSpPr>
          <p:spPr>
            <a:xfrm rot="5841903">
              <a:off x="6726535" y="325502"/>
              <a:ext cx="592114" cy="1767585"/>
            </a:xfrm>
            <a:custGeom>
              <a:rect b="b" l="l" r="r" t="t"/>
              <a:pathLst>
                <a:path extrusionOk="0" h="36739" w="12307">
                  <a:moveTo>
                    <a:pt x="7303" y="0"/>
                  </a:moveTo>
                  <a:cubicBezTo>
                    <a:pt x="7303" y="0"/>
                    <a:pt x="7181" y="115"/>
                    <a:pt x="6953" y="329"/>
                  </a:cubicBezTo>
                  <a:cubicBezTo>
                    <a:pt x="6839" y="437"/>
                    <a:pt x="6698" y="571"/>
                    <a:pt x="6531" y="728"/>
                  </a:cubicBezTo>
                  <a:cubicBezTo>
                    <a:pt x="6369" y="887"/>
                    <a:pt x="6190" y="1080"/>
                    <a:pt x="5989" y="1293"/>
                  </a:cubicBezTo>
                  <a:cubicBezTo>
                    <a:pt x="5889" y="1401"/>
                    <a:pt x="5779" y="1510"/>
                    <a:pt x="5672" y="1635"/>
                  </a:cubicBezTo>
                  <a:cubicBezTo>
                    <a:pt x="5566" y="1757"/>
                    <a:pt x="5456" y="1886"/>
                    <a:pt x="5339" y="2020"/>
                  </a:cubicBezTo>
                  <a:cubicBezTo>
                    <a:pt x="5223" y="2154"/>
                    <a:pt x="5102" y="2294"/>
                    <a:pt x="4980" y="2443"/>
                  </a:cubicBezTo>
                  <a:cubicBezTo>
                    <a:pt x="4862" y="2596"/>
                    <a:pt x="4741" y="2753"/>
                    <a:pt x="4618" y="2917"/>
                  </a:cubicBezTo>
                  <a:cubicBezTo>
                    <a:pt x="4109" y="3563"/>
                    <a:pt x="3597" y="4340"/>
                    <a:pt x="3075" y="5213"/>
                  </a:cubicBezTo>
                  <a:cubicBezTo>
                    <a:pt x="2577" y="6097"/>
                    <a:pt x="2066" y="7080"/>
                    <a:pt x="1643" y="8169"/>
                  </a:cubicBezTo>
                  <a:cubicBezTo>
                    <a:pt x="1219" y="9257"/>
                    <a:pt x="839" y="10437"/>
                    <a:pt x="568" y="11687"/>
                  </a:cubicBezTo>
                  <a:cubicBezTo>
                    <a:pt x="507" y="12002"/>
                    <a:pt x="447" y="12319"/>
                    <a:pt x="386" y="12637"/>
                  </a:cubicBezTo>
                  <a:cubicBezTo>
                    <a:pt x="322" y="12956"/>
                    <a:pt x="290" y="13281"/>
                    <a:pt x="240" y="13608"/>
                  </a:cubicBezTo>
                  <a:cubicBezTo>
                    <a:pt x="188" y="13931"/>
                    <a:pt x="159" y="14266"/>
                    <a:pt x="131" y="14603"/>
                  </a:cubicBezTo>
                  <a:cubicBezTo>
                    <a:pt x="102" y="14939"/>
                    <a:pt x="72" y="15280"/>
                    <a:pt x="68" y="15603"/>
                  </a:cubicBezTo>
                  <a:cubicBezTo>
                    <a:pt x="1" y="16938"/>
                    <a:pt x="98" y="18313"/>
                    <a:pt x="249" y="19669"/>
                  </a:cubicBezTo>
                  <a:cubicBezTo>
                    <a:pt x="467" y="21019"/>
                    <a:pt x="726" y="22366"/>
                    <a:pt x="1166" y="23640"/>
                  </a:cubicBezTo>
                  <a:cubicBezTo>
                    <a:pt x="1559" y="24930"/>
                    <a:pt x="2123" y="26133"/>
                    <a:pt x="2696" y="27274"/>
                  </a:cubicBezTo>
                  <a:cubicBezTo>
                    <a:pt x="3308" y="28398"/>
                    <a:pt x="3962" y="29448"/>
                    <a:pt x="4683" y="30370"/>
                  </a:cubicBezTo>
                  <a:cubicBezTo>
                    <a:pt x="4861" y="30602"/>
                    <a:pt x="5035" y="30830"/>
                    <a:pt x="5209" y="31057"/>
                  </a:cubicBezTo>
                  <a:cubicBezTo>
                    <a:pt x="5395" y="31269"/>
                    <a:pt x="5579" y="31480"/>
                    <a:pt x="5760" y="31686"/>
                  </a:cubicBezTo>
                  <a:cubicBezTo>
                    <a:pt x="5946" y="31890"/>
                    <a:pt x="6116" y="32098"/>
                    <a:pt x="6303" y="32286"/>
                  </a:cubicBezTo>
                  <a:cubicBezTo>
                    <a:pt x="6491" y="32471"/>
                    <a:pt x="6675" y="32655"/>
                    <a:pt x="6855" y="32832"/>
                  </a:cubicBezTo>
                  <a:cubicBezTo>
                    <a:pt x="7038" y="33008"/>
                    <a:pt x="7208" y="33190"/>
                    <a:pt x="7389" y="33351"/>
                  </a:cubicBezTo>
                  <a:cubicBezTo>
                    <a:pt x="7572" y="33511"/>
                    <a:pt x="7752" y="33665"/>
                    <a:pt x="7927" y="33817"/>
                  </a:cubicBezTo>
                  <a:cubicBezTo>
                    <a:pt x="8102" y="33966"/>
                    <a:pt x="8272" y="34112"/>
                    <a:pt x="8438" y="34255"/>
                  </a:cubicBezTo>
                  <a:cubicBezTo>
                    <a:pt x="8609" y="34389"/>
                    <a:pt x="8782" y="34515"/>
                    <a:pt x="8947" y="34639"/>
                  </a:cubicBezTo>
                  <a:cubicBezTo>
                    <a:pt x="9111" y="34761"/>
                    <a:pt x="9271" y="34880"/>
                    <a:pt x="9424" y="34996"/>
                  </a:cubicBezTo>
                  <a:cubicBezTo>
                    <a:pt x="9576" y="35113"/>
                    <a:pt x="9723" y="35223"/>
                    <a:pt x="9876" y="35315"/>
                  </a:cubicBezTo>
                  <a:cubicBezTo>
                    <a:pt x="10176" y="35506"/>
                    <a:pt x="10451" y="35683"/>
                    <a:pt x="10700" y="35842"/>
                  </a:cubicBezTo>
                  <a:cubicBezTo>
                    <a:pt x="10943" y="36007"/>
                    <a:pt x="11174" y="36129"/>
                    <a:pt x="11374" y="36237"/>
                  </a:cubicBezTo>
                  <a:cubicBezTo>
                    <a:pt x="11574" y="36344"/>
                    <a:pt x="11743" y="36437"/>
                    <a:pt x="11883" y="36512"/>
                  </a:cubicBezTo>
                  <a:cubicBezTo>
                    <a:pt x="12159" y="36660"/>
                    <a:pt x="12307" y="36739"/>
                    <a:pt x="12307" y="36739"/>
                  </a:cubicBezTo>
                  <a:cubicBezTo>
                    <a:pt x="12307" y="36739"/>
                    <a:pt x="12171" y="36641"/>
                    <a:pt x="11918" y="36457"/>
                  </a:cubicBezTo>
                  <a:cubicBezTo>
                    <a:pt x="11790" y="36359"/>
                    <a:pt x="11633" y="36247"/>
                    <a:pt x="11448" y="36114"/>
                  </a:cubicBezTo>
                  <a:cubicBezTo>
                    <a:pt x="11264" y="35981"/>
                    <a:pt x="11047" y="35835"/>
                    <a:pt x="10823" y="35647"/>
                  </a:cubicBezTo>
                  <a:cubicBezTo>
                    <a:pt x="10598" y="35466"/>
                    <a:pt x="10346" y="35264"/>
                    <a:pt x="10074" y="35047"/>
                  </a:cubicBezTo>
                  <a:cubicBezTo>
                    <a:pt x="9935" y="34941"/>
                    <a:pt x="9800" y="34819"/>
                    <a:pt x="9660" y="34691"/>
                  </a:cubicBezTo>
                  <a:cubicBezTo>
                    <a:pt x="9519" y="34565"/>
                    <a:pt x="9375" y="34434"/>
                    <a:pt x="9224" y="34300"/>
                  </a:cubicBezTo>
                  <a:cubicBezTo>
                    <a:pt x="9075" y="34163"/>
                    <a:pt x="8916" y="34028"/>
                    <a:pt x="8760" y="33881"/>
                  </a:cubicBezTo>
                  <a:cubicBezTo>
                    <a:pt x="8611" y="33729"/>
                    <a:pt x="8457" y="33571"/>
                    <a:pt x="8297" y="33410"/>
                  </a:cubicBezTo>
                  <a:cubicBezTo>
                    <a:pt x="8137" y="33250"/>
                    <a:pt x="7975" y="33086"/>
                    <a:pt x="7808" y="32918"/>
                  </a:cubicBezTo>
                  <a:cubicBezTo>
                    <a:pt x="7642" y="32748"/>
                    <a:pt x="7490" y="32560"/>
                    <a:pt x="7325" y="32377"/>
                  </a:cubicBezTo>
                  <a:cubicBezTo>
                    <a:pt x="7162" y="32193"/>
                    <a:pt x="6996" y="32003"/>
                    <a:pt x="6827" y="31810"/>
                  </a:cubicBezTo>
                  <a:cubicBezTo>
                    <a:pt x="6659" y="31616"/>
                    <a:pt x="6507" y="31402"/>
                    <a:pt x="6342" y="31194"/>
                  </a:cubicBezTo>
                  <a:cubicBezTo>
                    <a:pt x="6178" y="30985"/>
                    <a:pt x="6010" y="30772"/>
                    <a:pt x="5842" y="30556"/>
                  </a:cubicBezTo>
                  <a:cubicBezTo>
                    <a:pt x="5687" y="30332"/>
                    <a:pt x="5529" y="30101"/>
                    <a:pt x="5370" y="29870"/>
                  </a:cubicBezTo>
                  <a:cubicBezTo>
                    <a:pt x="4718" y="28949"/>
                    <a:pt x="4149" y="27904"/>
                    <a:pt x="3586" y="26816"/>
                  </a:cubicBezTo>
                  <a:cubicBezTo>
                    <a:pt x="3452" y="26541"/>
                    <a:pt x="3334" y="26256"/>
                    <a:pt x="3206" y="25972"/>
                  </a:cubicBezTo>
                  <a:cubicBezTo>
                    <a:pt x="3083" y="25687"/>
                    <a:pt x="2942" y="25406"/>
                    <a:pt x="2841" y="25108"/>
                  </a:cubicBezTo>
                  <a:cubicBezTo>
                    <a:pt x="2625" y="24515"/>
                    <a:pt x="2390" y="23924"/>
                    <a:pt x="2219" y="23305"/>
                  </a:cubicBezTo>
                  <a:cubicBezTo>
                    <a:pt x="1823" y="22083"/>
                    <a:pt x="1581" y="20799"/>
                    <a:pt x="1380" y="19512"/>
                  </a:cubicBezTo>
                  <a:cubicBezTo>
                    <a:pt x="1230" y="18216"/>
                    <a:pt x="1134" y="16921"/>
                    <a:pt x="1175" y="15627"/>
                  </a:cubicBezTo>
                  <a:cubicBezTo>
                    <a:pt x="1173" y="15293"/>
                    <a:pt x="1199" y="14980"/>
                    <a:pt x="1220" y="14667"/>
                  </a:cubicBezTo>
                  <a:cubicBezTo>
                    <a:pt x="1236" y="14353"/>
                    <a:pt x="1254" y="14040"/>
                    <a:pt x="1295" y="13727"/>
                  </a:cubicBezTo>
                  <a:cubicBezTo>
                    <a:pt x="1334" y="13414"/>
                    <a:pt x="1354" y="13100"/>
                    <a:pt x="1407" y="12795"/>
                  </a:cubicBezTo>
                  <a:cubicBezTo>
                    <a:pt x="1455" y="12488"/>
                    <a:pt x="1504" y="12183"/>
                    <a:pt x="1552" y="11881"/>
                  </a:cubicBezTo>
                  <a:cubicBezTo>
                    <a:pt x="1786" y="10679"/>
                    <a:pt x="2086" y="9528"/>
                    <a:pt x="2442" y="8459"/>
                  </a:cubicBezTo>
                  <a:cubicBezTo>
                    <a:pt x="2538" y="8195"/>
                    <a:pt x="2632" y="7933"/>
                    <a:pt x="2724" y="7675"/>
                  </a:cubicBezTo>
                  <a:cubicBezTo>
                    <a:pt x="2817" y="7417"/>
                    <a:pt x="2931" y="7174"/>
                    <a:pt x="3026" y="6926"/>
                  </a:cubicBezTo>
                  <a:cubicBezTo>
                    <a:pt x="3076" y="6802"/>
                    <a:pt x="3126" y="6680"/>
                    <a:pt x="3174" y="6559"/>
                  </a:cubicBezTo>
                  <a:cubicBezTo>
                    <a:pt x="3226" y="6439"/>
                    <a:pt x="3282" y="6323"/>
                    <a:pt x="3335" y="6207"/>
                  </a:cubicBezTo>
                  <a:cubicBezTo>
                    <a:pt x="3443" y="5973"/>
                    <a:pt x="3549" y="5745"/>
                    <a:pt x="3652" y="5520"/>
                  </a:cubicBezTo>
                  <a:cubicBezTo>
                    <a:pt x="3766" y="5301"/>
                    <a:pt x="3879" y="5087"/>
                    <a:pt x="3988" y="4878"/>
                  </a:cubicBezTo>
                  <a:cubicBezTo>
                    <a:pt x="4043" y="4772"/>
                    <a:pt x="4097" y="4669"/>
                    <a:pt x="4150" y="4565"/>
                  </a:cubicBezTo>
                  <a:cubicBezTo>
                    <a:pt x="4208" y="4464"/>
                    <a:pt x="4264" y="4365"/>
                    <a:pt x="4321" y="4268"/>
                  </a:cubicBezTo>
                  <a:cubicBezTo>
                    <a:pt x="4432" y="4072"/>
                    <a:pt x="4542" y="3880"/>
                    <a:pt x="4647" y="3693"/>
                  </a:cubicBezTo>
                  <a:cubicBezTo>
                    <a:pt x="4752" y="3508"/>
                    <a:pt x="4871" y="3336"/>
                    <a:pt x="4976" y="3163"/>
                  </a:cubicBezTo>
                  <a:cubicBezTo>
                    <a:pt x="5084" y="2992"/>
                    <a:pt x="5190" y="2827"/>
                    <a:pt x="5290" y="2669"/>
                  </a:cubicBezTo>
                  <a:cubicBezTo>
                    <a:pt x="5398" y="2514"/>
                    <a:pt x="5503" y="2364"/>
                    <a:pt x="5601" y="2220"/>
                  </a:cubicBezTo>
                  <a:cubicBezTo>
                    <a:pt x="5700" y="2075"/>
                    <a:pt x="5795" y="1938"/>
                    <a:pt x="5887" y="1805"/>
                  </a:cubicBezTo>
                  <a:cubicBezTo>
                    <a:pt x="5979" y="1672"/>
                    <a:pt x="6075" y="1555"/>
                    <a:pt x="6162" y="1437"/>
                  </a:cubicBezTo>
                  <a:cubicBezTo>
                    <a:pt x="6338" y="1206"/>
                    <a:pt x="6496" y="998"/>
                    <a:pt x="6633" y="818"/>
                  </a:cubicBezTo>
                  <a:cubicBezTo>
                    <a:pt x="6778" y="644"/>
                    <a:pt x="6901" y="494"/>
                    <a:pt x="7000" y="374"/>
                  </a:cubicBezTo>
                  <a:cubicBezTo>
                    <a:pt x="7197" y="131"/>
                    <a:pt x="7303" y="0"/>
                    <a:pt x="7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 name="Google Shape;1010;p69"/>
            <p:cNvGrpSpPr/>
            <p:nvPr/>
          </p:nvGrpSpPr>
          <p:grpSpPr>
            <a:xfrm>
              <a:off x="5999131" y="1479128"/>
              <a:ext cx="2046921" cy="2185244"/>
              <a:chOff x="6103386" y="1577359"/>
              <a:chExt cx="1845403" cy="1970108"/>
            </a:xfrm>
          </p:grpSpPr>
          <p:sp>
            <p:nvSpPr>
              <p:cNvPr id="1011" name="Google Shape;1011;p69"/>
              <p:cNvSpPr/>
              <p:nvPr/>
            </p:nvSpPr>
            <p:spPr>
              <a:xfrm>
                <a:off x="6103386" y="1577359"/>
                <a:ext cx="1845403" cy="1639000"/>
              </a:xfrm>
              <a:custGeom>
                <a:rect b="b" l="l" r="r" t="t"/>
                <a:pathLst>
                  <a:path extrusionOk="0" h="34066" w="38356">
                    <a:moveTo>
                      <a:pt x="34386" y="12223"/>
                    </a:moveTo>
                    <a:cubicBezTo>
                      <a:pt x="34411" y="12223"/>
                      <a:pt x="34436" y="12226"/>
                      <a:pt x="34459" y="12232"/>
                    </a:cubicBezTo>
                    <a:cubicBezTo>
                      <a:pt x="34541" y="12253"/>
                      <a:pt x="34600" y="12299"/>
                      <a:pt x="34643" y="12335"/>
                    </a:cubicBezTo>
                    <a:cubicBezTo>
                      <a:pt x="34687" y="12374"/>
                      <a:pt x="34715" y="12412"/>
                      <a:pt x="34734" y="12435"/>
                    </a:cubicBezTo>
                    <a:cubicBezTo>
                      <a:pt x="34753" y="12460"/>
                      <a:pt x="34761" y="12474"/>
                      <a:pt x="34761" y="12474"/>
                    </a:cubicBezTo>
                    <a:cubicBezTo>
                      <a:pt x="34761" y="12474"/>
                      <a:pt x="34720" y="12420"/>
                      <a:pt x="34629" y="12350"/>
                    </a:cubicBezTo>
                    <a:cubicBezTo>
                      <a:pt x="34585" y="12316"/>
                      <a:pt x="34524" y="12280"/>
                      <a:pt x="34448" y="12268"/>
                    </a:cubicBezTo>
                    <a:cubicBezTo>
                      <a:pt x="34435" y="12266"/>
                      <a:pt x="34421" y="12264"/>
                      <a:pt x="34407" y="12264"/>
                    </a:cubicBezTo>
                    <a:cubicBezTo>
                      <a:pt x="34343" y="12264"/>
                      <a:pt x="34275" y="12289"/>
                      <a:pt x="34220" y="12338"/>
                    </a:cubicBezTo>
                    <a:cubicBezTo>
                      <a:pt x="34081" y="12463"/>
                      <a:pt x="34025" y="12695"/>
                      <a:pt x="34015" y="12931"/>
                    </a:cubicBezTo>
                    <a:cubicBezTo>
                      <a:pt x="34007" y="13169"/>
                      <a:pt x="34050" y="13430"/>
                      <a:pt x="34146" y="13665"/>
                    </a:cubicBezTo>
                    <a:cubicBezTo>
                      <a:pt x="34193" y="13783"/>
                      <a:pt x="34253" y="13897"/>
                      <a:pt x="34331" y="13991"/>
                    </a:cubicBezTo>
                    <a:cubicBezTo>
                      <a:pt x="34408" y="14082"/>
                      <a:pt x="34508" y="14159"/>
                      <a:pt x="34614" y="14170"/>
                    </a:cubicBezTo>
                    <a:cubicBezTo>
                      <a:pt x="34622" y="14170"/>
                      <a:pt x="34629" y="14170"/>
                      <a:pt x="34636" y="14170"/>
                    </a:cubicBezTo>
                    <a:cubicBezTo>
                      <a:pt x="34734" y="14170"/>
                      <a:pt x="34819" y="14110"/>
                      <a:pt x="34878" y="14031"/>
                    </a:cubicBezTo>
                    <a:cubicBezTo>
                      <a:pt x="34938" y="13945"/>
                      <a:pt x="34976" y="13846"/>
                      <a:pt x="34998" y="13752"/>
                    </a:cubicBezTo>
                    <a:cubicBezTo>
                      <a:pt x="35044" y="13564"/>
                      <a:pt x="35045" y="13400"/>
                      <a:pt x="35041" y="13286"/>
                    </a:cubicBezTo>
                    <a:cubicBezTo>
                      <a:pt x="35036" y="13172"/>
                      <a:pt x="35025" y="13106"/>
                      <a:pt x="35025" y="13106"/>
                    </a:cubicBezTo>
                    <a:lnTo>
                      <a:pt x="35025" y="13106"/>
                    </a:lnTo>
                    <a:cubicBezTo>
                      <a:pt x="35025" y="13106"/>
                      <a:pt x="35029" y="13122"/>
                      <a:pt x="35036" y="13152"/>
                    </a:cubicBezTo>
                    <a:cubicBezTo>
                      <a:pt x="35043" y="13181"/>
                      <a:pt x="35052" y="13226"/>
                      <a:pt x="35062" y="13282"/>
                    </a:cubicBezTo>
                    <a:cubicBezTo>
                      <a:pt x="35075" y="13396"/>
                      <a:pt x="35095" y="13564"/>
                      <a:pt x="35056" y="13764"/>
                    </a:cubicBezTo>
                    <a:cubicBezTo>
                      <a:pt x="35036" y="13863"/>
                      <a:pt x="35005" y="13971"/>
                      <a:pt x="34941" y="14073"/>
                    </a:cubicBezTo>
                    <a:cubicBezTo>
                      <a:pt x="34904" y="14121"/>
                      <a:pt x="34864" y="14172"/>
                      <a:pt x="34808" y="14207"/>
                    </a:cubicBezTo>
                    <a:cubicBezTo>
                      <a:pt x="34751" y="14243"/>
                      <a:pt x="34693" y="14257"/>
                      <a:pt x="34627" y="14257"/>
                    </a:cubicBezTo>
                    <a:cubicBezTo>
                      <a:pt x="34621" y="14257"/>
                      <a:pt x="34615" y="14257"/>
                      <a:pt x="34609" y="14257"/>
                    </a:cubicBezTo>
                    <a:cubicBezTo>
                      <a:pt x="34465" y="14243"/>
                      <a:pt x="34347" y="14153"/>
                      <a:pt x="34260" y="14051"/>
                    </a:cubicBezTo>
                    <a:cubicBezTo>
                      <a:pt x="34171" y="13947"/>
                      <a:pt x="34104" y="13826"/>
                      <a:pt x="34054" y="13702"/>
                    </a:cubicBezTo>
                    <a:cubicBezTo>
                      <a:pt x="33955" y="13452"/>
                      <a:pt x="33915" y="13181"/>
                      <a:pt x="33928" y="12929"/>
                    </a:cubicBezTo>
                    <a:cubicBezTo>
                      <a:pt x="33943" y="12678"/>
                      <a:pt x="34018" y="12433"/>
                      <a:pt x="34185" y="12294"/>
                    </a:cubicBezTo>
                    <a:cubicBezTo>
                      <a:pt x="34246" y="12244"/>
                      <a:pt x="34319" y="12223"/>
                      <a:pt x="34386" y="12223"/>
                    </a:cubicBezTo>
                    <a:close/>
                    <a:moveTo>
                      <a:pt x="35266" y="17363"/>
                    </a:moveTo>
                    <a:cubicBezTo>
                      <a:pt x="35276" y="17363"/>
                      <a:pt x="35282" y="17363"/>
                      <a:pt x="35285" y="17363"/>
                    </a:cubicBezTo>
                    <a:cubicBezTo>
                      <a:pt x="35286" y="17363"/>
                      <a:pt x="35287" y="17363"/>
                      <a:pt x="35287" y="17363"/>
                    </a:cubicBezTo>
                    <a:lnTo>
                      <a:pt x="35287" y="17363"/>
                    </a:lnTo>
                    <a:cubicBezTo>
                      <a:pt x="35290" y="17365"/>
                      <a:pt x="35333" y="17364"/>
                      <a:pt x="35400" y="17395"/>
                    </a:cubicBezTo>
                    <a:cubicBezTo>
                      <a:pt x="35472" y="17423"/>
                      <a:pt x="35561" y="17500"/>
                      <a:pt x="35636" y="17623"/>
                    </a:cubicBezTo>
                    <a:cubicBezTo>
                      <a:pt x="35793" y="17867"/>
                      <a:pt x="35897" y="18275"/>
                      <a:pt x="35944" y="18762"/>
                    </a:cubicBezTo>
                    <a:cubicBezTo>
                      <a:pt x="35988" y="19255"/>
                      <a:pt x="35969" y="19834"/>
                      <a:pt x="35855" y="20445"/>
                    </a:cubicBezTo>
                    <a:cubicBezTo>
                      <a:pt x="35796" y="20748"/>
                      <a:pt x="35713" y="21061"/>
                      <a:pt x="35575" y="21363"/>
                    </a:cubicBezTo>
                    <a:cubicBezTo>
                      <a:pt x="35503" y="21512"/>
                      <a:pt x="35421" y="21660"/>
                      <a:pt x="35311" y="21794"/>
                    </a:cubicBezTo>
                    <a:cubicBezTo>
                      <a:pt x="35254" y="21860"/>
                      <a:pt x="35190" y="21923"/>
                      <a:pt x="35111" y="21974"/>
                    </a:cubicBezTo>
                    <a:cubicBezTo>
                      <a:pt x="35052" y="22021"/>
                      <a:pt x="34934" y="22053"/>
                      <a:pt x="34862" y="22053"/>
                    </a:cubicBezTo>
                    <a:cubicBezTo>
                      <a:pt x="34853" y="22053"/>
                      <a:pt x="34845" y="22052"/>
                      <a:pt x="34837" y="22051"/>
                    </a:cubicBezTo>
                    <a:cubicBezTo>
                      <a:pt x="34720" y="22040"/>
                      <a:pt x="34635" y="21993"/>
                      <a:pt x="34565" y="21927"/>
                    </a:cubicBezTo>
                    <a:cubicBezTo>
                      <a:pt x="34527" y="21895"/>
                      <a:pt x="34498" y="21862"/>
                      <a:pt x="34472" y="21825"/>
                    </a:cubicBezTo>
                    <a:cubicBezTo>
                      <a:pt x="34444" y="21789"/>
                      <a:pt x="34420" y="21753"/>
                      <a:pt x="34400" y="21714"/>
                    </a:cubicBezTo>
                    <a:cubicBezTo>
                      <a:pt x="34316" y="21561"/>
                      <a:pt x="34260" y="21400"/>
                      <a:pt x="34225" y="21238"/>
                    </a:cubicBezTo>
                    <a:cubicBezTo>
                      <a:pt x="34146" y="20916"/>
                      <a:pt x="34128" y="20594"/>
                      <a:pt x="34130" y="20284"/>
                    </a:cubicBezTo>
                    <a:cubicBezTo>
                      <a:pt x="34136" y="19663"/>
                      <a:pt x="34233" y="19093"/>
                      <a:pt x="34377" y="18619"/>
                    </a:cubicBezTo>
                    <a:cubicBezTo>
                      <a:pt x="34519" y="18147"/>
                      <a:pt x="34700" y="17771"/>
                      <a:pt x="34898" y="17559"/>
                    </a:cubicBezTo>
                    <a:cubicBezTo>
                      <a:pt x="34996" y="17453"/>
                      <a:pt x="35096" y="17394"/>
                      <a:pt x="35172" y="17376"/>
                    </a:cubicBezTo>
                    <a:cubicBezTo>
                      <a:pt x="35214" y="17365"/>
                      <a:pt x="35246" y="17363"/>
                      <a:pt x="35266" y="17363"/>
                    </a:cubicBezTo>
                    <a:close/>
                    <a:moveTo>
                      <a:pt x="31972" y="28561"/>
                    </a:moveTo>
                    <a:cubicBezTo>
                      <a:pt x="32020" y="28561"/>
                      <a:pt x="32060" y="28568"/>
                      <a:pt x="32088" y="28583"/>
                    </a:cubicBezTo>
                    <a:cubicBezTo>
                      <a:pt x="32135" y="28601"/>
                      <a:pt x="32157" y="28622"/>
                      <a:pt x="32158" y="28622"/>
                    </a:cubicBezTo>
                    <a:cubicBezTo>
                      <a:pt x="32158" y="28622"/>
                      <a:pt x="32158" y="28622"/>
                      <a:pt x="32158" y="28622"/>
                    </a:cubicBezTo>
                    <a:lnTo>
                      <a:pt x="32158" y="28622"/>
                    </a:lnTo>
                    <a:cubicBezTo>
                      <a:pt x="32158" y="28622"/>
                      <a:pt x="32158" y="28622"/>
                      <a:pt x="32158" y="28622"/>
                    </a:cubicBezTo>
                    <a:cubicBezTo>
                      <a:pt x="32157" y="28622"/>
                      <a:pt x="32135" y="28602"/>
                      <a:pt x="32087" y="28584"/>
                    </a:cubicBezTo>
                    <a:cubicBezTo>
                      <a:pt x="32060" y="28572"/>
                      <a:pt x="32024" y="28566"/>
                      <a:pt x="31982" y="28566"/>
                    </a:cubicBezTo>
                    <a:cubicBezTo>
                      <a:pt x="31946" y="28566"/>
                      <a:pt x="31905" y="28571"/>
                      <a:pt x="31861" y="28580"/>
                    </a:cubicBezTo>
                    <a:cubicBezTo>
                      <a:pt x="31667" y="28618"/>
                      <a:pt x="31417" y="28765"/>
                      <a:pt x="31170" y="28994"/>
                    </a:cubicBezTo>
                    <a:cubicBezTo>
                      <a:pt x="30926" y="29223"/>
                      <a:pt x="30673" y="29533"/>
                      <a:pt x="30470" y="29895"/>
                    </a:cubicBezTo>
                    <a:cubicBezTo>
                      <a:pt x="30371" y="30079"/>
                      <a:pt x="30278" y="30273"/>
                      <a:pt x="30222" y="30478"/>
                    </a:cubicBezTo>
                    <a:cubicBezTo>
                      <a:pt x="30194" y="30581"/>
                      <a:pt x="30175" y="30684"/>
                      <a:pt x="30175" y="30784"/>
                    </a:cubicBezTo>
                    <a:cubicBezTo>
                      <a:pt x="30173" y="30879"/>
                      <a:pt x="30207" y="30978"/>
                      <a:pt x="30254" y="31009"/>
                    </a:cubicBezTo>
                    <a:cubicBezTo>
                      <a:pt x="30295" y="31042"/>
                      <a:pt x="30346" y="31055"/>
                      <a:pt x="30402" y="31055"/>
                    </a:cubicBezTo>
                    <a:cubicBezTo>
                      <a:pt x="30523" y="31055"/>
                      <a:pt x="30669" y="30991"/>
                      <a:pt x="30793" y="30926"/>
                    </a:cubicBezTo>
                    <a:cubicBezTo>
                      <a:pt x="30977" y="30824"/>
                      <a:pt x="31148" y="30691"/>
                      <a:pt x="31303" y="30553"/>
                    </a:cubicBezTo>
                    <a:cubicBezTo>
                      <a:pt x="31612" y="30273"/>
                      <a:pt x="31855" y="29961"/>
                      <a:pt x="32024" y="29669"/>
                    </a:cubicBezTo>
                    <a:cubicBezTo>
                      <a:pt x="32192" y="29376"/>
                      <a:pt x="32279" y="29100"/>
                      <a:pt x="32271" y="28902"/>
                    </a:cubicBezTo>
                    <a:cubicBezTo>
                      <a:pt x="32268" y="28804"/>
                      <a:pt x="32244" y="28725"/>
                      <a:pt x="32212" y="28683"/>
                    </a:cubicBezTo>
                    <a:cubicBezTo>
                      <a:pt x="32192" y="28653"/>
                      <a:pt x="32177" y="28639"/>
                      <a:pt x="32169" y="28631"/>
                    </a:cubicBezTo>
                    <a:lnTo>
                      <a:pt x="32169" y="28631"/>
                    </a:lnTo>
                    <a:cubicBezTo>
                      <a:pt x="32178" y="28639"/>
                      <a:pt x="32196" y="28655"/>
                      <a:pt x="32215" y="28682"/>
                    </a:cubicBezTo>
                    <a:cubicBezTo>
                      <a:pt x="32248" y="28724"/>
                      <a:pt x="32271" y="28802"/>
                      <a:pt x="32276" y="28900"/>
                    </a:cubicBezTo>
                    <a:cubicBezTo>
                      <a:pt x="32289" y="29094"/>
                      <a:pt x="32212" y="29376"/>
                      <a:pt x="32063" y="29684"/>
                    </a:cubicBezTo>
                    <a:cubicBezTo>
                      <a:pt x="31914" y="29991"/>
                      <a:pt x="31692" y="30328"/>
                      <a:pt x="31396" y="30643"/>
                    </a:cubicBezTo>
                    <a:cubicBezTo>
                      <a:pt x="31245" y="30798"/>
                      <a:pt x="31077" y="30950"/>
                      <a:pt x="30879" y="31071"/>
                    </a:cubicBezTo>
                    <a:cubicBezTo>
                      <a:pt x="30779" y="31132"/>
                      <a:pt x="30670" y="31183"/>
                      <a:pt x="30547" y="31213"/>
                    </a:cubicBezTo>
                    <a:cubicBezTo>
                      <a:pt x="30499" y="31225"/>
                      <a:pt x="30449" y="31234"/>
                      <a:pt x="30395" y="31234"/>
                    </a:cubicBezTo>
                    <a:cubicBezTo>
                      <a:pt x="30380" y="31234"/>
                      <a:pt x="30366" y="31234"/>
                      <a:pt x="30351" y="31232"/>
                    </a:cubicBezTo>
                    <a:lnTo>
                      <a:pt x="30298" y="31227"/>
                    </a:lnTo>
                    <a:cubicBezTo>
                      <a:pt x="30278" y="31221"/>
                      <a:pt x="30258" y="31215"/>
                      <a:pt x="30238" y="31208"/>
                    </a:cubicBezTo>
                    <a:cubicBezTo>
                      <a:pt x="30194" y="31193"/>
                      <a:pt x="30178" y="31179"/>
                      <a:pt x="30151" y="31162"/>
                    </a:cubicBezTo>
                    <a:cubicBezTo>
                      <a:pt x="30012" y="31054"/>
                      <a:pt x="29996" y="30905"/>
                      <a:pt x="29994" y="30780"/>
                    </a:cubicBezTo>
                    <a:cubicBezTo>
                      <a:pt x="29994" y="30652"/>
                      <a:pt x="30020" y="30535"/>
                      <a:pt x="30059" y="30426"/>
                    </a:cubicBezTo>
                    <a:cubicBezTo>
                      <a:pt x="30129" y="30202"/>
                      <a:pt x="30242" y="30006"/>
                      <a:pt x="30359" y="29826"/>
                    </a:cubicBezTo>
                    <a:cubicBezTo>
                      <a:pt x="30599" y="29466"/>
                      <a:pt x="30876" y="29175"/>
                      <a:pt x="31143" y="28960"/>
                    </a:cubicBezTo>
                    <a:cubicBezTo>
                      <a:pt x="31408" y="28748"/>
                      <a:pt x="31665" y="28610"/>
                      <a:pt x="31861" y="28572"/>
                    </a:cubicBezTo>
                    <a:cubicBezTo>
                      <a:pt x="31901" y="28565"/>
                      <a:pt x="31939" y="28561"/>
                      <a:pt x="31972" y="28561"/>
                    </a:cubicBezTo>
                    <a:close/>
                    <a:moveTo>
                      <a:pt x="19178" y="1"/>
                    </a:moveTo>
                    <a:cubicBezTo>
                      <a:pt x="8603" y="1"/>
                      <a:pt x="0" y="8603"/>
                      <a:pt x="0" y="19179"/>
                    </a:cubicBezTo>
                    <a:cubicBezTo>
                      <a:pt x="0" y="25082"/>
                      <a:pt x="2681" y="30367"/>
                      <a:pt x="6888" y="33888"/>
                    </a:cubicBezTo>
                    <a:cubicBezTo>
                      <a:pt x="7042" y="33565"/>
                      <a:pt x="7382" y="33214"/>
                      <a:pt x="7941" y="32751"/>
                    </a:cubicBezTo>
                    <a:cubicBezTo>
                      <a:pt x="7772" y="32693"/>
                      <a:pt x="7675" y="32657"/>
                      <a:pt x="7663" y="32653"/>
                    </a:cubicBezTo>
                    <a:cubicBezTo>
                      <a:pt x="6674" y="31807"/>
                      <a:pt x="5779" y="30855"/>
                      <a:pt x="4997" y="29814"/>
                    </a:cubicBezTo>
                    <a:lnTo>
                      <a:pt x="4997" y="29814"/>
                    </a:lnTo>
                    <a:cubicBezTo>
                      <a:pt x="5045" y="29826"/>
                      <a:pt x="5095" y="29832"/>
                      <a:pt x="5146" y="29832"/>
                    </a:cubicBezTo>
                    <a:cubicBezTo>
                      <a:pt x="5308" y="29832"/>
                      <a:pt x="5478" y="29771"/>
                      <a:pt x="5583" y="29637"/>
                    </a:cubicBezTo>
                    <a:cubicBezTo>
                      <a:pt x="5728" y="29449"/>
                      <a:pt x="5728" y="29243"/>
                      <a:pt x="5720" y="29078"/>
                    </a:cubicBezTo>
                    <a:cubicBezTo>
                      <a:pt x="5708" y="28906"/>
                      <a:pt x="5663" y="28757"/>
                      <a:pt x="5616" y="28623"/>
                    </a:cubicBezTo>
                    <a:cubicBezTo>
                      <a:pt x="5521" y="28356"/>
                      <a:pt x="5396" y="28158"/>
                      <a:pt x="5302" y="28025"/>
                    </a:cubicBezTo>
                    <a:cubicBezTo>
                      <a:pt x="5207" y="27894"/>
                      <a:pt x="5144" y="27829"/>
                      <a:pt x="5144" y="27829"/>
                    </a:cubicBezTo>
                    <a:lnTo>
                      <a:pt x="5144" y="27829"/>
                    </a:lnTo>
                    <a:cubicBezTo>
                      <a:pt x="5144" y="27829"/>
                      <a:pt x="5185" y="27911"/>
                      <a:pt x="5247" y="28058"/>
                    </a:cubicBezTo>
                    <a:cubicBezTo>
                      <a:pt x="5307" y="28203"/>
                      <a:pt x="5388" y="28415"/>
                      <a:pt x="5440" y="28673"/>
                    </a:cubicBezTo>
                    <a:cubicBezTo>
                      <a:pt x="5466" y="28803"/>
                      <a:pt x="5485" y="28944"/>
                      <a:pt x="5481" y="29085"/>
                    </a:cubicBezTo>
                    <a:cubicBezTo>
                      <a:pt x="5479" y="29206"/>
                      <a:pt x="5451" y="29328"/>
                      <a:pt x="5396" y="29411"/>
                    </a:cubicBezTo>
                    <a:cubicBezTo>
                      <a:pt x="5336" y="29255"/>
                      <a:pt x="5074" y="29059"/>
                      <a:pt x="4708" y="28673"/>
                    </a:cubicBezTo>
                    <a:cubicBezTo>
                      <a:pt x="4324" y="28268"/>
                      <a:pt x="4166" y="27910"/>
                      <a:pt x="4131" y="27584"/>
                    </a:cubicBezTo>
                    <a:cubicBezTo>
                      <a:pt x="4111" y="27394"/>
                      <a:pt x="4075" y="27310"/>
                      <a:pt x="4036" y="27280"/>
                    </a:cubicBezTo>
                    <a:cubicBezTo>
                      <a:pt x="4065" y="27248"/>
                      <a:pt x="4103" y="27225"/>
                      <a:pt x="4136" y="27212"/>
                    </a:cubicBezTo>
                    <a:cubicBezTo>
                      <a:pt x="4185" y="27194"/>
                      <a:pt x="4212" y="27187"/>
                      <a:pt x="4252" y="27182"/>
                    </a:cubicBezTo>
                    <a:cubicBezTo>
                      <a:pt x="4267" y="27181"/>
                      <a:pt x="4281" y="27180"/>
                      <a:pt x="4295" y="27180"/>
                    </a:cubicBezTo>
                    <a:cubicBezTo>
                      <a:pt x="4350" y="27180"/>
                      <a:pt x="4395" y="27189"/>
                      <a:pt x="4428" y="27196"/>
                    </a:cubicBezTo>
                    <a:cubicBezTo>
                      <a:pt x="4469" y="27206"/>
                      <a:pt x="4490" y="27216"/>
                      <a:pt x="4490" y="27216"/>
                    </a:cubicBezTo>
                    <a:cubicBezTo>
                      <a:pt x="4490" y="27216"/>
                      <a:pt x="4473" y="27200"/>
                      <a:pt x="4436" y="27175"/>
                    </a:cubicBezTo>
                    <a:cubicBezTo>
                      <a:pt x="4400" y="27153"/>
                      <a:pt x="4342" y="27119"/>
                      <a:pt x="4255" y="27102"/>
                    </a:cubicBezTo>
                    <a:cubicBezTo>
                      <a:pt x="4233" y="27097"/>
                      <a:pt x="4212" y="27095"/>
                      <a:pt x="4186" y="27093"/>
                    </a:cubicBezTo>
                    <a:cubicBezTo>
                      <a:pt x="4159" y="27093"/>
                      <a:pt x="4132" y="27095"/>
                      <a:pt x="4111" y="27097"/>
                    </a:cubicBezTo>
                    <a:cubicBezTo>
                      <a:pt x="4050" y="27108"/>
                      <a:pt x="3995" y="27131"/>
                      <a:pt x="3939" y="27171"/>
                    </a:cubicBezTo>
                    <a:cubicBezTo>
                      <a:pt x="3832" y="27253"/>
                      <a:pt x="3763" y="27389"/>
                      <a:pt x="3728" y="27535"/>
                    </a:cubicBezTo>
                    <a:cubicBezTo>
                      <a:pt x="3707" y="27625"/>
                      <a:pt x="3697" y="27723"/>
                      <a:pt x="3700" y="27824"/>
                    </a:cubicBezTo>
                    <a:cubicBezTo>
                      <a:pt x="2267" y="25266"/>
                      <a:pt x="1451" y="22318"/>
                      <a:pt x="1451" y="19177"/>
                    </a:cubicBezTo>
                    <a:cubicBezTo>
                      <a:pt x="1451" y="9389"/>
                      <a:pt x="9384" y="1452"/>
                      <a:pt x="19173" y="1452"/>
                    </a:cubicBezTo>
                    <a:cubicBezTo>
                      <a:pt x="20172" y="1452"/>
                      <a:pt x="21151" y="1537"/>
                      <a:pt x="22105" y="1697"/>
                    </a:cubicBezTo>
                    <a:cubicBezTo>
                      <a:pt x="22081" y="1706"/>
                      <a:pt x="22060" y="1718"/>
                      <a:pt x="22034" y="1728"/>
                    </a:cubicBezTo>
                    <a:cubicBezTo>
                      <a:pt x="21963" y="1761"/>
                      <a:pt x="21883" y="1792"/>
                      <a:pt x="21797" y="1820"/>
                    </a:cubicBezTo>
                    <a:cubicBezTo>
                      <a:pt x="21629" y="1882"/>
                      <a:pt x="21441" y="1933"/>
                      <a:pt x="21251" y="1980"/>
                    </a:cubicBezTo>
                    <a:cubicBezTo>
                      <a:pt x="20808" y="2089"/>
                      <a:pt x="20354" y="2155"/>
                      <a:pt x="20051" y="2190"/>
                    </a:cubicBezTo>
                    <a:cubicBezTo>
                      <a:pt x="20101" y="2210"/>
                      <a:pt x="20152" y="2231"/>
                      <a:pt x="20201" y="2258"/>
                    </a:cubicBezTo>
                    <a:cubicBezTo>
                      <a:pt x="20341" y="2264"/>
                      <a:pt x="20504" y="2269"/>
                      <a:pt x="20678" y="2269"/>
                    </a:cubicBezTo>
                    <a:cubicBezTo>
                      <a:pt x="20804" y="2269"/>
                      <a:pt x="20937" y="2267"/>
                      <a:pt x="21071" y="2261"/>
                    </a:cubicBezTo>
                    <a:lnTo>
                      <a:pt x="21071" y="2261"/>
                    </a:lnTo>
                    <a:cubicBezTo>
                      <a:pt x="21066" y="2268"/>
                      <a:pt x="21047" y="2289"/>
                      <a:pt x="21024" y="2335"/>
                    </a:cubicBezTo>
                    <a:cubicBezTo>
                      <a:pt x="21012" y="2362"/>
                      <a:pt x="20999" y="2395"/>
                      <a:pt x="20991" y="2435"/>
                    </a:cubicBezTo>
                    <a:cubicBezTo>
                      <a:pt x="20984" y="2456"/>
                      <a:pt x="20983" y="2477"/>
                      <a:pt x="20980" y="2500"/>
                    </a:cubicBezTo>
                    <a:cubicBezTo>
                      <a:pt x="20979" y="2524"/>
                      <a:pt x="20976" y="2550"/>
                      <a:pt x="20980" y="2574"/>
                    </a:cubicBezTo>
                    <a:cubicBezTo>
                      <a:pt x="20984" y="2599"/>
                      <a:pt x="20986" y="2627"/>
                      <a:pt x="20992" y="2654"/>
                    </a:cubicBezTo>
                    <a:cubicBezTo>
                      <a:pt x="21003" y="2681"/>
                      <a:pt x="21011" y="2711"/>
                      <a:pt x="21020" y="2740"/>
                    </a:cubicBezTo>
                    <a:cubicBezTo>
                      <a:pt x="21031" y="2768"/>
                      <a:pt x="21051" y="2798"/>
                      <a:pt x="21067" y="2828"/>
                    </a:cubicBezTo>
                    <a:cubicBezTo>
                      <a:pt x="21077" y="2842"/>
                      <a:pt x="21085" y="2858"/>
                      <a:pt x="21094" y="2873"/>
                    </a:cubicBezTo>
                    <a:lnTo>
                      <a:pt x="21131" y="2915"/>
                    </a:lnTo>
                    <a:cubicBezTo>
                      <a:pt x="21153" y="2943"/>
                      <a:pt x="21178" y="2974"/>
                      <a:pt x="21204" y="3001"/>
                    </a:cubicBezTo>
                    <a:cubicBezTo>
                      <a:pt x="21234" y="3028"/>
                      <a:pt x="21262" y="3055"/>
                      <a:pt x="21293" y="3081"/>
                    </a:cubicBezTo>
                    <a:cubicBezTo>
                      <a:pt x="21308" y="3095"/>
                      <a:pt x="21323" y="3108"/>
                      <a:pt x="21340" y="3122"/>
                    </a:cubicBezTo>
                    <a:lnTo>
                      <a:pt x="21392" y="3157"/>
                    </a:lnTo>
                    <a:lnTo>
                      <a:pt x="21496" y="3229"/>
                    </a:lnTo>
                    <a:cubicBezTo>
                      <a:pt x="21568" y="3275"/>
                      <a:pt x="21648" y="3311"/>
                      <a:pt x="21721" y="3351"/>
                    </a:cubicBezTo>
                    <a:cubicBezTo>
                      <a:pt x="21797" y="3392"/>
                      <a:pt x="21879" y="3418"/>
                      <a:pt x="21952" y="3452"/>
                    </a:cubicBezTo>
                    <a:cubicBezTo>
                      <a:pt x="22026" y="3486"/>
                      <a:pt x="22104" y="3510"/>
                      <a:pt x="22175" y="3533"/>
                    </a:cubicBezTo>
                    <a:cubicBezTo>
                      <a:pt x="22248" y="3554"/>
                      <a:pt x="22316" y="3577"/>
                      <a:pt x="22379" y="3597"/>
                    </a:cubicBezTo>
                    <a:cubicBezTo>
                      <a:pt x="22507" y="3631"/>
                      <a:pt x="22617" y="3652"/>
                      <a:pt x="22691" y="3671"/>
                    </a:cubicBezTo>
                    <a:cubicBezTo>
                      <a:pt x="22766" y="3687"/>
                      <a:pt x="22810" y="3695"/>
                      <a:pt x="22810" y="3695"/>
                    </a:cubicBezTo>
                    <a:cubicBezTo>
                      <a:pt x="22810" y="3695"/>
                      <a:pt x="22770" y="3679"/>
                      <a:pt x="22698" y="3653"/>
                    </a:cubicBezTo>
                    <a:cubicBezTo>
                      <a:pt x="22625" y="3628"/>
                      <a:pt x="22524" y="3592"/>
                      <a:pt x="22402" y="3547"/>
                    </a:cubicBezTo>
                    <a:cubicBezTo>
                      <a:pt x="22342" y="3525"/>
                      <a:pt x="22279" y="3498"/>
                      <a:pt x="22209" y="3471"/>
                    </a:cubicBezTo>
                    <a:cubicBezTo>
                      <a:pt x="22140" y="3444"/>
                      <a:pt x="22068" y="3416"/>
                      <a:pt x="21998" y="3382"/>
                    </a:cubicBezTo>
                    <a:cubicBezTo>
                      <a:pt x="21927" y="3349"/>
                      <a:pt x="21850" y="3316"/>
                      <a:pt x="21779" y="3279"/>
                    </a:cubicBezTo>
                    <a:cubicBezTo>
                      <a:pt x="21709" y="3239"/>
                      <a:pt x="21635" y="3204"/>
                      <a:pt x="21568" y="3161"/>
                    </a:cubicBezTo>
                    <a:lnTo>
                      <a:pt x="21469" y="3095"/>
                    </a:lnTo>
                    <a:lnTo>
                      <a:pt x="21421" y="3061"/>
                    </a:lnTo>
                    <a:cubicBezTo>
                      <a:pt x="21406" y="3049"/>
                      <a:pt x="21392" y="3036"/>
                      <a:pt x="21376" y="3024"/>
                    </a:cubicBezTo>
                    <a:cubicBezTo>
                      <a:pt x="21348" y="3001"/>
                      <a:pt x="21320" y="2975"/>
                      <a:pt x="21292" y="2952"/>
                    </a:cubicBezTo>
                    <a:cubicBezTo>
                      <a:pt x="21265" y="2927"/>
                      <a:pt x="21242" y="2901"/>
                      <a:pt x="21219" y="2876"/>
                    </a:cubicBezTo>
                    <a:lnTo>
                      <a:pt x="21184" y="2840"/>
                    </a:lnTo>
                    <a:lnTo>
                      <a:pt x="21157" y="2801"/>
                    </a:lnTo>
                    <a:cubicBezTo>
                      <a:pt x="21140" y="2774"/>
                      <a:pt x="21118" y="2751"/>
                      <a:pt x="21106" y="2724"/>
                    </a:cubicBezTo>
                    <a:cubicBezTo>
                      <a:pt x="21094" y="2697"/>
                      <a:pt x="21084" y="2672"/>
                      <a:pt x="21071" y="2646"/>
                    </a:cubicBezTo>
                    <a:cubicBezTo>
                      <a:pt x="21061" y="2621"/>
                      <a:pt x="21057" y="2597"/>
                      <a:pt x="21050" y="2572"/>
                    </a:cubicBezTo>
                    <a:cubicBezTo>
                      <a:pt x="21041" y="2550"/>
                      <a:pt x="21041" y="2525"/>
                      <a:pt x="21038" y="2504"/>
                    </a:cubicBezTo>
                    <a:cubicBezTo>
                      <a:pt x="21034" y="2482"/>
                      <a:pt x="21033" y="2460"/>
                      <a:pt x="21034" y="2442"/>
                    </a:cubicBezTo>
                    <a:cubicBezTo>
                      <a:pt x="21034" y="2402"/>
                      <a:pt x="21041" y="2368"/>
                      <a:pt x="21046" y="2341"/>
                    </a:cubicBezTo>
                    <a:cubicBezTo>
                      <a:pt x="21057" y="2298"/>
                      <a:pt x="21067" y="2272"/>
                      <a:pt x="21073" y="2261"/>
                    </a:cubicBezTo>
                    <a:cubicBezTo>
                      <a:pt x="21135" y="2257"/>
                      <a:pt x="21195" y="2256"/>
                      <a:pt x="21258" y="2250"/>
                    </a:cubicBezTo>
                    <a:lnTo>
                      <a:pt x="21258" y="2250"/>
                    </a:lnTo>
                    <a:cubicBezTo>
                      <a:pt x="21254" y="2258"/>
                      <a:pt x="21251" y="2268"/>
                      <a:pt x="21249" y="2276"/>
                    </a:cubicBezTo>
                    <a:lnTo>
                      <a:pt x="21245" y="2290"/>
                    </a:lnTo>
                    <a:lnTo>
                      <a:pt x="21241" y="2304"/>
                    </a:lnTo>
                    <a:lnTo>
                      <a:pt x="21241" y="2308"/>
                    </a:lnTo>
                    <a:lnTo>
                      <a:pt x="21241" y="2312"/>
                    </a:lnTo>
                    <a:lnTo>
                      <a:pt x="21239" y="2323"/>
                    </a:lnTo>
                    <a:lnTo>
                      <a:pt x="21234" y="2364"/>
                    </a:lnTo>
                    <a:cubicBezTo>
                      <a:pt x="21229" y="2392"/>
                      <a:pt x="21231" y="2419"/>
                      <a:pt x="21234" y="2449"/>
                    </a:cubicBezTo>
                    <a:cubicBezTo>
                      <a:pt x="21238" y="2477"/>
                      <a:pt x="21239" y="2505"/>
                      <a:pt x="21249" y="2531"/>
                    </a:cubicBezTo>
                    <a:cubicBezTo>
                      <a:pt x="21276" y="2641"/>
                      <a:pt x="21341" y="2740"/>
                      <a:pt x="21417" y="2829"/>
                    </a:cubicBezTo>
                    <a:cubicBezTo>
                      <a:pt x="21575" y="3008"/>
                      <a:pt x="21782" y="3140"/>
                      <a:pt x="21997" y="3248"/>
                    </a:cubicBezTo>
                    <a:cubicBezTo>
                      <a:pt x="22213" y="3357"/>
                      <a:pt x="22440" y="3431"/>
                      <a:pt x="22671" y="3490"/>
                    </a:cubicBezTo>
                    <a:cubicBezTo>
                      <a:pt x="22730" y="3506"/>
                      <a:pt x="22782" y="3514"/>
                      <a:pt x="22836" y="3526"/>
                    </a:cubicBezTo>
                    <a:cubicBezTo>
                      <a:pt x="22864" y="3531"/>
                      <a:pt x="22883" y="3537"/>
                      <a:pt x="22921" y="3543"/>
                    </a:cubicBezTo>
                    <a:lnTo>
                      <a:pt x="23005" y="3557"/>
                    </a:lnTo>
                    <a:cubicBezTo>
                      <a:pt x="23060" y="3565"/>
                      <a:pt x="23115" y="3572"/>
                      <a:pt x="23169" y="3577"/>
                    </a:cubicBezTo>
                    <a:cubicBezTo>
                      <a:pt x="23223" y="3584"/>
                      <a:pt x="23276" y="3588"/>
                      <a:pt x="23330" y="3590"/>
                    </a:cubicBezTo>
                    <a:cubicBezTo>
                      <a:pt x="23402" y="3595"/>
                      <a:pt x="23473" y="3598"/>
                      <a:pt x="23541" y="3598"/>
                    </a:cubicBezTo>
                    <a:cubicBezTo>
                      <a:pt x="23676" y="3598"/>
                      <a:pt x="23804" y="3588"/>
                      <a:pt x="23924" y="3572"/>
                    </a:cubicBezTo>
                    <a:cubicBezTo>
                      <a:pt x="24284" y="3525"/>
                      <a:pt x="24551" y="3389"/>
                      <a:pt x="24664" y="3257"/>
                    </a:cubicBezTo>
                    <a:cubicBezTo>
                      <a:pt x="24720" y="3192"/>
                      <a:pt x="24744" y="3130"/>
                      <a:pt x="24754" y="3089"/>
                    </a:cubicBezTo>
                    <a:cubicBezTo>
                      <a:pt x="24760" y="3049"/>
                      <a:pt x="24764" y="3028"/>
                      <a:pt x="24764" y="3028"/>
                    </a:cubicBezTo>
                    <a:lnTo>
                      <a:pt x="24764" y="3028"/>
                    </a:lnTo>
                    <a:cubicBezTo>
                      <a:pt x="24764" y="3028"/>
                      <a:pt x="24754" y="3048"/>
                      <a:pt x="24733" y="3087"/>
                    </a:cubicBezTo>
                    <a:cubicBezTo>
                      <a:pt x="24712" y="3123"/>
                      <a:pt x="24672" y="3170"/>
                      <a:pt x="24606" y="3222"/>
                    </a:cubicBezTo>
                    <a:cubicBezTo>
                      <a:pt x="24539" y="3272"/>
                      <a:pt x="24441" y="3316"/>
                      <a:pt x="24317" y="3353"/>
                    </a:cubicBezTo>
                    <a:cubicBezTo>
                      <a:pt x="24195" y="3389"/>
                      <a:pt x="24046" y="3410"/>
                      <a:pt x="23881" y="3417"/>
                    </a:cubicBezTo>
                    <a:cubicBezTo>
                      <a:pt x="23846" y="3419"/>
                      <a:pt x="23811" y="3419"/>
                      <a:pt x="23775" y="3419"/>
                    </a:cubicBezTo>
                    <a:cubicBezTo>
                      <a:pt x="23640" y="3419"/>
                      <a:pt x="23494" y="3409"/>
                      <a:pt x="23342" y="3389"/>
                    </a:cubicBezTo>
                    <a:cubicBezTo>
                      <a:pt x="23295" y="3384"/>
                      <a:pt x="23247" y="3375"/>
                      <a:pt x="23199" y="3366"/>
                    </a:cubicBezTo>
                    <a:cubicBezTo>
                      <a:pt x="23185" y="3365"/>
                      <a:pt x="23173" y="3362"/>
                      <a:pt x="23160" y="3359"/>
                    </a:cubicBezTo>
                    <a:cubicBezTo>
                      <a:pt x="22911" y="3157"/>
                      <a:pt x="22205" y="2699"/>
                      <a:pt x="22349" y="2188"/>
                    </a:cubicBezTo>
                    <a:cubicBezTo>
                      <a:pt x="22386" y="2055"/>
                      <a:pt x="22547" y="1994"/>
                      <a:pt x="22730" y="1967"/>
                    </a:cubicBezTo>
                    <a:cubicBezTo>
                      <a:pt x="22851" y="1968"/>
                      <a:pt x="22970" y="1975"/>
                      <a:pt x="23080" y="1987"/>
                    </a:cubicBezTo>
                    <a:cubicBezTo>
                      <a:pt x="23250" y="2007"/>
                      <a:pt x="23407" y="2034"/>
                      <a:pt x="23542" y="2066"/>
                    </a:cubicBezTo>
                    <a:cubicBezTo>
                      <a:pt x="23678" y="2097"/>
                      <a:pt x="23797" y="2131"/>
                      <a:pt x="23891" y="2163"/>
                    </a:cubicBezTo>
                    <a:cubicBezTo>
                      <a:pt x="24082" y="2227"/>
                      <a:pt x="24188" y="2276"/>
                      <a:pt x="24188" y="2276"/>
                    </a:cubicBezTo>
                    <a:cubicBezTo>
                      <a:pt x="24188" y="2276"/>
                      <a:pt x="24165" y="2261"/>
                      <a:pt x="24122" y="2231"/>
                    </a:cubicBezTo>
                    <a:cubicBezTo>
                      <a:pt x="24080" y="2203"/>
                      <a:pt x="24014" y="2162"/>
                      <a:pt x="23924" y="2116"/>
                    </a:cubicBezTo>
                    <a:cubicBezTo>
                      <a:pt x="23905" y="2106"/>
                      <a:pt x="23879" y="2096"/>
                      <a:pt x="23858" y="2084"/>
                    </a:cubicBezTo>
                    <a:lnTo>
                      <a:pt x="23858" y="2084"/>
                    </a:lnTo>
                    <a:cubicBezTo>
                      <a:pt x="27995" y="3216"/>
                      <a:pt x="31528" y="5807"/>
                      <a:pt x="33869" y="9272"/>
                    </a:cubicBezTo>
                    <a:cubicBezTo>
                      <a:pt x="30269" y="15226"/>
                      <a:pt x="29806" y="20003"/>
                      <a:pt x="28715" y="23978"/>
                    </a:cubicBezTo>
                    <a:lnTo>
                      <a:pt x="28715" y="31658"/>
                    </a:lnTo>
                    <a:cubicBezTo>
                      <a:pt x="29490" y="32247"/>
                      <a:pt x="30069" y="32693"/>
                      <a:pt x="30480" y="33067"/>
                    </a:cubicBezTo>
                    <a:cubicBezTo>
                      <a:pt x="30947" y="32680"/>
                      <a:pt x="31400" y="32272"/>
                      <a:pt x="31835" y="31842"/>
                    </a:cubicBezTo>
                    <a:cubicBezTo>
                      <a:pt x="32478" y="31195"/>
                      <a:pt x="33075" y="30503"/>
                      <a:pt x="33617" y="29789"/>
                    </a:cubicBezTo>
                    <a:cubicBezTo>
                      <a:pt x="34152" y="29066"/>
                      <a:pt x="34624" y="28317"/>
                      <a:pt x="35044" y="27570"/>
                    </a:cubicBezTo>
                    <a:cubicBezTo>
                      <a:pt x="35237" y="27187"/>
                      <a:pt x="35443" y="26822"/>
                      <a:pt x="35608" y="26442"/>
                    </a:cubicBezTo>
                    <a:cubicBezTo>
                      <a:pt x="35694" y="26254"/>
                      <a:pt x="35783" y="26072"/>
                      <a:pt x="35862" y="25886"/>
                    </a:cubicBezTo>
                    <a:cubicBezTo>
                      <a:pt x="35937" y="25701"/>
                      <a:pt x="36011" y="25516"/>
                      <a:pt x="36085" y="25333"/>
                    </a:cubicBezTo>
                    <a:cubicBezTo>
                      <a:pt x="36161" y="25152"/>
                      <a:pt x="36226" y="24969"/>
                      <a:pt x="36286" y="24789"/>
                    </a:cubicBezTo>
                    <a:cubicBezTo>
                      <a:pt x="36348" y="24609"/>
                      <a:pt x="36410" y="24432"/>
                      <a:pt x="36470" y="24257"/>
                    </a:cubicBezTo>
                    <a:cubicBezTo>
                      <a:pt x="36574" y="23903"/>
                      <a:pt x="36681" y="23562"/>
                      <a:pt x="36764" y="23230"/>
                    </a:cubicBezTo>
                    <a:cubicBezTo>
                      <a:pt x="36931" y="22565"/>
                      <a:pt x="37054" y="21948"/>
                      <a:pt x="37144" y="21397"/>
                    </a:cubicBezTo>
                    <a:cubicBezTo>
                      <a:pt x="37182" y="21120"/>
                      <a:pt x="37220" y="20861"/>
                      <a:pt x="37253" y="20622"/>
                    </a:cubicBezTo>
                    <a:cubicBezTo>
                      <a:pt x="37275" y="20383"/>
                      <a:pt x="37295" y="20162"/>
                      <a:pt x="37312" y="19961"/>
                    </a:cubicBezTo>
                    <a:cubicBezTo>
                      <a:pt x="37320" y="19862"/>
                      <a:pt x="37328" y="19767"/>
                      <a:pt x="37336" y="19678"/>
                    </a:cubicBezTo>
                    <a:cubicBezTo>
                      <a:pt x="37340" y="19589"/>
                      <a:pt x="37343" y="19505"/>
                      <a:pt x="37347" y="19428"/>
                    </a:cubicBezTo>
                    <a:cubicBezTo>
                      <a:pt x="37353" y="19271"/>
                      <a:pt x="37359" y="19140"/>
                      <a:pt x="37362" y="19032"/>
                    </a:cubicBezTo>
                    <a:cubicBezTo>
                      <a:pt x="37370" y="18818"/>
                      <a:pt x="37374" y="18704"/>
                      <a:pt x="37374" y="18703"/>
                    </a:cubicBezTo>
                    <a:lnTo>
                      <a:pt x="37374" y="18703"/>
                    </a:lnTo>
                    <a:cubicBezTo>
                      <a:pt x="37374" y="18704"/>
                      <a:pt x="37373" y="18818"/>
                      <a:pt x="37370" y="19032"/>
                    </a:cubicBezTo>
                    <a:cubicBezTo>
                      <a:pt x="37369" y="19140"/>
                      <a:pt x="37367" y="19271"/>
                      <a:pt x="37366" y="19428"/>
                    </a:cubicBezTo>
                    <a:cubicBezTo>
                      <a:pt x="37363" y="19505"/>
                      <a:pt x="37363" y="19589"/>
                      <a:pt x="37362" y="19678"/>
                    </a:cubicBezTo>
                    <a:cubicBezTo>
                      <a:pt x="37357" y="19767"/>
                      <a:pt x="37350" y="19862"/>
                      <a:pt x="37343" y="19961"/>
                    </a:cubicBezTo>
                    <a:cubicBezTo>
                      <a:pt x="37330" y="20162"/>
                      <a:pt x="37316" y="20384"/>
                      <a:pt x="37301" y="20626"/>
                    </a:cubicBezTo>
                    <a:cubicBezTo>
                      <a:pt x="37275" y="20867"/>
                      <a:pt x="37245" y="21127"/>
                      <a:pt x="37213" y="21405"/>
                    </a:cubicBezTo>
                    <a:cubicBezTo>
                      <a:pt x="37182" y="21684"/>
                      <a:pt x="37122" y="21976"/>
                      <a:pt x="37075" y="22286"/>
                    </a:cubicBezTo>
                    <a:cubicBezTo>
                      <a:pt x="37028" y="22597"/>
                      <a:pt x="36940" y="22916"/>
                      <a:pt x="36870" y="23253"/>
                    </a:cubicBezTo>
                    <a:cubicBezTo>
                      <a:pt x="36791" y="23589"/>
                      <a:pt x="36688" y="23934"/>
                      <a:pt x="36590" y="24292"/>
                    </a:cubicBezTo>
                    <a:cubicBezTo>
                      <a:pt x="36531" y="24468"/>
                      <a:pt x="36473" y="24648"/>
                      <a:pt x="36413" y="24831"/>
                    </a:cubicBezTo>
                    <a:cubicBezTo>
                      <a:pt x="36353" y="25015"/>
                      <a:pt x="36292" y="25199"/>
                      <a:pt x="36218" y="25381"/>
                    </a:cubicBezTo>
                    <a:cubicBezTo>
                      <a:pt x="36147" y="25567"/>
                      <a:pt x="36074" y="25753"/>
                      <a:pt x="36000" y="25943"/>
                    </a:cubicBezTo>
                    <a:cubicBezTo>
                      <a:pt x="35924" y="26131"/>
                      <a:pt x="35836" y="26317"/>
                      <a:pt x="35754" y="26507"/>
                    </a:cubicBezTo>
                    <a:cubicBezTo>
                      <a:pt x="35595" y="26891"/>
                      <a:pt x="35387" y="27261"/>
                      <a:pt x="35193" y="27648"/>
                    </a:cubicBezTo>
                    <a:cubicBezTo>
                      <a:pt x="34776" y="28403"/>
                      <a:pt x="34302" y="29161"/>
                      <a:pt x="33764" y="29892"/>
                    </a:cubicBezTo>
                    <a:cubicBezTo>
                      <a:pt x="33220" y="30617"/>
                      <a:pt x="32620" y="31320"/>
                      <a:pt x="31974" y="31975"/>
                    </a:cubicBezTo>
                    <a:cubicBezTo>
                      <a:pt x="31541" y="32402"/>
                      <a:pt x="31085" y="32806"/>
                      <a:pt x="30619" y="33189"/>
                    </a:cubicBezTo>
                    <a:cubicBezTo>
                      <a:pt x="30904" y="33463"/>
                      <a:pt x="31092" y="33696"/>
                      <a:pt x="31190" y="33919"/>
                    </a:cubicBezTo>
                    <a:cubicBezTo>
                      <a:pt x="31212" y="33968"/>
                      <a:pt x="31230" y="34016"/>
                      <a:pt x="31250" y="34066"/>
                    </a:cubicBezTo>
                    <a:cubicBezTo>
                      <a:pt x="35585" y="30547"/>
                      <a:pt x="38356" y="25183"/>
                      <a:pt x="38356" y="19179"/>
                    </a:cubicBezTo>
                    <a:cubicBezTo>
                      <a:pt x="38356" y="8603"/>
                      <a:pt x="29753" y="1"/>
                      <a:pt x="191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69"/>
              <p:cNvSpPr/>
              <p:nvPr/>
            </p:nvSpPr>
            <p:spPr>
              <a:xfrm>
                <a:off x="7749902" y="2412621"/>
                <a:ext cx="82032" cy="217469"/>
              </a:xfrm>
              <a:custGeom>
                <a:rect b="b" l="l" r="r" t="t"/>
                <a:pathLst>
                  <a:path extrusionOk="0" h="4520" w="1705">
                    <a:moveTo>
                      <a:pt x="1066" y="1"/>
                    </a:moveTo>
                    <a:cubicBezTo>
                      <a:pt x="1066" y="1"/>
                      <a:pt x="1065" y="1"/>
                      <a:pt x="1065" y="1"/>
                    </a:cubicBezTo>
                    <a:lnTo>
                      <a:pt x="1065" y="1"/>
                    </a:lnTo>
                    <a:cubicBezTo>
                      <a:pt x="1066" y="1"/>
                      <a:pt x="1066" y="1"/>
                      <a:pt x="1066" y="1"/>
                    </a:cubicBezTo>
                    <a:close/>
                    <a:moveTo>
                      <a:pt x="1065" y="1"/>
                    </a:moveTo>
                    <a:lnTo>
                      <a:pt x="1065" y="1"/>
                    </a:lnTo>
                    <a:cubicBezTo>
                      <a:pt x="1065" y="1"/>
                      <a:pt x="1064" y="1"/>
                      <a:pt x="1061" y="1"/>
                    </a:cubicBezTo>
                    <a:cubicBezTo>
                      <a:pt x="1058" y="1"/>
                      <a:pt x="1055" y="1"/>
                      <a:pt x="1050" y="1"/>
                    </a:cubicBezTo>
                    <a:cubicBezTo>
                      <a:pt x="1031" y="1"/>
                      <a:pt x="997" y="2"/>
                      <a:pt x="950" y="15"/>
                    </a:cubicBezTo>
                    <a:cubicBezTo>
                      <a:pt x="873" y="34"/>
                      <a:pt x="774" y="96"/>
                      <a:pt x="680" y="203"/>
                    </a:cubicBezTo>
                    <a:cubicBezTo>
                      <a:pt x="491" y="417"/>
                      <a:pt x="305" y="793"/>
                      <a:pt x="187" y="1266"/>
                    </a:cubicBezTo>
                    <a:cubicBezTo>
                      <a:pt x="69" y="1740"/>
                      <a:pt x="1" y="2313"/>
                      <a:pt x="22" y="2920"/>
                    </a:cubicBezTo>
                    <a:cubicBezTo>
                      <a:pt x="36" y="3222"/>
                      <a:pt x="68" y="3535"/>
                      <a:pt x="147" y="3840"/>
                    </a:cubicBezTo>
                    <a:cubicBezTo>
                      <a:pt x="183" y="3992"/>
                      <a:pt x="238" y="4139"/>
                      <a:pt x="315" y="4271"/>
                    </a:cubicBezTo>
                    <a:cubicBezTo>
                      <a:pt x="385" y="4399"/>
                      <a:pt x="506" y="4514"/>
                      <a:pt x="612" y="4519"/>
                    </a:cubicBezTo>
                    <a:cubicBezTo>
                      <a:pt x="618" y="4519"/>
                      <a:pt x="625" y="4519"/>
                      <a:pt x="632" y="4519"/>
                    </a:cubicBezTo>
                    <a:cubicBezTo>
                      <a:pt x="667" y="4519"/>
                      <a:pt x="702" y="4518"/>
                      <a:pt x="718" y="4507"/>
                    </a:cubicBezTo>
                    <a:cubicBezTo>
                      <a:pt x="741" y="4505"/>
                      <a:pt x="773" y="4487"/>
                      <a:pt x="802" y="4468"/>
                    </a:cubicBezTo>
                    <a:cubicBezTo>
                      <a:pt x="863" y="4433"/>
                      <a:pt x="916" y="4381"/>
                      <a:pt x="967" y="4326"/>
                    </a:cubicBezTo>
                    <a:cubicBezTo>
                      <a:pt x="1067" y="4211"/>
                      <a:pt x="1147" y="4075"/>
                      <a:pt x="1216" y="3935"/>
                    </a:cubicBezTo>
                    <a:cubicBezTo>
                      <a:pt x="1348" y="3652"/>
                      <a:pt x="1444" y="3351"/>
                      <a:pt x="1518" y="3057"/>
                    </a:cubicBezTo>
                    <a:cubicBezTo>
                      <a:pt x="1659" y="2466"/>
                      <a:pt x="1705" y="1893"/>
                      <a:pt x="1683" y="1404"/>
                    </a:cubicBezTo>
                    <a:cubicBezTo>
                      <a:pt x="1660" y="915"/>
                      <a:pt x="1554" y="511"/>
                      <a:pt x="1407" y="265"/>
                    </a:cubicBezTo>
                    <a:cubicBezTo>
                      <a:pt x="1335" y="143"/>
                      <a:pt x="1247" y="64"/>
                      <a:pt x="1177" y="34"/>
                    </a:cubicBezTo>
                    <a:cubicBezTo>
                      <a:pt x="1110" y="1"/>
                      <a:pt x="1066" y="3"/>
                      <a:pt x="10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69"/>
              <p:cNvSpPr/>
              <p:nvPr/>
            </p:nvSpPr>
            <p:spPr>
              <a:xfrm>
                <a:off x="6197684" y="2310866"/>
                <a:ext cx="122254" cy="297383"/>
              </a:xfrm>
              <a:custGeom>
                <a:rect b="b" l="l" r="r" t="t"/>
                <a:pathLst>
                  <a:path extrusionOk="0" h="6181" w="2541">
                    <a:moveTo>
                      <a:pt x="1476" y="1"/>
                    </a:moveTo>
                    <a:cubicBezTo>
                      <a:pt x="1381" y="1"/>
                      <a:pt x="1281" y="24"/>
                      <a:pt x="1189" y="65"/>
                    </a:cubicBezTo>
                    <a:cubicBezTo>
                      <a:pt x="1075" y="117"/>
                      <a:pt x="971" y="198"/>
                      <a:pt x="878" y="291"/>
                    </a:cubicBezTo>
                    <a:cubicBezTo>
                      <a:pt x="695" y="477"/>
                      <a:pt x="546" y="712"/>
                      <a:pt x="427" y="974"/>
                    </a:cubicBezTo>
                    <a:cubicBezTo>
                      <a:pt x="307" y="1236"/>
                      <a:pt x="210" y="1521"/>
                      <a:pt x="145" y="1823"/>
                    </a:cubicBezTo>
                    <a:cubicBezTo>
                      <a:pt x="80" y="2124"/>
                      <a:pt x="30" y="2446"/>
                      <a:pt x="16" y="2767"/>
                    </a:cubicBezTo>
                    <a:cubicBezTo>
                      <a:pt x="1" y="3091"/>
                      <a:pt x="10" y="3422"/>
                      <a:pt x="51" y="3754"/>
                    </a:cubicBezTo>
                    <a:cubicBezTo>
                      <a:pt x="98" y="4084"/>
                      <a:pt x="176" y="4413"/>
                      <a:pt x="307" y="4727"/>
                    </a:cubicBezTo>
                    <a:cubicBezTo>
                      <a:pt x="374" y="4885"/>
                      <a:pt x="458" y="5038"/>
                      <a:pt x="573" y="5179"/>
                    </a:cubicBezTo>
                    <a:cubicBezTo>
                      <a:pt x="686" y="5318"/>
                      <a:pt x="834" y="5453"/>
                      <a:pt x="1035" y="5516"/>
                    </a:cubicBezTo>
                    <a:cubicBezTo>
                      <a:pt x="1065" y="5527"/>
                      <a:pt x="1098" y="5529"/>
                      <a:pt x="1130" y="5536"/>
                    </a:cubicBezTo>
                    <a:cubicBezTo>
                      <a:pt x="1212" y="5583"/>
                      <a:pt x="1310" y="5650"/>
                      <a:pt x="1399" y="5732"/>
                    </a:cubicBezTo>
                    <a:cubicBezTo>
                      <a:pt x="1500" y="5825"/>
                      <a:pt x="1588" y="5933"/>
                      <a:pt x="1646" y="6025"/>
                    </a:cubicBezTo>
                    <a:cubicBezTo>
                      <a:pt x="1705" y="6113"/>
                      <a:pt x="1733" y="6180"/>
                      <a:pt x="1733" y="6180"/>
                    </a:cubicBezTo>
                    <a:cubicBezTo>
                      <a:pt x="1733" y="6180"/>
                      <a:pt x="1727" y="6108"/>
                      <a:pt x="1698" y="6001"/>
                    </a:cubicBezTo>
                    <a:cubicBezTo>
                      <a:pt x="1671" y="5893"/>
                      <a:pt x="1618" y="5755"/>
                      <a:pt x="1544" y="5622"/>
                    </a:cubicBezTo>
                    <a:cubicBezTo>
                      <a:pt x="1522" y="5584"/>
                      <a:pt x="1501" y="5549"/>
                      <a:pt x="1478" y="5514"/>
                    </a:cubicBezTo>
                    <a:cubicBezTo>
                      <a:pt x="1528" y="5497"/>
                      <a:pt x="1577" y="5477"/>
                      <a:pt x="1619" y="5453"/>
                    </a:cubicBezTo>
                    <a:cubicBezTo>
                      <a:pt x="1780" y="5364"/>
                      <a:pt x="1893" y="5240"/>
                      <a:pt x="1984" y="5120"/>
                    </a:cubicBezTo>
                    <a:cubicBezTo>
                      <a:pt x="2166" y="4875"/>
                      <a:pt x="2266" y="4620"/>
                      <a:pt x="2344" y="4385"/>
                    </a:cubicBezTo>
                    <a:cubicBezTo>
                      <a:pt x="2493" y="3911"/>
                      <a:pt x="2524" y="3505"/>
                      <a:pt x="2534" y="3225"/>
                    </a:cubicBezTo>
                    <a:cubicBezTo>
                      <a:pt x="2540" y="3084"/>
                      <a:pt x="2534" y="2974"/>
                      <a:pt x="2532" y="2900"/>
                    </a:cubicBezTo>
                    <a:cubicBezTo>
                      <a:pt x="2528" y="2823"/>
                      <a:pt x="2527" y="2786"/>
                      <a:pt x="2527" y="2786"/>
                    </a:cubicBezTo>
                    <a:cubicBezTo>
                      <a:pt x="2527" y="2786"/>
                      <a:pt x="2501" y="2944"/>
                      <a:pt x="2438" y="3213"/>
                    </a:cubicBezTo>
                    <a:cubicBezTo>
                      <a:pt x="2376" y="3481"/>
                      <a:pt x="2273" y="3865"/>
                      <a:pt x="2084" y="4286"/>
                    </a:cubicBezTo>
                    <a:cubicBezTo>
                      <a:pt x="1987" y="4492"/>
                      <a:pt x="1864" y="4710"/>
                      <a:pt x="1705" y="4893"/>
                    </a:cubicBezTo>
                    <a:cubicBezTo>
                      <a:pt x="1646" y="4958"/>
                      <a:pt x="1582" y="5016"/>
                      <a:pt x="1514" y="5059"/>
                    </a:cubicBezTo>
                    <a:cubicBezTo>
                      <a:pt x="1498" y="4863"/>
                      <a:pt x="1340" y="4544"/>
                      <a:pt x="1165" y="3996"/>
                    </a:cubicBezTo>
                    <a:cubicBezTo>
                      <a:pt x="895" y="3143"/>
                      <a:pt x="903" y="2306"/>
                      <a:pt x="1112" y="1467"/>
                    </a:cubicBezTo>
                    <a:cubicBezTo>
                      <a:pt x="1305" y="689"/>
                      <a:pt x="1289" y="403"/>
                      <a:pt x="1208" y="331"/>
                    </a:cubicBezTo>
                    <a:cubicBezTo>
                      <a:pt x="1310" y="238"/>
                      <a:pt x="1420" y="182"/>
                      <a:pt x="1533" y="178"/>
                    </a:cubicBezTo>
                    <a:cubicBezTo>
                      <a:pt x="1535" y="178"/>
                      <a:pt x="1536" y="178"/>
                      <a:pt x="1538" y="178"/>
                    </a:cubicBezTo>
                    <a:cubicBezTo>
                      <a:pt x="1708" y="178"/>
                      <a:pt x="1843" y="251"/>
                      <a:pt x="1941" y="340"/>
                    </a:cubicBezTo>
                    <a:cubicBezTo>
                      <a:pt x="2041" y="430"/>
                      <a:pt x="2104" y="520"/>
                      <a:pt x="2143" y="582"/>
                    </a:cubicBezTo>
                    <a:cubicBezTo>
                      <a:pt x="2182" y="646"/>
                      <a:pt x="2198" y="683"/>
                      <a:pt x="2198" y="683"/>
                    </a:cubicBezTo>
                    <a:cubicBezTo>
                      <a:pt x="2198" y="683"/>
                      <a:pt x="2190" y="645"/>
                      <a:pt x="2164" y="573"/>
                    </a:cubicBezTo>
                    <a:cubicBezTo>
                      <a:pt x="2137" y="501"/>
                      <a:pt x="2097" y="397"/>
                      <a:pt x="2007" y="280"/>
                    </a:cubicBezTo>
                    <a:cubicBezTo>
                      <a:pt x="1962" y="223"/>
                      <a:pt x="1904" y="162"/>
                      <a:pt x="1827" y="111"/>
                    </a:cubicBezTo>
                    <a:cubicBezTo>
                      <a:pt x="1753" y="58"/>
                      <a:pt x="1645" y="17"/>
                      <a:pt x="1541" y="5"/>
                    </a:cubicBezTo>
                    <a:cubicBezTo>
                      <a:pt x="1520" y="2"/>
                      <a:pt x="1498" y="1"/>
                      <a:pt x="14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69"/>
              <p:cNvSpPr/>
              <p:nvPr/>
            </p:nvSpPr>
            <p:spPr>
              <a:xfrm>
                <a:off x="6468888" y="2287820"/>
                <a:ext cx="85303" cy="113209"/>
              </a:xfrm>
              <a:custGeom>
                <a:rect b="b" l="l" r="r" t="t"/>
                <a:pathLst>
                  <a:path extrusionOk="0" h="2353" w="1773">
                    <a:moveTo>
                      <a:pt x="1135" y="0"/>
                    </a:moveTo>
                    <a:cubicBezTo>
                      <a:pt x="1082" y="0"/>
                      <a:pt x="1030" y="5"/>
                      <a:pt x="979" y="16"/>
                    </a:cubicBezTo>
                    <a:cubicBezTo>
                      <a:pt x="776" y="58"/>
                      <a:pt x="587" y="171"/>
                      <a:pt x="439" y="320"/>
                    </a:cubicBezTo>
                    <a:cubicBezTo>
                      <a:pt x="283" y="469"/>
                      <a:pt x="179" y="650"/>
                      <a:pt x="97" y="857"/>
                    </a:cubicBezTo>
                    <a:cubicBezTo>
                      <a:pt x="81" y="905"/>
                      <a:pt x="66" y="944"/>
                      <a:pt x="54" y="999"/>
                    </a:cubicBezTo>
                    <a:cubicBezTo>
                      <a:pt x="40" y="1053"/>
                      <a:pt x="30" y="1109"/>
                      <a:pt x="23" y="1160"/>
                    </a:cubicBezTo>
                    <a:cubicBezTo>
                      <a:pt x="4" y="1265"/>
                      <a:pt x="0" y="1373"/>
                      <a:pt x="11" y="1479"/>
                    </a:cubicBezTo>
                    <a:cubicBezTo>
                      <a:pt x="27" y="1688"/>
                      <a:pt x="97" y="1896"/>
                      <a:pt x="224" y="2063"/>
                    </a:cubicBezTo>
                    <a:cubicBezTo>
                      <a:pt x="348" y="2227"/>
                      <a:pt x="547" y="2335"/>
                      <a:pt x="724" y="2349"/>
                    </a:cubicBezTo>
                    <a:cubicBezTo>
                      <a:pt x="749" y="2352"/>
                      <a:pt x="774" y="2353"/>
                      <a:pt x="799" y="2353"/>
                    </a:cubicBezTo>
                    <a:cubicBezTo>
                      <a:pt x="959" y="2353"/>
                      <a:pt x="1094" y="2299"/>
                      <a:pt x="1207" y="2235"/>
                    </a:cubicBezTo>
                    <a:cubicBezTo>
                      <a:pt x="1336" y="2158"/>
                      <a:pt x="1437" y="2065"/>
                      <a:pt x="1513" y="1976"/>
                    </a:cubicBezTo>
                    <a:cubicBezTo>
                      <a:pt x="1586" y="1883"/>
                      <a:pt x="1648" y="1798"/>
                      <a:pt x="1687" y="1723"/>
                    </a:cubicBezTo>
                    <a:cubicBezTo>
                      <a:pt x="1723" y="1661"/>
                      <a:pt x="1746" y="1609"/>
                      <a:pt x="1763" y="1569"/>
                    </a:cubicBezTo>
                    <a:lnTo>
                      <a:pt x="1763" y="1562"/>
                    </a:lnTo>
                    <a:cubicBezTo>
                      <a:pt x="1744" y="1602"/>
                      <a:pt x="1719" y="1655"/>
                      <a:pt x="1681" y="1718"/>
                    </a:cubicBezTo>
                    <a:cubicBezTo>
                      <a:pt x="1638" y="1790"/>
                      <a:pt x="1577" y="1875"/>
                      <a:pt x="1495" y="1957"/>
                    </a:cubicBezTo>
                    <a:cubicBezTo>
                      <a:pt x="1413" y="2037"/>
                      <a:pt x="1307" y="2121"/>
                      <a:pt x="1178" y="2173"/>
                    </a:cubicBezTo>
                    <a:cubicBezTo>
                      <a:pt x="1094" y="2208"/>
                      <a:pt x="996" y="2232"/>
                      <a:pt x="900" y="2232"/>
                    </a:cubicBezTo>
                    <a:cubicBezTo>
                      <a:pt x="851" y="2232"/>
                      <a:pt x="802" y="2226"/>
                      <a:pt x="756" y="2212"/>
                    </a:cubicBezTo>
                    <a:cubicBezTo>
                      <a:pt x="604" y="2173"/>
                      <a:pt x="489" y="2071"/>
                      <a:pt x="411" y="1935"/>
                    </a:cubicBezTo>
                    <a:cubicBezTo>
                      <a:pt x="336" y="1798"/>
                      <a:pt x="302" y="1633"/>
                      <a:pt x="302" y="1465"/>
                    </a:cubicBezTo>
                    <a:cubicBezTo>
                      <a:pt x="305" y="1381"/>
                      <a:pt x="310" y="1295"/>
                      <a:pt x="328" y="1211"/>
                    </a:cubicBezTo>
                    <a:cubicBezTo>
                      <a:pt x="334" y="1167"/>
                      <a:pt x="344" y="1130"/>
                      <a:pt x="356" y="1089"/>
                    </a:cubicBezTo>
                    <a:cubicBezTo>
                      <a:pt x="365" y="1050"/>
                      <a:pt x="387" y="999"/>
                      <a:pt x="400" y="956"/>
                    </a:cubicBezTo>
                    <a:cubicBezTo>
                      <a:pt x="454" y="803"/>
                      <a:pt x="548" y="646"/>
                      <a:pt x="654" y="518"/>
                    </a:cubicBezTo>
                    <a:cubicBezTo>
                      <a:pt x="763" y="391"/>
                      <a:pt x="897" y="286"/>
                      <a:pt x="1043" y="232"/>
                    </a:cubicBezTo>
                    <a:cubicBezTo>
                      <a:pt x="1115" y="206"/>
                      <a:pt x="1194" y="194"/>
                      <a:pt x="1265" y="194"/>
                    </a:cubicBezTo>
                    <a:cubicBezTo>
                      <a:pt x="1281" y="196"/>
                      <a:pt x="1299" y="194"/>
                      <a:pt x="1316" y="198"/>
                    </a:cubicBezTo>
                    <a:lnTo>
                      <a:pt x="1380" y="211"/>
                    </a:lnTo>
                    <a:cubicBezTo>
                      <a:pt x="1409" y="219"/>
                      <a:pt x="1450" y="231"/>
                      <a:pt x="1481" y="247"/>
                    </a:cubicBezTo>
                    <a:cubicBezTo>
                      <a:pt x="1609" y="306"/>
                      <a:pt x="1704" y="418"/>
                      <a:pt x="1766" y="533"/>
                    </a:cubicBezTo>
                    <a:cubicBezTo>
                      <a:pt x="1769" y="485"/>
                      <a:pt x="1770" y="433"/>
                      <a:pt x="1773" y="380"/>
                    </a:cubicBezTo>
                    <a:cubicBezTo>
                      <a:pt x="1722" y="288"/>
                      <a:pt x="1652" y="198"/>
                      <a:pt x="1551" y="129"/>
                    </a:cubicBezTo>
                    <a:cubicBezTo>
                      <a:pt x="1509" y="98"/>
                      <a:pt x="1470" y="78"/>
                      <a:pt x="1421" y="57"/>
                    </a:cubicBezTo>
                    <a:cubicBezTo>
                      <a:pt x="1382" y="42"/>
                      <a:pt x="1342" y="24"/>
                      <a:pt x="1285" y="14"/>
                    </a:cubicBezTo>
                    <a:cubicBezTo>
                      <a:pt x="1236" y="5"/>
                      <a:pt x="1185" y="0"/>
                      <a:pt x="11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69"/>
              <p:cNvSpPr/>
              <p:nvPr/>
            </p:nvSpPr>
            <p:spPr>
              <a:xfrm>
                <a:off x="6325035" y="2677042"/>
                <a:ext cx="79289" cy="104260"/>
              </a:xfrm>
              <a:custGeom>
                <a:rect b="b" l="l" r="r" t="t"/>
                <a:pathLst>
                  <a:path extrusionOk="0" h="2167" w="1648">
                    <a:moveTo>
                      <a:pt x="539" y="0"/>
                    </a:moveTo>
                    <a:cubicBezTo>
                      <a:pt x="503" y="0"/>
                      <a:pt x="456" y="12"/>
                      <a:pt x="392" y="37"/>
                    </a:cubicBezTo>
                    <a:cubicBezTo>
                      <a:pt x="1" y="188"/>
                      <a:pt x="16" y="932"/>
                      <a:pt x="382" y="1500"/>
                    </a:cubicBezTo>
                    <a:cubicBezTo>
                      <a:pt x="609" y="1850"/>
                      <a:pt x="922" y="2085"/>
                      <a:pt x="1216" y="2158"/>
                    </a:cubicBezTo>
                    <a:cubicBezTo>
                      <a:pt x="1216" y="2158"/>
                      <a:pt x="1263" y="2166"/>
                      <a:pt x="1316" y="2166"/>
                    </a:cubicBezTo>
                    <a:cubicBezTo>
                      <a:pt x="1457" y="2166"/>
                      <a:pt x="1648" y="2107"/>
                      <a:pt x="1160" y="1681"/>
                    </a:cubicBezTo>
                    <a:cubicBezTo>
                      <a:pt x="851" y="1410"/>
                      <a:pt x="663" y="1067"/>
                      <a:pt x="640" y="620"/>
                    </a:cubicBezTo>
                    <a:cubicBezTo>
                      <a:pt x="621" y="207"/>
                      <a:pt x="683" y="0"/>
                      <a:pt x="5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69"/>
              <p:cNvSpPr/>
              <p:nvPr/>
            </p:nvSpPr>
            <p:spPr>
              <a:xfrm>
                <a:off x="6280773" y="2015173"/>
                <a:ext cx="157665" cy="182635"/>
              </a:xfrm>
              <a:custGeom>
                <a:rect b="b" l="l" r="r" t="t"/>
                <a:pathLst>
                  <a:path extrusionOk="0" h="3796" w="3277">
                    <a:moveTo>
                      <a:pt x="2417" y="1"/>
                    </a:moveTo>
                    <a:cubicBezTo>
                      <a:pt x="2351" y="1"/>
                      <a:pt x="2286" y="6"/>
                      <a:pt x="2222" y="16"/>
                    </a:cubicBezTo>
                    <a:cubicBezTo>
                      <a:pt x="1889" y="65"/>
                      <a:pt x="1585" y="223"/>
                      <a:pt x="1316" y="421"/>
                    </a:cubicBezTo>
                    <a:cubicBezTo>
                      <a:pt x="1042" y="619"/>
                      <a:pt x="815" y="865"/>
                      <a:pt x="607" y="1144"/>
                    </a:cubicBezTo>
                    <a:cubicBezTo>
                      <a:pt x="561" y="1211"/>
                      <a:pt x="519" y="1275"/>
                      <a:pt x="474" y="1347"/>
                    </a:cubicBezTo>
                    <a:cubicBezTo>
                      <a:pt x="432" y="1422"/>
                      <a:pt x="384" y="1496"/>
                      <a:pt x="349" y="1573"/>
                    </a:cubicBezTo>
                    <a:cubicBezTo>
                      <a:pt x="269" y="1720"/>
                      <a:pt x="204" y="1878"/>
                      <a:pt x="154" y="2037"/>
                    </a:cubicBezTo>
                    <a:cubicBezTo>
                      <a:pt x="53" y="2356"/>
                      <a:pt x="1" y="2695"/>
                      <a:pt x="61" y="3026"/>
                    </a:cubicBezTo>
                    <a:cubicBezTo>
                      <a:pt x="90" y="3191"/>
                      <a:pt x="150" y="3351"/>
                      <a:pt x="251" y="3488"/>
                    </a:cubicBezTo>
                    <a:cubicBezTo>
                      <a:pt x="355" y="3623"/>
                      <a:pt x="494" y="3716"/>
                      <a:pt x="644" y="3759"/>
                    </a:cubicBezTo>
                    <a:cubicBezTo>
                      <a:pt x="731" y="3784"/>
                      <a:pt x="815" y="3796"/>
                      <a:pt x="895" y="3796"/>
                    </a:cubicBezTo>
                    <a:cubicBezTo>
                      <a:pt x="959" y="3796"/>
                      <a:pt x="1020" y="3789"/>
                      <a:pt x="1081" y="3776"/>
                    </a:cubicBezTo>
                    <a:cubicBezTo>
                      <a:pt x="1215" y="3751"/>
                      <a:pt x="1338" y="3709"/>
                      <a:pt x="1450" y="3656"/>
                    </a:cubicBezTo>
                    <a:cubicBezTo>
                      <a:pt x="1894" y="3441"/>
                      <a:pt x="2175" y="3141"/>
                      <a:pt x="2366" y="2940"/>
                    </a:cubicBezTo>
                    <a:cubicBezTo>
                      <a:pt x="2458" y="2834"/>
                      <a:pt x="2527" y="2749"/>
                      <a:pt x="2571" y="2689"/>
                    </a:cubicBezTo>
                    <a:cubicBezTo>
                      <a:pt x="2617" y="2624"/>
                      <a:pt x="2640" y="2592"/>
                      <a:pt x="2640" y="2592"/>
                    </a:cubicBezTo>
                    <a:lnTo>
                      <a:pt x="2640" y="2592"/>
                    </a:lnTo>
                    <a:cubicBezTo>
                      <a:pt x="2640" y="2592"/>
                      <a:pt x="2614" y="2624"/>
                      <a:pt x="2570" y="2683"/>
                    </a:cubicBezTo>
                    <a:cubicBezTo>
                      <a:pt x="2524" y="2744"/>
                      <a:pt x="2453" y="2826"/>
                      <a:pt x="2358" y="2930"/>
                    </a:cubicBezTo>
                    <a:cubicBezTo>
                      <a:pt x="2261" y="3028"/>
                      <a:pt x="2141" y="3152"/>
                      <a:pt x="1982" y="3263"/>
                    </a:cubicBezTo>
                    <a:cubicBezTo>
                      <a:pt x="1826" y="3376"/>
                      <a:pt x="1638" y="3496"/>
                      <a:pt x="1416" y="3570"/>
                    </a:cubicBezTo>
                    <a:cubicBezTo>
                      <a:pt x="1293" y="3613"/>
                      <a:pt x="1150" y="3645"/>
                      <a:pt x="1010" y="3645"/>
                    </a:cubicBezTo>
                    <a:cubicBezTo>
                      <a:pt x="906" y="3645"/>
                      <a:pt x="804" y="3627"/>
                      <a:pt x="713" y="3586"/>
                    </a:cubicBezTo>
                    <a:cubicBezTo>
                      <a:pt x="604" y="3539"/>
                      <a:pt x="506" y="3454"/>
                      <a:pt x="448" y="3351"/>
                    </a:cubicBezTo>
                    <a:cubicBezTo>
                      <a:pt x="388" y="3246"/>
                      <a:pt x="359" y="3118"/>
                      <a:pt x="351" y="2985"/>
                    </a:cubicBezTo>
                    <a:cubicBezTo>
                      <a:pt x="342" y="2852"/>
                      <a:pt x="355" y="2713"/>
                      <a:pt x="388" y="2576"/>
                    </a:cubicBezTo>
                    <a:cubicBezTo>
                      <a:pt x="412" y="2436"/>
                      <a:pt x="457" y="2297"/>
                      <a:pt x="511" y="2161"/>
                    </a:cubicBezTo>
                    <a:cubicBezTo>
                      <a:pt x="568" y="2025"/>
                      <a:pt x="628" y="1890"/>
                      <a:pt x="702" y="1758"/>
                    </a:cubicBezTo>
                    <a:cubicBezTo>
                      <a:pt x="735" y="1690"/>
                      <a:pt x="778" y="1632"/>
                      <a:pt x="815" y="1569"/>
                    </a:cubicBezTo>
                    <a:cubicBezTo>
                      <a:pt x="855" y="1504"/>
                      <a:pt x="903" y="1437"/>
                      <a:pt x="948" y="1373"/>
                    </a:cubicBezTo>
                    <a:cubicBezTo>
                      <a:pt x="1114" y="1132"/>
                      <a:pt x="1329" y="907"/>
                      <a:pt x="1547" y="716"/>
                    </a:cubicBezTo>
                    <a:cubicBezTo>
                      <a:pt x="1659" y="622"/>
                      <a:pt x="1778" y="535"/>
                      <a:pt x="1901" y="466"/>
                    </a:cubicBezTo>
                    <a:cubicBezTo>
                      <a:pt x="2022" y="392"/>
                      <a:pt x="2151" y="335"/>
                      <a:pt x="2278" y="301"/>
                    </a:cubicBezTo>
                    <a:cubicBezTo>
                      <a:pt x="2364" y="279"/>
                      <a:pt x="2451" y="264"/>
                      <a:pt x="2535" y="264"/>
                    </a:cubicBezTo>
                    <a:cubicBezTo>
                      <a:pt x="2577" y="264"/>
                      <a:pt x="2618" y="268"/>
                      <a:pt x="2657" y="275"/>
                    </a:cubicBezTo>
                    <a:lnTo>
                      <a:pt x="2735" y="296"/>
                    </a:lnTo>
                    <a:cubicBezTo>
                      <a:pt x="2765" y="305"/>
                      <a:pt x="2798" y="327"/>
                      <a:pt x="2829" y="340"/>
                    </a:cubicBezTo>
                    <a:cubicBezTo>
                      <a:pt x="2869" y="365"/>
                      <a:pt x="2927" y="403"/>
                      <a:pt x="2963" y="447"/>
                    </a:cubicBezTo>
                    <a:cubicBezTo>
                      <a:pt x="3130" y="625"/>
                      <a:pt x="3178" y="892"/>
                      <a:pt x="3175" y="1121"/>
                    </a:cubicBezTo>
                    <a:cubicBezTo>
                      <a:pt x="3175" y="1356"/>
                      <a:pt x="3123" y="1571"/>
                      <a:pt x="3067" y="1757"/>
                    </a:cubicBezTo>
                    <a:cubicBezTo>
                      <a:pt x="3010" y="1943"/>
                      <a:pt x="2934" y="2094"/>
                      <a:pt x="2869" y="2220"/>
                    </a:cubicBezTo>
                    <a:cubicBezTo>
                      <a:pt x="2802" y="2342"/>
                      <a:pt x="2747" y="2436"/>
                      <a:pt x="2704" y="2498"/>
                    </a:cubicBezTo>
                    <a:cubicBezTo>
                      <a:pt x="2661" y="2558"/>
                      <a:pt x="2640" y="2592"/>
                      <a:pt x="2640" y="2592"/>
                    </a:cubicBezTo>
                    <a:cubicBezTo>
                      <a:pt x="2640" y="2592"/>
                      <a:pt x="2664" y="2558"/>
                      <a:pt x="2705" y="2498"/>
                    </a:cubicBezTo>
                    <a:cubicBezTo>
                      <a:pt x="2748" y="2438"/>
                      <a:pt x="2808" y="2344"/>
                      <a:pt x="2877" y="2223"/>
                    </a:cubicBezTo>
                    <a:cubicBezTo>
                      <a:pt x="3009" y="1978"/>
                      <a:pt x="3201" y="1616"/>
                      <a:pt x="3260" y="1127"/>
                    </a:cubicBezTo>
                    <a:cubicBezTo>
                      <a:pt x="3276" y="1005"/>
                      <a:pt x="3276" y="876"/>
                      <a:pt x="3257" y="739"/>
                    </a:cubicBezTo>
                    <a:cubicBezTo>
                      <a:pt x="3240" y="603"/>
                      <a:pt x="3192" y="462"/>
                      <a:pt x="3103" y="335"/>
                    </a:cubicBezTo>
                    <a:cubicBezTo>
                      <a:pt x="3057" y="267"/>
                      <a:pt x="3005" y="215"/>
                      <a:pt x="2934" y="160"/>
                    </a:cubicBezTo>
                    <a:cubicBezTo>
                      <a:pt x="2903" y="140"/>
                      <a:pt x="2877" y="120"/>
                      <a:pt x="2841" y="101"/>
                    </a:cubicBezTo>
                    <a:cubicBezTo>
                      <a:pt x="2801" y="83"/>
                      <a:pt x="2761" y="65"/>
                      <a:pt x="2719" y="47"/>
                    </a:cubicBezTo>
                    <a:cubicBezTo>
                      <a:pt x="2621" y="14"/>
                      <a:pt x="2519" y="1"/>
                      <a:pt x="24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69"/>
              <p:cNvSpPr/>
              <p:nvPr/>
            </p:nvSpPr>
            <p:spPr>
              <a:xfrm>
                <a:off x="6470331" y="2865253"/>
                <a:ext cx="83138" cy="205922"/>
              </a:xfrm>
              <a:custGeom>
                <a:rect b="b" l="l" r="r" t="t"/>
                <a:pathLst>
                  <a:path extrusionOk="0" h="4280" w="1728">
                    <a:moveTo>
                      <a:pt x="917" y="1"/>
                    </a:moveTo>
                    <a:lnTo>
                      <a:pt x="917" y="1"/>
                    </a:lnTo>
                    <a:cubicBezTo>
                      <a:pt x="917" y="1"/>
                      <a:pt x="879" y="14"/>
                      <a:pt x="807" y="38"/>
                    </a:cubicBezTo>
                    <a:cubicBezTo>
                      <a:pt x="769" y="48"/>
                      <a:pt x="726" y="67"/>
                      <a:pt x="676" y="93"/>
                    </a:cubicBezTo>
                    <a:cubicBezTo>
                      <a:pt x="652" y="107"/>
                      <a:pt x="625" y="120"/>
                      <a:pt x="596" y="135"/>
                    </a:cubicBezTo>
                    <a:cubicBezTo>
                      <a:pt x="569" y="154"/>
                      <a:pt x="542" y="175"/>
                      <a:pt x="513" y="197"/>
                    </a:cubicBezTo>
                    <a:cubicBezTo>
                      <a:pt x="394" y="284"/>
                      <a:pt x="265" y="421"/>
                      <a:pt x="177" y="610"/>
                    </a:cubicBezTo>
                    <a:cubicBezTo>
                      <a:pt x="83" y="798"/>
                      <a:pt x="22" y="1033"/>
                      <a:pt x="12" y="1290"/>
                    </a:cubicBezTo>
                    <a:cubicBezTo>
                      <a:pt x="1" y="1546"/>
                      <a:pt x="34" y="1826"/>
                      <a:pt x="116" y="2106"/>
                    </a:cubicBezTo>
                    <a:cubicBezTo>
                      <a:pt x="138" y="2176"/>
                      <a:pt x="161" y="2247"/>
                      <a:pt x="184" y="2319"/>
                    </a:cubicBezTo>
                    <a:lnTo>
                      <a:pt x="269" y="2536"/>
                    </a:lnTo>
                    <a:cubicBezTo>
                      <a:pt x="299" y="2603"/>
                      <a:pt x="331" y="2668"/>
                      <a:pt x="363" y="2734"/>
                    </a:cubicBezTo>
                    <a:cubicBezTo>
                      <a:pt x="404" y="2813"/>
                      <a:pt x="440" y="2873"/>
                      <a:pt x="480" y="2943"/>
                    </a:cubicBezTo>
                    <a:cubicBezTo>
                      <a:pt x="645" y="3214"/>
                      <a:pt x="839" y="3479"/>
                      <a:pt x="1070" y="3715"/>
                    </a:cubicBezTo>
                    <a:cubicBezTo>
                      <a:pt x="1270" y="3921"/>
                      <a:pt x="1490" y="4110"/>
                      <a:pt x="1728" y="4279"/>
                    </a:cubicBezTo>
                    <a:lnTo>
                      <a:pt x="1728" y="3644"/>
                    </a:lnTo>
                    <a:cubicBezTo>
                      <a:pt x="1622" y="3557"/>
                      <a:pt x="1518" y="3464"/>
                      <a:pt x="1423" y="3369"/>
                    </a:cubicBezTo>
                    <a:cubicBezTo>
                      <a:pt x="1215" y="3157"/>
                      <a:pt x="1017" y="2936"/>
                      <a:pt x="862" y="2701"/>
                    </a:cubicBezTo>
                    <a:cubicBezTo>
                      <a:pt x="825" y="2645"/>
                      <a:pt x="781" y="2580"/>
                      <a:pt x="752" y="2529"/>
                    </a:cubicBezTo>
                    <a:cubicBezTo>
                      <a:pt x="714" y="2465"/>
                      <a:pt x="679" y="2403"/>
                      <a:pt x="644" y="2339"/>
                    </a:cubicBezTo>
                    <a:cubicBezTo>
                      <a:pt x="613" y="2281"/>
                      <a:pt x="585" y="2223"/>
                      <a:pt x="557" y="2164"/>
                    </a:cubicBezTo>
                    <a:cubicBezTo>
                      <a:pt x="531" y="2104"/>
                      <a:pt x="504" y="2043"/>
                      <a:pt x="479" y="1986"/>
                    </a:cubicBezTo>
                    <a:cubicBezTo>
                      <a:pt x="386" y="1745"/>
                      <a:pt x="326" y="1506"/>
                      <a:pt x="306" y="1285"/>
                    </a:cubicBezTo>
                    <a:cubicBezTo>
                      <a:pt x="288" y="1063"/>
                      <a:pt x="306" y="858"/>
                      <a:pt x="358" y="684"/>
                    </a:cubicBezTo>
                    <a:cubicBezTo>
                      <a:pt x="409" y="510"/>
                      <a:pt x="494" y="370"/>
                      <a:pt x="584" y="271"/>
                    </a:cubicBezTo>
                    <a:cubicBezTo>
                      <a:pt x="605" y="247"/>
                      <a:pt x="627" y="222"/>
                      <a:pt x="647" y="201"/>
                    </a:cubicBezTo>
                    <a:cubicBezTo>
                      <a:pt x="671" y="181"/>
                      <a:pt x="691" y="162"/>
                      <a:pt x="711" y="146"/>
                    </a:cubicBezTo>
                    <a:cubicBezTo>
                      <a:pt x="749" y="108"/>
                      <a:pt x="786" y="81"/>
                      <a:pt x="820" y="63"/>
                    </a:cubicBezTo>
                    <a:cubicBezTo>
                      <a:pt x="883" y="22"/>
                      <a:pt x="917" y="1"/>
                      <a:pt x="9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69"/>
              <p:cNvSpPr/>
              <p:nvPr/>
            </p:nvSpPr>
            <p:spPr>
              <a:xfrm>
                <a:off x="6416784" y="1684551"/>
                <a:ext cx="1204448" cy="1862916"/>
              </a:xfrm>
              <a:custGeom>
                <a:rect b="b" l="l" r="r" t="t"/>
                <a:pathLst>
                  <a:path extrusionOk="0" h="38720" w="25034">
                    <a:moveTo>
                      <a:pt x="14420" y="9225"/>
                    </a:moveTo>
                    <a:lnTo>
                      <a:pt x="14830" y="9252"/>
                    </a:lnTo>
                    <a:cubicBezTo>
                      <a:pt x="14833" y="9322"/>
                      <a:pt x="14833" y="9393"/>
                      <a:pt x="14833" y="9463"/>
                    </a:cubicBezTo>
                    <a:lnTo>
                      <a:pt x="14833" y="9886"/>
                    </a:lnTo>
                    <a:cubicBezTo>
                      <a:pt x="14700" y="9641"/>
                      <a:pt x="14563" y="9421"/>
                      <a:pt x="14420" y="9225"/>
                    </a:cubicBezTo>
                    <a:close/>
                    <a:moveTo>
                      <a:pt x="11696" y="626"/>
                    </a:moveTo>
                    <a:cubicBezTo>
                      <a:pt x="11696" y="627"/>
                      <a:pt x="11578" y="840"/>
                      <a:pt x="11422" y="1169"/>
                    </a:cubicBezTo>
                    <a:cubicBezTo>
                      <a:pt x="11266" y="1498"/>
                      <a:pt x="11073" y="1942"/>
                      <a:pt x="10905" y="2396"/>
                    </a:cubicBezTo>
                    <a:cubicBezTo>
                      <a:pt x="10862" y="2509"/>
                      <a:pt x="10823" y="2623"/>
                      <a:pt x="10784" y="2735"/>
                    </a:cubicBezTo>
                    <a:cubicBezTo>
                      <a:pt x="10744" y="2848"/>
                      <a:pt x="10710" y="2959"/>
                      <a:pt x="10677" y="3066"/>
                    </a:cubicBezTo>
                    <a:cubicBezTo>
                      <a:pt x="10660" y="3116"/>
                      <a:pt x="10644" y="3164"/>
                      <a:pt x="10631" y="3211"/>
                    </a:cubicBezTo>
                    <a:cubicBezTo>
                      <a:pt x="11097" y="3169"/>
                      <a:pt x="11723" y="3134"/>
                      <a:pt x="12507" y="3134"/>
                    </a:cubicBezTo>
                    <a:cubicBezTo>
                      <a:pt x="12879" y="3134"/>
                      <a:pt x="13220" y="3143"/>
                      <a:pt x="13527" y="3156"/>
                    </a:cubicBezTo>
                    <a:cubicBezTo>
                      <a:pt x="14049" y="4724"/>
                      <a:pt x="14610" y="6716"/>
                      <a:pt x="14780" y="8454"/>
                    </a:cubicBezTo>
                    <a:lnTo>
                      <a:pt x="13772" y="8521"/>
                    </a:lnTo>
                    <a:cubicBezTo>
                      <a:pt x="13381" y="8206"/>
                      <a:pt x="12963" y="8045"/>
                      <a:pt x="12520" y="8045"/>
                    </a:cubicBezTo>
                    <a:cubicBezTo>
                      <a:pt x="11999" y="8045"/>
                      <a:pt x="11514" y="8265"/>
                      <a:pt x="11065" y="8701"/>
                    </a:cubicBezTo>
                    <a:lnTo>
                      <a:pt x="8807" y="8850"/>
                    </a:lnTo>
                    <a:lnTo>
                      <a:pt x="10804" y="8983"/>
                    </a:lnTo>
                    <a:cubicBezTo>
                      <a:pt x="10382" y="9489"/>
                      <a:pt x="9997" y="10200"/>
                      <a:pt x="9649" y="11112"/>
                    </a:cubicBezTo>
                    <a:cubicBezTo>
                      <a:pt x="9058" y="12663"/>
                      <a:pt x="8596" y="14798"/>
                      <a:pt x="8384" y="16967"/>
                    </a:cubicBezTo>
                    <a:cubicBezTo>
                      <a:pt x="8353" y="17278"/>
                      <a:pt x="8320" y="17592"/>
                      <a:pt x="8286" y="17909"/>
                    </a:cubicBezTo>
                    <a:cubicBezTo>
                      <a:pt x="8288" y="17020"/>
                      <a:pt x="8292" y="16119"/>
                      <a:pt x="8293" y="15217"/>
                    </a:cubicBezTo>
                    <a:cubicBezTo>
                      <a:pt x="8288" y="13259"/>
                      <a:pt x="8281" y="11300"/>
                      <a:pt x="8277" y="9465"/>
                    </a:cubicBezTo>
                    <a:cubicBezTo>
                      <a:pt x="8277" y="9352"/>
                      <a:pt x="8274" y="9232"/>
                      <a:pt x="8277" y="9126"/>
                    </a:cubicBezTo>
                    <a:cubicBezTo>
                      <a:pt x="8279" y="9017"/>
                      <a:pt x="8292" y="8905"/>
                      <a:pt x="8305" y="8797"/>
                    </a:cubicBezTo>
                    <a:cubicBezTo>
                      <a:pt x="8333" y="8579"/>
                      <a:pt x="8373" y="8360"/>
                      <a:pt x="8420" y="8147"/>
                    </a:cubicBezTo>
                    <a:cubicBezTo>
                      <a:pt x="8514" y="7720"/>
                      <a:pt x="8629" y="7305"/>
                      <a:pt x="8751" y="6903"/>
                    </a:cubicBezTo>
                    <a:cubicBezTo>
                      <a:pt x="8998" y="6103"/>
                      <a:pt x="9273" y="5357"/>
                      <a:pt x="9549" y="4678"/>
                    </a:cubicBezTo>
                    <a:cubicBezTo>
                      <a:pt x="9749" y="4189"/>
                      <a:pt x="9946" y="3734"/>
                      <a:pt x="10141" y="3318"/>
                    </a:cubicBezTo>
                    <a:cubicBezTo>
                      <a:pt x="10154" y="3287"/>
                      <a:pt x="10168" y="3258"/>
                      <a:pt x="10181" y="3228"/>
                    </a:cubicBezTo>
                    <a:cubicBezTo>
                      <a:pt x="10225" y="3130"/>
                      <a:pt x="10271" y="3028"/>
                      <a:pt x="10322" y="2923"/>
                    </a:cubicBezTo>
                    <a:cubicBezTo>
                      <a:pt x="10373" y="2819"/>
                      <a:pt x="10425" y="2712"/>
                      <a:pt x="10480" y="2605"/>
                    </a:cubicBezTo>
                    <a:cubicBezTo>
                      <a:pt x="10536" y="2498"/>
                      <a:pt x="10591" y="2390"/>
                      <a:pt x="10651" y="2282"/>
                    </a:cubicBezTo>
                    <a:cubicBezTo>
                      <a:pt x="10885" y="1848"/>
                      <a:pt x="11141" y="1432"/>
                      <a:pt x="11347" y="1127"/>
                    </a:cubicBezTo>
                    <a:cubicBezTo>
                      <a:pt x="11548" y="821"/>
                      <a:pt x="11696" y="627"/>
                      <a:pt x="11696" y="626"/>
                    </a:cubicBezTo>
                    <a:close/>
                    <a:moveTo>
                      <a:pt x="15573" y="15798"/>
                    </a:moveTo>
                    <a:lnTo>
                      <a:pt x="15573" y="15798"/>
                    </a:lnTo>
                    <a:cubicBezTo>
                      <a:pt x="15629" y="15804"/>
                      <a:pt x="15679" y="15808"/>
                      <a:pt x="15724" y="15813"/>
                    </a:cubicBezTo>
                    <a:cubicBezTo>
                      <a:pt x="15887" y="15829"/>
                      <a:pt x="15981" y="15841"/>
                      <a:pt x="15989" y="15841"/>
                    </a:cubicBezTo>
                    <a:cubicBezTo>
                      <a:pt x="16039" y="16237"/>
                      <a:pt x="16082" y="16634"/>
                      <a:pt x="16117" y="17030"/>
                    </a:cubicBezTo>
                    <a:lnTo>
                      <a:pt x="16100" y="19635"/>
                    </a:lnTo>
                    <a:cubicBezTo>
                      <a:pt x="16035" y="19631"/>
                      <a:pt x="15949" y="19626"/>
                      <a:pt x="15867" y="19619"/>
                    </a:cubicBezTo>
                    <a:cubicBezTo>
                      <a:pt x="15867" y="19593"/>
                      <a:pt x="15865" y="19568"/>
                      <a:pt x="15865" y="19544"/>
                    </a:cubicBezTo>
                    <a:cubicBezTo>
                      <a:pt x="15848" y="19023"/>
                      <a:pt x="15835" y="18519"/>
                      <a:pt x="15810" y="18037"/>
                    </a:cubicBezTo>
                    <a:cubicBezTo>
                      <a:pt x="15784" y="17557"/>
                      <a:pt x="15743" y="17106"/>
                      <a:pt x="15696" y="16690"/>
                    </a:cubicBezTo>
                    <a:cubicBezTo>
                      <a:pt x="15657" y="16369"/>
                      <a:pt x="15617" y="16072"/>
                      <a:pt x="15573" y="15798"/>
                    </a:cubicBezTo>
                    <a:close/>
                    <a:moveTo>
                      <a:pt x="13228" y="570"/>
                    </a:moveTo>
                    <a:cubicBezTo>
                      <a:pt x="13241" y="577"/>
                      <a:pt x="13266" y="582"/>
                      <a:pt x="13290" y="597"/>
                    </a:cubicBezTo>
                    <a:cubicBezTo>
                      <a:pt x="13346" y="622"/>
                      <a:pt x="13421" y="669"/>
                      <a:pt x="13511" y="741"/>
                    </a:cubicBezTo>
                    <a:cubicBezTo>
                      <a:pt x="13693" y="887"/>
                      <a:pt x="13926" y="1141"/>
                      <a:pt x="14173" y="1498"/>
                    </a:cubicBezTo>
                    <a:cubicBezTo>
                      <a:pt x="14422" y="1854"/>
                      <a:pt x="14693" y="2308"/>
                      <a:pt x="14974" y="2842"/>
                    </a:cubicBezTo>
                    <a:cubicBezTo>
                      <a:pt x="15256" y="3378"/>
                      <a:pt x="15548" y="3994"/>
                      <a:pt x="15833" y="4681"/>
                    </a:cubicBezTo>
                    <a:cubicBezTo>
                      <a:pt x="16121" y="5367"/>
                      <a:pt x="16408" y="6122"/>
                      <a:pt x="16660" y="6937"/>
                    </a:cubicBezTo>
                    <a:cubicBezTo>
                      <a:pt x="16787" y="7345"/>
                      <a:pt x="16907" y="7768"/>
                      <a:pt x="17006" y="8208"/>
                    </a:cubicBezTo>
                    <a:cubicBezTo>
                      <a:pt x="17054" y="8430"/>
                      <a:pt x="17094" y="8656"/>
                      <a:pt x="17120" y="8889"/>
                    </a:cubicBezTo>
                    <a:cubicBezTo>
                      <a:pt x="17124" y="8947"/>
                      <a:pt x="17130" y="9006"/>
                      <a:pt x="17134" y="9068"/>
                    </a:cubicBezTo>
                    <a:cubicBezTo>
                      <a:pt x="17137" y="9132"/>
                      <a:pt x="17140" y="9182"/>
                      <a:pt x="17140" y="9245"/>
                    </a:cubicBezTo>
                    <a:cubicBezTo>
                      <a:pt x="17141" y="9359"/>
                      <a:pt x="17141" y="9475"/>
                      <a:pt x="17142" y="9590"/>
                    </a:cubicBezTo>
                    <a:cubicBezTo>
                      <a:pt x="17151" y="10517"/>
                      <a:pt x="17160" y="11474"/>
                      <a:pt x="17167" y="12448"/>
                    </a:cubicBezTo>
                    <a:cubicBezTo>
                      <a:pt x="17171" y="13421"/>
                      <a:pt x="17176" y="14408"/>
                      <a:pt x="17183" y="15397"/>
                    </a:cubicBezTo>
                    <a:cubicBezTo>
                      <a:pt x="17184" y="16385"/>
                      <a:pt x="17187" y="17374"/>
                      <a:pt x="17188" y="18346"/>
                    </a:cubicBezTo>
                    <a:cubicBezTo>
                      <a:pt x="17187" y="19319"/>
                      <a:pt x="17187" y="20277"/>
                      <a:pt x="17184" y="21203"/>
                    </a:cubicBezTo>
                    <a:cubicBezTo>
                      <a:pt x="17184" y="21305"/>
                      <a:pt x="17183" y="21405"/>
                      <a:pt x="17183" y="21507"/>
                    </a:cubicBezTo>
                    <a:cubicBezTo>
                      <a:pt x="17081" y="20709"/>
                      <a:pt x="16976" y="19890"/>
                      <a:pt x="16881" y="19071"/>
                    </a:cubicBezTo>
                    <a:cubicBezTo>
                      <a:pt x="16879" y="18831"/>
                      <a:pt x="16877" y="18589"/>
                      <a:pt x="16874" y="18347"/>
                    </a:cubicBezTo>
                    <a:cubicBezTo>
                      <a:pt x="16869" y="17374"/>
                      <a:pt x="16862" y="16387"/>
                      <a:pt x="16858" y="15398"/>
                    </a:cubicBezTo>
                    <a:cubicBezTo>
                      <a:pt x="16855" y="14410"/>
                      <a:pt x="16854" y="13421"/>
                      <a:pt x="16852" y="12449"/>
                    </a:cubicBezTo>
                    <a:cubicBezTo>
                      <a:pt x="16854" y="11476"/>
                      <a:pt x="16854" y="10518"/>
                      <a:pt x="16855" y="9592"/>
                    </a:cubicBezTo>
                    <a:lnTo>
                      <a:pt x="16855" y="9246"/>
                    </a:lnTo>
                    <a:cubicBezTo>
                      <a:pt x="16855" y="9194"/>
                      <a:pt x="16855" y="9131"/>
                      <a:pt x="16852" y="9080"/>
                    </a:cubicBezTo>
                    <a:cubicBezTo>
                      <a:pt x="16851" y="9028"/>
                      <a:pt x="16846" y="8972"/>
                      <a:pt x="16840" y="8917"/>
                    </a:cubicBezTo>
                    <a:cubicBezTo>
                      <a:pt x="16819" y="8697"/>
                      <a:pt x="16781" y="8480"/>
                      <a:pt x="16740" y="8265"/>
                    </a:cubicBezTo>
                    <a:cubicBezTo>
                      <a:pt x="16654" y="7834"/>
                      <a:pt x="16544" y="7413"/>
                      <a:pt x="16425" y="7008"/>
                    </a:cubicBezTo>
                    <a:cubicBezTo>
                      <a:pt x="16188" y="6197"/>
                      <a:pt x="15922" y="5441"/>
                      <a:pt x="15657" y="4752"/>
                    </a:cubicBezTo>
                    <a:cubicBezTo>
                      <a:pt x="15389" y="4063"/>
                      <a:pt x="15120" y="3440"/>
                      <a:pt x="14861" y="2899"/>
                    </a:cubicBezTo>
                    <a:cubicBezTo>
                      <a:pt x="14602" y="2356"/>
                      <a:pt x="14349" y="1898"/>
                      <a:pt x="14116" y="1536"/>
                    </a:cubicBezTo>
                    <a:cubicBezTo>
                      <a:pt x="13883" y="1173"/>
                      <a:pt x="13668" y="908"/>
                      <a:pt x="13495" y="757"/>
                    </a:cubicBezTo>
                    <a:cubicBezTo>
                      <a:pt x="13409" y="680"/>
                      <a:pt x="13335" y="629"/>
                      <a:pt x="13282" y="602"/>
                    </a:cubicBezTo>
                    <a:cubicBezTo>
                      <a:pt x="13262" y="585"/>
                      <a:pt x="13240" y="578"/>
                      <a:pt x="13228" y="570"/>
                    </a:cubicBezTo>
                    <a:close/>
                    <a:moveTo>
                      <a:pt x="10045" y="3279"/>
                    </a:moveTo>
                    <a:lnTo>
                      <a:pt x="10045" y="3279"/>
                    </a:lnTo>
                    <a:cubicBezTo>
                      <a:pt x="9839" y="3690"/>
                      <a:pt x="9629" y="4141"/>
                      <a:pt x="9422" y="4627"/>
                    </a:cubicBezTo>
                    <a:cubicBezTo>
                      <a:pt x="9134" y="5305"/>
                      <a:pt x="8845" y="6049"/>
                      <a:pt x="8583" y="6851"/>
                    </a:cubicBezTo>
                    <a:cubicBezTo>
                      <a:pt x="8453" y="7252"/>
                      <a:pt x="8331" y="7670"/>
                      <a:pt x="8227" y="8104"/>
                    </a:cubicBezTo>
                    <a:cubicBezTo>
                      <a:pt x="8177" y="8320"/>
                      <a:pt x="8130" y="8541"/>
                      <a:pt x="8100" y="8770"/>
                    </a:cubicBezTo>
                    <a:cubicBezTo>
                      <a:pt x="8085" y="8884"/>
                      <a:pt x="8073" y="8999"/>
                      <a:pt x="8069" y="9117"/>
                    </a:cubicBezTo>
                    <a:cubicBezTo>
                      <a:pt x="8065" y="9238"/>
                      <a:pt x="8066" y="9347"/>
                      <a:pt x="8065" y="9463"/>
                    </a:cubicBezTo>
                    <a:cubicBezTo>
                      <a:pt x="8059" y="11300"/>
                      <a:pt x="8054" y="13259"/>
                      <a:pt x="8047" y="15216"/>
                    </a:cubicBezTo>
                    <a:cubicBezTo>
                      <a:pt x="8053" y="16777"/>
                      <a:pt x="8057" y="18336"/>
                      <a:pt x="8059" y="19834"/>
                    </a:cubicBezTo>
                    <a:cubicBezTo>
                      <a:pt x="7989" y="20411"/>
                      <a:pt x="7917" y="20983"/>
                      <a:pt x="7844" y="21546"/>
                    </a:cubicBezTo>
                    <a:lnTo>
                      <a:pt x="7844" y="9198"/>
                    </a:lnTo>
                    <a:cubicBezTo>
                      <a:pt x="7844" y="8083"/>
                      <a:pt x="8747" y="5406"/>
                      <a:pt x="9755" y="3319"/>
                    </a:cubicBezTo>
                    <a:cubicBezTo>
                      <a:pt x="9828" y="3312"/>
                      <a:pt x="9923" y="3296"/>
                      <a:pt x="10045" y="3279"/>
                    </a:cubicBezTo>
                    <a:close/>
                    <a:moveTo>
                      <a:pt x="15105" y="19840"/>
                    </a:moveTo>
                    <a:lnTo>
                      <a:pt x="15105" y="19840"/>
                    </a:lnTo>
                    <a:cubicBezTo>
                      <a:pt x="15250" y="19854"/>
                      <a:pt x="15382" y="19866"/>
                      <a:pt x="15495" y="19877"/>
                    </a:cubicBezTo>
                    <a:cubicBezTo>
                      <a:pt x="15464" y="20822"/>
                      <a:pt x="15432" y="21814"/>
                      <a:pt x="15401" y="22810"/>
                    </a:cubicBezTo>
                    <a:cubicBezTo>
                      <a:pt x="15391" y="23085"/>
                      <a:pt x="15383" y="23361"/>
                      <a:pt x="15374" y="23637"/>
                    </a:cubicBezTo>
                    <a:cubicBezTo>
                      <a:pt x="15313" y="23633"/>
                      <a:pt x="15248" y="23630"/>
                      <a:pt x="15182" y="23627"/>
                    </a:cubicBezTo>
                    <a:lnTo>
                      <a:pt x="15105" y="19840"/>
                    </a:lnTo>
                    <a:close/>
                    <a:moveTo>
                      <a:pt x="15878" y="19916"/>
                    </a:moveTo>
                    <a:cubicBezTo>
                      <a:pt x="15959" y="19924"/>
                      <a:pt x="16041" y="19930"/>
                      <a:pt x="16100" y="19936"/>
                    </a:cubicBezTo>
                    <a:lnTo>
                      <a:pt x="16095" y="20693"/>
                    </a:lnTo>
                    <a:lnTo>
                      <a:pt x="16083" y="22528"/>
                    </a:lnTo>
                    <a:lnTo>
                      <a:pt x="16079" y="23674"/>
                    </a:lnTo>
                    <a:cubicBezTo>
                      <a:pt x="16053" y="23673"/>
                      <a:pt x="16027" y="23669"/>
                      <a:pt x="15996" y="23668"/>
                    </a:cubicBezTo>
                    <a:cubicBezTo>
                      <a:pt x="15988" y="23382"/>
                      <a:pt x="15978" y="23096"/>
                      <a:pt x="15969" y="22808"/>
                    </a:cubicBezTo>
                    <a:cubicBezTo>
                      <a:pt x="15938" y="21828"/>
                      <a:pt x="15907" y="20848"/>
                      <a:pt x="15878" y="19916"/>
                    </a:cubicBezTo>
                    <a:close/>
                    <a:moveTo>
                      <a:pt x="5735" y="7176"/>
                    </a:moveTo>
                    <a:lnTo>
                      <a:pt x="5735" y="7176"/>
                    </a:lnTo>
                    <a:cubicBezTo>
                      <a:pt x="5746" y="7185"/>
                      <a:pt x="5767" y="7197"/>
                      <a:pt x="5783" y="7220"/>
                    </a:cubicBezTo>
                    <a:cubicBezTo>
                      <a:pt x="5823" y="7264"/>
                      <a:pt x="5876" y="7335"/>
                      <a:pt x="5933" y="7436"/>
                    </a:cubicBezTo>
                    <a:cubicBezTo>
                      <a:pt x="6048" y="7638"/>
                      <a:pt x="6183" y="7951"/>
                      <a:pt x="6326" y="8356"/>
                    </a:cubicBezTo>
                    <a:cubicBezTo>
                      <a:pt x="6471" y="8763"/>
                      <a:pt x="6625" y="9265"/>
                      <a:pt x="6779" y="9844"/>
                    </a:cubicBezTo>
                    <a:cubicBezTo>
                      <a:pt x="6934" y="10425"/>
                      <a:pt x="7092" y="11085"/>
                      <a:pt x="7220" y="11814"/>
                    </a:cubicBezTo>
                    <a:cubicBezTo>
                      <a:pt x="7284" y="12181"/>
                      <a:pt x="7342" y="12559"/>
                      <a:pt x="7369" y="12965"/>
                    </a:cubicBezTo>
                    <a:cubicBezTo>
                      <a:pt x="7382" y="13166"/>
                      <a:pt x="7380" y="13369"/>
                      <a:pt x="7381" y="13575"/>
                    </a:cubicBezTo>
                    <a:cubicBezTo>
                      <a:pt x="7384" y="13779"/>
                      <a:pt x="7385" y="13988"/>
                      <a:pt x="7386" y="14200"/>
                    </a:cubicBezTo>
                    <a:cubicBezTo>
                      <a:pt x="7393" y="15046"/>
                      <a:pt x="7403" y="15938"/>
                      <a:pt x="7403" y="16861"/>
                    </a:cubicBezTo>
                    <a:cubicBezTo>
                      <a:pt x="7408" y="18706"/>
                      <a:pt x="7413" y="20674"/>
                      <a:pt x="7420" y="22643"/>
                    </a:cubicBezTo>
                    <a:cubicBezTo>
                      <a:pt x="7419" y="23384"/>
                      <a:pt x="7416" y="24124"/>
                      <a:pt x="7413" y="24856"/>
                    </a:cubicBezTo>
                    <a:cubicBezTo>
                      <a:pt x="7400" y="24965"/>
                      <a:pt x="7386" y="25072"/>
                      <a:pt x="7373" y="25178"/>
                    </a:cubicBezTo>
                    <a:cubicBezTo>
                      <a:pt x="7352" y="25346"/>
                      <a:pt x="7286" y="25527"/>
                      <a:pt x="7185" y="25717"/>
                    </a:cubicBezTo>
                    <a:cubicBezTo>
                      <a:pt x="7181" y="24703"/>
                      <a:pt x="7180" y="23674"/>
                      <a:pt x="7177" y="22643"/>
                    </a:cubicBezTo>
                    <a:cubicBezTo>
                      <a:pt x="7181" y="20674"/>
                      <a:pt x="7186" y="18707"/>
                      <a:pt x="7193" y="16861"/>
                    </a:cubicBezTo>
                    <a:cubicBezTo>
                      <a:pt x="7193" y="15938"/>
                      <a:pt x="7204" y="15046"/>
                      <a:pt x="7211" y="14200"/>
                    </a:cubicBezTo>
                    <a:cubicBezTo>
                      <a:pt x="7212" y="13988"/>
                      <a:pt x="7213" y="13780"/>
                      <a:pt x="7215" y="13575"/>
                    </a:cubicBezTo>
                    <a:cubicBezTo>
                      <a:pt x="7215" y="13368"/>
                      <a:pt x="7221" y="13166"/>
                      <a:pt x="7213" y="12972"/>
                    </a:cubicBezTo>
                    <a:cubicBezTo>
                      <a:pt x="7194" y="12581"/>
                      <a:pt x="7141" y="12199"/>
                      <a:pt x="7086" y="11837"/>
                    </a:cubicBezTo>
                    <a:cubicBezTo>
                      <a:pt x="6969" y="11109"/>
                      <a:pt x="6829" y="10448"/>
                      <a:pt x="6691" y="9865"/>
                    </a:cubicBezTo>
                    <a:cubicBezTo>
                      <a:pt x="6553" y="9284"/>
                      <a:pt x="6413" y="8780"/>
                      <a:pt x="6280" y="8371"/>
                    </a:cubicBezTo>
                    <a:cubicBezTo>
                      <a:pt x="6147" y="7961"/>
                      <a:pt x="6026" y="7646"/>
                      <a:pt x="5919" y="7442"/>
                    </a:cubicBezTo>
                    <a:cubicBezTo>
                      <a:pt x="5869" y="7341"/>
                      <a:pt x="5819" y="7267"/>
                      <a:pt x="5782" y="7223"/>
                    </a:cubicBezTo>
                    <a:cubicBezTo>
                      <a:pt x="5766" y="7197"/>
                      <a:pt x="5746" y="7185"/>
                      <a:pt x="5735" y="7176"/>
                    </a:cubicBezTo>
                    <a:close/>
                    <a:moveTo>
                      <a:pt x="18440" y="9770"/>
                    </a:moveTo>
                    <a:cubicBezTo>
                      <a:pt x="18433" y="9802"/>
                      <a:pt x="18426" y="9835"/>
                      <a:pt x="18420" y="9868"/>
                    </a:cubicBezTo>
                    <a:cubicBezTo>
                      <a:pt x="18299" y="10450"/>
                      <a:pt x="18178" y="11112"/>
                      <a:pt x="18083" y="11838"/>
                    </a:cubicBezTo>
                    <a:cubicBezTo>
                      <a:pt x="18036" y="12202"/>
                      <a:pt x="17993" y="12582"/>
                      <a:pt x="17970" y="12981"/>
                    </a:cubicBezTo>
                    <a:cubicBezTo>
                      <a:pt x="17960" y="13182"/>
                      <a:pt x="17963" y="13382"/>
                      <a:pt x="17960" y="13585"/>
                    </a:cubicBezTo>
                    <a:cubicBezTo>
                      <a:pt x="17958" y="13789"/>
                      <a:pt x="17956" y="13995"/>
                      <a:pt x="17954" y="14206"/>
                    </a:cubicBezTo>
                    <a:cubicBezTo>
                      <a:pt x="17947" y="15042"/>
                      <a:pt x="17940" y="15926"/>
                      <a:pt x="17932" y="16839"/>
                    </a:cubicBezTo>
                    <a:cubicBezTo>
                      <a:pt x="17927" y="17752"/>
                      <a:pt x="17921" y="18696"/>
                      <a:pt x="17919" y="19655"/>
                    </a:cubicBezTo>
                    <a:cubicBezTo>
                      <a:pt x="17916" y="20615"/>
                      <a:pt x="17915" y="21589"/>
                      <a:pt x="17913" y="22565"/>
                    </a:cubicBezTo>
                    <a:cubicBezTo>
                      <a:pt x="17915" y="23540"/>
                      <a:pt x="17916" y="24514"/>
                      <a:pt x="17919" y="25474"/>
                    </a:cubicBezTo>
                    <a:cubicBezTo>
                      <a:pt x="17919" y="25596"/>
                      <a:pt x="17920" y="25718"/>
                      <a:pt x="17920" y="25842"/>
                    </a:cubicBezTo>
                    <a:cubicBezTo>
                      <a:pt x="17852" y="25725"/>
                      <a:pt x="17794" y="25613"/>
                      <a:pt x="17751" y="25503"/>
                    </a:cubicBezTo>
                    <a:lnTo>
                      <a:pt x="17751" y="13190"/>
                    </a:lnTo>
                    <a:cubicBezTo>
                      <a:pt x="17751" y="12463"/>
                      <a:pt x="18003" y="11078"/>
                      <a:pt x="18324" y="9816"/>
                    </a:cubicBezTo>
                    <a:cubicBezTo>
                      <a:pt x="18324" y="9816"/>
                      <a:pt x="18365" y="9797"/>
                      <a:pt x="18440" y="9770"/>
                    </a:cubicBezTo>
                    <a:close/>
                    <a:moveTo>
                      <a:pt x="8963" y="15134"/>
                    </a:moveTo>
                    <a:cubicBezTo>
                      <a:pt x="8963" y="15134"/>
                      <a:pt x="8950" y="15291"/>
                      <a:pt x="8924" y="15570"/>
                    </a:cubicBezTo>
                    <a:cubicBezTo>
                      <a:pt x="8897" y="15847"/>
                      <a:pt x="8862" y="16243"/>
                      <a:pt x="8814" y="16718"/>
                    </a:cubicBezTo>
                    <a:cubicBezTo>
                      <a:pt x="8764" y="17194"/>
                      <a:pt x="8707" y="17747"/>
                      <a:pt x="8637" y="18339"/>
                    </a:cubicBezTo>
                    <a:cubicBezTo>
                      <a:pt x="8602" y="18634"/>
                      <a:pt x="8567" y="18942"/>
                      <a:pt x="8532" y="19252"/>
                    </a:cubicBezTo>
                    <a:cubicBezTo>
                      <a:pt x="8492" y="19564"/>
                      <a:pt x="8461" y="19879"/>
                      <a:pt x="8426" y="20196"/>
                    </a:cubicBezTo>
                    <a:cubicBezTo>
                      <a:pt x="8391" y="20512"/>
                      <a:pt x="8353" y="20829"/>
                      <a:pt x="8318" y="21139"/>
                    </a:cubicBezTo>
                    <a:cubicBezTo>
                      <a:pt x="8281" y="21451"/>
                      <a:pt x="8246" y="21757"/>
                      <a:pt x="8211" y="22052"/>
                    </a:cubicBezTo>
                    <a:cubicBezTo>
                      <a:pt x="8140" y="22646"/>
                      <a:pt x="8070" y="23198"/>
                      <a:pt x="8006" y="23670"/>
                    </a:cubicBezTo>
                    <a:cubicBezTo>
                      <a:pt x="7944" y="24144"/>
                      <a:pt x="7887" y="24538"/>
                      <a:pt x="7848" y="24813"/>
                    </a:cubicBezTo>
                    <a:cubicBezTo>
                      <a:pt x="7808" y="25088"/>
                      <a:pt x="7784" y="25247"/>
                      <a:pt x="7784" y="25247"/>
                    </a:cubicBezTo>
                    <a:cubicBezTo>
                      <a:pt x="7760" y="25450"/>
                      <a:pt x="7681" y="25660"/>
                      <a:pt x="7561" y="25874"/>
                    </a:cubicBezTo>
                    <a:cubicBezTo>
                      <a:pt x="7675" y="25654"/>
                      <a:pt x="7750" y="25436"/>
                      <a:pt x="7777" y="25231"/>
                    </a:cubicBezTo>
                    <a:cubicBezTo>
                      <a:pt x="7784" y="25180"/>
                      <a:pt x="7791" y="25127"/>
                      <a:pt x="7797" y="25078"/>
                    </a:cubicBezTo>
                    <a:cubicBezTo>
                      <a:pt x="7803" y="25006"/>
                      <a:pt x="7809" y="24918"/>
                      <a:pt x="7818" y="24810"/>
                    </a:cubicBezTo>
                    <a:cubicBezTo>
                      <a:pt x="7842" y="24534"/>
                      <a:pt x="7870" y="24136"/>
                      <a:pt x="7914" y="23661"/>
                    </a:cubicBezTo>
                    <a:cubicBezTo>
                      <a:pt x="7956" y="23186"/>
                      <a:pt x="8008" y="22630"/>
                      <a:pt x="8069" y="22037"/>
                    </a:cubicBezTo>
                    <a:cubicBezTo>
                      <a:pt x="8098" y="21741"/>
                      <a:pt x="8130" y="21434"/>
                      <a:pt x="8163" y="21123"/>
                    </a:cubicBezTo>
                    <a:cubicBezTo>
                      <a:pt x="8196" y="20810"/>
                      <a:pt x="8230" y="20494"/>
                      <a:pt x="8265" y="20177"/>
                    </a:cubicBezTo>
                    <a:cubicBezTo>
                      <a:pt x="8301" y="19862"/>
                      <a:pt x="8335" y="19545"/>
                      <a:pt x="8375" y="19235"/>
                    </a:cubicBezTo>
                    <a:cubicBezTo>
                      <a:pt x="8415" y="18923"/>
                      <a:pt x="8455" y="18618"/>
                      <a:pt x="8496" y="18323"/>
                    </a:cubicBezTo>
                    <a:cubicBezTo>
                      <a:pt x="8575" y="17732"/>
                      <a:pt x="8653" y="17180"/>
                      <a:pt x="8721" y="16707"/>
                    </a:cubicBezTo>
                    <a:cubicBezTo>
                      <a:pt x="8788" y="16235"/>
                      <a:pt x="8852" y="15841"/>
                      <a:pt x="8895" y="15566"/>
                    </a:cubicBezTo>
                    <a:cubicBezTo>
                      <a:pt x="8937" y="15291"/>
                      <a:pt x="8963" y="15134"/>
                      <a:pt x="8963" y="15134"/>
                    </a:cubicBezTo>
                    <a:close/>
                    <a:moveTo>
                      <a:pt x="16006" y="23985"/>
                    </a:moveTo>
                    <a:lnTo>
                      <a:pt x="16006" y="23985"/>
                    </a:lnTo>
                    <a:cubicBezTo>
                      <a:pt x="16032" y="23989"/>
                      <a:pt x="16055" y="23991"/>
                      <a:pt x="16076" y="23993"/>
                    </a:cubicBezTo>
                    <a:lnTo>
                      <a:pt x="16075" y="24361"/>
                    </a:lnTo>
                    <a:lnTo>
                      <a:pt x="16075" y="26125"/>
                    </a:lnTo>
                    <a:cubicBezTo>
                      <a:pt x="16053" y="25435"/>
                      <a:pt x="16029" y="24715"/>
                      <a:pt x="16006" y="23985"/>
                    </a:cubicBezTo>
                    <a:close/>
                    <a:moveTo>
                      <a:pt x="15189" y="23904"/>
                    </a:moveTo>
                    <a:lnTo>
                      <a:pt x="15189" y="23904"/>
                    </a:lnTo>
                    <a:cubicBezTo>
                      <a:pt x="15249" y="23911"/>
                      <a:pt x="15308" y="23916"/>
                      <a:pt x="15367" y="23921"/>
                    </a:cubicBezTo>
                    <a:cubicBezTo>
                      <a:pt x="15328" y="25121"/>
                      <a:pt x="15291" y="26293"/>
                      <a:pt x="15257" y="27348"/>
                    </a:cubicBezTo>
                    <a:lnTo>
                      <a:pt x="15189" y="23904"/>
                    </a:lnTo>
                    <a:close/>
                    <a:moveTo>
                      <a:pt x="14599" y="23862"/>
                    </a:moveTo>
                    <a:lnTo>
                      <a:pt x="14599" y="23862"/>
                    </a:lnTo>
                    <a:cubicBezTo>
                      <a:pt x="14686" y="23869"/>
                      <a:pt x="14771" y="23874"/>
                      <a:pt x="14853" y="23881"/>
                    </a:cubicBezTo>
                    <a:cubicBezTo>
                      <a:pt x="14853" y="23912"/>
                      <a:pt x="14852" y="23944"/>
                      <a:pt x="14852" y="23976"/>
                    </a:cubicBezTo>
                    <a:cubicBezTo>
                      <a:pt x="14826" y="25252"/>
                      <a:pt x="14799" y="26528"/>
                      <a:pt x="14778" y="27665"/>
                    </a:cubicBezTo>
                    <a:cubicBezTo>
                      <a:pt x="14747" y="27664"/>
                      <a:pt x="14717" y="27663"/>
                      <a:pt x="14685" y="27663"/>
                    </a:cubicBezTo>
                    <a:lnTo>
                      <a:pt x="14599" y="23862"/>
                    </a:lnTo>
                    <a:close/>
                    <a:moveTo>
                      <a:pt x="12397" y="9898"/>
                    </a:moveTo>
                    <a:cubicBezTo>
                      <a:pt x="12986" y="9898"/>
                      <a:pt x="13694" y="9977"/>
                      <a:pt x="14492" y="10212"/>
                    </a:cubicBezTo>
                    <a:cubicBezTo>
                      <a:pt x="14630" y="10483"/>
                      <a:pt x="14751" y="10763"/>
                      <a:pt x="14861" y="11046"/>
                    </a:cubicBezTo>
                    <a:cubicBezTo>
                      <a:pt x="14912" y="11176"/>
                      <a:pt x="14960" y="11309"/>
                      <a:pt x="15006" y="11442"/>
                    </a:cubicBezTo>
                    <a:cubicBezTo>
                      <a:pt x="14944" y="11423"/>
                      <a:pt x="14872" y="11400"/>
                      <a:pt x="14787" y="11375"/>
                    </a:cubicBezTo>
                    <a:cubicBezTo>
                      <a:pt x="14700" y="11344"/>
                      <a:pt x="14596" y="11328"/>
                      <a:pt x="14485" y="11300"/>
                    </a:cubicBezTo>
                    <a:cubicBezTo>
                      <a:pt x="14373" y="11275"/>
                      <a:pt x="14255" y="11241"/>
                      <a:pt x="14125" y="11224"/>
                    </a:cubicBezTo>
                    <a:cubicBezTo>
                      <a:pt x="13995" y="11206"/>
                      <a:pt x="13859" y="11179"/>
                      <a:pt x="13718" y="11163"/>
                    </a:cubicBezTo>
                    <a:cubicBezTo>
                      <a:pt x="13664" y="11160"/>
                      <a:pt x="13609" y="11153"/>
                      <a:pt x="13554" y="11148"/>
                    </a:cubicBezTo>
                    <a:lnTo>
                      <a:pt x="13079" y="10217"/>
                    </a:lnTo>
                    <a:lnTo>
                      <a:pt x="13236" y="11128"/>
                    </a:lnTo>
                    <a:cubicBezTo>
                      <a:pt x="13176" y="11126"/>
                      <a:pt x="13115" y="11126"/>
                      <a:pt x="13055" y="11125"/>
                    </a:cubicBezTo>
                    <a:cubicBezTo>
                      <a:pt x="13014" y="11124"/>
                      <a:pt x="12973" y="11123"/>
                      <a:pt x="12931" y="11123"/>
                    </a:cubicBezTo>
                    <a:cubicBezTo>
                      <a:pt x="12897" y="11123"/>
                      <a:pt x="12863" y="11124"/>
                      <a:pt x="12829" y="11126"/>
                    </a:cubicBezTo>
                    <a:cubicBezTo>
                      <a:pt x="12677" y="11133"/>
                      <a:pt x="12527" y="11137"/>
                      <a:pt x="12379" y="11155"/>
                    </a:cubicBezTo>
                    <a:cubicBezTo>
                      <a:pt x="12305" y="11164"/>
                      <a:pt x="12232" y="11171"/>
                      <a:pt x="12159" y="11179"/>
                    </a:cubicBezTo>
                    <a:cubicBezTo>
                      <a:pt x="12087" y="11191"/>
                      <a:pt x="12017" y="11202"/>
                      <a:pt x="11946" y="11212"/>
                    </a:cubicBezTo>
                    <a:cubicBezTo>
                      <a:pt x="11911" y="11218"/>
                      <a:pt x="11877" y="11224"/>
                      <a:pt x="11842" y="11228"/>
                    </a:cubicBezTo>
                    <a:cubicBezTo>
                      <a:pt x="11822" y="11234"/>
                      <a:pt x="11802" y="11238"/>
                      <a:pt x="11782" y="11242"/>
                    </a:cubicBezTo>
                    <a:lnTo>
                      <a:pt x="11978" y="10219"/>
                    </a:lnTo>
                    <a:lnTo>
                      <a:pt x="11442" y="11320"/>
                    </a:lnTo>
                    <a:cubicBezTo>
                      <a:pt x="11356" y="11341"/>
                      <a:pt x="11273" y="11363"/>
                      <a:pt x="11195" y="11388"/>
                    </a:cubicBezTo>
                    <a:cubicBezTo>
                      <a:pt x="11141" y="11406"/>
                      <a:pt x="11090" y="11422"/>
                      <a:pt x="11040" y="11437"/>
                    </a:cubicBezTo>
                    <a:cubicBezTo>
                      <a:pt x="10992" y="11454"/>
                      <a:pt x="10946" y="11470"/>
                      <a:pt x="10903" y="11486"/>
                    </a:cubicBezTo>
                    <a:cubicBezTo>
                      <a:pt x="10818" y="11516"/>
                      <a:pt x="10744" y="11548"/>
                      <a:pt x="10683" y="11574"/>
                    </a:cubicBezTo>
                    <a:cubicBezTo>
                      <a:pt x="10562" y="11625"/>
                      <a:pt x="10497" y="11661"/>
                      <a:pt x="10497" y="11661"/>
                    </a:cubicBezTo>
                    <a:cubicBezTo>
                      <a:pt x="10497" y="11661"/>
                      <a:pt x="10565" y="11630"/>
                      <a:pt x="10689" y="11587"/>
                    </a:cubicBezTo>
                    <a:cubicBezTo>
                      <a:pt x="10750" y="11567"/>
                      <a:pt x="10824" y="11540"/>
                      <a:pt x="10912" y="11515"/>
                    </a:cubicBezTo>
                    <a:cubicBezTo>
                      <a:pt x="10955" y="11502"/>
                      <a:pt x="11002" y="11489"/>
                      <a:pt x="11051" y="11474"/>
                    </a:cubicBezTo>
                    <a:cubicBezTo>
                      <a:pt x="11100" y="11462"/>
                      <a:pt x="11152" y="11449"/>
                      <a:pt x="11207" y="11437"/>
                    </a:cubicBezTo>
                    <a:cubicBezTo>
                      <a:pt x="11314" y="11408"/>
                      <a:pt x="11435" y="11390"/>
                      <a:pt x="11559" y="11365"/>
                    </a:cubicBezTo>
                    <a:cubicBezTo>
                      <a:pt x="11623" y="11356"/>
                      <a:pt x="11686" y="11347"/>
                      <a:pt x="11754" y="11336"/>
                    </a:cubicBezTo>
                    <a:cubicBezTo>
                      <a:pt x="11787" y="11332"/>
                      <a:pt x="11821" y="11327"/>
                      <a:pt x="11854" y="11322"/>
                    </a:cubicBezTo>
                    <a:cubicBezTo>
                      <a:pt x="11888" y="11320"/>
                      <a:pt x="11924" y="11316"/>
                      <a:pt x="11958" y="11313"/>
                    </a:cubicBezTo>
                    <a:cubicBezTo>
                      <a:pt x="12026" y="11306"/>
                      <a:pt x="12096" y="11301"/>
                      <a:pt x="12167" y="11294"/>
                    </a:cubicBezTo>
                    <a:cubicBezTo>
                      <a:pt x="12237" y="11292"/>
                      <a:pt x="12309" y="11289"/>
                      <a:pt x="12383" y="11286"/>
                    </a:cubicBezTo>
                    <a:cubicBezTo>
                      <a:pt x="12438" y="11283"/>
                      <a:pt x="12493" y="11281"/>
                      <a:pt x="12547" y="11281"/>
                    </a:cubicBezTo>
                    <a:cubicBezTo>
                      <a:pt x="12640" y="11281"/>
                      <a:pt x="12732" y="11285"/>
                      <a:pt x="12824" y="11288"/>
                    </a:cubicBezTo>
                    <a:cubicBezTo>
                      <a:pt x="12898" y="11288"/>
                      <a:pt x="12972" y="11294"/>
                      <a:pt x="13043" y="11301"/>
                    </a:cubicBezTo>
                    <a:cubicBezTo>
                      <a:pt x="13117" y="11308"/>
                      <a:pt x="13189" y="11314"/>
                      <a:pt x="13262" y="11320"/>
                    </a:cubicBezTo>
                    <a:cubicBezTo>
                      <a:pt x="13405" y="11335"/>
                      <a:pt x="13545" y="11361"/>
                      <a:pt x="13681" y="11382"/>
                    </a:cubicBezTo>
                    <a:cubicBezTo>
                      <a:pt x="13818" y="11406"/>
                      <a:pt x="13945" y="11441"/>
                      <a:pt x="14069" y="11466"/>
                    </a:cubicBezTo>
                    <a:cubicBezTo>
                      <a:pt x="14194" y="11489"/>
                      <a:pt x="14304" y="11531"/>
                      <a:pt x="14410" y="11562"/>
                    </a:cubicBezTo>
                    <a:cubicBezTo>
                      <a:pt x="14513" y="11595"/>
                      <a:pt x="14613" y="11618"/>
                      <a:pt x="14693" y="11654"/>
                    </a:cubicBezTo>
                    <a:cubicBezTo>
                      <a:pt x="14775" y="11685"/>
                      <a:pt x="14849" y="11715"/>
                      <a:pt x="14908" y="11737"/>
                    </a:cubicBezTo>
                    <a:cubicBezTo>
                      <a:pt x="15027" y="11783"/>
                      <a:pt x="15095" y="11810"/>
                      <a:pt x="15095" y="11810"/>
                    </a:cubicBezTo>
                    <a:lnTo>
                      <a:pt x="15109" y="11770"/>
                    </a:lnTo>
                    <a:cubicBezTo>
                      <a:pt x="15156" y="11916"/>
                      <a:pt x="15202" y="12060"/>
                      <a:pt x="15245" y="12207"/>
                    </a:cubicBezTo>
                    <a:cubicBezTo>
                      <a:pt x="15476" y="12993"/>
                      <a:pt x="15652" y="13793"/>
                      <a:pt x="15794" y="14599"/>
                    </a:cubicBezTo>
                    <a:cubicBezTo>
                      <a:pt x="15849" y="14919"/>
                      <a:pt x="15899" y="15237"/>
                      <a:pt x="15942" y="15557"/>
                    </a:cubicBezTo>
                    <a:cubicBezTo>
                      <a:pt x="15895" y="15553"/>
                      <a:pt x="15829" y="15550"/>
                      <a:pt x="15746" y="15545"/>
                    </a:cubicBezTo>
                    <a:cubicBezTo>
                      <a:pt x="15680" y="15542"/>
                      <a:pt x="15605" y="15536"/>
                      <a:pt x="15520" y="15532"/>
                    </a:cubicBezTo>
                    <a:cubicBezTo>
                      <a:pt x="15464" y="15207"/>
                      <a:pt x="15406" y="14925"/>
                      <a:pt x="15351" y="14693"/>
                    </a:cubicBezTo>
                    <a:cubicBezTo>
                      <a:pt x="15242" y="14219"/>
                      <a:pt x="15151" y="13955"/>
                      <a:pt x="15151" y="13955"/>
                    </a:cubicBezTo>
                    <a:lnTo>
                      <a:pt x="15151" y="13955"/>
                    </a:lnTo>
                    <a:cubicBezTo>
                      <a:pt x="15151" y="13955"/>
                      <a:pt x="15224" y="14223"/>
                      <a:pt x="15303" y="14704"/>
                    </a:cubicBezTo>
                    <a:cubicBezTo>
                      <a:pt x="15342" y="14932"/>
                      <a:pt x="15379" y="15210"/>
                      <a:pt x="15416" y="15528"/>
                    </a:cubicBezTo>
                    <a:cubicBezTo>
                      <a:pt x="15297" y="15523"/>
                      <a:pt x="15164" y="15518"/>
                      <a:pt x="15021" y="15512"/>
                    </a:cubicBezTo>
                    <a:cubicBezTo>
                      <a:pt x="14721" y="15503"/>
                      <a:pt x="14372" y="15495"/>
                      <a:pt x="13999" y="15491"/>
                    </a:cubicBezTo>
                    <a:cubicBezTo>
                      <a:pt x="13881" y="15490"/>
                      <a:pt x="13760" y="15490"/>
                      <a:pt x="13637" y="15490"/>
                    </a:cubicBezTo>
                    <a:cubicBezTo>
                      <a:pt x="13372" y="15490"/>
                      <a:pt x="13098" y="15492"/>
                      <a:pt x="12826" y="15496"/>
                    </a:cubicBezTo>
                    <a:cubicBezTo>
                      <a:pt x="12629" y="15499"/>
                      <a:pt x="12428" y="15504"/>
                      <a:pt x="12233" y="15511"/>
                    </a:cubicBezTo>
                    <a:cubicBezTo>
                      <a:pt x="12036" y="15518"/>
                      <a:pt x="11845" y="15526"/>
                      <a:pt x="11657" y="15535"/>
                    </a:cubicBezTo>
                    <a:cubicBezTo>
                      <a:pt x="11284" y="15553"/>
                      <a:pt x="10937" y="15575"/>
                      <a:pt x="10639" y="15600"/>
                    </a:cubicBezTo>
                    <a:cubicBezTo>
                      <a:pt x="10045" y="15647"/>
                      <a:pt x="9652" y="15703"/>
                      <a:pt x="9652" y="15703"/>
                    </a:cubicBezTo>
                    <a:cubicBezTo>
                      <a:pt x="9652" y="15703"/>
                      <a:pt x="10047" y="15665"/>
                      <a:pt x="10643" y="15644"/>
                    </a:cubicBezTo>
                    <a:cubicBezTo>
                      <a:pt x="10940" y="15632"/>
                      <a:pt x="11288" y="15625"/>
                      <a:pt x="11661" y="15624"/>
                    </a:cubicBezTo>
                    <a:cubicBezTo>
                      <a:pt x="11846" y="15624"/>
                      <a:pt x="12038" y="15624"/>
                      <a:pt x="12234" y="15625"/>
                    </a:cubicBezTo>
                    <a:cubicBezTo>
                      <a:pt x="12430" y="15626"/>
                      <a:pt x="12628" y="15630"/>
                      <a:pt x="12825" y="15637"/>
                    </a:cubicBezTo>
                    <a:cubicBezTo>
                      <a:pt x="13223" y="15647"/>
                      <a:pt x="13617" y="15663"/>
                      <a:pt x="13988" y="15683"/>
                    </a:cubicBezTo>
                    <a:cubicBezTo>
                      <a:pt x="14360" y="15703"/>
                      <a:pt x="14705" y="15726"/>
                      <a:pt x="15001" y="15750"/>
                    </a:cubicBezTo>
                    <a:cubicBezTo>
                      <a:pt x="15163" y="15763"/>
                      <a:pt x="15311" y="15774"/>
                      <a:pt x="15441" y="15786"/>
                    </a:cubicBezTo>
                    <a:cubicBezTo>
                      <a:pt x="15468" y="16067"/>
                      <a:pt x="15489" y="16374"/>
                      <a:pt x="15508" y="16703"/>
                    </a:cubicBezTo>
                    <a:cubicBezTo>
                      <a:pt x="15528" y="17117"/>
                      <a:pt x="15538" y="17567"/>
                      <a:pt x="15536" y="18042"/>
                    </a:cubicBezTo>
                    <a:cubicBezTo>
                      <a:pt x="15531" y="18516"/>
                      <a:pt x="15512" y="19020"/>
                      <a:pt x="15496" y="19541"/>
                    </a:cubicBezTo>
                    <a:cubicBezTo>
                      <a:pt x="15496" y="19558"/>
                      <a:pt x="15495" y="19577"/>
                      <a:pt x="15495" y="19593"/>
                    </a:cubicBezTo>
                    <a:cubicBezTo>
                      <a:pt x="15377" y="19587"/>
                      <a:pt x="15241" y="19580"/>
                      <a:pt x="15089" y="19575"/>
                    </a:cubicBezTo>
                    <a:lnTo>
                      <a:pt x="15022" y="16250"/>
                    </a:lnTo>
                    <a:cubicBezTo>
                      <a:pt x="15022" y="16250"/>
                      <a:pt x="14998" y="17215"/>
                      <a:pt x="14959" y="18664"/>
                    </a:cubicBezTo>
                    <a:cubicBezTo>
                      <a:pt x="14952" y="18947"/>
                      <a:pt x="14944" y="19251"/>
                      <a:pt x="14935" y="19570"/>
                    </a:cubicBezTo>
                    <a:cubicBezTo>
                      <a:pt x="14626" y="19558"/>
                      <a:pt x="14267" y="19550"/>
                      <a:pt x="13883" y="19546"/>
                    </a:cubicBezTo>
                    <a:cubicBezTo>
                      <a:pt x="13761" y="19545"/>
                      <a:pt x="13636" y="19545"/>
                      <a:pt x="13509" y="19545"/>
                    </a:cubicBezTo>
                    <a:cubicBezTo>
                      <a:pt x="13236" y="19545"/>
                      <a:pt x="12956" y="19547"/>
                      <a:pt x="12675" y="19552"/>
                    </a:cubicBezTo>
                    <a:cubicBezTo>
                      <a:pt x="12469" y="19554"/>
                      <a:pt x="12262" y="19561"/>
                      <a:pt x="12061" y="19568"/>
                    </a:cubicBezTo>
                    <a:cubicBezTo>
                      <a:pt x="11860" y="19575"/>
                      <a:pt x="11661" y="19584"/>
                      <a:pt x="11469" y="19593"/>
                    </a:cubicBezTo>
                    <a:cubicBezTo>
                      <a:pt x="11085" y="19613"/>
                      <a:pt x="10725" y="19638"/>
                      <a:pt x="10420" y="19664"/>
                    </a:cubicBezTo>
                    <a:cubicBezTo>
                      <a:pt x="10113" y="19689"/>
                      <a:pt x="9857" y="19718"/>
                      <a:pt x="9680" y="19738"/>
                    </a:cubicBezTo>
                    <a:cubicBezTo>
                      <a:pt x="9502" y="19760"/>
                      <a:pt x="9401" y="19773"/>
                      <a:pt x="9401" y="19773"/>
                    </a:cubicBezTo>
                    <a:cubicBezTo>
                      <a:pt x="9401" y="19773"/>
                      <a:pt x="9502" y="19763"/>
                      <a:pt x="9680" y="19749"/>
                    </a:cubicBezTo>
                    <a:cubicBezTo>
                      <a:pt x="9859" y="19736"/>
                      <a:pt x="10114" y="19721"/>
                      <a:pt x="10421" y="19709"/>
                    </a:cubicBezTo>
                    <a:cubicBezTo>
                      <a:pt x="10729" y="19698"/>
                      <a:pt x="11086" y="19689"/>
                      <a:pt x="11470" y="19687"/>
                    </a:cubicBezTo>
                    <a:cubicBezTo>
                      <a:pt x="11662" y="19687"/>
                      <a:pt x="11860" y="19687"/>
                      <a:pt x="12064" y="19689"/>
                    </a:cubicBezTo>
                    <a:cubicBezTo>
                      <a:pt x="12265" y="19693"/>
                      <a:pt x="12468" y="19694"/>
                      <a:pt x="12675" y="19701"/>
                    </a:cubicBezTo>
                    <a:cubicBezTo>
                      <a:pt x="13084" y="19713"/>
                      <a:pt x="13491" y="19729"/>
                      <a:pt x="13874" y="19749"/>
                    </a:cubicBezTo>
                    <a:cubicBezTo>
                      <a:pt x="14257" y="19772"/>
                      <a:pt x="14613" y="19796"/>
                      <a:pt x="14919" y="19822"/>
                    </a:cubicBezTo>
                    <a:cubicBezTo>
                      <a:pt x="14921" y="19822"/>
                      <a:pt x="14925" y="19822"/>
                      <a:pt x="14928" y="19823"/>
                    </a:cubicBezTo>
                    <a:lnTo>
                      <a:pt x="14928" y="19832"/>
                    </a:lnTo>
                    <a:cubicBezTo>
                      <a:pt x="14920" y="20246"/>
                      <a:pt x="14912" y="20685"/>
                      <a:pt x="14901" y="21138"/>
                    </a:cubicBezTo>
                    <a:cubicBezTo>
                      <a:pt x="14885" y="21930"/>
                      <a:pt x="14868" y="22771"/>
                      <a:pt x="14852" y="23615"/>
                    </a:cubicBezTo>
                    <a:cubicBezTo>
                      <a:pt x="14766" y="23613"/>
                      <a:pt x="14677" y="23610"/>
                      <a:pt x="14586" y="23609"/>
                    </a:cubicBezTo>
                    <a:lnTo>
                      <a:pt x="14552" y="22086"/>
                    </a:lnTo>
                    <a:cubicBezTo>
                      <a:pt x="14552" y="22086"/>
                      <a:pt x="14536" y="22687"/>
                      <a:pt x="14509" y="23588"/>
                    </a:cubicBezTo>
                    <a:lnTo>
                      <a:pt x="14509" y="23609"/>
                    </a:lnTo>
                    <a:cubicBezTo>
                      <a:pt x="14340" y="23606"/>
                      <a:pt x="14161" y="23602"/>
                      <a:pt x="13979" y="23600"/>
                    </a:cubicBezTo>
                    <a:cubicBezTo>
                      <a:pt x="13848" y="23599"/>
                      <a:pt x="13715" y="23598"/>
                      <a:pt x="13580" y="23598"/>
                    </a:cubicBezTo>
                    <a:cubicBezTo>
                      <a:pt x="13285" y="23598"/>
                      <a:pt x="12980" y="23602"/>
                      <a:pt x="12676" y="23607"/>
                    </a:cubicBezTo>
                    <a:cubicBezTo>
                      <a:pt x="12456" y="23610"/>
                      <a:pt x="12233" y="23617"/>
                      <a:pt x="12014" y="23623"/>
                    </a:cubicBezTo>
                    <a:cubicBezTo>
                      <a:pt x="11796" y="23630"/>
                      <a:pt x="11582" y="23641"/>
                      <a:pt x="11375" y="23650"/>
                    </a:cubicBezTo>
                    <a:cubicBezTo>
                      <a:pt x="10960" y="23670"/>
                      <a:pt x="10574" y="23697"/>
                      <a:pt x="10244" y="23727"/>
                    </a:cubicBezTo>
                    <a:cubicBezTo>
                      <a:pt x="9912" y="23755"/>
                      <a:pt x="9637" y="23783"/>
                      <a:pt x="9446" y="23807"/>
                    </a:cubicBezTo>
                    <a:cubicBezTo>
                      <a:pt x="9254" y="23830"/>
                      <a:pt x="9146" y="23845"/>
                      <a:pt x="9146" y="23845"/>
                    </a:cubicBezTo>
                    <a:cubicBezTo>
                      <a:pt x="9146" y="23845"/>
                      <a:pt x="9254" y="23834"/>
                      <a:pt x="9448" y="23821"/>
                    </a:cubicBezTo>
                    <a:cubicBezTo>
                      <a:pt x="9641" y="23807"/>
                      <a:pt x="9916" y="23790"/>
                      <a:pt x="10247" y="23776"/>
                    </a:cubicBezTo>
                    <a:cubicBezTo>
                      <a:pt x="10577" y="23763"/>
                      <a:pt x="10964" y="23755"/>
                      <a:pt x="11379" y="23754"/>
                    </a:cubicBezTo>
                    <a:cubicBezTo>
                      <a:pt x="11584" y="23754"/>
                      <a:pt x="11799" y="23754"/>
                      <a:pt x="12017" y="23755"/>
                    </a:cubicBezTo>
                    <a:cubicBezTo>
                      <a:pt x="12234" y="23758"/>
                      <a:pt x="12453" y="23762"/>
                      <a:pt x="12675" y="23768"/>
                    </a:cubicBezTo>
                    <a:cubicBezTo>
                      <a:pt x="13115" y="23780"/>
                      <a:pt x="13556" y="23798"/>
                      <a:pt x="13968" y="23822"/>
                    </a:cubicBezTo>
                    <a:cubicBezTo>
                      <a:pt x="14153" y="23831"/>
                      <a:pt x="14331" y="23844"/>
                      <a:pt x="14501" y="23856"/>
                    </a:cubicBezTo>
                    <a:cubicBezTo>
                      <a:pt x="14489" y="24241"/>
                      <a:pt x="14478" y="24673"/>
                      <a:pt x="14469" y="25130"/>
                    </a:cubicBezTo>
                    <a:cubicBezTo>
                      <a:pt x="14457" y="25694"/>
                      <a:pt x="14443" y="26293"/>
                      <a:pt x="14430" y="26893"/>
                    </a:cubicBezTo>
                    <a:cubicBezTo>
                      <a:pt x="14425" y="27148"/>
                      <a:pt x="14418" y="27404"/>
                      <a:pt x="14414" y="27657"/>
                    </a:cubicBezTo>
                    <a:cubicBezTo>
                      <a:pt x="14302" y="27656"/>
                      <a:pt x="14188" y="27655"/>
                      <a:pt x="14073" y="27652"/>
                    </a:cubicBezTo>
                    <a:cubicBezTo>
                      <a:pt x="13935" y="27651"/>
                      <a:pt x="13794" y="27650"/>
                      <a:pt x="13652" y="27650"/>
                    </a:cubicBezTo>
                    <a:cubicBezTo>
                      <a:pt x="13333" y="27650"/>
                      <a:pt x="13004" y="27653"/>
                      <a:pt x="12676" y="27659"/>
                    </a:cubicBezTo>
                    <a:cubicBezTo>
                      <a:pt x="12440" y="27663"/>
                      <a:pt x="12201" y="27671"/>
                      <a:pt x="11967" y="27677"/>
                    </a:cubicBezTo>
                    <a:cubicBezTo>
                      <a:pt x="11735" y="27686"/>
                      <a:pt x="11504" y="27696"/>
                      <a:pt x="11281" y="27706"/>
                    </a:cubicBezTo>
                    <a:cubicBezTo>
                      <a:pt x="10836" y="27728"/>
                      <a:pt x="10421" y="27758"/>
                      <a:pt x="10067" y="27786"/>
                    </a:cubicBezTo>
                    <a:cubicBezTo>
                      <a:pt x="9714" y="27817"/>
                      <a:pt x="9418" y="27849"/>
                      <a:pt x="9213" y="27872"/>
                    </a:cubicBezTo>
                    <a:cubicBezTo>
                      <a:pt x="9147" y="27880"/>
                      <a:pt x="9092" y="27887"/>
                      <a:pt x="9046" y="27892"/>
                    </a:cubicBezTo>
                    <a:cubicBezTo>
                      <a:pt x="9060" y="27540"/>
                      <a:pt x="9065" y="27171"/>
                      <a:pt x="9069" y="26788"/>
                    </a:cubicBezTo>
                    <a:cubicBezTo>
                      <a:pt x="9072" y="26361"/>
                      <a:pt x="9079" y="25920"/>
                      <a:pt x="9079" y="25470"/>
                    </a:cubicBezTo>
                    <a:cubicBezTo>
                      <a:pt x="9080" y="25023"/>
                      <a:pt x="9083" y="24566"/>
                      <a:pt x="9083" y="24111"/>
                    </a:cubicBezTo>
                    <a:cubicBezTo>
                      <a:pt x="9080" y="23656"/>
                      <a:pt x="9079" y="23199"/>
                      <a:pt x="9077" y="22750"/>
                    </a:cubicBezTo>
                    <a:cubicBezTo>
                      <a:pt x="9073" y="22303"/>
                      <a:pt x="9070" y="21861"/>
                      <a:pt x="9066" y="21433"/>
                    </a:cubicBezTo>
                    <a:cubicBezTo>
                      <a:pt x="9062" y="21007"/>
                      <a:pt x="9056" y="20594"/>
                      <a:pt x="9050" y="20202"/>
                    </a:cubicBezTo>
                    <a:cubicBezTo>
                      <a:pt x="9044" y="19810"/>
                      <a:pt x="9036" y="19439"/>
                      <a:pt x="9030" y="19098"/>
                    </a:cubicBezTo>
                    <a:cubicBezTo>
                      <a:pt x="9017" y="18416"/>
                      <a:pt x="8995" y="17846"/>
                      <a:pt x="8985" y="17446"/>
                    </a:cubicBezTo>
                    <a:cubicBezTo>
                      <a:pt x="8979" y="17247"/>
                      <a:pt x="8971" y="17090"/>
                      <a:pt x="8968" y="16983"/>
                    </a:cubicBezTo>
                    <a:cubicBezTo>
                      <a:pt x="8963" y="16875"/>
                      <a:pt x="8962" y="16819"/>
                      <a:pt x="8962" y="16819"/>
                    </a:cubicBezTo>
                    <a:lnTo>
                      <a:pt x="8962" y="15582"/>
                    </a:lnTo>
                    <a:cubicBezTo>
                      <a:pt x="9260" y="13583"/>
                      <a:pt x="9778" y="11567"/>
                      <a:pt x="10501" y="10188"/>
                    </a:cubicBezTo>
                    <a:lnTo>
                      <a:pt x="10501" y="10217"/>
                    </a:lnTo>
                    <a:cubicBezTo>
                      <a:pt x="10501" y="10217"/>
                      <a:pt x="11209" y="9898"/>
                      <a:pt x="12397" y="9898"/>
                    </a:cubicBezTo>
                    <a:close/>
                    <a:moveTo>
                      <a:pt x="19396" y="7158"/>
                    </a:moveTo>
                    <a:cubicBezTo>
                      <a:pt x="19396" y="7158"/>
                      <a:pt x="19343" y="7349"/>
                      <a:pt x="19282" y="7640"/>
                    </a:cubicBezTo>
                    <a:cubicBezTo>
                      <a:pt x="19217" y="7930"/>
                      <a:pt x="19143" y="8318"/>
                      <a:pt x="19083" y="8709"/>
                    </a:cubicBezTo>
                    <a:cubicBezTo>
                      <a:pt x="19053" y="8904"/>
                      <a:pt x="19028" y="9099"/>
                      <a:pt x="19006" y="9281"/>
                    </a:cubicBezTo>
                    <a:cubicBezTo>
                      <a:pt x="18994" y="9373"/>
                      <a:pt x="18986" y="9461"/>
                      <a:pt x="18977" y="9546"/>
                    </a:cubicBezTo>
                    <a:cubicBezTo>
                      <a:pt x="18974" y="9579"/>
                      <a:pt x="18970" y="9613"/>
                      <a:pt x="18967" y="9644"/>
                    </a:cubicBezTo>
                    <a:cubicBezTo>
                      <a:pt x="19157" y="9620"/>
                      <a:pt x="19385" y="9597"/>
                      <a:pt x="19654" y="9597"/>
                    </a:cubicBezTo>
                    <a:cubicBezTo>
                      <a:pt x="19906" y="9597"/>
                      <a:pt x="20128" y="9617"/>
                      <a:pt x="20312" y="9644"/>
                    </a:cubicBezTo>
                    <a:cubicBezTo>
                      <a:pt x="20427" y="10597"/>
                      <a:pt x="20539" y="11670"/>
                      <a:pt x="20584" y="12563"/>
                    </a:cubicBezTo>
                    <a:lnTo>
                      <a:pt x="18330" y="12820"/>
                    </a:lnTo>
                    <a:lnTo>
                      <a:pt x="20602" y="13079"/>
                    </a:lnTo>
                    <a:cubicBezTo>
                      <a:pt x="20604" y="13157"/>
                      <a:pt x="20604" y="13236"/>
                      <a:pt x="20604" y="13310"/>
                    </a:cubicBezTo>
                    <a:lnTo>
                      <a:pt x="20604" y="23468"/>
                    </a:lnTo>
                    <a:lnTo>
                      <a:pt x="18330" y="23596"/>
                    </a:lnTo>
                    <a:lnTo>
                      <a:pt x="20604" y="23727"/>
                    </a:lnTo>
                    <a:lnTo>
                      <a:pt x="20604" y="28502"/>
                    </a:lnTo>
                    <a:cubicBezTo>
                      <a:pt x="19686" y="27771"/>
                      <a:pt x="18786" y="26991"/>
                      <a:pt x="18225" y="26282"/>
                    </a:cubicBezTo>
                    <a:cubicBezTo>
                      <a:pt x="18228" y="26014"/>
                      <a:pt x="18228" y="25745"/>
                      <a:pt x="18229" y="25474"/>
                    </a:cubicBezTo>
                    <a:cubicBezTo>
                      <a:pt x="18230" y="24514"/>
                      <a:pt x="18232" y="23540"/>
                      <a:pt x="18234" y="22565"/>
                    </a:cubicBezTo>
                    <a:cubicBezTo>
                      <a:pt x="18232" y="21589"/>
                      <a:pt x="18230" y="20615"/>
                      <a:pt x="18229" y="19655"/>
                    </a:cubicBezTo>
                    <a:cubicBezTo>
                      <a:pt x="18224" y="18695"/>
                      <a:pt x="18218" y="17752"/>
                      <a:pt x="18215" y="16839"/>
                    </a:cubicBezTo>
                    <a:cubicBezTo>
                      <a:pt x="18209" y="15926"/>
                      <a:pt x="18201" y="15042"/>
                      <a:pt x="18194" y="14206"/>
                    </a:cubicBezTo>
                    <a:cubicBezTo>
                      <a:pt x="18191" y="13995"/>
                      <a:pt x="18190" y="13789"/>
                      <a:pt x="18187" y="13585"/>
                    </a:cubicBezTo>
                    <a:cubicBezTo>
                      <a:pt x="18187" y="13382"/>
                      <a:pt x="18181" y="13181"/>
                      <a:pt x="18183" y="12988"/>
                    </a:cubicBezTo>
                    <a:cubicBezTo>
                      <a:pt x="18194" y="12601"/>
                      <a:pt x="18225" y="12221"/>
                      <a:pt x="18264" y="11860"/>
                    </a:cubicBezTo>
                    <a:cubicBezTo>
                      <a:pt x="18342" y="11137"/>
                      <a:pt x="18437" y="10474"/>
                      <a:pt x="18534" y="9890"/>
                    </a:cubicBezTo>
                    <a:cubicBezTo>
                      <a:pt x="18558" y="9755"/>
                      <a:pt x="18579" y="9624"/>
                      <a:pt x="18604" y="9499"/>
                    </a:cubicBezTo>
                    <a:cubicBezTo>
                      <a:pt x="18605" y="9492"/>
                      <a:pt x="18606" y="9487"/>
                      <a:pt x="18608" y="9480"/>
                    </a:cubicBezTo>
                    <a:cubicBezTo>
                      <a:pt x="18630" y="9395"/>
                      <a:pt x="18652" y="9308"/>
                      <a:pt x="18679" y="9218"/>
                    </a:cubicBezTo>
                    <a:cubicBezTo>
                      <a:pt x="18728" y="9037"/>
                      <a:pt x="18786" y="8845"/>
                      <a:pt x="18847" y="8654"/>
                    </a:cubicBezTo>
                    <a:cubicBezTo>
                      <a:pt x="18966" y="8273"/>
                      <a:pt x="19100" y="7897"/>
                      <a:pt x="19208" y="7617"/>
                    </a:cubicBezTo>
                    <a:cubicBezTo>
                      <a:pt x="19315" y="7340"/>
                      <a:pt x="19396" y="7158"/>
                      <a:pt x="19396" y="7158"/>
                    </a:cubicBezTo>
                    <a:close/>
                    <a:moveTo>
                      <a:pt x="5141" y="7160"/>
                    </a:moveTo>
                    <a:cubicBezTo>
                      <a:pt x="5141" y="7160"/>
                      <a:pt x="5089" y="7352"/>
                      <a:pt x="5027" y="7642"/>
                    </a:cubicBezTo>
                    <a:cubicBezTo>
                      <a:pt x="4963" y="7932"/>
                      <a:pt x="4889" y="8320"/>
                      <a:pt x="4828" y="8711"/>
                    </a:cubicBezTo>
                    <a:cubicBezTo>
                      <a:pt x="4799" y="8905"/>
                      <a:pt x="4773" y="9100"/>
                      <a:pt x="4752" y="9284"/>
                    </a:cubicBezTo>
                    <a:cubicBezTo>
                      <a:pt x="4740" y="9374"/>
                      <a:pt x="4732" y="9463"/>
                      <a:pt x="4722" y="9547"/>
                    </a:cubicBezTo>
                    <a:cubicBezTo>
                      <a:pt x="4720" y="9581"/>
                      <a:pt x="4715" y="9614"/>
                      <a:pt x="4713" y="9647"/>
                    </a:cubicBezTo>
                    <a:cubicBezTo>
                      <a:pt x="4901" y="9617"/>
                      <a:pt x="5129" y="9597"/>
                      <a:pt x="5398" y="9597"/>
                    </a:cubicBezTo>
                    <a:cubicBezTo>
                      <a:pt x="5649" y="9597"/>
                      <a:pt x="5870" y="9617"/>
                      <a:pt x="6056" y="9644"/>
                    </a:cubicBezTo>
                    <a:cubicBezTo>
                      <a:pt x="6171" y="10597"/>
                      <a:pt x="6283" y="11670"/>
                      <a:pt x="6327" y="12563"/>
                    </a:cubicBezTo>
                    <a:lnTo>
                      <a:pt x="4074" y="12820"/>
                    </a:lnTo>
                    <a:lnTo>
                      <a:pt x="6346" y="13079"/>
                    </a:lnTo>
                    <a:cubicBezTo>
                      <a:pt x="6347" y="13157"/>
                      <a:pt x="6347" y="13236"/>
                      <a:pt x="6347" y="13310"/>
                    </a:cubicBezTo>
                    <a:lnTo>
                      <a:pt x="6347" y="23468"/>
                    </a:lnTo>
                    <a:lnTo>
                      <a:pt x="4074" y="23596"/>
                    </a:lnTo>
                    <a:lnTo>
                      <a:pt x="6347" y="23727"/>
                    </a:lnTo>
                    <a:lnTo>
                      <a:pt x="6347" y="26806"/>
                    </a:lnTo>
                    <a:cubicBezTo>
                      <a:pt x="5689" y="27491"/>
                      <a:pt x="4805" y="28215"/>
                      <a:pt x="3955" y="28874"/>
                    </a:cubicBezTo>
                    <a:cubicBezTo>
                      <a:pt x="3957" y="28682"/>
                      <a:pt x="3959" y="28487"/>
                      <a:pt x="3961" y="28290"/>
                    </a:cubicBezTo>
                    <a:cubicBezTo>
                      <a:pt x="3966" y="27377"/>
                      <a:pt x="3969" y="26433"/>
                      <a:pt x="3974" y="25474"/>
                    </a:cubicBezTo>
                    <a:cubicBezTo>
                      <a:pt x="3976" y="24514"/>
                      <a:pt x="3977" y="23540"/>
                      <a:pt x="3978" y="22564"/>
                    </a:cubicBezTo>
                    <a:cubicBezTo>
                      <a:pt x="3977" y="21589"/>
                      <a:pt x="3976" y="20615"/>
                      <a:pt x="3974" y="19655"/>
                    </a:cubicBezTo>
                    <a:cubicBezTo>
                      <a:pt x="3969" y="18695"/>
                      <a:pt x="3963" y="17752"/>
                      <a:pt x="3961" y="16839"/>
                    </a:cubicBezTo>
                    <a:cubicBezTo>
                      <a:pt x="3954" y="15926"/>
                      <a:pt x="3946" y="15042"/>
                      <a:pt x="3939" y="14204"/>
                    </a:cubicBezTo>
                    <a:cubicBezTo>
                      <a:pt x="3937" y="13995"/>
                      <a:pt x="3935" y="13788"/>
                      <a:pt x="3933" y="13585"/>
                    </a:cubicBezTo>
                    <a:cubicBezTo>
                      <a:pt x="3933" y="13382"/>
                      <a:pt x="3926" y="13181"/>
                      <a:pt x="3929" y="12988"/>
                    </a:cubicBezTo>
                    <a:cubicBezTo>
                      <a:pt x="3939" y="12600"/>
                      <a:pt x="3970" y="12221"/>
                      <a:pt x="4009" y="11860"/>
                    </a:cubicBezTo>
                    <a:cubicBezTo>
                      <a:pt x="4087" y="11136"/>
                      <a:pt x="4182" y="10474"/>
                      <a:pt x="4279" y="9890"/>
                    </a:cubicBezTo>
                    <a:cubicBezTo>
                      <a:pt x="4303" y="9755"/>
                      <a:pt x="4325" y="9624"/>
                      <a:pt x="4349" y="9498"/>
                    </a:cubicBezTo>
                    <a:cubicBezTo>
                      <a:pt x="4350" y="9492"/>
                      <a:pt x="4352" y="9487"/>
                      <a:pt x="4353" y="9480"/>
                    </a:cubicBezTo>
                    <a:cubicBezTo>
                      <a:pt x="4376" y="9395"/>
                      <a:pt x="4397" y="9308"/>
                      <a:pt x="4424" y="9218"/>
                    </a:cubicBezTo>
                    <a:cubicBezTo>
                      <a:pt x="4474" y="9037"/>
                      <a:pt x="4532" y="8845"/>
                      <a:pt x="4592" y="8654"/>
                    </a:cubicBezTo>
                    <a:cubicBezTo>
                      <a:pt x="4711" y="8273"/>
                      <a:pt x="4846" y="7897"/>
                      <a:pt x="4953" y="7617"/>
                    </a:cubicBezTo>
                    <a:cubicBezTo>
                      <a:pt x="5061" y="7341"/>
                      <a:pt x="5141" y="7160"/>
                      <a:pt x="5141" y="7160"/>
                    </a:cubicBezTo>
                    <a:close/>
                    <a:moveTo>
                      <a:pt x="4184" y="9770"/>
                    </a:moveTo>
                    <a:lnTo>
                      <a:pt x="4184" y="9770"/>
                    </a:lnTo>
                    <a:cubicBezTo>
                      <a:pt x="4177" y="9802"/>
                      <a:pt x="4170" y="9833"/>
                      <a:pt x="4164" y="9867"/>
                    </a:cubicBezTo>
                    <a:cubicBezTo>
                      <a:pt x="4043" y="10450"/>
                      <a:pt x="3922" y="11112"/>
                      <a:pt x="3827" y="11838"/>
                    </a:cubicBezTo>
                    <a:cubicBezTo>
                      <a:pt x="3780" y="12202"/>
                      <a:pt x="3735" y="12582"/>
                      <a:pt x="3714" y="12981"/>
                    </a:cubicBezTo>
                    <a:cubicBezTo>
                      <a:pt x="3704" y="13182"/>
                      <a:pt x="3707" y="13382"/>
                      <a:pt x="3704" y="13585"/>
                    </a:cubicBezTo>
                    <a:cubicBezTo>
                      <a:pt x="3702" y="13789"/>
                      <a:pt x="3700" y="13995"/>
                      <a:pt x="3698" y="14204"/>
                    </a:cubicBezTo>
                    <a:cubicBezTo>
                      <a:pt x="3691" y="15042"/>
                      <a:pt x="3684" y="15926"/>
                      <a:pt x="3675" y="16839"/>
                    </a:cubicBezTo>
                    <a:cubicBezTo>
                      <a:pt x="3671" y="17752"/>
                      <a:pt x="3665" y="18696"/>
                      <a:pt x="3661" y="19655"/>
                    </a:cubicBezTo>
                    <a:cubicBezTo>
                      <a:pt x="3660" y="20615"/>
                      <a:pt x="3659" y="21589"/>
                      <a:pt x="3657" y="22564"/>
                    </a:cubicBezTo>
                    <a:cubicBezTo>
                      <a:pt x="3659" y="23540"/>
                      <a:pt x="3660" y="24514"/>
                      <a:pt x="3661" y="25474"/>
                    </a:cubicBezTo>
                    <a:cubicBezTo>
                      <a:pt x="3667" y="26434"/>
                      <a:pt x="3671" y="27377"/>
                      <a:pt x="3675" y="28290"/>
                    </a:cubicBezTo>
                    <a:cubicBezTo>
                      <a:pt x="3677" y="28558"/>
                      <a:pt x="3680" y="28824"/>
                      <a:pt x="3681" y="29086"/>
                    </a:cubicBezTo>
                    <a:cubicBezTo>
                      <a:pt x="3620" y="29134"/>
                      <a:pt x="3558" y="29181"/>
                      <a:pt x="3496" y="29228"/>
                    </a:cubicBezTo>
                    <a:cubicBezTo>
                      <a:pt x="3493" y="22769"/>
                      <a:pt x="3493" y="14282"/>
                      <a:pt x="3493" y="13190"/>
                    </a:cubicBezTo>
                    <a:cubicBezTo>
                      <a:pt x="3493" y="12463"/>
                      <a:pt x="3747" y="11078"/>
                      <a:pt x="4068" y="9816"/>
                    </a:cubicBezTo>
                    <a:cubicBezTo>
                      <a:pt x="4068" y="9816"/>
                      <a:pt x="4107" y="9797"/>
                      <a:pt x="4184" y="9770"/>
                    </a:cubicBezTo>
                    <a:close/>
                    <a:moveTo>
                      <a:pt x="19991" y="7173"/>
                    </a:moveTo>
                    <a:cubicBezTo>
                      <a:pt x="20001" y="7184"/>
                      <a:pt x="20023" y="7196"/>
                      <a:pt x="20040" y="7219"/>
                    </a:cubicBezTo>
                    <a:cubicBezTo>
                      <a:pt x="20081" y="7263"/>
                      <a:pt x="20132" y="7334"/>
                      <a:pt x="20189" y="7435"/>
                    </a:cubicBezTo>
                    <a:cubicBezTo>
                      <a:pt x="20304" y="7636"/>
                      <a:pt x="20439" y="7949"/>
                      <a:pt x="20582" y="8355"/>
                    </a:cubicBezTo>
                    <a:cubicBezTo>
                      <a:pt x="20727" y="8762"/>
                      <a:pt x="20881" y="9263"/>
                      <a:pt x="21036" y="9843"/>
                    </a:cubicBezTo>
                    <a:cubicBezTo>
                      <a:pt x="21190" y="10423"/>
                      <a:pt x="21350" y="11082"/>
                      <a:pt x="21476" y="11813"/>
                    </a:cubicBezTo>
                    <a:cubicBezTo>
                      <a:pt x="21540" y="12179"/>
                      <a:pt x="21600" y="12558"/>
                      <a:pt x="21626" y="12962"/>
                    </a:cubicBezTo>
                    <a:cubicBezTo>
                      <a:pt x="21640" y="13164"/>
                      <a:pt x="21636" y="13368"/>
                      <a:pt x="21637" y="13572"/>
                    </a:cubicBezTo>
                    <a:cubicBezTo>
                      <a:pt x="21640" y="13777"/>
                      <a:pt x="21641" y="13987"/>
                      <a:pt x="21642" y="14198"/>
                    </a:cubicBezTo>
                    <a:cubicBezTo>
                      <a:pt x="21649" y="15044"/>
                      <a:pt x="21660" y="15935"/>
                      <a:pt x="21660" y="16859"/>
                    </a:cubicBezTo>
                    <a:cubicBezTo>
                      <a:pt x="21664" y="18703"/>
                      <a:pt x="21669" y="20673"/>
                      <a:pt x="21676" y="22642"/>
                    </a:cubicBezTo>
                    <a:cubicBezTo>
                      <a:pt x="21671" y="24610"/>
                      <a:pt x="21664" y="26578"/>
                      <a:pt x="21660" y="28424"/>
                    </a:cubicBezTo>
                    <a:cubicBezTo>
                      <a:pt x="21660" y="28726"/>
                      <a:pt x="21657" y="29022"/>
                      <a:pt x="21656" y="29317"/>
                    </a:cubicBezTo>
                    <a:cubicBezTo>
                      <a:pt x="21589" y="29265"/>
                      <a:pt x="21520" y="29214"/>
                      <a:pt x="21452" y="29161"/>
                    </a:cubicBezTo>
                    <a:cubicBezTo>
                      <a:pt x="21449" y="28918"/>
                      <a:pt x="21449" y="28673"/>
                      <a:pt x="21449" y="28425"/>
                    </a:cubicBezTo>
                    <a:cubicBezTo>
                      <a:pt x="21445" y="26582"/>
                      <a:pt x="21440" y="24612"/>
                      <a:pt x="21433" y="22643"/>
                    </a:cubicBezTo>
                    <a:cubicBezTo>
                      <a:pt x="21438" y="20674"/>
                      <a:pt x="21442" y="18707"/>
                      <a:pt x="21449" y="16861"/>
                    </a:cubicBezTo>
                    <a:cubicBezTo>
                      <a:pt x="21449" y="15937"/>
                      <a:pt x="21460" y="15046"/>
                      <a:pt x="21467" y="14200"/>
                    </a:cubicBezTo>
                    <a:cubicBezTo>
                      <a:pt x="21468" y="13988"/>
                      <a:pt x="21469" y="13780"/>
                      <a:pt x="21472" y="13573"/>
                    </a:cubicBezTo>
                    <a:cubicBezTo>
                      <a:pt x="21472" y="13368"/>
                      <a:pt x="21479" y="13166"/>
                      <a:pt x="21469" y="12972"/>
                    </a:cubicBezTo>
                    <a:cubicBezTo>
                      <a:pt x="21452" y="12579"/>
                      <a:pt x="21398" y="12199"/>
                      <a:pt x="21342" y="11837"/>
                    </a:cubicBezTo>
                    <a:cubicBezTo>
                      <a:pt x="21225" y="11109"/>
                      <a:pt x="21085" y="10448"/>
                      <a:pt x="20948" y="9865"/>
                    </a:cubicBezTo>
                    <a:cubicBezTo>
                      <a:pt x="20809" y="9283"/>
                      <a:pt x="20669" y="8779"/>
                      <a:pt x="20536" y="8369"/>
                    </a:cubicBezTo>
                    <a:cubicBezTo>
                      <a:pt x="20404" y="7960"/>
                      <a:pt x="20283" y="7644"/>
                      <a:pt x="20176" y="7442"/>
                    </a:cubicBezTo>
                    <a:cubicBezTo>
                      <a:pt x="20124" y="7340"/>
                      <a:pt x="20073" y="7266"/>
                      <a:pt x="20035" y="7220"/>
                    </a:cubicBezTo>
                    <a:cubicBezTo>
                      <a:pt x="20022" y="7197"/>
                      <a:pt x="20001" y="7185"/>
                      <a:pt x="19991" y="7173"/>
                    </a:cubicBezTo>
                    <a:close/>
                    <a:moveTo>
                      <a:pt x="14692" y="27930"/>
                    </a:moveTo>
                    <a:lnTo>
                      <a:pt x="14772" y="27934"/>
                    </a:lnTo>
                    <a:cubicBezTo>
                      <a:pt x="14759" y="28636"/>
                      <a:pt x="14745" y="29277"/>
                      <a:pt x="14733" y="29825"/>
                    </a:cubicBezTo>
                    <a:lnTo>
                      <a:pt x="14692" y="27930"/>
                    </a:lnTo>
                    <a:close/>
                    <a:moveTo>
                      <a:pt x="7103" y="26520"/>
                    </a:moveTo>
                    <a:cubicBezTo>
                      <a:pt x="7103" y="26520"/>
                      <a:pt x="7084" y="26547"/>
                      <a:pt x="7052" y="26596"/>
                    </a:cubicBezTo>
                    <a:cubicBezTo>
                      <a:pt x="7019" y="26647"/>
                      <a:pt x="6972" y="26723"/>
                      <a:pt x="6906" y="26815"/>
                    </a:cubicBezTo>
                    <a:cubicBezTo>
                      <a:pt x="6839" y="26905"/>
                      <a:pt x="6762" y="27021"/>
                      <a:pt x="6663" y="27144"/>
                    </a:cubicBezTo>
                    <a:cubicBezTo>
                      <a:pt x="6567" y="27269"/>
                      <a:pt x="6453" y="27406"/>
                      <a:pt x="6326" y="27554"/>
                    </a:cubicBezTo>
                    <a:cubicBezTo>
                      <a:pt x="6260" y="27625"/>
                      <a:pt x="6193" y="27702"/>
                      <a:pt x="6123" y="27780"/>
                    </a:cubicBezTo>
                    <a:cubicBezTo>
                      <a:pt x="6052" y="27857"/>
                      <a:pt x="5975" y="27934"/>
                      <a:pt x="5899" y="28015"/>
                    </a:cubicBezTo>
                    <a:cubicBezTo>
                      <a:pt x="5821" y="28094"/>
                      <a:pt x="5740" y="28174"/>
                      <a:pt x="5657" y="28259"/>
                    </a:cubicBezTo>
                    <a:cubicBezTo>
                      <a:pt x="5574" y="28339"/>
                      <a:pt x="5486" y="28421"/>
                      <a:pt x="5398" y="28503"/>
                    </a:cubicBezTo>
                    <a:cubicBezTo>
                      <a:pt x="5218" y="28666"/>
                      <a:pt x="5031" y="28836"/>
                      <a:pt x="4835" y="28999"/>
                    </a:cubicBezTo>
                    <a:cubicBezTo>
                      <a:pt x="4640" y="29163"/>
                      <a:pt x="4438" y="29324"/>
                      <a:pt x="4235" y="29485"/>
                    </a:cubicBezTo>
                    <a:cubicBezTo>
                      <a:pt x="4029" y="29643"/>
                      <a:pt x="3821" y="29799"/>
                      <a:pt x="3617" y="29948"/>
                    </a:cubicBezTo>
                    <a:cubicBezTo>
                      <a:pt x="3412" y="30101"/>
                      <a:pt x="3207" y="30242"/>
                      <a:pt x="3009" y="30383"/>
                    </a:cubicBezTo>
                    <a:cubicBezTo>
                      <a:pt x="2613" y="30659"/>
                      <a:pt x="2242" y="30915"/>
                      <a:pt x="1925" y="31135"/>
                    </a:cubicBezTo>
                    <a:cubicBezTo>
                      <a:pt x="1609" y="31357"/>
                      <a:pt x="1354" y="31552"/>
                      <a:pt x="1190" y="31705"/>
                    </a:cubicBezTo>
                    <a:cubicBezTo>
                      <a:pt x="1150" y="31744"/>
                      <a:pt x="1117" y="31780"/>
                      <a:pt x="1086" y="31811"/>
                    </a:cubicBezTo>
                    <a:cubicBezTo>
                      <a:pt x="1056" y="31844"/>
                      <a:pt x="1033" y="31873"/>
                      <a:pt x="1015" y="31895"/>
                    </a:cubicBezTo>
                    <a:cubicBezTo>
                      <a:pt x="982" y="31946"/>
                      <a:pt x="963" y="31973"/>
                      <a:pt x="963" y="31973"/>
                    </a:cubicBezTo>
                    <a:cubicBezTo>
                      <a:pt x="963" y="31973"/>
                      <a:pt x="974" y="31942"/>
                      <a:pt x="1000" y="31887"/>
                    </a:cubicBezTo>
                    <a:cubicBezTo>
                      <a:pt x="1016" y="31861"/>
                      <a:pt x="1035" y="31828"/>
                      <a:pt x="1059" y="31792"/>
                    </a:cubicBezTo>
                    <a:cubicBezTo>
                      <a:pt x="1086" y="31757"/>
                      <a:pt x="1114" y="31714"/>
                      <a:pt x="1150" y="31671"/>
                    </a:cubicBezTo>
                    <a:cubicBezTo>
                      <a:pt x="1224" y="31584"/>
                      <a:pt x="1318" y="31483"/>
                      <a:pt x="1436" y="31374"/>
                    </a:cubicBezTo>
                    <a:cubicBezTo>
                      <a:pt x="1552" y="31264"/>
                      <a:pt x="1685" y="31147"/>
                      <a:pt x="1835" y="31023"/>
                    </a:cubicBezTo>
                    <a:cubicBezTo>
                      <a:pt x="1985" y="30899"/>
                      <a:pt x="2149" y="30767"/>
                      <a:pt x="2325" y="30632"/>
                    </a:cubicBezTo>
                    <a:cubicBezTo>
                      <a:pt x="2502" y="30496"/>
                      <a:pt x="2686" y="30354"/>
                      <a:pt x="2880" y="30209"/>
                    </a:cubicBezTo>
                    <a:cubicBezTo>
                      <a:pt x="3073" y="30062"/>
                      <a:pt x="3271" y="29913"/>
                      <a:pt x="3473" y="29759"/>
                    </a:cubicBezTo>
                    <a:cubicBezTo>
                      <a:pt x="3677" y="29606"/>
                      <a:pt x="3880" y="29450"/>
                      <a:pt x="4082" y="29293"/>
                    </a:cubicBezTo>
                    <a:cubicBezTo>
                      <a:pt x="4284" y="29134"/>
                      <a:pt x="4487" y="28977"/>
                      <a:pt x="4682" y="28818"/>
                    </a:cubicBezTo>
                    <a:cubicBezTo>
                      <a:pt x="4877" y="28658"/>
                      <a:pt x="5070" y="28501"/>
                      <a:pt x="5253" y="28344"/>
                    </a:cubicBezTo>
                    <a:cubicBezTo>
                      <a:pt x="5344" y="28266"/>
                      <a:pt x="5433" y="28188"/>
                      <a:pt x="5520" y="28111"/>
                    </a:cubicBezTo>
                    <a:cubicBezTo>
                      <a:pt x="5606" y="28033"/>
                      <a:pt x="5689" y="27958"/>
                      <a:pt x="5772" y="27884"/>
                    </a:cubicBezTo>
                    <a:cubicBezTo>
                      <a:pt x="5933" y="27735"/>
                      <a:pt x="6085" y="27592"/>
                      <a:pt x="6224" y="27457"/>
                    </a:cubicBezTo>
                    <a:cubicBezTo>
                      <a:pt x="6359" y="27322"/>
                      <a:pt x="6485" y="27198"/>
                      <a:pt x="6591" y="27084"/>
                    </a:cubicBezTo>
                    <a:cubicBezTo>
                      <a:pt x="6700" y="26971"/>
                      <a:pt x="6789" y="26869"/>
                      <a:pt x="6868" y="26786"/>
                    </a:cubicBezTo>
                    <a:cubicBezTo>
                      <a:pt x="7017" y="26617"/>
                      <a:pt x="7103" y="26520"/>
                      <a:pt x="7103" y="26520"/>
                    </a:cubicBezTo>
                    <a:close/>
                    <a:moveTo>
                      <a:pt x="19741" y="29686"/>
                    </a:moveTo>
                    <a:lnTo>
                      <a:pt x="19741" y="29686"/>
                    </a:lnTo>
                    <a:cubicBezTo>
                      <a:pt x="20156" y="29948"/>
                      <a:pt x="20615" y="30242"/>
                      <a:pt x="21097" y="30550"/>
                    </a:cubicBezTo>
                    <a:cubicBezTo>
                      <a:pt x="23000" y="31768"/>
                      <a:pt x="23978" y="32372"/>
                      <a:pt x="24319" y="32583"/>
                    </a:cubicBezTo>
                    <a:cubicBezTo>
                      <a:pt x="24625" y="33550"/>
                      <a:pt x="24628" y="34319"/>
                      <a:pt x="24628" y="34319"/>
                    </a:cubicBezTo>
                    <a:cubicBezTo>
                      <a:pt x="24628" y="34319"/>
                      <a:pt x="23039" y="34514"/>
                      <a:pt x="20976" y="34741"/>
                    </a:cubicBezTo>
                    <a:lnTo>
                      <a:pt x="24269" y="34169"/>
                    </a:lnTo>
                    <a:lnTo>
                      <a:pt x="19654" y="34413"/>
                    </a:lnTo>
                    <a:cubicBezTo>
                      <a:pt x="19647" y="32833"/>
                      <a:pt x="19608" y="31377"/>
                      <a:pt x="19483" y="30143"/>
                    </a:cubicBezTo>
                    <a:lnTo>
                      <a:pt x="19483" y="30143"/>
                    </a:lnTo>
                    <a:cubicBezTo>
                      <a:pt x="19510" y="30275"/>
                      <a:pt x="19531" y="30414"/>
                      <a:pt x="19556" y="30557"/>
                    </a:cubicBezTo>
                    <a:cubicBezTo>
                      <a:pt x="19581" y="30703"/>
                      <a:pt x="19605" y="30852"/>
                      <a:pt x="19628" y="31006"/>
                    </a:cubicBezTo>
                    <a:cubicBezTo>
                      <a:pt x="19654" y="31160"/>
                      <a:pt x="19674" y="31315"/>
                      <a:pt x="19695" y="31471"/>
                    </a:cubicBezTo>
                    <a:cubicBezTo>
                      <a:pt x="19737" y="31784"/>
                      <a:pt x="19775" y="32097"/>
                      <a:pt x="19807" y="32392"/>
                    </a:cubicBezTo>
                    <a:cubicBezTo>
                      <a:pt x="19836" y="32686"/>
                      <a:pt x="19863" y="32963"/>
                      <a:pt x="19882" y="33198"/>
                    </a:cubicBezTo>
                    <a:cubicBezTo>
                      <a:pt x="19922" y="33672"/>
                      <a:pt x="19937" y="33988"/>
                      <a:pt x="19937" y="33988"/>
                    </a:cubicBezTo>
                    <a:cubicBezTo>
                      <a:pt x="19937" y="33988"/>
                      <a:pt x="19948" y="33671"/>
                      <a:pt x="19945" y="33195"/>
                    </a:cubicBezTo>
                    <a:cubicBezTo>
                      <a:pt x="19945" y="32956"/>
                      <a:pt x="19941" y="32680"/>
                      <a:pt x="19934" y="32383"/>
                    </a:cubicBezTo>
                    <a:cubicBezTo>
                      <a:pt x="19925" y="32086"/>
                      <a:pt x="19914" y="31768"/>
                      <a:pt x="19897" y="31451"/>
                    </a:cubicBezTo>
                    <a:cubicBezTo>
                      <a:pt x="19887" y="31294"/>
                      <a:pt x="19881" y="31134"/>
                      <a:pt x="19867" y="30978"/>
                    </a:cubicBezTo>
                    <a:cubicBezTo>
                      <a:pt x="19855" y="30821"/>
                      <a:pt x="19844" y="30667"/>
                      <a:pt x="19830" y="30519"/>
                    </a:cubicBezTo>
                    <a:cubicBezTo>
                      <a:pt x="19816" y="30370"/>
                      <a:pt x="19804" y="30228"/>
                      <a:pt x="19788" y="30092"/>
                    </a:cubicBezTo>
                    <a:cubicBezTo>
                      <a:pt x="19773" y="29955"/>
                      <a:pt x="19761" y="29826"/>
                      <a:pt x="19744" y="29707"/>
                    </a:cubicBezTo>
                    <a:cubicBezTo>
                      <a:pt x="19742" y="29700"/>
                      <a:pt x="19742" y="29693"/>
                      <a:pt x="19741" y="29686"/>
                    </a:cubicBezTo>
                    <a:close/>
                    <a:moveTo>
                      <a:pt x="17043" y="21900"/>
                    </a:moveTo>
                    <a:cubicBezTo>
                      <a:pt x="17043" y="21901"/>
                      <a:pt x="17061" y="22102"/>
                      <a:pt x="17087" y="22452"/>
                    </a:cubicBezTo>
                    <a:cubicBezTo>
                      <a:pt x="17100" y="22628"/>
                      <a:pt x="17117" y="22842"/>
                      <a:pt x="17133" y="23086"/>
                    </a:cubicBezTo>
                    <a:cubicBezTo>
                      <a:pt x="17148" y="23332"/>
                      <a:pt x="17164" y="23609"/>
                      <a:pt x="17177" y="23911"/>
                    </a:cubicBezTo>
                    <a:cubicBezTo>
                      <a:pt x="17189" y="24213"/>
                      <a:pt x="17202" y="24540"/>
                      <a:pt x="17215" y="24888"/>
                    </a:cubicBezTo>
                    <a:cubicBezTo>
                      <a:pt x="17223" y="25233"/>
                      <a:pt x="17235" y="25600"/>
                      <a:pt x="17236" y="25979"/>
                    </a:cubicBezTo>
                    <a:cubicBezTo>
                      <a:pt x="17238" y="26356"/>
                      <a:pt x="17241" y="26748"/>
                      <a:pt x="17235" y="27146"/>
                    </a:cubicBezTo>
                    <a:cubicBezTo>
                      <a:pt x="17234" y="27543"/>
                      <a:pt x="17223" y="27946"/>
                      <a:pt x="17215" y="28349"/>
                    </a:cubicBezTo>
                    <a:cubicBezTo>
                      <a:pt x="17207" y="28550"/>
                      <a:pt x="17200" y="28752"/>
                      <a:pt x="17191" y="28953"/>
                    </a:cubicBezTo>
                    <a:cubicBezTo>
                      <a:pt x="17181" y="29155"/>
                      <a:pt x="17171" y="29355"/>
                      <a:pt x="17163" y="29552"/>
                    </a:cubicBezTo>
                    <a:cubicBezTo>
                      <a:pt x="17141" y="29948"/>
                      <a:pt x="17117" y="30339"/>
                      <a:pt x="17089" y="30718"/>
                    </a:cubicBezTo>
                    <a:cubicBezTo>
                      <a:pt x="17063" y="31095"/>
                      <a:pt x="17026" y="31460"/>
                      <a:pt x="16989" y="31803"/>
                    </a:cubicBezTo>
                    <a:cubicBezTo>
                      <a:pt x="16972" y="31976"/>
                      <a:pt x="16969" y="32139"/>
                      <a:pt x="16968" y="32302"/>
                    </a:cubicBezTo>
                    <a:cubicBezTo>
                      <a:pt x="16972" y="32463"/>
                      <a:pt x="16980" y="32619"/>
                      <a:pt x="16993" y="32768"/>
                    </a:cubicBezTo>
                    <a:cubicBezTo>
                      <a:pt x="17020" y="33069"/>
                      <a:pt x="17048" y="33346"/>
                      <a:pt x="17053" y="33593"/>
                    </a:cubicBezTo>
                    <a:cubicBezTo>
                      <a:pt x="17057" y="33840"/>
                      <a:pt x="17046" y="34055"/>
                      <a:pt x="17026" y="34231"/>
                    </a:cubicBezTo>
                    <a:cubicBezTo>
                      <a:pt x="17006" y="34405"/>
                      <a:pt x="16981" y="34544"/>
                      <a:pt x="16963" y="34635"/>
                    </a:cubicBezTo>
                    <a:cubicBezTo>
                      <a:pt x="16945" y="34728"/>
                      <a:pt x="16936" y="34779"/>
                      <a:pt x="16936" y="34779"/>
                    </a:cubicBezTo>
                    <a:cubicBezTo>
                      <a:pt x="16936" y="34779"/>
                      <a:pt x="16942" y="34728"/>
                      <a:pt x="16954" y="34634"/>
                    </a:cubicBezTo>
                    <a:cubicBezTo>
                      <a:pt x="16968" y="34540"/>
                      <a:pt x="16981" y="34401"/>
                      <a:pt x="16993" y="34228"/>
                    </a:cubicBezTo>
                    <a:cubicBezTo>
                      <a:pt x="17006" y="34051"/>
                      <a:pt x="17007" y="33839"/>
                      <a:pt x="16992" y="33594"/>
                    </a:cubicBezTo>
                    <a:cubicBezTo>
                      <a:pt x="16976" y="33351"/>
                      <a:pt x="16936" y="33077"/>
                      <a:pt x="16902" y="32775"/>
                    </a:cubicBezTo>
                    <a:cubicBezTo>
                      <a:pt x="16885" y="32625"/>
                      <a:pt x="16873" y="32466"/>
                      <a:pt x="16865" y="32302"/>
                    </a:cubicBezTo>
                    <a:cubicBezTo>
                      <a:pt x="16859" y="32140"/>
                      <a:pt x="16858" y="31963"/>
                      <a:pt x="16873" y="31792"/>
                    </a:cubicBezTo>
                    <a:cubicBezTo>
                      <a:pt x="16899" y="31444"/>
                      <a:pt x="16925" y="31083"/>
                      <a:pt x="16949" y="30706"/>
                    </a:cubicBezTo>
                    <a:cubicBezTo>
                      <a:pt x="16975" y="30330"/>
                      <a:pt x="16995" y="29940"/>
                      <a:pt x="17014" y="29544"/>
                    </a:cubicBezTo>
                    <a:cubicBezTo>
                      <a:pt x="17022" y="29347"/>
                      <a:pt x="17028" y="29147"/>
                      <a:pt x="17036" y="28946"/>
                    </a:cubicBezTo>
                    <a:cubicBezTo>
                      <a:pt x="17043" y="28746"/>
                      <a:pt x="17048" y="28545"/>
                      <a:pt x="17055" y="28344"/>
                    </a:cubicBezTo>
                    <a:cubicBezTo>
                      <a:pt x="17067" y="27941"/>
                      <a:pt x="17081" y="27538"/>
                      <a:pt x="17086" y="27142"/>
                    </a:cubicBezTo>
                    <a:cubicBezTo>
                      <a:pt x="17094" y="26745"/>
                      <a:pt x="17095" y="26355"/>
                      <a:pt x="17097" y="25979"/>
                    </a:cubicBezTo>
                    <a:cubicBezTo>
                      <a:pt x="17097" y="25601"/>
                      <a:pt x="17097" y="25237"/>
                      <a:pt x="17100" y="24890"/>
                    </a:cubicBezTo>
                    <a:cubicBezTo>
                      <a:pt x="17095" y="24543"/>
                      <a:pt x="17093" y="24217"/>
                      <a:pt x="17089" y="23915"/>
                    </a:cubicBezTo>
                    <a:cubicBezTo>
                      <a:pt x="17081" y="23613"/>
                      <a:pt x="17077" y="23335"/>
                      <a:pt x="17074" y="23090"/>
                    </a:cubicBezTo>
                    <a:cubicBezTo>
                      <a:pt x="17070" y="22844"/>
                      <a:pt x="17062" y="22630"/>
                      <a:pt x="17057" y="22454"/>
                    </a:cubicBezTo>
                    <a:cubicBezTo>
                      <a:pt x="17048" y="22102"/>
                      <a:pt x="17043" y="21901"/>
                      <a:pt x="17043" y="21900"/>
                    </a:cubicBezTo>
                    <a:close/>
                    <a:moveTo>
                      <a:pt x="8854" y="26289"/>
                    </a:moveTo>
                    <a:cubicBezTo>
                      <a:pt x="8856" y="26455"/>
                      <a:pt x="8857" y="26622"/>
                      <a:pt x="8858" y="26784"/>
                    </a:cubicBezTo>
                    <a:cubicBezTo>
                      <a:pt x="8868" y="27639"/>
                      <a:pt x="8881" y="28436"/>
                      <a:pt x="8896" y="29120"/>
                    </a:cubicBezTo>
                    <a:cubicBezTo>
                      <a:pt x="8909" y="29803"/>
                      <a:pt x="8931" y="30371"/>
                      <a:pt x="8942" y="30771"/>
                    </a:cubicBezTo>
                    <a:cubicBezTo>
                      <a:pt x="8946" y="30972"/>
                      <a:pt x="8955" y="31127"/>
                      <a:pt x="8958" y="31235"/>
                    </a:cubicBezTo>
                    <a:cubicBezTo>
                      <a:pt x="8963" y="31342"/>
                      <a:pt x="8964" y="31399"/>
                      <a:pt x="8964" y="31399"/>
                    </a:cubicBezTo>
                    <a:cubicBezTo>
                      <a:pt x="8964" y="31399"/>
                      <a:pt x="8966" y="31342"/>
                      <a:pt x="8971" y="31235"/>
                    </a:cubicBezTo>
                    <a:cubicBezTo>
                      <a:pt x="8975" y="31127"/>
                      <a:pt x="8983" y="30972"/>
                      <a:pt x="8989" y="30771"/>
                    </a:cubicBezTo>
                    <a:cubicBezTo>
                      <a:pt x="8998" y="30371"/>
                      <a:pt x="9019" y="29803"/>
                      <a:pt x="9033" y="29120"/>
                    </a:cubicBezTo>
                    <a:cubicBezTo>
                      <a:pt x="9042" y="28744"/>
                      <a:pt x="9050" y="28333"/>
                      <a:pt x="9057" y="27898"/>
                    </a:cubicBezTo>
                    <a:cubicBezTo>
                      <a:pt x="9104" y="27894"/>
                      <a:pt x="9159" y="27890"/>
                      <a:pt x="9225" y="27884"/>
                    </a:cubicBezTo>
                    <a:cubicBezTo>
                      <a:pt x="9432" y="27869"/>
                      <a:pt x="9727" y="27851"/>
                      <a:pt x="10083" y="27837"/>
                    </a:cubicBezTo>
                    <a:cubicBezTo>
                      <a:pt x="10436" y="27824"/>
                      <a:pt x="10851" y="27813"/>
                      <a:pt x="11294" y="27812"/>
                    </a:cubicBezTo>
                    <a:cubicBezTo>
                      <a:pt x="11516" y="27812"/>
                      <a:pt x="11745" y="27812"/>
                      <a:pt x="11978" y="27816"/>
                    </a:cubicBezTo>
                    <a:cubicBezTo>
                      <a:pt x="12211" y="27818"/>
                      <a:pt x="12446" y="27821"/>
                      <a:pt x="12683" y="27829"/>
                    </a:cubicBezTo>
                    <a:cubicBezTo>
                      <a:pt x="13155" y="27843"/>
                      <a:pt x="13628" y="27860"/>
                      <a:pt x="14071" y="27886"/>
                    </a:cubicBezTo>
                    <a:cubicBezTo>
                      <a:pt x="14188" y="27892"/>
                      <a:pt x="14304" y="27899"/>
                      <a:pt x="14416" y="27906"/>
                    </a:cubicBezTo>
                    <a:cubicBezTo>
                      <a:pt x="14380" y="29598"/>
                      <a:pt x="14344" y="31114"/>
                      <a:pt x="14335" y="31560"/>
                    </a:cubicBezTo>
                    <a:lnTo>
                      <a:pt x="12621" y="31587"/>
                    </a:lnTo>
                    <a:lnTo>
                      <a:pt x="10781" y="31623"/>
                    </a:lnTo>
                    <a:lnTo>
                      <a:pt x="9861" y="31640"/>
                    </a:lnTo>
                    <a:cubicBezTo>
                      <a:pt x="9708" y="31644"/>
                      <a:pt x="9554" y="31650"/>
                      <a:pt x="9401" y="31658"/>
                    </a:cubicBezTo>
                    <a:cubicBezTo>
                      <a:pt x="9248" y="31666"/>
                      <a:pt x="9093" y="31677"/>
                      <a:pt x="8942" y="31693"/>
                    </a:cubicBezTo>
                    <a:cubicBezTo>
                      <a:pt x="9093" y="31710"/>
                      <a:pt x="9248" y="31720"/>
                      <a:pt x="9401" y="31728"/>
                    </a:cubicBezTo>
                    <a:cubicBezTo>
                      <a:pt x="9554" y="31738"/>
                      <a:pt x="9708" y="31741"/>
                      <a:pt x="9861" y="31745"/>
                    </a:cubicBezTo>
                    <a:lnTo>
                      <a:pt x="10636" y="31760"/>
                    </a:lnTo>
                    <a:cubicBezTo>
                      <a:pt x="10756" y="31757"/>
                      <a:pt x="10877" y="31752"/>
                      <a:pt x="11000" y="31750"/>
                    </a:cubicBezTo>
                    <a:cubicBezTo>
                      <a:pt x="11198" y="31746"/>
                      <a:pt x="11399" y="31740"/>
                      <a:pt x="11603" y="31740"/>
                    </a:cubicBezTo>
                    <a:cubicBezTo>
                      <a:pt x="11809" y="31738"/>
                      <a:pt x="12018" y="31737"/>
                      <a:pt x="12226" y="31734"/>
                    </a:cubicBezTo>
                    <a:cubicBezTo>
                      <a:pt x="12434" y="31737"/>
                      <a:pt x="12644" y="31738"/>
                      <a:pt x="12849" y="31738"/>
                    </a:cubicBezTo>
                    <a:cubicBezTo>
                      <a:pt x="13053" y="31738"/>
                      <a:pt x="13256" y="31745"/>
                      <a:pt x="13451" y="31748"/>
                    </a:cubicBezTo>
                    <a:cubicBezTo>
                      <a:pt x="13843" y="31757"/>
                      <a:pt x="14208" y="31771"/>
                      <a:pt x="14521" y="31785"/>
                    </a:cubicBezTo>
                    <a:cubicBezTo>
                      <a:pt x="15147" y="31814"/>
                      <a:pt x="15565" y="31855"/>
                      <a:pt x="15565" y="31855"/>
                    </a:cubicBezTo>
                    <a:cubicBezTo>
                      <a:pt x="15565" y="31855"/>
                      <a:pt x="15147" y="31895"/>
                      <a:pt x="14521" y="31926"/>
                    </a:cubicBezTo>
                    <a:cubicBezTo>
                      <a:pt x="14490" y="31928"/>
                      <a:pt x="14458" y="31929"/>
                      <a:pt x="14427" y="31930"/>
                    </a:cubicBezTo>
                    <a:cubicBezTo>
                      <a:pt x="14484" y="32942"/>
                      <a:pt x="14899" y="34115"/>
                      <a:pt x="15174" y="35035"/>
                    </a:cubicBezTo>
                    <a:cubicBezTo>
                      <a:pt x="15130" y="34937"/>
                      <a:pt x="15085" y="34827"/>
                      <a:pt x="15040" y="34706"/>
                    </a:cubicBezTo>
                    <a:cubicBezTo>
                      <a:pt x="14982" y="34561"/>
                      <a:pt x="14927" y="34405"/>
                      <a:pt x="14873" y="34247"/>
                    </a:cubicBezTo>
                    <a:cubicBezTo>
                      <a:pt x="14657" y="33619"/>
                      <a:pt x="14484" y="32974"/>
                      <a:pt x="14484" y="32974"/>
                    </a:cubicBezTo>
                    <a:lnTo>
                      <a:pt x="14484" y="32974"/>
                    </a:lnTo>
                    <a:cubicBezTo>
                      <a:pt x="14484" y="32974"/>
                      <a:pt x="14598" y="33632"/>
                      <a:pt x="14758" y="34280"/>
                    </a:cubicBezTo>
                    <a:cubicBezTo>
                      <a:pt x="14798" y="34444"/>
                      <a:pt x="14839" y="34607"/>
                      <a:pt x="14884" y="34757"/>
                    </a:cubicBezTo>
                    <a:cubicBezTo>
                      <a:pt x="14927" y="34909"/>
                      <a:pt x="14971" y="35050"/>
                      <a:pt x="15013" y="35171"/>
                    </a:cubicBezTo>
                    <a:cubicBezTo>
                      <a:pt x="15033" y="35231"/>
                      <a:pt x="15054" y="35286"/>
                      <a:pt x="15073" y="35335"/>
                    </a:cubicBezTo>
                    <a:cubicBezTo>
                      <a:pt x="15087" y="35368"/>
                      <a:pt x="15099" y="35398"/>
                      <a:pt x="15109" y="35426"/>
                    </a:cubicBezTo>
                    <a:cubicBezTo>
                      <a:pt x="15078" y="35427"/>
                      <a:pt x="15048" y="35431"/>
                      <a:pt x="15015" y="35434"/>
                    </a:cubicBezTo>
                    <a:cubicBezTo>
                      <a:pt x="14713" y="35455"/>
                      <a:pt x="14410" y="35468"/>
                      <a:pt x="14143" y="35473"/>
                    </a:cubicBezTo>
                    <a:lnTo>
                      <a:pt x="13368" y="31967"/>
                    </a:lnTo>
                    <a:cubicBezTo>
                      <a:pt x="13198" y="31969"/>
                      <a:pt x="13025" y="31975"/>
                      <a:pt x="12847" y="31975"/>
                    </a:cubicBezTo>
                    <a:cubicBezTo>
                      <a:pt x="12742" y="31975"/>
                      <a:pt x="12634" y="31976"/>
                      <a:pt x="12527" y="31976"/>
                    </a:cubicBezTo>
                    <a:lnTo>
                      <a:pt x="12527" y="33981"/>
                    </a:lnTo>
                    <a:lnTo>
                      <a:pt x="12527" y="37121"/>
                    </a:lnTo>
                    <a:lnTo>
                      <a:pt x="12314" y="37121"/>
                    </a:lnTo>
                    <a:cubicBezTo>
                      <a:pt x="12309" y="37121"/>
                      <a:pt x="12304" y="37121"/>
                      <a:pt x="12300" y="37121"/>
                    </a:cubicBezTo>
                    <a:cubicBezTo>
                      <a:pt x="12204" y="37121"/>
                      <a:pt x="12127" y="37041"/>
                      <a:pt x="12127" y="36943"/>
                    </a:cubicBezTo>
                    <a:lnTo>
                      <a:pt x="12127" y="36272"/>
                    </a:lnTo>
                    <a:lnTo>
                      <a:pt x="12134" y="36297"/>
                    </a:lnTo>
                    <a:lnTo>
                      <a:pt x="12134" y="34180"/>
                    </a:lnTo>
                    <a:lnTo>
                      <a:pt x="12134" y="33988"/>
                    </a:lnTo>
                    <a:lnTo>
                      <a:pt x="12134" y="33688"/>
                    </a:lnTo>
                    <a:lnTo>
                      <a:pt x="12134" y="31985"/>
                    </a:lnTo>
                    <a:cubicBezTo>
                      <a:pt x="11956" y="31983"/>
                      <a:pt x="11776" y="31983"/>
                      <a:pt x="11602" y="31981"/>
                    </a:cubicBezTo>
                    <a:cubicBezTo>
                      <a:pt x="11480" y="31981"/>
                      <a:pt x="11360" y="31979"/>
                      <a:pt x="11241" y="31976"/>
                    </a:cubicBezTo>
                    <a:lnTo>
                      <a:pt x="11241" y="31976"/>
                    </a:lnTo>
                    <a:cubicBezTo>
                      <a:pt x="11355" y="32390"/>
                      <a:pt x="11549" y="33175"/>
                      <a:pt x="11549" y="33688"/>
                    </a:cubicBezTo>
                    <a:cubicBezTo>
                      <a:pt x="11549" y="34271"/>
                      <a:pt x="11454" y="34646"/>
                      <a:pt x="11333" y="34933"/>
                    </a:cubicBezTo>
                    <a:cubicBezTo>
                      <a:pt x="11361" y="34839"/>
                      <a:pt x="11387" y="34740"/>
                      <a:pt x="11404" y="34635"/>
                    </a:cubicBezTo>
                    <a:cubicBezTo>
                      <a:pt x="11422" y="34541"/>
                      <a:pt x="11435" y="34444"/>
                      <a:pt x="11445" y="34344"/>
                    </a:cubicBezTo>
                    <a:cubicBezTo>
                      <a:pt x="11454" y="34244"/>
                      <a:pt x="11458" y="34143"/>
                      <a:pt x="11458" y="34043"/>
                    </a:cubicBezTo>
                    <a:cubicBezTo>
                      <a:pt x="11462" y="33640"/>
                      <a:pt x="11403" y="33242"/>
                      <a:pt x="11343" y="32950"/>
                    </a:cubicBezTo>
                    <a:cubicBezTo>
                      <a:pt x="11281" y="32658"/>
                      <a:pt x="11216" y="32469"/>
                      <a:pt x="11216" y="32469"/>
                    </a:cubicBezTo>
                    <a:lnTo>
                      <a:pt x="11216" y="32469"/>
                    </a:lnTo>
                    <a:cubicBezTo>
                      <a:pt x="11216" y="32469"/>
                      <a:pt x="11266" y="32661"/>
                      <a:pt x="11304" y="32955"/>
                    </a:cubicBezTo>
                    <a:cubicBezTo>
                      <a:pt x="11343" y="33249"/>
                      <a:pt x="11371" y="33645"/>
                      <a:pt x="11336" y="34036"/>
                    </a:cubicBezTo>
                    <a:cubicBezTo>
                      <a:pt x="11328" y="34134"/>
                      <a:pt x="11316" y="34231"/>
                      <a:pt x="11301" y="34325"/>
                    </a:cubicBezTo>
                    <a:cubicBezTo>
                      <a:pt x="11284" y="34419"/>
                      <a:pt x="11266" y="34511"/>
                      <a:pt x="11242" y="34599"/>
                    </a:cubicBezTo>
                    <a:cubicBezTo>
                      <a:pt x="11196" y="34773"/>
                      <a:pt x="11134" y="34929"/>
                      <a:pt x="11073" y="35057"/>
                    </a:cubicBezTo>
                    <a:cubicBezTo>
                      <a:pt x="11055" y="35089"/>
                      <a:pt x="11040" y="35117"/>
                      <a:pt x="11026" y="35145"/>
                    </a:cubicBezTo>
                    <a:cubicBezTo>
                      <a:pt x="11008" y="35172"/>
                      <a:pt x="10992" y="35199"/>
                      <a:pt x="10979" y="35223"/>
                    </a:cubicBezTo>
                    <a:cubicBezTo>
                      <a:pt x="10949" y="35271"/>
                      <a:pt x="10918" y="35310"/>
                      <a:pt x="10894" y="35344"/>
                    </a:cubicBezTo>
                    <a:cubicBezTo>
                      <a:pt x="10885" y="35356"/>
                      <a:pt x="10878" y="35365"/>
                      <a:pt x="10870" y="35374"/>
                    </a:cubicBezTo>
                    <a:cubicBezTo>
                      <a:pt x="10851" y="35376"/>
                      <a:pt x="10832" y="35379"/>
                      <a:pt x="10815" y="35380"/>
                    </a:cubicBezTo>
                    <a:cubicBezTo>
                      <a:pt x="10715" y="35394"/>
                      <a:pt x="10613" y="35399"/>
                      <a:pt x="10509" y="35410"/>
                    </a:cubicBezTo>
                    <a:cubicBezTo>
                      <a:pt x="10404" y="35419"/>
                      <a:pt x="10296" y="35423"/>
                      <a:pt x="10192" y="35427"/>
                    </a:cubicBezTo>
                    <a:cubicBezTo>
                      <a:pt x="10115" y="35432"/>
                      <a:pt x="10039" y="35433"/>
                      <a:pt x="9963" y="35433"/>
                    </a:cubicBezTo>
                    <a:cubicBezTo>
                      <a:pt x="9933" y="35433"/>
                      <a:pt x="9902" y="35433"/>
                      <a:pt x="9872" y="35433"/>
                    </a:cubicBezTo>
                    <a:cubicBezTo>
                      <a:pt x="9767" y="35433"/>
                      <a:pt x="9664" y="35427"/>
                      <a:pt x="9563" y="35426"/>
                    </a:cubicBezTo>
                    <a:cubicBezTo>
                      <a:pt x="9465" y="35418"/>
                      <a:pt x="9367" y="35416"/>
                      <a:pt x="9275" y="35404"/>
                    </a:cubicBezTo>
                    <a:cubicBezTo>
                      <a:pt x="9182" y="35396"/>
                      <a:pt x="9097" y="35384"/>
                      <a:pt x="9017" y="35372"/>
                    </a:cubicBezTo>
                    <a:cubicBezTo>
                      <a:pt x="8936" y="35360"/>
                      <a:pt x="8864" y="35347"/>
                      <a:pt x="8801" y="35333"/>
                    </a:cubicBezTo>
                    <a:cubicBezTo>
                      <a:pt x="8736" y="35320"/>
                      <a:pt x="8681" y="35306"/>
                      <a:pt x="8634" y="35296"/>
                    </a:cubicBezTo>
                    <a:cubicBezTo>
                      <a:pt x="8543" y="35271"/>
                      <a:pt x="8492" y="35251"/>
                      <a:pt x="8492" y="35251"/>
                    </a:cubicBezTo>
                    <a:lnTo>
                      <a:pt x="8492" y="35251"/>
                    </a:lnTo>
                    <a:cubicBezTo>
                      <a:pt x="8492" y="35251"/>
                      <a:pt x="8539" y="35278"/>
                      <a:pt x="8626" y="35316"/>
                    </a:cubicBezTo>
                    <a:cubicBezTo>
                      <a:pt x="8669" y="35333"/>
                      <a:pt x="8723" y="35356"/>
                      <a:pt x="8784" y="35379"/>
                    </a:cubicBezTo>
                    <a:cubicBezTo>
                      <a:pt x="8848" y="35400"/>
                      <a:pt x="8917" y="35426"/>
                      <a:pt x="8997" y="35450"/>
                    </a:cubicBezTo>
                    <a:cubicBezTo>
                      <a:pt x="9076" y="35474"/>
                      <a:pt x="9160" y="35498"/>
                      <a:pt x="9252" y="35520"/>
                    </a:cubicBezTo>
                    <a:cubicBezTo>
                      <a:pt x="9342" y="35545"/>
                      <a:pt x="9440" y="35564"/>
                      <a:pt x="9540" y="35587"/>
                    </a:cubicBezTo>
                    <a:cubicBezTo>
                      <a:pt x="9641" y="35606"/>
                      <a:pt x="9745" y="35627"/>
                      <a:pt x="9852" y="35642"/>
                    </a:cubicBezTo>
                    <a:cubicBezTo>
                      <a:pt x="9959" y="35658"/>
                      <a:pt x="10070" y="35676"/>
                      <a:pt x="10178" y="35686"/>
                    </a:cubicBezTo>
                    <a:cubicBezTo>
                      <a:pt x="10287" y="35698"/>
                      <a:pt x="10396" y="35712"/>
                      <a:pt x="10506" y="35716"/>
                    </a:cubicBezTo>
                    <a:cubicBezTo>
                      <a:pt x="10613" y="35723"/>
                      <a:pt x="10721" y="35733"/>
                      <a:pt x="10823" y="35735"/>
                    </a:cubicBezTo>
                    <a:cubicBezTo>
                      <a:pt x="10859" y="35736"/>
                      <a:pt x="10893" y="35736"/>
                      <a:pt x="10929" y="35739"/>
                    </a:cubicBezTo>
                    <a:cubicBezTo>
                      <a:pt x="10891" y="35841"/>
                      <a:pt x="10866" y="35951"/>
                      <a:pt x="10858" y="36081"/>
                    </a:cubicBezTo>
                    <a:cubicBezTo>
                      <a:pt x="10843" y="36084"/>
                      <a:pt x="10830" y="36088"/>
                      <a:pt x="10815" y="36092"/>
                    </a:cubicBezTo>
                    <a:cubicBezTo>
                      <a:pt x="10769" y="36104"/>
                      <a:pt x="10718" y="36116"/>
                      <a:pt x="10664" y="36126"/>
                    </a:cubicBezTo>
                    <a:cubicBezTo>
                      <a:pt x="10611" y="36138"/>
                      <a:pt x="10554" y="36150"/>
                      <a:pt x="10495" y="36158"/>
                    </a:cubicBezTo>
                    <a:cubicBezTo>
                      <a:pt x="10436" y="36168"/>
                      <a:pt x="10374" y="36178"/>
                      <a:pt x="10313" y="36185"/>
                    </a:cubicBezTo>
                    <a:cubicBezTo>
                      <a:pt x="10251" y="36193"/>
                      <a:pt x="10185" y="36199"/>
                      <a:pt x="10121" y="36205"/>
                    </a:cubicBezTo>
                    <a:cubicBezTo>
                      <a:pt x="9944" y="36222"/>
                      <a:pt x="9766" y="36228"/>
                      <a:pt x="9609" y="36228"/>
                    </a:cubicBezTo>
                    <a:cubicBezTo>
                      <a:pt x="9536" y="36228"/>
                      <a:pt x="9467" y="36227"/>
                      <a:pt x="9405" y="36225"/>
                    </a:cubicBezTo>
                    <a:cubicBezTo>
                      <a:pt x="9207" y="36218"/>
                      <a:pt x="9077" y="36203"/>
                      <a:pt x="9077" y="36203"/>
                    </a:cubicBezTo>
                    <a:lnTo>
                      <a:pt x="9077" y="36203"/>
                    </a:lnTo>
                    <a:cubicBezTo>
                      <a:pt x="9077" y="36203"/>
                      <a:pt x="9203" y="36244"/>
                      <a:pt x="9395" y="36287"/>
                    </a:cubicBezTo>
                    <a:cubicBezTo>
                      <a:pt x="9589" y="36332"/>
                      <a:pt x="9852" y="36379"/>
                      <a:pt x="10119" y="36406"/>
                    </a:cubicBezTo>
                    <a:cubicBezTo>
                      <a:pt x="10186" y="36413"/>
                      <a:pt x="10254" y="36420"/>
                      <a:pt x="10319" y="36424"/>
                    </a:cubicBezTo>
                    <a:cubicBezTo>
                      <a:pt x="10385" y="36428"/>
                      <a:pt x="10450" y="36430"/>
                      <a:pt x="10514" y="36432"/>
                    </a:cubicBezTo>
                    <a:cubicBezTo>
                      <a:pt x="10551" y="36433"/>
                      <a:pt x="10588" y="36434"/>
                      <a:pt x="10624" y="36434"/>
                    </a:cubicBezTo>
                    <a:cubicBezTo>
                      <a:pt x="10649" y="36434"/>
                      <a:pt x="10673" y="36434"/>
                      <a:pt x="10697" y="36433"/>
                    </a:cubicBezTo>
                    <a:cubicBezTo>
                      <a:pt x="10745" y="36433"/>
                      <a:pt x="10791" y="36432"/>
                      <a:pt x="10835" y="36430"/>
                    </a:cubicBezTo>
                    <a:lnTo>
                      <a:pt x="10835" y="36430"/>
                    </a:lnTo>
                    <a:cubicBezTo>
                      <a:pt x="10762" y="36916"/>
                      <a:pt x="10489" y="37271"/>
                      <a:pt x="10301" y="37462"/>
                    </a:cubicBezTo>
                    <a:lnTo>
                      <a:pt x="10224" y="36782"/>
                    </a:lnTo>
                    <a:lnTo>
                      <a:pt x="10047" y="37607"/>
                    </a:lnTo>
                    <a:cubicBezTo>
                      <a:pt x="10010" y="37605"/>
                      <a:pt x="9957" y="37600"/>
                      <a:pt x="9895" y="37592"/>
                    </a:cubicBezTo>
                    <a:cubicBezTo>
                      <a:pt x="9892" y="37581"/>
                      <a:pt x="9890" y="37572"/>
                      <a:pt x="9888" y="37560"/>
                    </a:cubicBezTo>
                    <a:cubicBezTo>
                      <a:pt x="9865" y="37464"/>
                      <a:pt x="9839" y="37334"/>
                      <a:pt x="9814" y="37204"/>
                    </a:cubicBezTo>
                    <a:cubicBezTo>
                      <a:pt x="9765" y="36943"/>
                      <a:pt x="9723" y="36679"/>
                      <a:pt x="9723" y="36679"/>
                    </a:cubicBezTo>
                    <a:cubicBezTo>
                      <a:pt x="9723" y="36679"/>
                      <a:pt x="9683" y="36942"/>
                      <a:pt x="9651" y="37209"/>
                    </a:cubicBezTo>
                    <a:cubicBezTo>
                      <a:pt x="9637" y="37323"/>
                      <a:pt x="9626" y="37435"/>
                      <a:pt x="9617" y="37529"/>
                    </a:cubicBezTo>
                    <a:cubicBezTo>
                      <a:pt x="9582" y="37519"/>
                      <a:pt x="9547" y="37507"/>
                      <a:pt x="9512" y="37494"/>
                    </a:cubicBezTo>
                    <a:cubicBezTo>
                      <a:pt x="9503" y="37472"/>
                      <a:pt x="9493" y="37447"/>
                      <a:pt x="9481" y="37417"/>
                    </a:cubicBezTo>
                    <a:cubicBezTo>
                      <a:pt x="9446" y="37325"/>
                      <a:pt x="9405" y="37198"/>
                      <a:pt x="9365" y="37071"/>
                    </a:cubicBezTo>
                    <a:cubicBezTo>
                      <a:pt x="9284" y="36816"/>
                      <a:pt x="9213" y="36555"/>
                      <a:pt x="9213" y="36555"/>
                    </a:cubicBezTo>
                    <a:cubicBezTo>
                      <a:pt x="9213" y="36555"/>
                      <a:pt x="9203" y="36824"/>
                      <a:pt x="9205" y="37096"/>
                    </a:cubicBezTo>
                    <a:cubicBezTo>
                      <a:pt x="9205" y="37177"/>
                      <a:pt x="9206" y="37256"/>
                      <a:pt x="9207" y="37330"/>
                    </a:cubicBezTo>
                    <a:cubicBezTo>
                      <a:pt x="9052" y="37203"/>
                      <a:pt x="8942" y="36728"/>
                      <a:pt x="8862" y="36162"/>
                    </a:cubicBezTo>
                    <a:lnTo>
                      <a:pt x="8852" y="36162"/>
                    </a:lnTo>
                    <a:cubicBezTo>
                      <a:pt x="8603" y="36162"/>
                      <a:pt x="8419" y="35720"/>
                      <a:pt x="8286" y="35208"/>
                    </a:cubicBezTo>
                    <a:cubicBezTo>
                      <a:pt x="8285" y="35121"/>
                      <a:pt x="8281" y="35014"/>
                      <a:pt x="8279" y="34893"/>
                    </a:cubicBezTo>
                    <a:cubicBezTo>
                      <a:pt x="8278" y="34721"/>
                      <a:pt x="8274" y="34519"/>
                      <a:pt x="8273" y="34305"/>
                    </a:cubicBezTo>
                    <a:cubicBezTo>
                      <a:pt x="8271" y="34197"/>
                      <a:pt x="8273" y="34087"/>
                      <a:pt x="8273" y="33974"/>
                    </a:cubicBezTo>
                    <a:cubicBezTo>
                      <a:pt x="8273" y="33861"/>
                      <a:pt x="8273" y="33746"/>
                      <a:pt x="8278" y="33632"/>
                    </a:cubicBezTo>
                    <a:cubicBezTo>
                      <a:pt x="8281" y="33518"/>
                      <a:pt x="8281" y="33402"/>
                      <a:pt x="8286" y="33289"/>
                    </a:cubicBezTo>
                    <a:cubicBezTo>
                      <a:pt x="8292" y="33177"/>
                      <a:pt x="8294" y="33066"/>
                      <a:pt x="8304" y="32959"/>
                    </a:cubicBezTo>
                    <a:cubicBezTo>
                      <a:pt x="8312" y="32853"/>
                      <a:pt x="8317" y="32748"/>
                      <a:pt x="8328" y="32651"/>
                    </a:cubicBezTo>
                    <a:cubicBezTo>
                      <a:pt x="8340" y="32553"/>
                      <a:pt x="8348" y="32462"/>
                      <a:pt x="8364" y="32378"/>
                    </a:cubicBezTo>
                    <a:cubicBezTo>
                      <a:pt x="8375" y="32292"/>
                      <a:pt x="8392" y="32218"/>
                      <a:pt x="8406" y="32149"/>
                    </a:cubicBezTo>
                    <a:cubicBezTo>
                      <a:pt x="8422" y="32083"/>
                      <a:pt x="8434" y="32023"/>
                      <a:pt x="8453" y="31979"/>
                    </a:cubicBezTo>
                    <a:cubicBezTo>
                      <a:pt x="8469" y="31933"/>
                      <a:pt x="8486" y="31899"/>
                      <a:pt x="8502" y="31878"/>
                    </a:cubicBezTo>
                    <a:cubicBezTo>
                      <a:pt x="8516" y="31864"/>
                      <a:pt x="8528" y="31858"/>
                      <a:pt x="8533" y="31857"/>
                    </a:cubicBezTo>
                    <a:lnTo>
                      <a:pt x="8533" y="31857"/>
                    </a:lnTo>
                    <a:cubicBezTo>
                      <a:pt x="8535" y="31858"/>
                      <a:pt x="8536" y="31858"/>
                      <a:pt x="8536" y="31858"/>
                    </a:cubicBezTo>
                    <a:cubicBezTo>
                      <a:pt x="8536" y="31857"/>
                      <a:pt x="8536" y="31857"/>
                      <a:pt x="8535" y="31857"/>
                    </a:cubicBezTo>
                    <a:cubicBezTo>
                      <a:pt x="8534" y="31857"/>
                      <a:pt x="8534" y="31857"/>
                      <a:pt x="8533" y="31857"/>
                    </a:cubicBezTo>
                    <a:lnTo>
                      <a:pt x="8533" y="31857"/>
                    </a:lnTo>
                    <a:cubicBezTo>
                      <a:pt x="8532" y="31857"/>
                      <a:pt x="8530" y="31857"/>
                      <a:pt x="8528" y="31857"/>
                    </a:cubicBezTo>
                    <a:cubicBezTo>
                      <a:pt x="8521" y="31857"/>
                      <a:pt x="8510" y="31859"/>
                      <a:pt x="8494" y="31867"/>
                    </a:cubicBezTo>
                    <a:cubicBezTo>
                      <a:pt x="8473" y="31885"/>
                      <a:pt x="8439" y="31913"/>
                      <a:pt x="8414" y="31959"/>
                    </a:cubicBezTo>
                    <a:cubicBezTo>
                      <a:pt x="8386" y="32002"/>
                      <a:pt x="8359" y="32059"/>
                      <a:pt x="8333" y="32126"/>
                    </a:cubicBezTo>
                    <a:cubicBezTo>
                      <a:pt x="8310" y="32194"/>
                      <a:pt x="8285" y="32270"/>
                      <a:pt x="8266" y="32356"/>
                    </a:cubicBezTo>
                    <a:cubicBezTo>
                      <a:pt x="8245" y="32442"/>
                      <a:pt x="8227" y="32533"/>
                      <a:pt x="8207" y="32631"/>
                    </a:cubicBezTo>
                    <a:cubicBezTo>
                      <a:pt x="8187" y="32728"/>
                      <a:pt x="8173" y="32833"/>
                      <a:pt x="8157" y="32940"/>
                    </a:cubicBezTo>
                    <a:cubicBezTo>
                      <a:pt x="8143" y="33048"/>
                      <a:pt x="8129" y="33158"/>
                      <a:pt x="8113" y="33272"/>
                    </a:cubicBezTo>
                    <a:cubicBezTo>
                      <a:pt x="8098" y="33385"/>
                      <a:pt x="8090" y="33500"/>
                      <a:pt x="8077" y="33617"/>
                    </a:cubicBezTo>
                    <a:cubicBezTo>
                      <a:pt x="8065" y="33733"/>
                      <a:pt x="8057" y="33847"/>
                      <a:pt x="8049" y="33961"/>
                    </a:cubicBezTo>
                    <a:cubicBezTo>
                      <a:pt x="8039" y="34075"/>
                      <a:pt x="8030" y="34185"/>
                      <a:pt x="8023" y="34295"/>
                    </a:cubicBezTo>
                    <a:cubicBezTo>
                      <a:pt x="8015" y="34432"/>
                      <a:pt x="8008" y="34564"/>
                      <a:pt x="8002" y="34686"/>
                    </a:cubicBezTo>
                    <a:lnTo>
                      <a:pt x="2705" y="34407"/>
                    </a:lnTo>
                    <a:lnTo>
                      <a:pt x="2705" y="34407"/>
                    </a:lnTo>
                    <a:lnTo>
                      <a:pt x="5488" y="34890"/>
                    </a:lnTo>
                    <a:cubicBezTo>
                      <a:pt x="2779" y="34604"/>
                      <a:pt x="412" y="34315"/>
                      <a:pt x="412" y="34315"/>
                    </a:cubicBezTo>
                    <a:cubicBezTo>
                      <a:pt x="412" y="34315"/>
                      <a:pt x="412" y="33551"/>
                      <a:pt x="718" y="32590"/>
                    </a:cubicBezTo>
                    <a:cubicBezTo>
                      <a:pt x="1041" y="32391"/>
                      <a:pt x="2019" y="31787"/>
                      <a:pt x="3955" y="30546"/>
                    </a:cubicBezTo>
                    <a:cubicBezTo>
                      <a:pt x="5692" y="29435"/>
                      <a:pt x="7162" y="28522"/>
                      <a:pt x="7162" y="28522"/>
                    </a:cubicBezTo>
                    <a:cubicBezTo>
                      <a:pt x="7650" y="28166"/>
                      <a:pt x="8159" y="27778"/>
                      <a:pt x="8512" y="27169"/>
                    </a:cubicBezTo>
                    <a:lnTo>
                      <a:pt x="8641" y="31129"/>
                    </a:lnTo>
                    <a:lnTo>
                      <a:pt x="8791" y="26520"/>
                    </a:lnTo>
                    <a:cubicBezTo>
                      <a:pt x="8814" y="26446"/>
                      <a:pt x="8835" y="26369"/>
                      <a:pt x="8854" y="26289"/>
                    </a:cubicBezTo>
                    <a:close/>
                    <a:moveTo>
                      <a:pt x="14125" y="35604"/>
                    </a:moveTo>
                    <a:cubicBezTo>
                      <a:pt x="14391" y="35641"/>
                      <a:pt x="14698" y="35676"/>
                      <a:pt x="15009" y="35700"/>
                    </a:cubicBezTo>
                    <a:cubicBezTo>
                      <a:pt x="15116" y="35708"/>
                      <a:pt x="15226" y="35716"/>
                      <a:pt x="15331" y="35721"/>
                    </a:cubicBezTo>
                    <a:cubicBezTo>
                      <a:pt x="15338" y="35721"/>
                      <a:pt x="15347" y="35721"/>
                      <a:pt x="15354" y="35723"/>
                    </a:cubicBezTo>
                    <a:cubicBezTo>
                      <a:pt x="15391" y="35880"/>
                      <a:pt x="15414" y="36018"/>
                      <a:pt x="15421" y="36139"/>
                    </a:cubicBezTo>
                    <a:cubicBezTo>
                      <a:pt x="15385" y="36146"/>
                      <a:pt x="15348" y="36152"/>
                      <a:pt x="15309" y="36159"/>
                    </a:cubicBezTo>
                    <a:cubicBezTo>
                      <a:pt x="15250" y="36170"/>
                      <a:pt x="15189" y="36179"/>
                      <a:pt x="15125" y="36186"/>
                    </a:cubicBezTo>
                    <a:cubicBezTo>
                      <a:pt x="15062" y="36195"/>
                      <a:pt x="14998" y="36202"/>
                      <a:pt x="14933" y="36206"/>
                    </a:cubicBezTo>
                    <a:cubicBezTo>
                      <a:pt x="14757" y="36224"/>
                      <a:pt x="14579" y="36230"/>
                      <a:pt x="14421" y="36230"/>
                    </a:cubicBezTo>
                    <a:cubicBezTo>
                      <a:pt x="14348" y="36230"/>
                      <a:pt x="14279" y="36228"/>
                      <a:pt x="14216" y="36226"/>
                    </a:cubicBezTo>
                    <a:cubicBezTo>
                      <a:pt x="14020" y="36220"/>
                      <a:pt x="13890" y="36205"/>
                      <a:pt x="13890" y="36205"/>
                    </a:cubicBezTo>
                    <a:lnTo>
                      <a:pt x="13890" y="36205"/>
                    </a:lnTo>
                    <a:cubicBezTo>
                      <a:pt x="13890" y="36205"/>
                      <a:pt x="14015" y="36245"/>
                      <a:pt x="14208" y="36289"/>
                    </a:cubicBezTo>
                    <a:cubicBezTo>
                      <a:pt x="14402" y="36334"/>
                      <a:pt x="14665" y="36381"/>
                      <a:pt x="14932" y="36408"/>
                    </a:cubicBezTo>
                    <a:cubicBezTo>
                      <a:pt x="14999" y="36414"/>
                      <a:pt x="15066" y="36421"/>
                      <a:pt x="15132" y="36425"/>
                    </a:cubicBezTo>
                    <a:cubicBezTo>
                      <a:pt x="15197" y="36430"/>
                      <a:pt x="15262" y="36432"/>
                      <a:pt x="15327" y="36433"/>
                    </a:cubicBezTo>
                    <a:cubicBezTo>
                      <a:pt x="15336" y="36433"/>
                      <a:pt x="15346" y="36434"/>
                      <a:pt x="15355" y="36434"/>
                    </a:cubicBezTo>
                    <a:cubicBezTo>
                      <a:pt x="15373" y="36434"/>
                      <a:pt x="15391" y="36433"/>
                      <a:pt x="15409" y="36433"/>
                    </a:cubicBezTo>
                    <a:cubicBezTo>
                      <a:pt x="15365" y="36890"/>
                      <a:pt x="15203" y="37227"/>
                      <a:pt x="15080" y="37425"/>
                    </a:cubicBezTo>
                    <a:lnTo>
                      <a:pt x="15011" y="36822"/>
                    </a:lnTo>
                    <a:lnTo>
                      <a:pt x="14845" y="37607"/>
                    </a:lnTo>
                    <a:cubicBezTo>
                      <a:pt x="14801" y="37603"/>
                      <a:pt x="14743" y="37599"/>
                      <a:pt x="14673" y="37587"/>
                    </a:cubicBezTo>
                    <a:cubicBezTo>
                      <a:pt x="14651" y="37493"/>
                      <a:pt x="14626" y="37370"/>
                      <a:pt x="14603" y="37244"/>
                    </a:cubicBezTo>
                    <a:cubicBezTo>
                      <a:pt x="14553" y="36984"/>
                      <a:pt x="14512" y="36719"/>
                      <a:pt x="14512" y="36719"/>
                    </a:cubicBezTo>
                    <a:cubicBezTo>
                      <a:pt x="14512" y="36719"/>
                      <a:pt x="14472" y="36982"/>
                      <a:pt x="14441" y="37250"/>
                    </a:cubicBezTo>
                    <a:cubicBezTo>
                      <a:pt x="14429" y="37345"/>
                      <a:pt x="14418" y="37440"/>
                      <a:pt x="14410" y="37525"/>
                    </a:cubicBezTo>
                    <a:cubicBezTo>
                      <a:pt x="14367" y="37511"/>
                      <a:pt x="14321" y="37494"/>
                      <a:pt x="14277" y="37475"/>
                    </a:cubicBezTo>
                    <a:cubicBezTo>
                      <a:pt x="14275" y="37468"/>
                      <a:pt x="14273" y="37464"/>
                      <a:pt x="14270" y="37458"/>
                    </a:cubicBezTo>
                    <a:cubicBezTo>
                      <a:pt x="14235" y="37365"/>
                      <a:pt x="14194" y="37239"/>
                      <a:pt x="14153" y="37111"/>
                    </a:cubicBezTo>
                    <a:cubicBezTo>
                      <a:pt x="14073" y="36856"/>
                      <a:pt x="14002" y="36596"/>
                      <a:pt x="14002" y="36596"/>
                    </a:cubicBezTo>
                    <a:cubicBezTo>
                      <a:pt x="14002" y="36596"/>
                      <a:pt x="13992" y="36864"/>
                      <a:pt x="13993" y="37137"/>
                    </a:cubicBezTo>
                    <a:cubicBezTo>
                      <a:pt x="13993" y="37193"/>
                      <a:pt x="13995" y="37250"/>
                      <a:pt x="13995" y="37305"/>
                    </a:cubicBezTo>
                    <a:cubicBezTo>
                      <a:pt x="13859" y="37151"/>
                      <a:pt x="13758" y="36728"/>
                      <a:pt x="13685" y="36224"/>
                    </a:cubicBezTo>
                    <a:lnTo>
                      <a:pt x="14125" y="35604"/>
                    </a:lnTo>
                    <a:close/>
                    <a:moveTo>
                      <a:pt x="7278" y="35488"/>
                    </a:moveTo>
                    <a:cubicBezTo>
                      <a:pt x="7307" y="35492"/>
                      <a:pt x="7338" y="35494"/>
                      <a:pt x="7368" y="35497"/>
                    </a:cubicBezTo>
                    <a:cubicBezTo>
                      <a:pt x="7393" y="36089"/>
                      <a:pt x="7468" y="36601"/>
                      <a:pt x="7554" y="37019"/>
                    </a:cubicBezTo>
                    <a:cubicBezTo>
                      <a:pt x="7640" y="37440"/>
                      <a:pt x="7733" y="37767"/>
                      <a:pt x="7805" y="37984"/>
                    </a:cubicBezTo>
                    <a:cubicBezTo>
                      <a:pt x="7879" y="38203"/>
                      <a:pt x="7930" y="38314"/>
                      <a:pt x="7930" y="38314"/>
                    </a:cubicBezTo>
                    <a:cubicBezTo>
                      <a:pt x="7930" y="38314"/>
                      <a:pt x="7874" y="38204"/>
                      <a:pt x="7793" y="37988"/>
                    </a:cubicBezTo>
                    <a:cubicBezTo>
                      <a:pt x="7713" y="37771"/>
                      <a:pt x="7603" y="37448"/>
                      <a:pt x="7507" y="37029"/>
                    </a:cubicBezTo>
                    <a:cubicBezTo>
                      <a:pt x="7411" y="36609"/>
                      <a:pt x="7319" y="36091"/>
                      <a:pt x="7278" y="35490"/>
                    </a:cubicBezTo>
                    <a:lnTo>
                      <a:pt x="7278" y="35488"/>
                    </a:lnTo>
                    <a:close/>
                    <a:moveTo>
                      <a:pt x="20627" y="35188"/>
                    </a:moveTo>
                    <a:cubicBezTo>
                      <a:pt x="20631" y="35246"/>
                      <a:pt x="20635" y="35305"/>
                      <a:pt x="20639" y="35365"/>
                    </a:cubicBezTo>
                    <a:lnTo>
                      <a:pt x="18331" y="35627"/>
                    </a:lnTo>
                    <a:lnTo>
                      <a:pt x="20688" y="35896"/>
                    </a:lnTo>
                    <a:cubicBezTo>
                      <a:pt x="20763" y="36609"/>
                      <a:pt x="20876" y="37306"/>
                      <a:pt x="20962" y="37783"/>
                    </a:cubicBezTo>
                    <a:lnTo>
                      <a:pt x="17791" y="37948"/>
                    </a:lnTo>
                    <a:lnTo>
                      <a:pt x="21022" y="38116"/>
                    </a:lnTo>
                    <a:cubicBezTo>
                      <a:pt x="21038" y="38199"/>
                      <a:pt x="21050" y="38266"/>
                      <a:pt x="21061" y="38314"/>
                    </a:cubicBezTo>
                    <a:lnTo>
                      <a:pt x="17122" y="38314"/>
                    </a:lnTo>
                    <a:cubicBezTo>
                      <a:pt x="17122" y="38314"/>
                      <a:pt x="17626" y="37247"/>
                      <a:pt x="17732" y="35490"/>
                    </a:cubicBezTo>
                    <a:cubicBezTo>
                      <a:pt x="17819" y="35481"/>
                      <a:pt x="17908" y="35473"/>
                      <a:pt x="17995" y="35463"/>
                    </a:cubicBezTo>
                    <a:lnTo>
                      <a:pt x="17995" y="35463"/>
                    </a:lnTo>
                    <a:cubicBezTo>
                      <a:pt x="17974" y="35975"/>
                      <a:pt x="17916" y="36426"/>
                      <a:pt x="17845" y="36800"/>
                    </a:cubicBezTo>
                    <a:cubicBezTo>
                      <a:pt x="17760" y="37216"/>
                      <a:pt x="17664" y="37536"/>
                      <a:pt x="17584" y="37749"/>
                    </a:cubicBezTo>
                    <a:cubicBezTo>
                      <a:pt x="17505" y="37963"/>
                      <a:pt x="17446" y="38071"/>
                      <a:pt x="17446" y="38071"/>
                    </a:cubicBezTo>
                    <a:cubicBezTo>
                      <a:pt x="17446" y="38071"/>
                      <a:pt x="17510" y="37968"/>
                      <a:pt x="17600" y="37756"/>
                    </a:cubicBezTo>
                    <a:cubicBezTo>
                      <a:pt x="17690" y="37546"/>
                      <a:pt x="17807" y="37229"/>
                      <a:pt x="17908" y="36813"/>
                    </a:cubicBezTo>
                    <a:cubicBezTo>
                      <a:pt x="17997" y="36434"/>
                      <a:pt x="18074" y="35978"/>
                      <a:pt x="18116" y="35451"/>
                    </a:cubicBezTo>
                    <a:cubicBezTo>
                      <a:pt x="18969" y="35365"/>
                      <a:pt x="19827" y="35275"/>
                      <a:pt x="20627" y="35188"/>
                    </a:cubicBezTo>
                    <a:close/>
                    <a:moveTo>
                      <a:pt x="21613" y="35081"/>
                    </a:moveTo>
                    <a:cubicBezTo>
                      <a:pt x="21613" y="35139"/>
                      <a:pt x="21613" y="35199"/>
                      <a:pt x="21614" y="35257"/>
                    </a:cubicBezTo>
                    <a:cubicBezTo>
                      <a:pt x="21618" y="35333"/>
                      <a:pt x="21621" y="35410"/>
                      <a:pt x="21622" y="35484"/>
                    </a:cubicBezTo>
                    <a:cubicBezTo>
                      <a:pt x="21648" y="36081"/>
                      <a:pt x="21723" y="36597"/>
                      <a:pt x="21809" y="37019"/>
                    </a:cubicBezTo>
                    <a:cubicBezTo>
                      <a:pt x="21895" y="37440"/>
                      <a:pt x="21988" y="37767"/>
                      <a:pt x="22061" y="37984"/>
                    </a:cubicBezTo>
                    <a:cubicBezTo>
                      <a:pt x="22135" y="38203"/>
                      <a:pt x="22185" y="38314"/>
                      <a:pt x="22185" y="38314"/>
                    </a:cubicBezTo>
                    <a:cubicBezTo>
                      <a:pt x="22185" y="38314"/>
                      <a:pt x="22130" y="38204"/>
                      <a:pt x="22049" y="37988"/>
                    </a:cubicBezTo>
                    <a:cubicBezTo>
                      <a:pt x="21969" y="37771"/>
                      <a:pt x="21860" y="37448"/>
                      <a:pt x="21763" y="37029"/>
                    </a:cubicBezTo>
                    <a:cubicBezTo>
                      <a:pt x="21667" y="36609"/>
                      <a:pt x="21575" y="36091"/>
                      <a:pt x="21534" y="35490"/>
                    </a:cubicBezTo>
                    <a:cubicBezTo>
                      <a:pt x="21528" y="35414"/>
                      <a:pt x="21524" y="35339"/>
                      <a:pt x="21519" y="35262"/>
                    </a:cubicBezTo>
                    <a:cubicBezTo>
                      <a:pt x="21518" y="35206"/>
                      <a:pt x="21515" y="35149"/>
                      <a:pt x="21512" y="35092"/>
                    </a:cubicBezTo>
                    <a:cubicBezTo>
                      <a:pt x="21546" y="35089"/>
                      <a:pt x="21579" y="35085"/>
                      <a:pt x="21613" y="35081"/>
                    </a:cubicBezTo>
                    <a:close/>
                    <a:moveTo>
                      <a:pt x="3491" y="35087"/>
                    </a:moveTo>
                    <a:cubicBezTo>
                      <a:pt x="3574" y="35097"/>
                      <a:pt x="3660" y="35105"/>
                      <a:pt x="3746" y="35116"/>
                    </a:cubicBezTo>
                    <a:cubicBezTo>
                      <a:pt x="3746" y="35171"/>
                      <a:pt x="3746" y="35226"/>
                      <a:pt x="3745" y="35280"/>
                    </a:cubicBezTo>
                    <a:cubicBezTo>
                      <a:pt x="3731" y="35868"/>
                      <a:pt x="3667" y="36383"/>
                      <a:pt x="3586" y="36800"/>
                    </a:cubicBezTo>
                    <a:cubicBezTo>
                      <a:pt x="3503" y="37216"/>
                      <a:pt x="3405" y="37536"/>
                      <a:pt x="3326" y="37749"/>
                    </a:cubicBezTo>
                    <a:cubicBezTo>
                      <a:pt x="3248" y="37963"/>
                      <a:pt x="3189" y="38071"/>
                      <a:pt x="3189" y="38071"/>
                    </a:cubicBezTo>
                    <a:cubicBezTo>
                      <a:pt x="3189" y="38071"/>
                      <a:pt x="3252" y="37968"/>
                      <a:pt x="3343" y="37756"/>
                    </a:cubicBezTo>
                    <a:cubicBezTo>
                      <a:pt x="3432" y="37546"/>
                      <a:pt x="3550" y="37229"/>
                      <a:pt x="3651" y="36813"/>
                    </a:cubicBezTo>
                    <a:cubicBezTo>
                      <a:pt x="3749" y="36394"/>
                      <a:pt x="3833" y="35881"/>
                      <a:pt x="3869" y="35284"/>
                    </a:cubicBezTo>
                    <a:cubicBezTo>
                      <a:pt x="3874" y="35233"/>
                      <a:pt x="3875" y="35181"/>
                      <a:pt x="3876" y="35130"/>
                    </a:cubicBezTo>
                    <a:cubicBezTo>
                      <a:pt x="4617" y="35212"/>
                      <a:pt x="5421" y="35298"/>
                      <a:pt x="6237" y="35383"/>
                    </a:cubicBezTo>
                    <a:lnTo>
                      <a:pt x="4074" y="35629"/>
                    </a:lnTo>
                    <a:lnTo>
                      <a:pt x="6430" y="35897"/>
                    </a:lnTo>
                    <a:cubicBezTo>
                      <a:pt x="6506" y="36612"/>
                      <a:pt x="6618" y="37307"/>
                      <a:pt x="6703" y="37784"/>
                    </a:cubicBezTo>
                    <a:lnTo>
                      <a:pt x="3532" y="37949"/>
                    </a:lnTo>
                    <a:lnTo>
                      <a:pt x="6763" y="38117"/>
                    </a:lnTo>
                    <a:cubicBezTo>
                      <a:pt x="6781" y="38200"/>
                      <a:pt x="6793" y="38267"/>
                      <a:pt x="6802" y="38316"/>
                    </a:cubicBezTo>
                    <a:lnTo>
                      <a:pt x="2865" y="38316"/>
                    </a:lnTo>
                    <a:cubicBezTo>
                      <a:pt x="2866" y="38314"/>
                      <a:pt x="3446" y="37084"/>
                      <a:pt x="3491" y="35087"/>
                    </a:cubicBezTo>
                    <a:close/>
                    <a:moveTo>
                      <a:pt x="12489" y="1"/>
                    </a:moveTo>
                    <a:cubicBezTo>
                      <a:pt x="12395" y="1"/>
                      <a:pt x="12050" y="14"/>
                      <a:pt x="11584" y="179"/>
                    </a:cubicBezTo>
                    <a:cubicBezTo>
                      <a:pt x="11177" y="323"/>
                      <a:pt x="10729" y="798"/>
                      <a:pt x="10211" y="1632"/>
                    </a:cubicBezTo>
                    <a:cubicBezTo>
                      <a:pt x="9792" y="2305"/>
                      <a:pt x="9344" y="3191"/>
                      <a:pt x="8912" y="4196"/>
                    </a:cubicBezTo>
                    <a:cubicBezTo>
                      <a:pt x="8179" y="5901"/>
                      <a:pt x="7439" y="8110"/>
                      <a:pt x="7439" y="9203"/>
                    </a:cubicBezTo>
                    <a:lnTo>
                      <a:pt x="7439" y="11147"/>
                    </a:lnTo>
                    <a:cubicBezTo>
                      <a:pt x="7334" y="10623"/>
                      <a:pt x="7216" y="10100"/>
                      <a:pt x="7102" y="9660"/>
                    </a:cubicBezTo>
                    <a:cubicBezTo>
                      <a:pt x="6465" y="7181"/>
                      <a:pt x="6072" y="6912"/>
                      <a:pt x="5943" y="6824"/>
                    </a:cubicBezTo>
                    <a:cubicBezTo>
                      <a:pt x="5698" y="6656"/>
                      <a:pt x="5498" y="6632"/>
                      <a:pt x="5399" y="6632"/>
                    </a:cubicBezTo>
                    <a:lnTo>
                      <a:pt x="5390" y="6632"/>
                    </a:lnTo>
                    <a:cubicBezTo>
                      <a:pt x="5292" y="6632"/>
                      <a:pt x="5090" y="6656"/>
                      <a:pt x="4846" y="6824"/>
                    </a:cubicBezTo>
                    <a:cubicBezTo>
                      <a:pt x="4715" y="6914"/>
                      <a:pt x="4323" y="7182"/>
                      <a:pt x="3687" y="9660"/>
                    </a:cubicBezTo>
                    <a:cubicBezTo>
                      <a:pt x="3410" y="10738"/>
                      <a:pt x="3087" y="12312"/>
                      <a:pt x="3087" y="13190"/>
                    </a:cubicBezTo>
                    <a:lnTo>
                      <a:pt x="3087" y="29539"/>
                    </a:lnTo>
                    <a:cubicBezTo>
                      <a:pt x="3073" y="29549"/>
                      <a:pt x="3057" y="29562"/>
                      <a:pt x="3044" y="29571"/>
                    </a:cubicBezTo>
                    <a:cubicBezTo>
                      <a:pt x="1617" y="30655"/>
                      <a:pt x="800" y="31292"/>
                      <a:pt x="579" y="31792"/>
                    </a:cubicBezTo>
                    <a:cubicBezTo>
                      <a:pt x="7" y="33095"/>
                      <a:pt x="1" y="34271"/>
                      <a:pt x="1" y="34319"/>
                    </a:cubicBezTo>
                    <a:cubicBezTo>
                      <a:pt x="1" y="34525"/>
                      <a:pt x="154" y="34698"/>
                      <a:pt x="357" y="34722"/>
                    </a:cubicBezTo>
                    <a:cubicBezTo>
                      <a:pt x="378" y="34726"/>
                      <a:pt x="1506" y="34863"/>
                      <a:pt x="3083" y="35042"/>
                    </a:cubicBezTo>
                    <a:cubicBezTo>
                      <a:pt x="3048" y="36951"/>
                      <a:pt x="2502" y="38130"/>
                      <a:pt x="2496" y="38141"/>
                    </a:cubicBezTo>
                    <a:cubicBezTo>
                      <a:pt x="2437" y="38267"/>
                      <a:pt x="2445" y="38414"/>
                      <a:pt x="2519" y="38531"/>
                    </a:cubicBezTo>
                    <a:cubicBezTo>
                      <a:pt x="2592" y="38649"/>
                      <a:pt x="2721" y="38719"/>
                      <a:pt x="2861" y="38719"/>
                    </a:cubicBezTo>
                    <a:lnTo>
                      <a:pt x="7924" y="38719"/>
                    </a:lnTo>
                    <a:cubicBezTo>
                      <a:pt x="8063" y="38719"/>
                      <a:pt x="8192" y="38649"/>
                      <a:pt x="8266" y="38531"/>
                    </a:cubicBezTo>
                    <a:cubicBezTo>
                      <a:pt x="8340" y="38414"/>
                      <a:pt x="8351" y="38267"/>
                      <a:pt x="8290" y="38141"/>
                    </a:cubicBezTo>
                    <a:cubicBezTo>
                      <a:pt x="8285" y="38132"/>
                      <a:pt x="7831" y="37141"/>
                      <a:pt x="7724" y="35532"/>
                    </a:cubicBezTo>
                    <a:lnTo>
                      <a:pt x="7724" y="35532"/>
                    </a:lnTo>
                    <a:cubicBezTo>
                      <a:pt x="7801" y="35539"/>
                      <a:pt x="7881" y="35547"/>
                      <a:pt x="7957" y="35553"/>
                    </a:cubicBezTo>
                    <a:cubicBezTo>
                      <a:pt x="8071" y="35928"/>
                      <a:pt x="8232" y="36291"/>
                      <a:pt x="8494" y="36465"/>
                    </a:cubicBezTo>
                    <a:cubicBezTo>
                      <a:pt x="8634" y="37307"/>
                      <a:pt x="8805" y="37542"/>
                      <a:pt x="8971" y="37667"/>
                    </a:cubicBezTo>
                    <a:cubicBezTo>
                      <a:pt x="9421" y="38002"/>
                      <a:pt x="9996" y="38018"/>
                      <a:pt x="10106" y="38018"/>
                    </a:cubicBezTo>
                    <a:lnTo>
                      <a:pt x="10110" y="38018"/>
                    </a:lnTo>
                    <a:cubicBezTo>
                      <a:pt x="10220" y="38018"/>
                      <a:pt x="10795" y="38002"/>
                      <a:pt x="11245" y="37667"/>
                    </a:cubicBezTo>
                    <a:cubicBezTo>
                      <a:pt x="11410" y="37545"/>
                      <a:pt x="11580" y="37310"/>
                      <a:pt x="11719" y="36471"/>
                    </a:cubicBezTo>
                    <a:lnTo>
                      <a:pt x="11719" y="36945"/>
                    </a:lnTo>
                    <a:cubicBezTo>
                      <a:pt x="11719" y="37271"/>
                      <a:pt x="11984" y="37534"/>
                      <a:pt x="12308" y="37534"/>
                    </a:cubicBezTo>
                    <a:lnTo>
                      <a:pt x="12722" y="37534"/>
                    </a:lnTo>
                    <a:cubicBezTo>
                      <a:pt x="13047" y="37534"/>
                      <a:pt x="13310" y="37270"/>
                      <a:pt x="13310" y="36945"/>
                    </a:cubicBezTo>
                    <a:lnTo>
                      <a:pt x="13310" y="36750"/>
                    </a:lnTo>
                    <a:lnTo>
                      <a:pt x="13350" y="36694"/>
                    </a:lnTo>
                    <a:cubicBezTo>
                      <a:pt x="13482" y="37352"/>
                      <a:pt x="13636" y="37556"/>
                      <a:pt x="13785" y="37667"/>
                    </a:cubicBezTo>
                    <a:cubicBezTo>
                      <a:pt x="14235" y="38002"/>
                      <a:pt x="14810" y="38018"/>
                      <a:pt x="14920" y="38018"/>
                    </a:cubicBezTo>
                    <a:lnTo>
                      <a:pt x="14924" y="38018"/>
                    </a:lnTo>
                    <a:cubicBezTo>
                      <a:pt x="15034" y="38018"/>
                      <a:pt x="15606" y="38002"/>
                      <a:pt x="16059" y="37667"/>
                    </a:cubicBezTo>
                    <a:cubicBezTo>
                      <a:pt x="16224" y="37545"/>
                      <a:pt x="16396" y="37307"/>
                      <a:pt x="16536" y="36465"/>
                    </a:cubicBezTo>
                    <a:cubicBezTo>
                      <a:pt x="16797" y="36291"/>
                      <a:pt x="16959" y="35928"/>
                      <a:pt x="17073" y="35553"/>
                    </a:cubicBezTo>
                    <a:cubicBezTo>
                      <a:pt x="17155" y="35545"/>
                      <a:pt x="17236" y="35539"/>
                      <a:pt x="17318" y="35531"/>
                    </a:cubicBezTo>
                    <a:lnTo>
                      <a:pt x="17318" y="35531"/>
                    </a:lnTo>
                    <a:cubicBezTo>
                      <a:pt x="17211" y="37150"/>
                      <a:pt x="16758" y="38132"/>
                      <a:pt x="16753" y="38143"/>
                    </a:cubicBezTo>
                    <a:cubicBezTo>
                      <a:pt x="16694" y="38267"/>
                      <a:pt x="16703" y="38414"/>
                      <a:pt x="16777" y="38532"/>
                    </a:cubicBezTo>
                    <a:cubicBezTo>
                      <a:pt x="16851" y="38649"/>
                      <a:pt x="16980" y="38720"/>
                      <a:pt x="17120" y="38720"/>
                    </a:cubicBezTo>
                    <a:lnTo>
                      <a:pt x="22182" y="38720"/>
                    </a:lnTo>
                    <a:cubicBezTo>
                      <a:pt x="22321" y="38720"/>
                      <a:pt x="22451" y="38649"/>
                      <a:pt x="22525" y="38532"/>
                    </a:cubicBezTo>
                    <a:cubicBezTo>
                      <a:pt x="22599" y="38414"/>
                      <a:pt x="22608" y="38267"/>
                      <a:pt x="22548" y="38143"/>
                    </a:cubicBezTo>
                    <a:cubicBezTo>
                      <a:pt x="22546" y="38130"/>
                      <a:pt x="22001" y="36937"/>
                      <a:pt x="21965" y="35040"/>
                    </a:cubicBezTo>
                    <a:cubicBezTo>
                      <a:pt x="23535" y="34862"/>
                      <a:pt x="24656" y="34726"/>
                      <a:pt x="24677" y="34722"/>
                    </a:cubicBezTo>
                    <a:cubicBezTo>
                      <a:pt x="24882" y="34698"/>
                      <a:pt x="25033" y="34525"/>
                      <a:pt x="25033" y="34319"/>
                    </a:cubicBezTo>
                    <a:cubicBezTo>
                      <a:pt x="25033" y="34271"/>
                      <a:pt x="25027" y="33093"/>
                      <a:pt x="24454" y="31792"/>
                    </a:cubicBezTo>
                    <a:cubicBezTo>
                      <a:pt x="24234" y="31294"/>
                      <a:pt x="23418" y="30656"/>
                      <a:pt x="21990" y="29571"/>
                    </a:cubicBezTo>
                    <a:cubicBezTo>
                      <a:pt x="21982" y="29564"/>
                      <a:pt x="21971" y="29557"/>
                      <a:pt x="21962" y="29549"/>
                    </a:cubicBezTo>
                    <a:lnTo>
                      <a:pt x="21962" y="13190"/>
                    </a:lnTo>
                    <a:cubicBezTo>
                      <a:pt x="21962" y="12312"/>
                      <a:pt x="21638" y="10738"/>
                      <a:pt x="21360" y="9660"/>
                    </a:cubicBezTo>
                    <a:cubicBezTo>
                      <a:pt x="20725" y="7181"/>
                      <a:pt x="20332" y="6912"/>
                      <a:pt x="20203" y="6824"/>
                    </a:cubicBezTo>
                    <a:cubicBezTo>
                      <a:pt x="19957" y="6656"/>
                      <a:pt x="19758" y="6632"/>
                      <a:pt x="19659" y="6632"/>
                    </a:cubicBezTo>
                    <a:lnTo>
                      <a:pt x="19648" y="6632"/>
                    </a:lnTo>
                    <a:cubicBezTo>
                      <a:pt x="19552" y="6632"/>
                      <a:pt x="19350" y="6656"/>
                      <a:pt x="19104" y="6824"/>
                    </a:cubicBezTo>
                    <a:cubicBezTo>
                      <a:pt x="18976" y="6914"/>
                      <a:pt x="18583" y="7182"/>
                      <a:pt x="17947" y="9660"/>
                    </a:cubicBezTo>
                    <a:cubicBezTo>
                      <a:pt x="17818" y="10161"/>
                      <a:pt x="17680" y="10769"/>
                      <a:pt x="17567" y="11365"/>
                    </a:cubicBezTo>
                    <a:lnTo>
                      <a:pt x="17567" y="9203"/>
                    </a:lnTo>
                    <a:cubicBezTo>
                      <a:pt x="17567" y="8110"/>
                      <a:pt x="16827" y="5901"/>
                      <a:pt x="16094" y="4196"/>
                    </a:cubicBezTo>
                    <a:cubicBezTo>
                      <a:pt x="15663" y="3191"/>
                      <a:pt x="15213" y="2305"/>
                      <a:pt x="14796" y="1632"/>
                    </a:cubicBezTo>
                    <a:cubicBezTo>
                      <a:pt x="14279" y="800"/>
                      <a:pt x="13830" y="323"/>
                      <a:pt x="13421" y="179"/>
                    </a:cubicBezTo>
                    <a:cubicBezTo>
                      <a:pt x="12957" y="14"/>
                      <a:pt x="12610" y="1"/>
                      <a:pt x="125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69"/>
              <p:cNvSpPr/>
              <p:nvPr/>
            </p:nvSpPr>
            <p:spPr>
              <a:xfrm>
                <a:off x="7105498" y="2293016"/>
                <a:ext cx="39115" cy="37576"/>
              </a:xfrm>
              <a:custGeom>
                <a:rect b="b" l="l" r="r" t="t"/>
                <a:pathLst>
                  <a:path extrusionOk="0" h="781" w="813">
                    <a:moveTo>
                      <a:pt x="132" y="1"/>
                    </a:moveTo>
                    <a:cubicBezTo>
                      <a:pt x="95" y="110"/>
                      <a:pt x="46" y="256"/>
                      <a:pt x="1" y="401"/>
                    </a:cubicBezTo>
                    <a:lnTo>
                      <a:pt x="1" y="405"/>
                    </a:lnTo>
                    <a:cubicBezTo>
                      <a:pt x="535" y="576"/>
                      <a:pt x="708" y="781"/>
                      <a:pt x="731" y="781"/>
                    </a:cubicBezTo>
                    <a:cubicBezTo>
                      <a:pt x="733" y="781"/>
                      <a:pt x="734" y="780"/>
                      <a:pt x="734" y="777"/>
                    </a:cubicBezTo>
                    <a:lnTo>
                      <a:pt x="734" y="777"/>
                    </a:lnTo>
                    <a:cubicBezTo>
                      <a:pt x="734" y="777"/>
                      <a:pt x="734" y="777"/>
                      <a:pt x="734" y="777"/>
                    </a:cubicBezTo>
                    <a:cubicBezTo>
                      <a:pt x="731" y="777"/>
                      <a:pt x="813" y="369"/>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69"/>
              <p:cNvSpPr/>
              <p:nvPr/>
            </p:nvSpPr>
            <p:spPr>
              <a:xfrm>
                <a:off x="6935569" y="2286329"/>
                <a:ext cx="18764" cy="21699"/>
              </a:xfrm>
              <a:custGeom>
                <a:rect b="b" l="l" r="r" t="t"/>
                <a:pathLst>
                  <a:path extrusionOk="0" h="451" w="390">
                    <a:moveTo>
                      <a:pt x="88" y="0"/>
                    </a:moveTo>
                    <a:cubicBezTo>
                      <a:pt x="59" y="12"/>
                      <a:pt x="29" y="23"/>
                      <a:pt x="1" y="35"/>
                    </a:cubicBezTo>
                    <a:cubicBezTo>
                      <a:pt x="13" y="47"/>
                      <a:pt x="22" y="61"/>
                      <a:pt x="35" y="74"/>
                    </a:cubicBezTo>
                    <a:cubicBezTo>
                      <a:pt x="80" y="124"/>
                      <a:pt x="122" y="180"/>
                      <a:pt x="161" y="231"/>
                    </a:cubicBezTo>
                    <a:cubicBezTo>
                      <a:pt x="198" y="285"/>
                      <a:pt x="232" y="339"/>
                      <a:pt x="259" y="388"/>
                    </a:cubicBezTo>
                    <a:cubicBezTo>
                      <a:pt x="271" y="410"/>
                      <a:pt x="282" y="431"/>
                      <a:pt x="291" y="450"/>
                    </a:cubicBezTo>
                    <a:cubicBezTo>
                      <a:pt x="323" y="443"/>
                      <a:pt x="357" y="437"/>
                      <a:pt x="389" y="430"/>
                    </a:cubicBezTo>
                    <a:cubicBezTo>
                      <a:pt x="381" y="413"/>
                      <a:pt x="372" y="395"/>
                      <a:pt x="361" y="372"/>
                    </a:cubicBezTo>
                    <a:cubicBezTo>
                      <a:pt x="338" y="332"/>
                      <a:pt x="310" y="285"/>
                      <a:pt x="278" y="238"/>
                    </a:cubicBezTo>
                    <a:cubicBezTo>
                      <a:pt x="244" y="190"/>
                      <a:pt x="206" y="140"/>
                      <a:pt x="166" y="90"/>
                    </a:cubicBezTo>
                    <a:cubicBezTo>
                      <a:pt x="141" y="61"/>
                      <a:pt x="114" y="30"/>
                      <a:pt x="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69"/>
              <p:cNvSpPr/>
              <p:nvPr/>
            </p:nvSpPr>
            <p:spPr>
              <a:xfrm>
                <a:off x="6892076" y="2291669"/>
                <a:ext cx="40655" cy="38971"/>
              </a:xfrm>
              <a:custGeom>
                <a:rect b="b" l="l" r="r" t="t"/>
                <a:pathLst>
                  <a:path extrusionOk="0" h="810" w="845">
                    <a:moveTo>
                      <a:pt x="741" y="1"/>
                    </a:moveTo>
                    <a:cubicBezTo>
                      <a:pt x="732" y="6"/>
                      <a:pt x="722" y="10"/>
                      <a:pt x="712" y="15"/>
                    </a:cubicBezTo>
                    <a:cubicBezTo>
                      <a:pt x="0" y="386"/>
                      <a:pt x="85" y="806"/>
                      <a:pt x="81" y="806"/>
                    </a:cubicBezTo>
                    <a:cubicBezTo>
                      <a:pt x="80" y="806"/>
                      <a:pt x="80" y="806"/>
                      <a:pt x="80" y="806"/>
                    </a:cubicBezTo>
                    <a:lnTo>
                      <a:pt x="80" y="806"/>
                    </a:lnTo>
                    <a:cubicBezTo>
                      <a:pt x="81" y="809"/>
                      <a:pt x="82" y="810"/>
                      <a:pt x="84" y="810"/>
                    </a:cubicBezTo>
                    <a:cubicBezTo>
                      <a:pt x="109" y="810"/>
                      <a:pt x="301" y="605"/>
                      <a:pt x="845" y="433"/>
                    </a:cubicBezTo>
                    <a:cubicBezTo>
                      <a:pt x="843" y="420"/>
                      <a:pt x="843" y="406"/>
                      <a:pt x="842" y="389"/>
                    </a:cubicBezTo>
                    <a:cubicBezTo>
                      <a:pt x="836" y="347"/>
                      <a:pt x="828" y="295"/>
                      <a:pt x="814" y="240"/>
                    </a:cubicBezTo>
                    <a:cubicBezTo>
                      <a:pt x="802" y="185"/>
                      <a:pt x="784" y="124"/>
                      <a:pt x="764" y="65"/>
                    </a:cubicBezTo>
                    <a:cubicBezTo>
                      <a:pt x="757" y="44"/>
                      <a:pt x="749" y="21"/>
                      <a:pt x="7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69"/>
              <p:cNvSpPr/>
              <p:nvPr/>
            </p:nvSpPr>
            <p:spPr>
              <a:xfrm>
                <a:off x="6943026" y="2272040"/>
                <a:ext cx="166132" cy="37672"/>
              </a:xfrm>
              <a:custGeom>
                <a:rect b="b" l="l" r="r" t="t"/>
                <a:pathLst>
                  <a:path extrusionOk="0" h="783" w="3453">
                    <a:moveTo>
                      <a:pt x="1597" y="0"/>
                    </a:moveTo>
                    <a:cubicBezTo>
                      <a:pt x="1578" y="0"/>
                      <a:pt x="1567" y="1"/>
                      <a:pt x="1566" y="2"/>
                    </a:cubicBezTo>
                    <a:lnTo>
                      <a:pt x="1566" y="2"/>
                    </a:lnTo>
                    <a:cubicBezTo>
                      <a:pt x="1566" y="1"/>
                      <a:pt x="1556" y="1"/>
                      <a:pt x="1537" y="1"/>
                    </a:cubicBezTo>
                    <a:cubicBezTo>
                      <a:pt x="1385" y="1"/>
                      <a:pt x="654" y="35"/>
                      <a:pt x="0" y="272"/>
                    </a:cubicBezTo>
                    <a:cubicBezTo>
                      <a:pt x="25" y="291"/>
                      <a:pt x="46" y="311"/>
                      <a:pt x="69" y="331"/>
                    </a:cubicBezTo>
                    <a:cubicBezTo>
                      <a:pt x="119" y="374"/>
                      <a:pt x="166" y="419"/>
                      <a:pt x="209" y="465"/>
                    </a:cubicBezTo>
                    <a:cubicBezTo>
                      <a:pt x="250" y="509"/>
                      <a:pt x="289" y="555"/>
                      <a:pt x="321" y="595"/>
                    </a:cubicBezTo>
                    <a:cubicBezTo>
                      <a:pt x="350" y="638"/>
                      <a:pt x="375" y="672"/>
                      <a:pt x="390" y="699"/>
                    </a:cubicBezTo>
                    <a:cubicBezTo>
                      <a:pt x="709" y="645"/>
                      <a:pt x="1096" y="609"/>
                      <a:pt x="1566" y="609"/>
                    </a:cubicBezTo>
                    <a:cubicBezTo>
                      <a:pt x="2277" y="609"/>
                      <a:pt x="2795" y="685"/>
                      <a:pt x="3174" y="782"/>
                    </a:cubicBezTo>
                    <a:lnTo>
                      <a:pt x="3198" y="747"/>
                    </a:lnTo>
                    <a:cubicBezTo>
                      <a:pt x="3289" y="622"/>
                      <a:pt x="3383" y="500"/>
                      <a:pt x="3453" y="407"/>
                    </a:cubicBezTo>
                    <a:cubicBezTo>
                      <a:pt x="2744" y="48"/>
                      <a:pt x="1781" y="0"/>
                      <a:pt x="15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69"/>
              <p:cNvSpPr/>
              <p:nvPr/>
            </p:nvSpPr>
            <p:spPr>
              <a:xfrm>
                <a:off x="6853106" y="2416374"/>
                <a:ext cx="209145" cy="21939"/>
              </a:xfrm>
              <a:custGeom>
                <a:rect b="b" l="l" r="r" t="t"/>
                <a:pathLst>
                  <a:path extrusionOk="0" h="456" w="4347">
                    <a:moveTo>
                      <a:pt x="2558" y="0"/>
                    </a:moveTo>
                    <a:cubicBezTo>
                      <a:pt x="2421" y="3"/>
                      <a:pt x="2284" y="5"/>
                      <a:pt x="2146" y="7"/>
                    </a:cubicBezTo>
                    <a:cubicBezTo>
                      <a:pt x="2009" y="10"/>
                      <a:pt x="1871" y="17"/>
                      <a:pt x="1735" y="23"/>
                    </a:cubicBezTo>
                    <a:cubicBezTo>
                      <a:pt x="1599" y="30"/>
                      <a:pt x="1467" y="37"/>
                      <a:pt x="1336" y="50"/>
                    </a:cubicBezTo>
                    <a:cubicBezTo>
                      <a:pt x="1206" y="61"/>
                      <a:pt x="1081" y="77"/>
                      <a:pt x="962" y="97"/>
                    </a:cubicBezTo>
                    <a:cubicBezTo>
                      <a:pt x="843" y="121"/>
                      <a:pt x="735" y="147"/>
                      <a:pt x="634" y="178"/>
                    </a:cubicBezTo>
                    <a:cubicBezTo>
                      <a:pt x="434" y="235"/>
                      <a:pt x="271" y="301"/>
                      <a:pt x="163" y="356"/>
                    </a:cubicBezTo>
                    <a:cubicBezTo>
                      <a:pt x="54" y="413"/>
                      <a:pt x="0" y="456"/>
                      <a:pt x="0" y="456"/>
                    </a:cubicBezTo>
                    <a:cubicBezTo>
                      <a:pt x="0" y="456"/>
                      <a:pt x="15" y="448"/>
                      <a:pt x="44" y="436"/>
                    </a:cubicBezTo>
                    <a:cubicBezTo>
                      <a:pt x="77" y="426"/>
                      <a:pt x="121" y="411"/>
                      <a:pt x="177" y="393"/>
                    </a:cubicBezTo>
                    <a:cubicBezTo>
                      <a:pt x="292" y="359"/>
                      <a:pt x="458" y="317"/>
                      <a:pt x="659" y="281"/>
                    </a:cubicBezTo>
                    <a:cubicBezTo>
                      <a:pt x="759" y="262"/>
                      <a:pt x="869" y="246"/>
                      <a:pt x="984" y="231"/>
                    </a:cubicBezTo>
                    <a:cubicBezTo>
                      <a:pt x="1099" y="217"/>
                      <a:pt x="1222" y="207"/>
                      <a:pt x="1350" y="199"/>
                    </a:cubicBezTo>
                    <a:cubicBezTo>
                      <a:pt x="1477" y="194"/>
                      <a:pt x="1609" y="186"/>
                      <a:pt x="1743" y="180"/>
                    </a:cubicBezTo>
                    <a:cubicBezTo>
                      <a:pt x="1877" y="176"/>
                      <a:pt x="2016" y="172"/>
                      <a:pt x="2151" y="167"/>
                    </a:cubicBezTo>
                    <a:cubicBezTo>
                      <a:pt x="2425" y="159"/>
                      <a:pt x="2701" y="151"/>
                      <a:pt x="2957" y="143"/>
                    </a:cubicBezTo>
                    <a:cubicBezTo>
                      <a:pt x="3214" y="132"/>
                      <a:pt x="3454" y="124"/>
                      <a:pt x="3661" y="113"/>
                    </a:cubicBezTo>
                    <a:cubicBezTo>
                      <a:pt x="4072" y="94"/>
                      <a:pt x="4347" y="72"/>
                      <a:pt x="4347" y="72"/>
                    </a:cubicBezTo>
                    <a:cubicBezTo>
                      <a:pt x="4347" y="72"/>
                      <a:pt x="4072" y="43"/>
                      <a:pt x="3661" y="25"/>
                    </a:cubicBezTo>
                    <a:cubicBezTo>
                      <a:pt x="3454" y="14"/>
                      <a:pt x="3214" y="9"/>
                      <a:pt x="2956" y="3"/>
                    </a:cubicBezTo>
                    <a:cubicBezTo>
                      <a:pt x="2827" y="3"/>
                      <a:pt x="2694" y="0"/>
                      <a:pt x="25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 name="Google Shape;1024;p69"/>
            <p:cNvSpPr/>
            <p:nvPr/>
          </p:nvSpPr>
          <p:spPr>
            <a:xfrm rot="5719493">
              <a:off x="6874549" y="692667"/>
              <a:ext cx="296085" cy="1235388"/>
            </a:xfrm>
            <a:custGeom>
              <a:rect b="b" l="l" r="r" t="t"/>
              <a:pathLst>
                <a:path extrusionOk="0" h="25677" w="6154">
                  <a:moveTo>
                    <a:pt x="3652" y="0"/>
                  </a:moveTo>
                  <a:lnTo>
                    <a:pt x="3652" y="0"/>
                  </a:lnTo>
                  <a:cubicBezTo>
                    <a:pt x="3652" y="1"/>
                    <a:pt x="3591" y="81"/>
                    <a:pt x="3474" y="231"/>
                  </a:cubicBezTo>
                  <a:cubicBezTo>
                    <a:pt x="3418" y="307"/>
                    <a:pt x="3347" y="399"/>
                    <a:pt x="3265" y="509"/>
                  </a:cubicBezTo>
                  <a:cubicBezTo>
                    <a:pt x="3184" y="622"/>
                    <a:pt x="3096" y="756"/>
                    <a:pt x="2994" y="904"/>
                  </a:cubicBezTo>
                  <a:cubicBezTo>
                    <a:pt x="2943" y="979"/>
                    <a:pt x="2887" y="1055"/>
                    <a:pt x="2835" y="1142"/>
                  </a:cubicBezTo>
                  <a:cubicBezTo>
                    <a:pt x="2781" y="1228"/>
                    <a:pt x="2726" y="1319"/>
                    <a:pt x="2669" y="1413"/>
                  </a:cubicBezTo>
                  <a:cubicBezTo>
                    <a:pt x="2611" y="1507"/>
                    <a:pt x="2550" y="1604"/>
                    <a:pt x="2490" y="1709"/>
                  </a:cubicBezTo>
                  <a:cubicBezTo>
                    <a:pt x="2431" y="1813"/>
                    <a:pt x="2370" y="1925"/>
                    <a:pt x="2309" y="2039"/>
                  </a:cubicBezTo>
                  <a:cubicBezTo>
                    <a:pt x="2054" y="2490"/>
                    <a:pt x="1798" y="3034"/>
                    <a:pt x="1538" y="3644"/>
                  </a:cubicBezTo>
                  <a:cubicBezTo>
                    <a:pt x="1289" y="4261"/>
                    <a:pt x="1034" y="4948"/>
                    <a:pt x="821" y="5710"/>
                  </a:cubicBezTo>
                  <a:cubicBezTo>
                    <a:pt x="607" y="6470"/>
                    <a:pt x="418" y="7295"/>
                    <a:pt x="284" y="8169"/>
                  </a:cubicBezTo>
                  <a:cubicBezTo>
                    <a:pt x="254" y="8389"/>
                    <a:pt x="223" y="8611"/>
                    <a:pt x="194" y="8834"/>
                  </a:cubicBezTo>
                  <a:cubicBezTo>
                    <a:pt x="161" y="9057"/>
                    <a:pt x="144" y="9285"/>
                    <a:pt x="121" y="9512"/>
                  </a:cubicBezTo>
                  <a:cubicBezTo>
                    <a:pt x="96" y="9739"/>
                    <a:pt x="81" y="9971"/>
                    <a:pt x="66" y="10206"/>
                  </a:cubicBezTo>
                  <a:cubicBezTo>
                    <a:pt x="53" y="10441"/>
                    <a:pt x="35" y="10680"/>
                    <a:pt x="34" y="10907"/>
                  </a:cubicBezTo>
                  <a:cubicBezTo>
                    <a:pt x="0" y="11841"/>
                    <a:pt x="49" y="12801"/>
                    <a:pt x="124" y="13749"/>
                  </a:cubicBezTo>
                  <a:cubicBezTo>
                    <a:pt x="234" y="14692"/>
                    <a:pt x="363" y="15634"/>
                    <a:pt x="583" y="16525"/>
                  </a:cubicBezTo>
                  <a:cubicBezTo>
                    <a:pt x="779" y="17427"/>
                    <a:pt x="1061" y="18268"/>
                    <a:pt x="1349" y="19065"/>
                  </a:cubicBezTo>
                  <a:cubicBezTo>
                    <a:pt x="1653" y="19848"/>
                    <a:pt x="1982" y="20584"/>
                    <a:pt x="2342" y="21227"/>
                  </a:cubicBezTo>
                  <a:cubicBezTo>
                    <a:pt x="2431" y="21390"/>
                    <a:pt x="2518" y="21550"/>
                    <a:pt x="2604" y="21707"/>
                  </a:cubicBezTo>
                  <a:cubicBezTo>
                    <a:pt x="2698" y="21856"/>
                    <a:pt x="2789" y="22002"/>
                    <a:pt x="2881" y="22147"/>
                  </a:cubicBezTo>
                  <a:cubicBezTo>
                    <a:pt x="2973" y="22290"/>
                    <a:pt x="3058" y="22433"/>
                    <a:pt x="3152" y="22566"/>
                  </a:cubicBezTo>
                  <a:cubicBezTo>
                    <a:pt x="3246" y="22695"/>
                    <a:pt x="3339" y="22825"/>
                    <a:pt x="3430" y="22949"/>
                  </a:cubicBezTo>
                  <a:cubicBezTo>
                    <a:pt x="3520" y="23074"/>
                    <a:pt x="3606" y="23199"/>
                    <a:pt x="3696" y="23312"/>
                  </a:cubicBezTo>
                  <a:cubicBezTo>
                    <a:pt x="3789" y="23423"/>
                    <a:pt x="3877" y="23532"/>
                    <a:pt x="3964" y="23638"/>
                  </a:cubicBezTo>
                  <a:cubicBezTo>
                    <a:pt x="4052" y="23741"/>
                    <a:pt x="4138" y="23843"/>
                    <a:pt x="4222" y="23943"/>
                  </a:cubicBezTo>
                  <a:cubicBezTo>
                    <a:pt x="4307" y="24037"/>
                    <a:pt x="4394" y="24124"/>
                    <a:pt x="4475" y="24211"/>
                  </a:cubicBezTo>
                  <a:cubicBezTo>
                    <a:pt x="4558" y="24297"/>
                    <a:pt x="4636" y="24380"/>
                    <a:pt x="4714" y="24461"/>
                  </a:cubicBezTo>
                  <a:cubicBezTo>
                    <a:pt x="4789" y="24542"/>
                    <a:pt x="4864" y="24619"/>
                    <a:pt x="4941" y="24685"/>
                  </a:cubicBezTo>
                  <a:cubicBezTo>
                    <a:pt x="5090" y="24820"/>
                    <a:pt x="5227" y="24942"/>
                    <a:pt x="5352" y="25052"/>
                  </a:cubicBezTo>
                  <a:cubicBezTo>
                    <a:pt x="5474" y="25169"/>
                    <a:pt x="5589" y="25252"/>
                    <a:pt x="5689" y="25327"/>
                  </a:cubicBezTo>
                  <a:cubicBezTo>
                    <a:pt x="5789" y="25404"/>
                    <a:pt x="5874" y="25467"/>
                    <a:pt x="5943" y="25519"/>
                  </a:cubicBezTo>
                  <a:cubicBezTo>
                    <a:pt x="6080" y="25623"/>
                    <a:pt x="6153" y="25676"/>
                    <a:pt x="6153" y="25676"/>
                  </a:cubicBezTo>
                  <a:cubicBezTo>
                    <a:pt x="6153" y="25676"/>
                    <a:pt x="6086" y="25608"/>
                    <a:pt x="5959" y="25480"/>
                  </a:cubicBezTo>
                  <a:cubicBezTo>
                    <a:pt x="5896" y="25416"/>
                    <a:pt x="5818" y="25337"/>
                    <a:pt x="5724" y="25244"/>
                  </a:cubicBezTo>
                  <a:cubicBezTo>
                    <a:pt x="5632" y="25151"/>
                    <a:pt x="5522" y="25049"/>
                    <a:pt x="5412" y="24919"/>
                  </a:cubicBezTo>
                  <a:cubicBezTo>
                    <a:pt x="5299" y="24791"/>
                    <a:pt x="5173" y="24652"/>
                    <a:pt x="5037" y="24499"/>
                  </a:cubicBezTo>
                  <a:cubicBezTo>
                    <a:pt x="4969" y="24425"/>
                    <a:pt x="4902" y="24339"/>
                    <a:pt x="4831" y="24250"/>
                  </a:cubicBezTo>
                  <a:cubicBezTo>
                    <a:pt x="4761" y="24163"/>
                    <a:pt x="4688" y="24070"/>
                    <a:pt x="4613" y="23976"/>
                  </a:cubicBezTo>
                  <a:cubicBezTo>
                    <a:pt x="4538" y="23882"/>
                    <a:pt x="4460" y="23787"/>
                    <a:pt x="4381" y="23685"/>
                  </a:cubicBezTo>
                  <a:cubicBezTo>
                    <a:pt x="4306" y="23577"/>
                    <a:pt x="4229" y="23469"/>
                    <a:pt x="4150" y="23356"/>
                  </a:cubicBezTo>
                  <a:cubicBezTo>
                    <a:pt x="4071" y="23243"/>
                    <a:pt x="3989" y="23129"/>
                    <a:pt x="3904" y="23012"/>
                  </a:cubicBezTo>
                  <a:cubicBezTo>
                    <a:pt x="3822" y="22894"/>
                    <a:pt x="3746" y="22761"/>
                    <a:pt x="3662" y="22633"/>
                  </a:cubicBezTo>
                  <a:cubicBezTo>
                    <a:pt x="3580" y="22504"/>
                    <a:pt x="3499" y="22372"/>
                    <a:pt x="3413" y="22237"/>
                  </a:cubicBezTo>
                  <a:cubicBezTo>
                    <a:pt x="3329" y="22102"/>
                    <a:pt x="3253" y="21953"/>
                    <a:pt x="3171" y="21806"/>
                  </a:cubicBezTo>
                  <a:cubicBezTo>
                    <a:pt x="3089" y="21660"/>
                    <a:pt x="3007" y="21511"/>
                    <a:pt x="2921" y="21362"/>
                  </a:cubicBezTo>
                  <a:cubicBezTo>
                    <a:pt x="2843" y="21203"/>
                    <a:pt x="2765" y="21045"/>
                    <a:pt x="2685" y="20881"/>
                  </a:cubicBezTo>
                  <a:cubicBezTo>
                    <a:pt x="2358" y="20239"/>
                    <a:pt x="2075" y="19507"/>
                    <a:pt x="1793" y="18748"/>
                  </a:cubicBezTo>
                  <a:cubicBezTo>
                    <a:pt x="1726" y="18555"/>
                    <a:pt x="1667" y="18355"/>
                    <a:pt x="1601" y="18159"/>
                  </a:cubicBezTo>
                  <a:cubicBezTo>
                    <a:pt x="1539" y="17959"/>
                    <a:pt x="1469" y="17764"/>
                    <a:pt x="1418" y="17555"/>
                  </a:cubicBezTo>
                  <a:cubicBezTo>
                    <a:pt x="1311" y="17141"/>
                    <a:pt x="1191" y="16726"/>
                    <a:pt x="1108" y="16294"/>
                  </a:cubicBezTo>
                  <a:cubicBezTo>
                    <a:pt x="909" y="15440"/>
                    <a:pt x="789" y="14541"/>
                    <a:pt x="688" y="13643"/>
                  </a:cubicBezTo>
                  <a:cubicBezTo>
                    <a:pt x="613" y="12736"/>
                    <a:pt x="566" y="11831"/>
                    <a:pt x="586" y="10927"/>
                  </a:cubicBezTo>
                  <a:cubicBezTo>
                    <a:pt x="586" y="10694"/>
                    <a:pt x="598" y="10475"/>
                    <a:pt x="610" y="10257"/>
                  </a:cubicBezTo>
                  <a:cubicBezTo>
                    <a:pt x="618" y="10037"/>
                    <a:pt x="626" y="9820"/>
                    <a:pt x="646" y="9601"/>
                  </a:cubicBezTo>
                  <a:cubicBezTo>
                    <a:pt x="665" y="9383"/>
                    <a:pt x="677" y="9164"/>
                    <a:pt x="701" y="8949"/>
                  </a:cubicBezTo>
                  <a:cubicBezTo>
                    <a:pt x="727" y="8735"/>
                    <a:pt x="751" y="8521"/>
                    <a:pt x="775" y="8310"/>
                  </a:cubicBezTo>
                  <a:cubicBezTo>
                    <a:pt x="893" y="7470"/>
                    <a:pt x="1042" y="6667"/>
                    <a:pt x="1221" y="5919"/>
                  </a:cubicBezTo>
                  <a:cubicBezTo>
                    <a:pt x="1268" y="5733"/>
                    <a:pt x="1315" y="5551"/>
                    <a:pt x="1362" y="5369"/>
                  </a:cubicBezTo>
                  <a:cubicBezTo>
                    <a:pt x="1409" y="5189"/>
                    <a:pt x="1465" y="5019"/>
                    <a:pt x="1512" y="4844"/>
                  </a:cubicBezTo>
                  <a:cubicBezTo>
                    <a:pt x="1538" y="4758"/>
                    <a:pt x="1563" y="4672"/>
                    <a:pt x="1586" y="4586"/>
                  </a:cubicBezTo>
                  <a:cubicBezTo>
                    <a:pt x="1612" y="4503"/>
                    <a:pt x="1640" y="4423"/>
                    <a:pt x="1667" y="4341"/>
                  </a:cubicBezTo>
                  <a:cubicBezTo>
                    <a:pt x="1721" y="4177"/>
                    <a:pt x="1774" y="4018"/>
                    <a:pt x="1825" y="3860"/>
                  </a:cubicBezTo>
                  <a:cubicBezTo>
                    <a:pt x="1882" y="3707"/>
                    <a:pt x="1937" y="3556"/>
                    <a:pt x="1993" y="3410"/>
                  </a:cubicBezTo>
                  <a:cubicBezTo>
                    <a:pt x="2020" y="3336"/>
                    <a:pt x="2047" y="3264"/>
                    <a:pt x="2074" y="3192"/>
                  </a:cubicBezTo>
                  <a:cubicBezTo>
                    <a:pt x="2102" y="3121"/>
                    <a:pt x="2130" y="3053"/>
                    <a:pt x="2158" y="2984"/>
                  </a:cubicBezTo>
                  <a:cubicBezTo>
                    <a:pt x="2215" y="2846"/>
                    <a:pt x="2270" y="2713"/>
                    <a:pt x="2322" y="2583"/>
                  </a:cubicBezTo>
                  <a:cubicBezTo>
                    <a:pt x="2373" y="2451"/>
                    <a:pt x="2434" y="2333"/>
                    <a:pt x="2486" y="2212"/>
                  </a:cubicBezTo>
                  <a:cubicBezTo>
                    <a:pt x="2540" y="2093"/>
                    <a:pt x="2592" y="1977"/>
                    <a:pt x="2644" y="1866"/>
                  </a:cubicBezTo>
                  <a:cubicBezTo>
                    <a:pt x="2698" y="1757"/>
                    <a:pt x="2749" y="1652"/>
                    <a:pt x="2800" y="1551"/>
                  </a:cubicBezTo>
                  <a:cubicBezTo>
                    <a:pt x="2850" y="1451"/>
                    <a:pt x="2897" y="1354"/>
                    <a:pt x="2943" y="1261"/>
                  </a:cubicBezTo>
                  <a:cubicBezTo>
                    <a:pt x="2988" y="1169"/>
                    <a:pt x="3037" y="1087"/>
                    <a:pt x="3081" y="1005"/>
                  </a:cubicBezTo>
                  <a:cubicBezTo>
                    <a:pt x="3170" y="842"/>
                    <a:pt x="3249" y="697"/>
                    <a:pt x="3316" y="571"/>
                  </a:cubicBezTo>
                  <a:cubicBezTo>
                    <a:pt x="3387" y="449"/>
                    <a:pt x="3447" y="346"/>
                    <a:pt x="3499" y="261"/>
                  </a:cubicBezTo>
                  <a:cubicBezTo>
                    <a:pt x="3598" y="92"/>
                    <a:pt x="3652" y="1"/>
                    <a:pt x="36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69"/>
            <p:cNvSpPr/>
            <p:nvPr/>
          </p:nvSpPr>
          <p:spPr>
            <a:xfrm flipH="1" rot="4958097">
              <a:off x="6738285" y="3045885"/>
              <a:ext cx="592114" cy="1767585"/>
            </a:xfrm>
            <a:custGeom>
              <a:rect b="b" l="l" r="r" t="t"/>
              <a:pathLst>
                <a:path extrusionOk="0" h="36739" w="12307">
                  <a:moveTo>
                    <a:pt x="7303" y="0"/>
                  </a:moveTo>
                  <a:cubicBezTo>
                    <a:pt x="7303" y="0"/>
                    <a:pt x="7181" y="115"/>
                    <a:pt x="6953" y="329"/>
                  </a:cubicBezTo>
                  <a:cubicBezTo>
                    <a:pt x="6839" y="437"/>
                    <a:pt x="6698" y="571"/>
                    <a:pt x="6531" y="728"/>
                  </a:cubicBezTo>
                  <a:cubicBezTo>
                    <a:pt x="6369" y="887"/>
                    <a:pt x="6190" y="1080"/>
                    <a:pt x="5989" y="1293"/>
                  </a:cubicBezTo>
                  <a:cubicBezTo>
                    <a:pt x="5889" y="1401"/>
                    <a:pt x="5779" y="1510"/>
                    <a:pt x="5672" y="1635"/>
                  </a:cubicBezTo>
                  <a:cubicBezTo>
                    <a:pt x="5566" y="1757"/>
                    <a:pt x="5456" y="1886"/>
                    <a:pt x="5339" y="2020"/>
                  </a:cubicBezTo>
                  <a:cubicBezTo>
                    <a:pt x="5223" y="2154"/>
                    <a:pt x="5102" y="2294"/>
                    <a:pt x="4980" y="2443"/>
                  </a:cubicBezTo>
                  <a:cubicBezTo>
                    <a:pt x="4862" y="2596"/>
                    <a:pt x="4741" y="2753"/>
                    <a:pt x="4618" y="2917"/>
                  </a:cubicBezTo>
                  <a:cubicBezTo>
                    <a:pt x="4109" y="3563"/>
                    <a:pt x="3597" y="4340"/>
                    <a:pt x="3075" y="5213"/>
                  </a:cubicBezTo>
                  <a:cubicBezTo>
                    <a:pt x="2577" y="6097"/>
                    <a:pt x="2066" y="7080"/>
                    <a:pt x="1643" y="8169"/>
                  </a:cubicBezTo>
                  <a:cubicBezTo>
                    <a:pt x="1219" y="9257"/>
                    <a:pt x="839" y="10437"/>
                    <a:pt x="568" y="11687"/>
                  </a:cubicBezTo>
                  <a:cubicBezTo>
                    <a:pt x="507" y="12002"/>
                    <a:pt x="447" y="12319"/>
                    <a:pt x="386" y="12637"/>
                  </a:cubicBezTo>
                  <a:cubicBezTo>
                    <a:pt x="322" y="12956"/>
                    <a:pt x="290" y="13281"/>
                    <a:pt x="240" y="13608"/>
                  </a:cubicBezTo>
                  <a:cubicBezTo>
                    <a:pt x="188" y="13931"/>
                    <a:pt x="159" y="14266"/>
                    <a:pt x="131" y="14603"/>
                  </a:cubicBezTo>
                  <a:cubicBezTo>
                    <a:pt x="102" y="14939"/>
                    <a:pt x="72" y="15280"/>
                    <a:pt x="68" y="15603"/>
                  </a:cubicBezTo>
                  <a:cubicBezTo>
                    <a:pt x="1" y="16938"/>
                    <a:pt x="98" y="18313"/>
                    <a:pt x="249" y="19669"/>
                  </a:cubicBezTo>
                  <a:cubicBezTo>
                    <a:pt x="467" y="21019"/>
                    <a:pt x="726" y="22366"/>
                    <a:pt x="1166" y="23640"/>
                  </a:cubicBezTo>
                  <a:cubicBezTo>
                    <a:pt x="1559" y="24930"/>
                    <a:pt x="2123" y="26133"/>
                    <a:pt x="2696" y="27274"/>
                  </a:cubicBezTo>
                  <a:cubicBezTo>
                    <a:pt x="3308" y="28398"/>
                    <a:pt x="3962" y="29448"/>
                    <a:pt x="4683" y="30370"/>
                  </a:cubicBezTo>
                  <a:cubicBezTo>
                    <a:pt x="4861" y="30602"/>
                    <a:pt x="5035" y="30830"/>
                    <a:pt x="5209" y="31057"/>
                  </a:cubicBezTo>
                  <a:cubicBezTo>
                    <a:pt x="5395" y="31269"/>
                    <a:pt x="5579" y="31480"/>
                    <a:pt x="5760" y="31686"/>
                  </a:cubicBezTo>
                  <a:cubicBezTo>
                    <a:pt x="5946" y="31890"/>
                    <a:pt x="6116" y="32098"/>
                    <a:pt x="6303" y="32286"/>
                  </a:cubicBezTo>
                  <a:cubicBezTo>
                    <a:pt x="6491" y="32471"/>
                    <a:pt x="6675" y="32655"/>
                    <a:pt x="6855" y="32832"/>
                  </a:cubicBezTo>
                  <a:cubicBezTo>
                    <a:pt x="7038" y="33008"/>
                    <a:pt x="7208" y="33190"/>
                    <a:pt x="7389" y="33351"/>
                  </a:cubicBezTo>
                  <a:cubicBezTo>
                    <a:pt x="7572" y="33511"/>
                    <a:pt x="7752" y="33665"/>
                    <a:pt x="7927" y="33817"/>
                  </a:cubicBezTo>
                  <a:cubicBezTo>
                    <a:pt x="8102" y="33966"/>
                    <a:pt x="8272" y="34112"/>
                    <a:pt x="8438" y="34255"/>
                  </a:cubicBezTo>
                  <a:cubicBezTo>
                    <a:pt x="8609" y="34389"/>
                    <a:pt x="8782" y="34515"/>
                    <a:pt x="8947" y="34639"/>
                  </a:cubicBezTo>
                  <a:cubicBezTo>
                    <a:pt x="9111" y="34761"/>
                    <a:pt x="9271" y="34880"/>
                    <a:pt x="9424" y="34996"/>
                  </a:cubicBezTo>
                  <a:cubicBezTo>
                    <a:pt x="9576" y="35113"/>
                    <a:pt x="9723" y="35223"/>
                    <a:pt x="9876" y="35315"/>
                  </a:cubicBezTo>
                  <a:cubicBezTo>
                    <a:pt x="10176" y="35506"/>
                    <a:pt x="10451" y="35683"/>
                    <a:pt x="10700" y="35842"/>
                  </a:cubicBezTo>
                  <a:cubicBezTo>
                    <a:pt x="10943" y="36007"/>
                    <a:pt x="11174" y="36129"/>
                    <a:pt x="11374" y="36237"/>
                  </a:cubicBezTo>
                  <a:cubicBezTo>
                    <a:pt x="11574" y="36344"/>
                    <a:pt x="11743" y="36437"/>
                    <a:pt x="11883" y="36512"/>
                  </a:cubicBezTo>
                  <a:cubicBezTo>
                    <a:pt x="12159" y="36660"/>
                    <a:pt x="12307" y="36739"/>
                    <a:pt x="12307" y="36739"/>
                  </a:cubicBezTo>
                  <a:cubicBezTo>
                    <a:pt x="12307" y="36739"/>
                    <a:pt x="12171" y="36641"/>
                    <a:pt x="11918" y="36457"/>
                  </a:cubicBezTo>
                  <a:cubicBezTo>
                    <a:pt x="11790" y="36359"/>
                    <a:pt x="11633" y="36247"/>
                    <a:pt x="11448" y="36114"/>
                  </a:cubicBezTo>
                  <a:cubicBezTo>
                    <a:pt x="11264" y="35981"/>
                    <a:pt x="11047" y="35835"/>
                    <a:pt x="10823" y="35647"/>
                  </a:cubicBezTo>
                  <a:cubicBezTo>
                    <a:pt x="10598" y="35466"/>
                    <a:pt x="10346" y="35264"/>
                    <a:pt x="10074" y="35047"/>
                  </a:cubicBezTo>
                  <a:cubicBezTo>
                    <a:pt x="9935" y="34941"/>
                    <a:pt x="9800" y="34819"/>
                    <a:pt x="9660" y="34691"/>
                  </a:cubicBezTo>
                  <a:cubicBezTo>
                    <a:pt x="9519" y="34565"/>
                    <a:pt x="9375" y="34434"/>
                    <a:pt x="9224" y="34300"/>
                  </a:cubicBezTo>
                  <a:cubicBezTo>
                    <a:pt x="9075" y="34163"/>
                    <a:pt x="8916" y="34028"/>
                    <a:pt x="8760" y="33881"/>
                  </a:cubicBezTo>
                  <a:cubicBezTo>
                    <a:pt x="8611" y="33729"/>
                    <a:pt x="8457" y="33571"/>
                    <a:pt x="8297" y="33410"/>
                  </a:cubicBezTo>
                  <a:cubicBezTo>
                    <a:pt x="8137" y="33250"/>
                    <a:pt x="7975" y="33086"/>
                    <a:pt x="7808" y="32918"/>
                  </a:cubicBezTo>
                  <a:cubicBezTo>
                    <a:pt x="7642" y="32748"/>
                    <a:pt x="7490" y="32560"/>
                    <a:pt x="7325" y="32377"/>
                  </a:cubicBezTo>
                  <a:cubicBezTo>
                    <a:pt x="7162" y="32193"/>
                    <a:pt x="6996" y="32003"/>
                    <a:pt x="6827" y="31810"/>
                  </a:cubicBezTo>
                  <a:cubicBezTo>
                    <a:pt x="6659" y="31616"/>
                    <a:pt x="6507" y="31402"/>
                    <a:pt x="6342" y="31194"/>
                  </a:cubicBezTo>
                  <a:cubicBezTo>
                    <a:pt x="6178" y="30985"/>
                    <a:pt x="6010" y="30772"/>
                    <a:pt x="5842" y="30556"/>
                  </a:cubicBezTo>
                  <a:cubicBezTo>
                    <a:pt x="5687" y="30332"/>
                    <a:pt x="5529" y="30101"/>
                    <a:pt x="5370" y="29870"/>
                  </a:cubicBezTo>
                  <a:cubicBezTo>
                    <a:pt x="4718" y="28949"/>
                    <a:pt x="4149" y="27904"/>
                    <a:pt x="3586" y="26816"/>
                  </a:cubicBezTo>
                  <a:cubicBezTo>
                    <a:pt x="3452" y="26541"/>
                    <a:pt x="3334" y="26256"/>
                    <a:pt x="3206" y="25972"/>
                  </a:cubicBezTo>
                  <a:cubicBezTo>
                    <a:pt x="3083" y="25687"/>
                    <a:pt x="2942" y="25406"/>
                    <a:pt x="2841" y="25108"/>
                  </a:cubicBezTo>
                  <a:cubicBezTo>
                    <a:pt x="2625" y="24515"/>
                    <a:pt x="2390" y="23924"/>
                    <a:pt x="2219" y="23305"/>
                  </a:cubicBezTo>
                  <a:cubicBezTo>
                    <a:pt x="1823" y="22083"/>
                    <a:pt x="1581" y="20799"/>
                    <a:pt x="1380" y="19512"/>
                  </a:cubicBezTo>
                  <a:cubicBezTo>
                    <a:pt x="1230" y="18216"/>
                    <a:pt x="1134" y="16921"/>
                    <a:pt x="1175" y="15627"/>
                  </a:cubicBezTo>
                  <a:cubicBezTo>
                    <a:pt x="1173" y="15293"/>
                    <a:pt x="1199" y="14980"/>
                    <a:pt x="1220" y="14667"/>
                  </a:cubicBezTo>
                  <a:cubicBezTo>
                    <a:pt x="1236" y="14353"/>
                    <a:pt x="1254" y="14040"/>
                    <a:pt x="1295" y="13727"/>
                  </a:cubicBezTo>
                  <a:cubicBezTo>
                    <a:pt x="1334" y="13414"/>
                    <a:pt x="1354" y="13100"/>
                    <a:pt x="1407" y="12795"/>
                  </a:cubicBezTo>
                  <a:cubicBezTo>
                    <a:pt x="1455" y="12488"/>
                    <a:pt x="1504" y="12183"/>
                    <a:pt x="1552" y="11881"/>
                  </a:cubicBezTo>
                  <a:cubicBezTo>
                    <a:pt x="1786" y="10679"/>
                    <a:pt x="2086" y="9528"/>
                    <a:pt x="2442" y="8459"/>
                  </a:cubicBezTo>
                  <a:cubicBezTo>
                    <a:pt x="2538" y="8195"/>
                    <a:pt x="2632" y="7933"/>
                    <a:pt x="2724" y="7675"/>
                  </a:cubicBezTo>
                  <a:cubicBezTo>
                    <a:pt x="2817" y="7417"/>
                    <a:pt x="2931" y="7174"/>
                    <a:pt x="3026" y="6926"/>
                  </a:cubicBezTo>
                  <a:cubicBezTo>
                    <a:pt x="3076" y="6802"/>
                    <a:pt x="3126" y="6680"/>
                    <a:pt x="3174" y="6559"/>
                  </a:cubicBezTo>
                  <a:cubicBezTo>
                    <a:pt x="3226" y="6439"/>
                    <a:pt x="3282" y="6323"/>
                    <a:pt x="3335" y="6207"/>
                  </a:cubicBezTo>
                  <a:cubicBezTo>
                    <a:pt x="3443" y="5973"/>
                    <a:pt x="3549" y="5745"/>
                    <a:pt x="3652" y="5520"/>
                  </a:cubicBezTo>
                  <a:cubicBezTo>
                    <a:pt x="3766" y="5301"/>
                    <a:pt x="3879" y="5087"/>
                    <a:pt x="3988" y="4878"/>
                  </a:cubicBezTo>
                  <a:cubicBezTo>
                    <a:pt x="4043" y="4772"/>
                    <a:pt x="4097" y="4669"/>
                    <a:pt x="4150" y="4565"/>
                  </a:cubicBezTo>
                  <a:cubicBezTo>
                    <a:pt x="4208" y="4464"/>
                    <a:pt x="4264" y="4365"/>
                    <a:pt x="4321" y="4268"/>
                  </a:cubicBezTo>
                  <a:cubicBezTo>
                    <a:pt x="4432" y="4072"/>
                    <a:pt x="4542" y="3880"/>
                    <a:pt x="4647" y="3693"/>
                  </a:cubicBezTo>
                  <a:cubicBezTo>
                    <a:pt x="4752" y="3508"/>
                    <a:pt x="4871" y="3336"/>
                    <a:pt x="4976" y="3163"/>
                  </a:cubicBezTo>
                  <a:cubicBezTo>
                    <a:pt x="5084" y="2992"/>
                    <a:pt x="5190" y="2827"/>
                    <a:pt x="5290" y="2669"/>
                  </a:cubicBezTo>
                  <a:cubicBezTo>
                    <a:pt x="5398" y="2514"/>
                    <a:pt x="5503" y="2364"/>
                    <a:pt x="5601" y="2220"/>
                  </a:cubicBezTo>
                  <a:cubicBezTo>
                    <a:pt x="5700" y="2075"/>
                    <a:pt x="5795" y="1938"/>
                    <a:pt x="5887" y="1805"/>
                  </a:cubicBezTo>
                  <a:cubicBezTo>
                    <a:pt x="5979" y="1672"/>
                    <a:pt x="6075" y="1555"/>
                    <a:pt x="6162" y="1437"/>
                  </a:cubicBezTo>
                  <a:cubicBezTo>
                    <a:pt x="6338" y="1206"/>
                    <a:pt x="6496" y="998"/>
                    <a:pt x="6633" y="818"/>
                  </a:cubicBezTo>
                  <a:cubicBezTo>
                    <a:pt x="6778" y="644"/>
                    <a:pt x="6901" y="494"/>
                    <a:pt x="7000" y="374"/>
                  </a:cubicBezTo>
                  <a:cubicBezTo>
                    <a:pt x="7197" y="131"/>
                    <a:pt x="7303" y="0"/>
                    <a:pt x="7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69"/>
            <p:cNvSpPr/>
            <p:nvPr/>
          </p:nvSpPr>
          <p:spPr>
            <a:xfrm flipH="1" rot="5080507">
              <a:off x="6886299" y="3210917"/>
              <a:ext cx="296085" cy="1235388"/>
            </a:xfrm>
            <a:custGeom>
              <a:rect b="b" l="l" r="r" t="t"/>
              <a:pathLst>
                <a:path extrusionOk="0" h="25677" w="6154">
                  <a:moveTo>
                    <a:pt x="3652" y="0"/>
                  </a:moveTo>
                  <a:lnTo>
                    <a:pt x="3652" y="0"/>
                  </a:lnTo>
                  <a:cubicBezTo>
                    <a:pt x="3652" y="1"/>
                    <a:pt x="3591" y="81"/>
                    <a:pt x="3474" y="231"/>
                  </a:cubicBezTo>
                  <a:cubicBezTo>
                    <a:pt x="3418" y="307"/>
                    <a:pt x="3347" y="399"/>
                    <a:pt x="3265" y="509"/>
                  </a:cubicBezTo>
                  <a:cubicBezTo>
                    <a:pt x="3184" y="622"/>
                    <a:pt x="3096" y="756"/>
                    <a:pt x="2994" y="904"/>
                  </a:cubicBezTo>
                  <a:cubicBezTo>
                    <a:pt x="2943" y="979"/>
                    <a:pt x="2887" y="1055"/>
                    <a:pt x="2835" y="1142"/>
                  </a:cubicBezTo>
                  <a:cubicBezTo>
                    <a:pt x="2781" y="1228"/>
                    <a:pt x="2726" y="1319"/>
                    <a:pt x="2669" y="1413"/>
                  </a:cubicBezTo>
                  <a:cubicBezTo>
                    <a:pt x="2611" y="1507"/>
                    <a:pt x="2550" y="1604"/>
                    <a:pt x="2490" y="1709"/>
                  </a:cubicBezTo>
                  <a:cubicBezTo>
                    <a:pt x="2431" y="1813"/>
                    <a:pt x="2370" y="1925"/>
                    <a:pt x="2309" y="2039"/>
                  </a:cubicBezTo>
                  <a:cubicBezTo>
                    <a:pt x="2054" y="2490"/>
                    <a:pt x="1798" y="3034"/>
                    <a:pt x="1538" y="3644"/>
                  </a:cubicBezTo>
                  <a:cubicBezTo>
                    <a:pt x="1289" y="4261"/>
                    <a:pt x="1034" y="4948"/>
                    <a:pt x="821" y="5710"/>
                  </a:cubicBezTo>
                  <a:cubicBezTo>
                    <a:pt x="607" y="6470"/>
                    <a:pt x="418" y="7295"/>
                    <a:pt x="284" y="8169"/>
                  </a:cubicBezTo>
                  <a:cubicBezTo>
                    <a:pt x="254" y="8389"/>
                    <a:pt x="223" y="8611"/>
                    <a:pt x="194" y="8834"/>
                  </a:cubicBezTo>
                  <a:cubicBezTo>
                    <a:pt x="161" y="9057"/>
                    <a:pt x="144" y="9285"/>
                    <a:pt x="121" y="9512"/>
                  </a:cubicBezTo>
                  <a:cubicBezTo>
                    <a:pt x="96" y="9739"/>
                    <a:pt x="81" y="9971"/>
                    <a:pt x="66" y="10206"/>
                  </a:cubicBezTo>
                  <a:cubicBezTo>
                    <a:pt x="53" y="10441"/>
                    <a:pt x="35" y="10680"/>
                    <a:pt x="34" y="10907"/>
                  </a:cubicBezTo>
                  <a:cubicBezTo>
                    <a:pt x="0" y="11841"/>
                    <a:pt x="49" y="12801"/>
                    <a:pt x="124" y="13749"/>
                  </a:cubicBezTo>
                  <a:cubicBezTo>
                    <a:pt x="234" y="14692"/>
                    <a:pt x="363" y="15634"/>
                    <a:pt x="583" y="16525"/>
                  </a:cubicBezTo>
                  <a:cubicBezTo>
                    <a:pt x="779" y="17427"/>
                    <a:pt x="1061" y="18268"/>
                    <a:pt x="1349" y="19065"/>
                  </a:cubicBezTo>
                  <a:cubicBezTo>
                    <a:pt x="1653" y="19848"/>
                    <a:pt x="1982" y="20584"/>
                    <a:pt x="2342" y="21227"/>
                  </a:cubicBezTo>
                  <a:cubicBezTo>
                    <a:pt x="2431" y="21390"/>
                    <a:pt x="2518" y="21550"/>
                    <a:pt x="2604" y="21707"/>
                  </a:cubicBezTo>
                  <a:cubicBezTo>
                    <a:pt x="2698" y="21856"/>
                    <a:pt x="2789" y="22002"/>
                    <a:pt x="2881" y="22147"/>
                  </a:cubicBezTo>
                  <a:cubicBezTo>
                    <a:pt x="2973" y="22290"/>
                    <a:pt x="3058" y="22433"/>
                    <a:pt x="3152" y="22566"/>
                  </a:cubicBezTo>
                  <a:cubicBezTo>
                    <a:pt x="3246" y="22695"/>
                    <a:pt x="3339" y="22825"/>
                    <a:pt x="3430" y="22949"/>
                  </a:cubicBezTo>
                  <a:cubicBezTo>
                    <a:pt x="3520" y="23074"/>
                    <a:pt x="3606" y="23199"/>
                    <a:pt x="3696" y="23312"/>
                  </a:cubicBezTo>
                  <a:cubicBezTo>
                    <a:pt x="3789" y="23423"/>
                    <a:pt x="3877" y="23532"/>
                    <a:pt x="3964" y="23638"/>
                  </a:cubicBezTo>
                  <a:cubicBezTo>
                    <a:pt x="4052" y="23741"/>
                    <a:pt x="4138" y="23843"/>
                    <a:pt x="4222" y="23943"/>
                  </a:cubicBezTo>
                  <a:cubicBezTo>
                    <a:pt x="4307" y="24037"/>
                    <a:pt x="4394" y="24124"/>
                    <a:pt x="4475" y="24211"/>
                  </a:cubicBezTo>
                  <a:cubicBezTo>
                    <a:pt x="4558" y="24297"/>
                    <a:pt x="4636" y="24380"/>
                    <a:pt x="4714" y="24461"/>
                  </a:cubicBezTo>
                  <a:cubicBezTo>
                    <a:pt x="4789" y="24542"/>
                    <a:pt x="4864" y="24619"/>
                    <a:pt x="4941" y="24685"/>
                  </a:cubicBezTo>
                  <a:cubicBezTo>
                    <a:pt x="5090" y="24820"/>
                    <a:pt x="5227" y="24942"/>
                    <a:pt x="5352" y="25052"/>
                  </a:cubicBezTo>
                  <a:cubicBezTo>
                    <a:pt x="5474" y="25169"/>
                    <a:pt x="5589" y="25252"/>
                    <a:pt x="5689" y="25327"/>
                  </a:cubicBezTo>
                  <a:cubicBezTo>
                    <a:pt x="5789" y="25404"/>
                    <a:pt x="5874" y="25467"/>
                    <a:pt x="5943" y="25519"/>
                  </a:cubicBezTo>
                  <a:cubicBezTo>
                    <a:pt x="6080" y="25623"/>
                    <a:pt x="6153" y="25676"/>
                    <a:pt x="6153" y="25676"/>
                  </a:cubicBezTo>
                  <a:cubicBezTo>
                    <a:pt x="6153" y="25676"/>
                    <a:pt x="6086" y="25608"/>
                    <a:pt x="5959" y="25480"/>
                  </a:cubicBezTo>
                  <a:cubicBezTo>
                    <a:pt x="5896" y="25416"/>
                    <a:pt x="5818" y="25337"/>
                    <a:pt x="5724" y="25244"/>
                  </a:cubicBezTo>
                  <a:cubicBezTo>
                    <a:pt x="5632" y="25151"/>
                    <a:pt x="5522" y="25049"/>
                    <a:pt x="5412" y="24919"/>
                  </a:cubicBezTo>
                  <a:cubicBezTo>
                    <a:pt x="5299" y="24791"/>
                    <a:pt x="5173" y="24652"/>
                    <a:pt x="5037" y="24499"/>
                  </a:cubicBezTo>
                  <a:cubicBezTo>
                    <a:pt x="4969" y="24425"/>
                    <a:pt x="4902" y="24339"/>
                    <a:pt x="4831" y="24250"/>
                  </a:cubicBezTo>
                  <a:cubicBezTo>
                    <a:pt x="4761" y="24163"/>
                    <a:pt x="4688" y="24070"/>
                    <a:pt x="4613" y="23976"/>
                  </a:cubicBezTo>
                  <a:cubicBezTo>
                    <a:pt x="4538" y="23882"/>
                    <a:pt x="4460" y="23787"/>
                    <a:pt x="4381" y="23685"/>
                  </a:cubicBezTo>
                  <a:cubicBezTo>
                    <a:pt x="4306" y="23577"/>
                    <a:pt x="4229" y="23469"/>
                    <a:pt x="4150" y="23356"/>
                  </a:cubicBezTo>
                  <a:cubicBezTo>
                    <a:pt x="4071" y="23243"/>
                    <a:pt x="3989" y="23129"/>
                    <a:pt x="3904" y="23012"/>
                  </a:cubicBezTo>
                  <a:cubicBezTo>
                    <a:pt x="3822" y="22894"/>
                    <a:pt x="3746" y="22761"/>
                    <a:pt x="3662" y="22633"/>
                  </a:cubicBezTo>
                  <a:cubicBezTo>
                    <a:pt x="3580" y="22504"/>
                    <a:pt x="3499" y="22372"/>
                    <a:pt x="3413" y="22237"/>
                  </a:cubicBezTo>
                  <a:cubicBezTo>
                    <a:pt x="3329" y="22102"/>
                    <a:pt x="3253" y="21953"/>
                    <a:pt x="3171" y="21806"/>
                  </a:cubicBezTo>
                  <a:cubicBezTo>
                    <a:pt x="3089" y="21660"/>
                    <a:pt x="3007" y="21511"/>
                    <a:pt x="2921" y="21362"/>
                  </a:cubicBezTo>
                  <a:cubicBezTo>
                    <a:pt x="2843" y="21203"/>
                    <a:pt x="2765" y="21045"/>
                    <a:pt x="2685" y="20881"/>
                  </a:cubicBezTo>
                  <a:cubicBezTo>
                    <a:pt x="2358" y="20239"/>
                    <a:pt x="2075" y="19507"/>
                    <a:pt x="1793" y="18748"/>
                  </a:cubicBezTo>
                  <a:cubicBezTo>
                    <a:pt x="1726" y="18555"/>
                    <a:pt x="1667" y="18355"/>
                    <a:pt x="1601" y="18159"/>
                  </a:cubicBezTo>
                  <a:cubicBezTo>
                    <a:pt x="1539" y="17959"/>
                    <a:pt x="1469" y="17764"/>
                    <a:pt x="1418" y="17555"/>
                  </a:cubicBezTo>
                  <a:cubicBezTo>
                    <a:pt x="1311" y="17141"/>
                    <a:pt x="1191" y="16726"/>
                    <a:pt x="1108" y="16294"/>
                  </a:cubicBezTo>
                  <a:cubicBezTo>
                    <a:pt x="909" y="15440"/>
                    <a:pt x="789" y="14541"/>
                    <a:pt x="688" y="13643"/>
                  </a:cubicBezTo>
                  <a:cubicBezTo>
                    <a:pt x="613" y="12736"/>
                    <a:pt x="566" y="11831"/>
                    <a:pt x="586" y="10927"/>
                  </a:cubicBezTo>
                  <a:cubicBezTo>
                    <a:pt x="586" y="10694"/>
                    <a:pt x="598" y="10475"/>
                    <a:pt x="610" y="10257"/>
                  </a:cubicBezTo>
                  <a:cubicBezTo>
                    <a:pt x="618" y="10037"/>
                    <a:pt x="626" y="9820"/>
                    <a:pt x="646" y="9601"/>
                  </a:cubicBezTo>
                  <a:cubicBezTo>
                    <a:pt x="665" y="9383"/>
                    <a:pt x="677" y="9164"/>
                    <a:pt x="701" y="8949"/>
                  </a:cubicBezTo>
                  <a:cubicBezTo>
                    <a:pt x="727" y="8735"/>
                    <a:pt x="751" y="8521"/>
                    <a:pt x="775" y="8310"/>
                  </a:cubicBezTo>
                  <a:cubicBezTo>
                    <a:pt x="893" y="7470"/>
                    <a:pt x="1042" y="6667"/>
                    <a:pt x="1221" y="5919"/>
                  </a:cubicBezTo>
                  <a:cubicBezTo>
                    <a:pt x="1268" y="5733"/>
                    <a:pt x="1315" y="5551"/>
                    <a:pt x="1362" y="5369"/>
                  </a:cubicBezTo>
                  <a:cubicBezTo>
                    <a:pt x="1409" y="5189"/>
                    <a:pt x="1465" y="5019"/>
                    <a:pt x="1512" y="4844"/>
                  </a:cubicBezTo>
                  <a:cubicBezTo>
                    <a:pt x="1538" y="4758"/>
                    <a:pt x="1563" y="4672"/>
                    <a:pt x="1586" y="4586"/>
                  </a:cubicBezTo>
                  <a:cubicBezTo>
                    <a:pt x="1612" y="4503"/>
                    <a:pt x="1640" y="4423"/>
                    <a:pt x="1667" y="4341"/>
                  </a:cubicBezTo>
                  <a:cubicBezTo>
                    <a:pt x="1721" y="4177"/>
                    <a:pt x="1774" y="4018"/>
                    <a:pt x="1825" y="3860"/>
                  </a:cubicBezTo>
                  <a:cubicBezTo>
                    <a:pt x="1882" y="3707"/>
                    <a:pt x="1937" y="3556"/>
                    <a:pt x="1993" y="3410"/>
                  </a:cubicBezTo>
                  <a:cubicBezTo>
                    <a:pt x="2020" y="3336"/>
                    <a:pt x="2047" y="3264"/>
                    <a:pt x="2074" y="3192"/>
                  </a:cubicBezTo>
                  <a:cubicBezTo>
                    <a:pt x="2102" y="3121"/>
                    <a:pt x="2130" y="3053"/>
                    <a:pt x="2158" y="2984"/>
                  </a:cubicBezTo>
                  <a:cubicBezTo>
                    <a:pt x="2215" y="2846"/>
                    <a:pt x="2270" y="2713"/>
                    <a:pt x="2322" y="2583"/>
                  </a:cubicBezTo>
                  <a:cubicBezTo>
                    <a:pt x="2373" y="2451"/>
                    <a:pt x="2434" y="2333"/>
                    <a:pt x="2486" y="2212"/>
                  </a:cubicBezTo>
                  <a:cubicBezTo>
                    <a:pt x="2540" y="2093"/>
                    <a:pt x="2592" y="1977"/>
                    <a:pt x="2644" y="1866"/>
                  </a:cubicBezTo>
                  <a:cubicBezTo>
                    <a:pt x="2698" y="1757"/>
                    <a:pt x="2749" y="1652"/>
                    <a:pt x="2800" y="1551"/>
                  </a:cubicBezTo>
                  <a:cubicBezTo>
                    <a:pt x="2850" y="1451"/>
                    <a:pt x="2897" y="1354"/>
                    <a:pt x="2943" y="1261"/>
                  </a:cubicBezTo>
                  <a:cubicBezTo>
                    <a:pt x="2988" y="1169"/>
                    <a:pt x="3037" y="1087"/>
                    <a:pt x="3081" y="1005"/>
                  </a:cubicBezTo>
                  <a:cubicBezTo>
                    <a:pt x="3170" y="842"/>
                    <a:pt x="3249" y="697"/>
                    <a:pt x="3316" y="571"/>
                  </a:cubicBezTo>
                  <a:cubicBezTo>
                    <a:pt x="3387" y="449"/>
                    <a:pt x="3447" y="346"/>
                    <a:pt x="3499" y="261"/>
                  </a:cubicBezTo>
                  <a:cubicBezTo>
                    <a:pt x="3598" y="92"/>
                    <a:pt x="3652" y="1"/>
                    <a:pt x="36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 name="Google Shape;1027;p69"/>
          <p:cNvSpPr/>
          <p:nvPr/>
        </p:nvSpPr>
        <p:spPr>
          <a:xfrm rot="5400000">
            <a:off x="8103786" y="866486"/>
            <a:ext cx="874678" cy="220717"/>
          </a:xfrm>
          <a:prstGeom prst="rect">
            <a:avLst/>
          </a:prstGeom>
        </p:spPr>
        <p:txBody>
          <a:bodyPr>
            <a:prstTxWarp prst="textPlain"/>
          </a:bodyPr>
          <a:lstStyle/>
          <a:p>
            <a:pPr lvl="0" algn="ctr"/>
            <a:r>
              <a:rPr b="0" i="0">
                <a:ln cap="flat" cmpd="sng" w="19050">
                  <a:solidFill>
                    <a:schemeClr val="dk1"/>
                  </a:solidFill>
                  <a:prstDash val="solid"/>
                  <a:round/>
                  <a:headEnd len="sm" w="sm" type="none"/>
                  <a:tailEnd len="sm" w="sm" type="none"/>
                </a:ln>
                <a:noFill/>
                <a:latin typeface="Audiowide"/>
              </a:rPr>
              <a:t>0031</a:t>
            </a: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 name="Shape 1031"/>
        <p:cNvGrpSpPr/>
        <p:nvPr/>
      </p:nvGrpSpPr>
      <p:grpSpPr>
        <a:xfrm>
          <a:off x="0" y="0"/>
          <a:ext cx="0" cy="0"/>
          <a:chOff x="0" y="0"/>
          <a:chExt cx="0" cy="0"/>
        </a:xfrm>
      </p:grpSpPr>
      <p:sp>
        <p:nvSpPr>
          <p:cNvPr id="1032" name="Google Shape;1032;p70"/>
          <p:cNvSpPr txBox="1"/>
          <p:nvPr>
            <p:ph idx="1" type="subTitle"/>
          </p:nvPr>
        </p:nvSpPr>
        <p:spPr>
          <a:xfrm>
            <a:off x="720000" y="1071975"/>
            <a:ext cx="7704000" cy="1223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lt1"/>
              </a:buClr>
              <a:buSzPts val="1100"/>
              <a:buFont typeface="Arial"/>
              <a:buNone/>
            </a:pPr>
            <a:r>
              <a:rPr lang="en"/>
              <a:t>Here’s an assortment of alternative resources whose style fits that of this template:</a:t>
            </a:r>
            <a:endParaRPr/>
          </a:p>
          <a:p>
            <a:pPr indent="-317500" lvl="0" marL="457200" rtl="0" algn="l">
              <a:spcBef>
                <a:spcPts val="300"/>
              </a:spcBef>
              <a:spcAft>
                <a:spcPts val="0"/>
              </a:spcAft>
              <a:buSzPts val="1400"/>
              <a:buChar char="►"/>
            </a:pPr>
            <a:r>
              <a:rPr lang="en">
                <a:uFill>
                  <a:noFill/>
                </a:uFill>
                <a:hlinkClick r:id="rId3"/>
              </a:rPr>
              <a:t>Space black white emblems of journeys and academies with astronaut shuttle scientific equipment isolated</a:t>
            </a:r>
            <a:endParaRPr/>
          </a:p>
          <a:p>
            <a:pPr indent="-317500" lvl="0" marL="457200" rtl="0" algn="l">
              <a:spcBef>
                <a:spcPts val="0"/>
              </a:spcBef>
              <a:spcAft>
                <a:spcPts val="0"/>
              </a:spcAft>
              <a:buSzPts val="1400"/>
              <a:buChar char="►"/>
            </a:pPr>
            <a:r>
              <a:rPr lang="en">
                <a:uFill>
                  <a:noFill/>
                </a:uFill>
                <a:hlinkClick r:id="rId4"/>
              </a:rPr>
              <a:t>Space monochrome elements set with astronaut shuttles and rockets cosmic objects observatory and radar isolated</a:t>
            </a:r>
            <a:endParaRPr/>
          </a:p>
        </p:txBody>
      </p:sp>
      <p:sp>
        <p:nvSpPr>
          <p:cNvPr id="1033" name="Google Shape;1033;p7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grpSp>
        <p:nvGrpSpPr>
          <p:cNvPr id="1034" name="Google Shape;1034;p70"/>
          <p:cNvGrpSpPr/>
          <p:nvPr/>
        </p:nvGrpSpPr>
        <p:grpSpPr>
          <a:xfrm>
            <a:off x="6497874" y="2532838"/>
            <a:ext cx="1691643" cy="1685054"/>
            <a:chOff x="1760525" y="1946525"/>
            <a:chExt cx="1364338" cy="1359024"/>
          </a:xfrm>
        </p:grpSpPr>
        <p:sp>
          <p:nvSpPr>
            <p:cNvPr id="1035" name="Google Shape;1035;p70"/>
            <p:cNvSpPr/>
            <p:nvPr/>
          </p:nvSpPr>
          <p:spPr>
            <a:xfrm>
              <a:off x="1760525" y="1946525"/>
              <a:ext cx="1364338" cy="1359024"/>
            </a:xfrm>
            <a:custGeom>
              <a:rect b="b" l="l" r="r" t="t"/>
              <a:pathLst>
                <a:path extrusionOk="0" h="27110" w="27216">
                  <a:moveTo>
                    <a:pt x="13621" y="3699"/>
                  </a:moveTo>
                  <a:cubicBezTo>
                    <a:pt x="14419" y="3699"/>
                    <a:pt x="15172" y="3791"/>
                    <a:pt x="15844" y="3964"/>
                  </a:cubicBezTo>
                  <a:cubicBezTo>
                    <a:pt x="17975" y="4513"/>
                    <a:pt x="15767" y="4919"/>
                    <a:pt x="12523" y="5413"/>
                  </a:cubicBezTo>
                  <a:cubicBezTo>
                    <a:pt x="8814" y="5974"/>
                    <a:pt x="10000" y="8935"/>
                    <a:pt x="8453" y="10798"/>
                  </a:cubicBezTo>
                  <a:cubicBezTo>
                    <a:pt x="7861" y="11509"/>
                    <a:pt x="6838" y="12074"/>
                    <a:pt x="6020" y="12074"/>
                  </a:cubicBezTo>
                  <a:cubicBezTo>
                    <a:pt x="5368" y="12074"/>
                    <a:pt x="4846" y="11715"/>
                    <a:pt x="4776" y="10787"/>
                  </a:cubicBezTo>
                  <a:cubicBezTo>
                    <a:pt x="4662" y="9280"/>
                    <a:pt x="5094" y="7035"/>
                    <a:pt x="7589" y="5449"/>
                  </a:cubicBezTo>
                  <a:cubicBezTo>
                    <a:pt x="9499" y="4236"/>
                    <a:pt x="11689" y="3699"/>
                    <a:pt x="13621" y="3699"/>
                  </a:cubicBezTo>
                  <a:close/>
                  <a:moveTo>
                    <a:pt x="24816" y="8288"/>
                  </a:moveTo>
                  <a:cubicBezTo>
                    <a:pt x="24816" y="8288"/>
                    <a:pt x="25080" y="8589"/>
                    <a:pt x="25386" y="9107"/>
                  </a:cubicBezTo>
                  <a:cubicBezTo>
                    <a:pt x="25537" y="9367"/>
                    <a:pt x="25695" y="9683"/>
                    <a:pt x="25825" y="10040"/>
                  </a:cubicBezTo>
                  <a:cubicBezTo>
                    <a:pt x="25958" y="10396"/>
                    <a:pt x="26059" y="10794"/>
                    <a:pt x="26113" y="11198"/>
                  </a:cubicBezTo>
                  <a:cubicBezTo>
                    <a:pt x="26134" y="11403"/>
                    <a:pt x="26150" y="11603"/>
                    <a:pt x="26152" y="11808"/>
                  </a:cubicBezTo>
                  <a:cubicBezTo>
                    <a:pt x="26157" y="12016"/>
                    <a:pt x="26138" y="12198"/>
                    <a:pt x="26119" y="12396"/>
                  </a:cubicBezTo>
                  <a:cubicBezTo>
                    <a:pt x="26078" y="12778"/>
                    <a:pt x="25989" y="13122"/>
                    <a:pt x="25891" y="13407"/>
                  </a:cubicBezTo>
                  <a:cubicBezTo>
                    <a:pt x="25695" y="13978"/>
                    <a:pt x="25490" y="14323"/>
                    <a:pt x="25490" y="14323"/>
                  </a:cubicBezTo>
                  <a:cubicBezTo>
                    <a:pt x="25490" y="14323"/>
                    <a:pt x="25506" y="14223"/>
                    <a:pt x="25537" y="14051"/>
                  </a:cubicBezTo>
                  <a:cubicBezTo>
                    <a:pt x="25573" y="13882"/>
                    <a:pt x="25608" y="13638"/>
                    <a:pt x="25651" y="13349"/>
                  </a:cubicBezTo>
                  <a:cubicBezTo>
                    <a:pt x="25691" y="13060"/>
                    <a:pt x="25731" y="12722"/>
                    <a:pt x="25743" y="12366"/>
                  </a:cubicBezTo>
                  <a:cubicBezTo>
                    <a:pt x="25750" y="12194"/>
                    <a:pt x="25743" y="11996"/>
                    <a:pt x="25737" y="11814"/>
                  </a:cubicBezTo>
                  <a:cubicBezTo>
                    <a:pt x="25731" y="11632"/>
                    <a:pt x="25711" y="11440"/>
                    <a:pt x="25687" y="11252"/>
                  </a:cubicBezTo>
                  <a:cubicBezTo>
                    <a:pt x="25596" y="10497"/>
                    <a:pt x="25362" y="9761"/>
                    <a:pt x="25163" y="9210"/>
                  </a:cubicBezTo>
                  <a:cubicBezTo>
                    <a:pt x="25063" y="8935"/>
                    <a:pt x="24978" y="8704"/>
                    <a:pt x="24912" y="8543"/>
                  </a:cubicBezTo>
                  <a:cubicBezTo>
                    <a:pt x="24848" y="8382"/>
                    <a:pt x="24816" y="8288"/>
                    <a:pt x="24816" y="8288"/>
                  </a:cubicBezTo>
                  <a:close/>
                  <a:moveTo>
                    <a:pt x="21343" y="10011"/>
                  </a:moveTo>
                  <a:cubicBezTo>
                    <a:pt x="21343" y="10011"/>
                    <a:pt x="22165" y="12082"/>
                    <a:pt x="21003" y="14370"/>
                  </a:cubicBezTo>
                  <a:cubicBezTo>
                    <a:pt x="20364" y="15628"/>
                    <a:pt x="18778" y="16139"/>
                    <a:pt x="17560" y="16139"/>
                  </a:cubicBezTo>
                  <a:cubicBezTo>
                    <a:pt x="16943" y="16139"/>
                    <a:pt x="16421" y="16008"/>
                    <a:pt x="16163" y="15777"/>
                  </a:cubicBezTo>
                  <a:cubicBezTo>
                    <a:pt x="15427" y="15118"/>
                    <a:pt x="18041" y="15417"/>
                    <a:pt x="19727" y="14218"/>
                  </a:cubicBezTo>
                  <a:cubicBezTo>
                    <a:pt x="21591" y="12894"/>
                    <a:pt x="21343" y="10011"/>
                    <a:pt x="21343" y="10011"/>
                  </a:cubicBezTo>
                  <a:close/>
                  <a:moveTo>
                    <a:pt x="5397" y="13282"/>
                  </a:moveTo>
                  <a:cubicBezTo>
                    <a:pt x="5398" y="13282"/>
                    <a:pt x="5450" y="13410"/>
                    <a:pt x="5577" y="13606"/>
                  </a:cubicBezTo>
                  <a:cubicBezTo>
                    <a:pt x="5698" y="13807"/>
                    <a:pt x="5913" y="14064"/>
                    <a:pt x="6199" y="14336"/>
                  </a:cubicBezTo>
                  <a:cubicBezTo>
                    <a:pt x="6337" y="14477"/>
                    <a:pt x="6512" y="14605"/>
                    <a:pt x="6685" y="14748"/>
                  </a:cubicBezTo>
                  <a:cubicBezTo>
                    <a:pt x="6875" y="14875"/>
                    <a:pt x="7061" y="15022"/>
                    <a:pt x="7278" y="15142"/>
                  </a:cubicBezTo>
                  <a:cubicBezTo>
                    <a:pt x="7384" y="15204"/>
                    <a:pt x="7492" y="15267"/>
                    <a:pt x="7601" y="15331"/>
                  </a:cubicBezTo>
                  <a:cubicBezTo>
                    <a:pt x="7715" y="15388"/>
                    <a:pt x="7831" y="15445"/>
                    <a:pt x="7948" y="15502"/>
                  </a:cubicBezTo>
                  <a:cubicBezTo>
                    <a:pt x="8176" y="15627"/>
                    <a:pt x="8424" y="15721"/>
                    <a:pt x="8669" y="15817"/>
                  </a:cubicBezTo>
                  <a:cubicBezTo>
                    <a:pt x="8909" y="15929"/>
                    <a:pt x="9166" y="16003"/>
                    <a:pt x="9413" y="16089"/>
                  </a:cubicBezTo>
                  <a:cubicBezTo>
                    <a:pt x="9660" y="16176"/>
                    <a:pt x="9908" y="16247"/>
                    <a:pt x="10150" y="16312"/>
                  </a:cubicBezTo>
                  <a:cubicBezTo>
                    <a:pt x="10392" y="16375"/>
                    <a:pt x="10621" y="16453"/>
                    <a:pt x="10848" y="16496"/>
                  </a:cubicBezTo>
                  <a:cubicBezTo>
                    <a:pt x="11072" y="16548"/>
                    <a:pt x="11285" y="16599"/>
                    <a:pt x="11481" y="16646"/>
                  </a:cubicBezTo>
                  <a:cubicBezTo>
                    <a:pt x="11675" y="16697"/>
                    <a:pt x="11859" y="16722"/>
                    <a:pt x="12019" y="16760"/>
                  </a:cubicBezTo>
                  <a:cubicBezTo>
                    <a:pt x="12180" y="16794"/>
                    <a:pt x="12321" y="16820"/>
                    <a:pt x="12437" y="16845"/>
                  </a:cubicBezTo>
                  <a:cubicBezTo>
                    <a:pt x="12669" y="16894"/>
                    <a:pt x="12802" y="16928"/>
                    <a:pt x="12802" y="16928"/>
                  </a:cubicBezTo>
                  <a:cubicBezTo>
                    <a:pt x="12802" y="16928"/>
                    <a:pt x="12791" y="16928"/>
                    <a:pt x="12769" y="16928"/>
                  </a:cubicBezTo>
                  <a:cubicBezTo>
                    <a:pt x="12716" y="16928"/>
                    <a:pt x="12598" y="16927"/>
                    <a:pt x="12429" y="16923"/>
                  </a:cubicBezTo>
                  <a:cubicBezTo>
                    <a:pt x="12309" y="16917"/>
                    <a:pt x="12166" y="16912"/>
                    <a:pt x="12000" y="16908"/>
                  </a:cubicBezTo>
                  <a:cubicBezTo>
                    <a:pt x="11835" y="16898"/>
                    <a:pt x="11647" y="16902"/>
                    <a:pt x="11446" y="16872"/>
                  </a:cubicBezTo>
                  <a:cubicBezTo>
                    <a:pt x="11040" y="16820"/>
                    <a:pt x="10564" y="16776"/>
                    <a:pt x="10065" y="16653"/>
                  </a:cubicBezTo>
                  <a:cubicBezTo>
                    <a:pt x="9816" y="16596"/>
                    <a:pt x="9554" y="16547"/>
                    <a:pt x="9299" y="16455"/>
                  </a:cubicBezTo>
                  <a:cubicBezTo>
                    <a:pt x="9043" y="16368"/>
                    <a:pt x="8777" y="16297"/>
                    <a:pt x="8525" y="16185"/>
                  </a:cubicBezTo>
                  <a:cubicBezTo>
                    <a:pt x="8270" y="16079"/>
                    <a:pt x="8015" y="15976"/>
                    <a:pt x="7776" y="15843"/>
                  </a:cubicBezTo>
                  <a:cubicBezTo>
                    <a:pt x="7531" y="15726"/>
                    <a:pt x="7304" y="15580"/>
                    <a:pt x="7090" y="15433"/>
                  </a:cubicBezTo>
                  <a:cubicBezTo>
                    <a:pt x="6868" y="15299"/>
                    <a:pt x="6683" y="15123"/>
                    <a:pt x="6496" y="14975"/>
                  </a:cubicBezTo>
                  <a:cubicBezTo>
                    <a:pt x="6325" y="14809"/>
                    <a:pt x="6160" y="14654"/>
                    <a:pt x="6034" y="14488"/>
                  </a:cubicBezTo>
                  <a:cubicBezTo>
                    <a:pt x="5894" y="14333"/>
                    <a:pt x="5795" y="14168"/>
                    <a:pt x="5705" y="14029"/>
                  </a:cubicBezTo>
                  <a:cubicBezTo>
                    <a:pt x="5622" y="13881"/>
                    <a:pt x="5553" y="13753"/>
                    <a:pt x="5508" y="13641"/>
                  </a:cubicBezTo>
                  <a:cubicBezTo>
                    <a:pt x="5416" y="13418"/>
                    <a:pt x="5397" y="13282"/>
                    <a:pt x="5397" y="13282"/>
                  </a:cubicBezTo>
                  <a:close/>
                  <a:moveTo>
                    <a:pt x="18041" y="3044"/>
                  </a:moveTo>
                  <a:cubicBezTo>
                    <a:pt x="18041" y="3044"/>
                    <a:pt x="18108" y="3068"/>
                    <a:pt x="18235" y="3114"/>
                  </a:cubicBezTo>
                  <a:cubicBezTo>
                    <a:pt x="18359" y="3166"/>
                    <a:pt x="18556" y="3216"/>
                    <a:pt x="18782" y="3334"/>
                  </a:cubicBezTo>
                  <a:cubicBezTo>
                    <a:pt x="18899" y="3389"/>
                    <a:pt x="19026" y="3448"/>
                    <a:pt x="19165" y="3515"/>
                  </a:cubicBezTo>
                  <a:cubicBezTo>
                    <a:pt x="19299" y="3593"/>
                    <a:pt x="19444" y="3675"/>
                    <a:pt x="19598" y="3764"/>
                  </a:cubicBezTo>
                  <a:cubicBezTo>
                    <a:pt x="19902" y="3950"/>
                    <a:pt x="20238" y="4177"/>
                    <a:pt x="20577" y="4461"/>
                  </a:cubicBezTo>
                  <a:cubicBezTo>
                    <a:pt x="20921" y="4737"/>
                    <a:pt x="21266" y="5073"/>
                    <a:pt x="21607" y="5450"/>
                  </a:cubicBezTo>
                  <a:cubicBezTo>
                    <a:pt x="21935" y="5838"/>
                    <a:pt x="22276" y="6260"/>
                    <a:pt x="22555" y="6744"/>
                  </a:cubicBezTo>
                  <a:cubicBezTo>
                    <a:pt x="22850" y="7219"/>
                    <a:pt x="23109" y="7739"/>
                    <a:pt x="23311" y="8293"/>
                  </a:cubicBezTo>
                  <a:cubicBezTo>
                    <a:pt x="23520" y="8845"/>
                    <a:pt x="23662" y="9425"/>
                    <a:pt x="23763" y="10039"/>
                  </a:cubicBezTo>
                  <a:lnTo>
                    <a:pt x="23804" y="10466"/>
                  </a:lnTo>
                  <a:lnTo>
                    <a:pt x="23824" y="10697"/>
                  </a:lnTo>
                  <a:lnTo>
                    <a:pt x="23837" y="10916"/>
                  </a:lnTo>
                  <a:cubicBezTo>
                    <a:pt x="23850" y="11210"/>
                    <a:pt x="23855" y="11504"/>
                    <a:pt x="23847" y="11795"/>
                  </a:cubicBezTo>
                  <a:cubicBezTo>
                    <a:pt x="23835" y="12380"/>
                    <a:pt x="23760" y="12961"/>
                    <a:pt x="23628" y="13513"/>
                  </a:cubicBezTo>
                  <a:cubicBezTo>
                    <a:pt x="23498" y="14065"/>
                    <a:pt x="23279" y="14586"/>
                    <a:pt x="22995" y="15032"/>
                  </a:cubicBezTo>
                  <a:cubicBezTo>
                    <a:pt x="22715" y="15482"/>
                    <a:pt x="22354" y="15843"/>
                    <a:pt x="21990" y="16111"/>
                  </a:cubicBezTo>
                  <a:cubicBezTo>
                    <a:pt x="21253" y="16655"/>
                    <a:pt x="20524" y="16850"/>
                    <a:pt x="20029" y="16957"/>
                  </a:cubicBezTo>
                  <a:cubicBezTo>
                    <a:pt x="19781" y="17014"/>
                    <a:pt x="19581" y="17037"/>
                    <a:pt x="19447" y="17053"/>
                  </a:cubicBezTo>
                  <a:cubicBezTo>
                    <a:pt x="19312" y="17068"/>
                    <a:pt x="19240" y="17077"/>
                    <a:pt x="19240" y="17077"/>
                  </a:cubicBezTo>
                  <a:cubicBezTo>
                    <a:pt x="19240" y="17077"/>
                    <a:pt x="19519" y="16995"/>
                    <a:pt x="19982" y="16810"/>
                  </a:cubicBezTo>
                  <a:cubicBezTo>
                    <a:pt x="20440" y="16623"/>
                    <a:pt x="21101" y="16325"/>
                    <a:pt x="21703" y="15768"/>
                  </a:cubicBezTo>
                  <a:cubicBezTo>
                    <a:pt x="22004" y="15491"/>
                    <a:pt x="22273" y="15143"/>
                    <a:pt x="22491" y="14739"/>
                  </a:cubicBezTo>
                  <a:cubicBezTo>
                    <a:pt x="22709" y="14333"/>
                    <a:pt x="22854" y="13863"/>
                    <a:pt x="22954" y="13365"/>
                  </a:cubicBezTo>
                  <a:cubicBezTo>
                    <a:pt x="23051" y="12864"/>
                    <a:pt x="23083" y="12331"/>
                    <a:pt x="23086" y="11786"/>
                  </a:cubicBezTo>
                  <a:cubicBezTo>
                    <a:pt x="23090" y="11512"/>
                    <a:pt x="23079" y="11237"/>
                    <a:pt x="23063" y="10957"/>
                  </a:cubicBezTo>
                  <a:lnTo>
                    <a:pt x="23050" y="10749"/>
                  </a:lnTo>
                  <a:lnTo>
                    <a:pt x="23028" y="10552"/>
                  </a:lnTo>
                  <a:lnTo>
                    <a:pt x="22978" y="10124"/>
                  </a:lnTo>
                  <a:cubicBezTo>
                    <a:pt x="22890" y="9605"/>
                    <a:pt x="22777" y="9061"/>
                    <a:pt x="22592" y="8551"/>
                  </a:cubicBezTo>
                  <a:cubicBezTo>
                    <a:pt x="22405" y="8045"/>
                    <a:pt x="22205" y="7545"/>
                    <a:pt x="21950" y="7094"/>
                  </a:cubicBezTo>
                  <a:cubicBezTo>
                    <a:pt x="21707" y="6635"/>
                    <a:pt x="21423" y="6217"/>
                    <a:pt x="21148" y="5826"/>
                  </a:cubicBezTo>
                  <a:cubicBezTo>
                    <a:pt x="20851" y="5450"/>
                    <a:pt x="20563" y="5098"/>
                    <a:pt x="20269" y="4798"/>
                  </a:cubicBezTo>
                  <a:cubicBezTo>
                    <a:pt x="19974" y="4496"/>
                    <a:pt x="19687" y="4235"/>
                    <a:pt x="19423" y="4013"/>
                  </a:cubicBezTo>
                  <a:cubicBezTo>
                    <a:pt x="19286" y="3906"/>
                    <a:pt x="19161" y="3805"/>
                    <a:pt x="19042" y="3711"/>
                  </a:cubicBezTo>
                  <a:cubicBezTo>
                    <a:pt x="18920" y="3624"/>
                    <a:pt x="18807" y="3546"/>
                    <a:pt x="18705" y="3474"/>
                  </a:cubicBezTo>
                  <a:cubicBezTo>
                    <a:pt x="18504" y="3325"/>
                    <a:pt x="18331" y="3229"/>
                    <a:pt x="18217" y="3154"/>
                  </a:cubicBezTo>
                  <a:cubicBezTo>
                    <a:pt x="18102" y="3081"/>
                    <a:pt x="18041" y="3044"/>
                    <a:pt x="18041" y="3044"/>
                  </a:cubicBezTo>
                  <a:close/>
                  <a:moveTo>
                    <a:pt x="20948" y="3883"/>
                  </a:moveTo>
                  <a:cubicBezTo>
                    <a:pt x="20948" y="3883"/>
                    <a:pt x="21143" y="4026"/>
                    <a:pt x="21460" y="4303"/>
                  </a:cubicBezTo>
                  <a:cubicBezTo>
                    <a:pt x="21771" y="4587"/>
                    <a:pt x="22217" y="4999"/>
                    <a:pt x="22667" y="5571"/>
                  </a:cubicBezTo>
                  <a:cubicBezTo>
                    <a:pt x="22898" y="5850"/>
                    <a:pt x="23126" y="6171"/>
                    <a:pt x="23353" y="6522"/>
                  </a:cubicBezTo>
                  <a:cubicBezTo>
                    <a:pt x="23580" y="6872"/>
                    <a:pt x="23798" y="7255"/>
                    <a:pt x="23988" y="7670"/>
                  </a:cubicBezTo>
                  <a:cubicBezTo>
                    <a:pt x="24374" y="8496"/>
                    <a:pt x="24673" y="9429"/>
                    <a:pt x="24837" y="10389"/>
                  </a:cubicBezTo>
                  <a:cubicBezTo>
                    <a:pt x="24998" y="11350"/>
                    <a:pt x="25020" y="12327"/>
                    <a:pt x="24955" y="13234"/>
                  </a:cubicBezTo>
                  <a:cubicBezTo>
                    <a:pt x="24888" y="14143"/>
                    <a:pt x="24709" y="14975"/>
                    <a:pt x="24516" y="15674"/>
                  </a:cubicBezTo>
                  <a:cubicBezTo>
                    <a:pt x="24324" y="16373"/>
                    <a:pt x="24089" y="16932"/>
                    <a:pt x="23916" y="17316"/>
                  </a:cubicBezTo>
                  <a:cubicBezTo>
                    <a:pt x="23740" y="17701"/>
                    <a:pt x="23616" y="17907"/>
                    <a:pt x="23616" y="17907"/>
                  </a:cubicBezTo>
                  <a:cubicBezTo>
                    <a:pt x="23616" y="17907"/>
                    <a:pt x="23720" y="17689"/>
                    <a:pt x="23869" y="17296"/>
                  </a:cubicBezTo>
                  <a:cubicBezTo>
                    <a:pt x="24022" y="16905"/>
                    <a:pt x="24206" y="16334"/>
                    <a:pt x="24375" y="15636"/>
                  </a:cubicBezTo>
                  <a:cubicBezTo>
                    <a:pt x="24711" y="14246"/>
                    <a:pt x="24919" y="12311"/>
                    <a:pt x="24582" y="10431"/>
                  </a:cubicBezTo>
                  <a:cubicBezTo>
                    <a:pt x="24433" y="9492"/>
                    <a:pt x="24152" y="8574"/>
                    <a:pt x="23783" y="7761"/>
                  </a:cubicBezTo>
                  <a:cubicBezTo>
                    <a:pt x="23599" y="7356"/>
                    <a:pt x="23403" y="6970"/>
                    <a:pt x="23192" y="6619"/>
                  </a:cubicBezTo>
                  <a:cubicBezTo>
                    <a:pt x="22984" y="6267"/>
                    <a:pt x="22769" y="5942"/>
                    <a:pt x="22553" y="5657"/>
                  </a:cubicBezTo>
                  <a:cubicBezTo>
                    <a:pt x="22130" y="5078"/>
                    <a:pt x="21723" y="4635"/>
                    <a:pt x="21426" y="4340"/>
                  </a:cubicBezTo>
                  <a:cubicBezTo>
                    <a:pt x="21129" y="4042"/>
                    <a:pt x="20948" y="3883"/>
                    <a:pt x="20948" y="3883"/>
                  </a:cubicBezTo>
                  <a:close/>
                  <a:moveTo>
                    <a:pt x="12200" y="1359"/>
                  </a:moveTo>
                  <a:cubicBezTo>
                    <a:pt x="12969" y="1359"/>
                    <a:pt x="11093" y="2218"/>
                    <a:pt x="12517" y="2642"/>
                  </a:cubicBezTo>
                  <a:cubicBezTo>
                    <a:pt x="12997" y="2785"/>
                    <a:pt x="16280" y="2958"/>
                    <a:pt x="12602" y="3127"/>
                  </a:cubicBezTo>
                  <a:cubicBezTo>
                    <a:pt x="12602" y="3127"/>
                    <a:pt x="3732" y="3455"/>
                    <a:pt x="3732" y="11117"/>
                  </a:cubicBezTo>
                  <a:cubicBezTo>
                    <a:pt x="3732" y="18420"/>
                    <a:pt x="11596" y="18557"/>
                    <a:pt x="11596" y="18557"/>
                  </a:cubicBezTo>
                  <a:cubicBezTo>
                    <a:pt x="11596" y="18557"/>
                    <a:pt x="10479" y="18264"/>
                    <a:pt x="9375" y="17695"/>
                  </a:cubicBezTo>
                  <a:lnTo>
                    <a:pt x="9375" y="17695"/>
                  </a:lnTo>
                  <a:cubicBezTo>
                    <a:pt x="11287" y="18204"/>
                    <a:pt x="13256" y="18291"/>
                    <a:pt x="14522" y="18354"/>
                  </a:cubicBezTo>
                  <a:cubicBezTo>
                    <a:pt x="17455" y="18506"/>
                    <a:pt x="18006" y="18897"/>
                    <a:pt x="16036" y="19555"/>
                  </a:cubicBezTo>
                  <a:cubicBezTo>
                    <a:pt x="15323" y="19792"/>
                    <a:pt x="14632" y="20155"/>
                    <a:pt x="14212" y="20547"/>
                  </a:cubicBezTo>
                  <a:lnTo>
                    <a:pt x="14213" y="20547"/>
                  </a:lnTo>
                  <a:cubicBezTo>
                    <a:pt x="14478" y="20551"/>
                    <a:pt x="14752" y="20556"/>
                    <a:pt x="15031" y="20562"/>
                  </a:cubicBezTo>
                  <a:cubicBezTo>
                    <a:pt x="15309" y="20556"/>
                    <a:pt x="15591" y="20551"/>
                    <a:pt x="15875" y="20547"/>
                  </a:cubicBezTo>
                  <a:cubicBezTo>
                    <a:pt x="16440" y="20520"/>
                    <a:pt x="17008" y="20484"/>
                    <a:pt x="17537" y="20419"/>
                  </a:cubicBezTo>
                  <a:cubicBezTo>
                    <a:pt x="18068" y="20362"/>
                    <a:pt x="18559" y="20274"/>
                    <a:pt x="18981" y="20195"/>
                  </a:cubicBezTo>
                  <a:cubicBezTo>
                    <a:pt x="19821" y="20030"/>
                    <a:pt x="20366" y="19842"/>
                    <a:pt x="20367" y="19842"/>
                  </a:cubicBezTo>
                  <a:lnTo>
                    <a:pt x="20367" y="19842"/>
                  </a:lnTo>
                  <a:cubicBezTo>
                    <a:pt x="20366" y="19842"/>
                    <a:pt x="19853" y="20104"/>
                    <a:pt x="19034" y="20390"/>
                  </a:cubicBezTo>
                  <a:cubicBezTo>
                    <a:pt x="18625" y="20530"/>
                    <a:pt x="18141" y="20687"/>
                    <a:pt x="17614" y="20820"/>
                  </a:cubicBezTo>
                  <a:cubicBezTo>
                    <a:pt x="17089" y="20961"/>
                    <a:pt x="16519" y="21080"/>
                    <a:pt x="15947" y="21188"/>
                  </a:cubicBezTo>
                  <a:cubicBezTo>
                    <a:pt x="15724" y="21214"/>
                    <a:pt x="15497" y="21236"/>
                    <a:pt x="15264" y="21263"/>
                  </a:cubicBezTo>
                  <a:cubicBezTo>
                    <a:pt x="14979" y="21295"/>
                    <a:pt x="14686" y="21308"/>
                    <a:pt x="14395" y="21333"/>
                  </a:cubicBezTo>
                  <a:cubicBezTo>
                    <a:pt x="13910" y="21362"/>
                    <a:pt x="13425" y="21378"/>
                    <a:pt x="12959" y="21378"/>
                  </a:cubicBezTo>
                  <a:cubicBezTo>
                    <a:pt x="12864" y="21378"/>
                    <a:pt x="12769" y="21377"/>
                    <a:pt x="12676" y="21376"/>
                  </a:cubicBezTo>
                  <a:cubicBezTo>
                    <a:pt x="12127" y="21369"/>
                    <a:pt x="11612" y="21339"/>
                    <a:pt x="11175" y="21299"/>
                  </a:cubicBezTo>
                  <a:cubicBezTo>
                    <a:pt x="10296" y="21218"/>
                    <a:pt x="9723" y="21077"/>
                    <a:pt x="9723" y="21077"/>
                  </a:cubicBezTo>
                  <a:lnTo>
                    <a:pt x="9723" y="21077"/>
                  </a:lnTo>
                  <a:cubicBezTo>
                    <a:pt x="9723" y="21077"/>
                    <a:pt x="10282" y="21269"/>
                    <a:pt x="11156" y="21431"/>
                  </a:cubicBezTo>
                  <a:cubicBezTo>
                    <a:pt x="11592" y="21511"/>
                    <a:pt x="12106" y="21589"/>
                    <a:pt x="12660" y="21645"/>
                  </a:cubicBezTo>
                  <a:cubicBezTo>
                    <a:pt x="13103" y="21692"/>
                    <a:pt x="13572" y="21723"/>
                    <a:pt x="14047" y="21743"/>
                  </a:cubicBezTo>
                  <a:cubicBezTo>
                    <a:pt x="14395" y="22040"/>
                    <a:pt x="15133" y="22283"/>
                    <a:pt x="16420" y="22411"/>
                  </a:cubicBezTo>
                  <a:cubicBezTo>
                    <a:pt x="15586" y="22489"/>
                    <a:pt x="14658" y="22532"/>
                    <a:pt x="13612" y="22532"/>
                  </a:cubicBezTo>
                  <a:cubicBezTo>
                    <a:pt x="5948" y="22532"/>
                    <a:pt x="4366" y="20309"/>
                    <a:pt x="3155" y="17906"/>
                  </a:cubicBezTo>
                  <a:cubicBezTo>
                    <a:pt x="2514" y="16639"/>
                    <a:pt x="1236" y="14558"/>
                    <a:pt x="1236" y="12209"/>
                  </a:cubicBezTo>
                  <a:cubicBezTo>
                    <a:pt x="1236" y="9307"/>
                    <a:pt x="2996" y="7598"/>
                    <a:pt x="4768" y="5410"/>
                  </a:cubicBezTo>
                  <a:cubicBezTo>
                    <a:pt x="6693" y="3030"/>
                    <a:pt x="9132" y="2008"/>
                    <a:pt x="10961" y="1565"/>
                  </a:cubicBezTo>
                  <a:cubicBezTo>
                    <a:pt x="11024" y="1547"/>
                    <a:pt x="11093" y="1529"/>
                    <a:pt x="11168" y="1513"/>
                  </a:cubicBezTo>
                  <a:cubicBezTo>
                    <a:pt x="11702" y="1405"/>
                    <a:pt x="12022" y="1359"/>
                    <a:pt x="12200" y="1359"/>
                  </a:cubicBezTo>
                  <a:close/>
                  <a:moveTo>
                    <a:pt x="3237" y="19052"/>
                  </a:moveTo>
                  <a:cubicBezTo>
                    <a:pt x="3237" y="19053"/>
                    <a:pt x="3395" y="19298"/>
                    <a:pt x="3692" y="19710"/>
                  </a:cubicBezTo>
                  <a:cubicBezTo>
                    <a:pt x="3986" y="20121"/>
                    <a:pt x="4429" y="20711"/>
                    <a:pt x="5124" y="21225"/>
                  </a:cubicBezTo>
                  <a:cubicBezTo>
                    <a:pt x="5470" y="21482"/>
                    <a:pt x="5870" y="21722"/>
                    <a:pt x="6324" y="21919"/>
                  </a:cubicBezTo>
                  <a:cubicBezTo>
                    <a:pt x="6775" y="22120"/>
                    <a:pt x="7271" y="22283"/>
                    <a:pt x="7795" y="22416"/>
                  </a:cubicBezTo>
                  <a:cubicBezTo>
                    <a:pt x="8842" y="22677"/>
                    <a:pt x="9991" y="22830"/>
                    <a:pt x="11145" y="22917"/>
                  </a:cubicBezTo>
                  <a:cubicBezTo>
                    <a:pt x="12144" y="22989"/>
                    <a:pt x="13151" y="23017"/>
                    <a:pt x="14108" y="23017"/>
                  </a:cubicBezTo>
                  <a:cubicBezTo>
                    <a:pt x="14255" y="23017"/>
                    <a:pt x="14401" y="23016"/>
                    <a:pt x="14545" y="23015"/>
                  </a:cubicBezTo>
                  <a:cubicBezTo>
                    <a:pt x="14594" y="23016"/>
                    <a:pt x="14643" y="23016"/>
                    <a:pt x="14692" y="23016"/>
                  </a:cubicBezTo>
                  <a:cubicBezTo>
                    <a:pt x="15186" y="23016"/>
                    <a:pt x="15653" y="22997"/>
                    <a:pt x="16107" y="22966"/>
                  </a:cubicBezTo>
                  <a:cubicBezTo>
                    <a:pt x="16601" y="22932"/>
                    <a:pt x="17068" y="22877"/>
                    <a:pt x="17499" y="22833"/>
                  </a:cubicBezTo>
                  <a:cubicBezTo>
                    <a:pt x="18363" y="22733"/>
                    <a:pt x="19077" y="22604"/>
                    <a:pt x="19580" y="22521"/>
                  </a:cubicBezTo>
                  <a:cubicBezTo>
                    <a:pt x="20082" y="22431"/>
                    <a:pt x="20368" y="22380"/>
                    <a:pt x="20368" y="22380"/>
                  </a:cubicBezTo>
                  <a:lnTo>
                    <a:pt x="20368" y="22380"/>
                  </a:lnTo>
                  <a:cubicBezTo>
                    <a:pt x="20368" y="22380"/>
                    <a:pt x="20093" y="22477"/>
                    <a:pt x="19601" y="22616"/>
                  </a:cubicBezTo>
                  <a:cubicBezTo>
                    <a:pt x="19111" y="22763"/>
                    <a:pt x="18403" y="22939"/>
                    <a:pt x="17538" y="23092"/>
                  </a:cubicBezTo>
                  <a:cubicBezTo>
                    <a:pt x="17102" y="23170"/>
                    <a:pt x="16629" y="23226"/>
                    <a:pt x="16128" y="23273"/>
                  </a:cubicBezTo>
                  <a:cubicBezTo>
                    <a:pt x="15630" y="23317"/>
                    <a:pt x="15090" y="23350"/>
                    <a:pt x="14548" y="23356"/>
                  </a:cubicBezTo>
                  <a:cubicBezTo>
                    <a:pt x="13449" y="23355"/>
                    <a:pt x="12285" y="23320"/>
                    <a:pt x="11118" y="23223"/>
                  </a:cubicBezTo>
                  <a:cubicBezTo>
                    <a:pt x="9953" y="23127"/>
                    <a:pt x="8787" y="22961"/>
                    <a:pt x="7727" y="22655"/>
                  </a:cubicBezTo>
                  <a:cubicBezTo>
                    <a:pt x="6668" y="22356"/>
                    <a:pt x="5709" y="21914"/>
                    <a:pt x="5028" y="21346"/>
                  </a:cubicBezTo>
                  <a:cubicBezTo>
                    <a:pt x="4339" y="20783"/>
                    <a:pt x="3922" y="20166"/>
                    <a:pt x="3648" y="19739"/>
                  </a:cubicBezTo>
                  <a:cubicBezTo>
                    <a:pt x="3378" y="19306"/>
                    <a:pt x="3237" y="19053"/>
                    <a:pt x="3237" y="19052"/>
                  </a:cubicBezTo>
                  <a:close/>
                  <a:moveTo>
                    <a:pt x="23125" y="21005"/>
                  </a:moveTo>
                  <a:lnTo>
                    <a:pt x="23125" y="21005"/>
                  </a:lnTo>
                  <a:cubicBezTo>
                    <a:pt x="23125" y="21005"/>
                    <a:pt x="23232" y="21119"/>
                    <a:pt x="23408" y="21330"/>
                  </a:cubicBezTo>
                  <a:cubicBezTo>
                    <a:pt x="23580" y="21543"/>
                    <a:pt x="23834" y="21846"/>
                    <a:pt x="24093" y="22240"/>
                  </a:cubicBezTo>
                  <a:cubicBezTo>
                    <a:pt x="24226" y="22434"/>
                    <a:pt x="24360" y="22653"/>
                    <a:pt x="24489" y="22893"/>
                  </a:cubicBezTo>
                  <a:cubicBezTo>
                    <a:pt x="24614" y="23128"/>
                    <a:pt x="24751" y="23410"/>
                    <a:pt x="24794" y="23718"/>
                  </a:cubicBezTo>
                  <a:cubicBezTo>
                    <a:pt x="24810" y="23927"/>
                    <a:pt x="24691" y="24080"/>
                    <a:pt x="24586" y="24202"/>
                  </a:cubicBezTo>
                  <a:cubicBezTo>
                    <a:pt x="24469" y="24320"/>
                    <a:pt x="24341" y="24421"/>
                    <a:pt x="24207" y="24506"/>
                  </a:cubicBezTo>
                  <a:cubicBezTo>
                    <a:pt x="23939" y="24679"/>
                    <a:pt x="23653" y="24820"/>
                    <a:pt x="23358" y="24941"/>
                  </a:cubicBezTo>
                  <a:cubicBezTo>
                    <a:pt x="22768" y="25176"/>
                    <a:pt x="22162" y="25349"/>
                    <a:pt x="21589" y="25491"/>
                  </a:cubicBezTo>
                  <a:cubicBezTo>
                    <a:pt x="21016" y="25632"/>
                    <a:pt x="20473" y="25718"/>
                    <a:pt x="20008" y="25794"/>
                  </a:cubicBezTo>
                  <a:cubicBezTo>
                    <a:pt x="19543" y="25865"/>
                    <a:pt x="19151" y="25902"/>
                    <a:pt x="18880" y="25928"/>
                  </a:cubicBezTo>
                  <a:cubicBezTo>
                    <a:pt x="18606" y="25949"/>
                    <a:pt x="18450" y="25963"/>
                    <a:pt x="18450" y="25963"/>
                  </a:cubicBezTo>
                  <a:cubicBezTo>
                    <a:pt x="18450" y="25963"/>
                    <a:pt x="18603" y="25933"/>
                    <a:pt x="18873" y="25880"/>
                  </a:cubicBezTo>
                  <a:cubicBezTo>
                    <a:pt x="19143" y="25833"/>
                    <a:pt x="19525" y="25747"/>
                    <a:pt x="19982" y="25653"/>
                  </a:cubicBezTo>
                  <a:cubicBezTo>
                    <a:pt x="20440" y="25557"/>
                    <a:pt x="20971" y="25426"/>
                    <a:pt x="21534" y="25277"/>
                  </a:cubicBezTo>
                  <a:cubicBezTo>
                    <a:pt x="22096" y="25126"/>
                    <a:pt x="22692" y="24942"/>
                    <a:pt x="23259" y="24705"/>
                  </a:cubicBezTo>
                  <a:cubicBezTo>
                    <a:pt x="23545" y="24592"/>
                    <a:pt x="23824" y="24461"/>
                    <a:pt x="24077" y="24304"/>
                  </a:cubicBezTo>
                  <a:cubicBezTo>
                    <a:pt x="24321" y="24159"/>
                    <a:pt x="24574" y="23940"/>
                    <a:pt x="24570" y="23744"/>
                  </a:cubicBezTo>
                  <a:cubicBezTo>
                    <a:pt x="24532" y="23469"/>
                    <a:pt x="24431" y="23226"/>
                    <a:pt x="24320" y="22979"/>
                  </a:cubicBezTo>
                  <a:cubicBezTo>
                    <a:pt x="24207" y="22739"/>
                    <a:pt x="24090" y="22517"/>
                    <a:pt x="23971" y="22317"/>
                  </a:cubicBezTo>
                  <a:cubicBezTo>
                    <a:pt x="23734" y="21917"/>
                    <a:pt x="23522" y="21588"/>
                    <a:pt x="23368" y="21361"/>
                  </a:cubicBezTo>
                  <a:cubicBezTo>
                    <a:pt x="23213" y="21134"/>
                    <a:pt x="23125" y="21005"/>
                    <a:pt x="23125" y="21005"/>
                  </a:cubicBezTo>
                  <a:close/>
                  <a:moveTo>
                    <a:pt x="4182" y="21381"/>
                  </a:moveTo>
                  <a:lnTo>
                    <a:pt x="4182" y="21381"/>
                  </a:lnTo>
                  <a:cubicBezTo>
                    <a:pt x="5819" y="22791"/>
                    <a:pt x="8500" y="23765"/>
                    <a:pt x="13609" y="23765"/>
                  </a:cubicBezTo>
                  <a:cubicBezTo>
                    <a:pt x="14747" y="23765"/>
                    <a:pt x="15760" y="23714"/>
                    <a:pt x="16674" y="23624"/>
                  </a:cubicBezTo>
                  <a:lnTo>
                    <a:pt x="16674" y="23624"/>
                  </a:lnTo>
                  <a:cubicBezTo>
                    <a:pt x="17573" y="23703"/>
                    <a:pt x="15059" y="24466"/>
                    <a:pt x="14591" y="24813"/>
                  </a:cubicBezTo>
                  <a:cubicBezTo>
                    <a:pt x="13273" y="25788"/>
                    <a:pt x="18445" y="25976"/>
                    <a:pt x="15199" y="26225"/>
                  </a:cubicBezTo>
                  <a:cubicBezTo>
                    <a:pt x="14713" y="26243"/>
                    <a:pt x="14216" y="26254"/>
                    <a:pt x="13706" y="26254"/>
                  </a:cubicBezTo>
                  <a:cubicBezTo>
                    <a:pt x="7182" y="26252"/>
                    <a:pt x="2587" y="24691"/>
                    <a:pt x="2728" y="23719"/>
                  </a:cubicBezTo>
                  <a:cubicBezTo>
                    <a:pt x="2802" y="23209"/>
                    <a:pt x="3227" y="22489"/>
                    <a:pt x="3613" y="21918"/>
                  </a:cubicBezTo>
                  <a:cubicBezTo>
                    <a:pt x="3685" y="21992"/>
                    <a:pt x="3769" y="22067"/>
                    <a:pt x="3867" y="22133"/>
                  </a:cubicBezTo>
                  <a:cubicBezTo>
                    <a:pt x="3962" y="22207"/>
                    <a:pt x="4067" y="22279"/>
                    <a:pt x="4182" y="22342"/>
                  </a:cubicBezTo>
                  <a:cubicBezTo>
                    <a:pt x="4295" y="22414"/>
                    <a:pt x="4416" y="22477"/>
                    <a:pt x="4541" y="22536"/>
                  </a:cubicBezTo>
                  <a:cubicBezTo>
                    <a:pt x="4792" y="22662"/>
                    <a:pt x="5063" y="22767"/>
                    <a:pt x="5337" y="22866"/>
                  </a:cubicBezTo>
                  <a:cubicBezTo>
                    <a:pt x="6430" y="23256"/>
                    <a:pt x="7549" y="23437"/>
                    <a:pt x="7549" y="23437"/>
                  </a:cubicBezTo>
                  <a:cubicBezTo>
                    <a:pt x="7549" y="23437"/>
                    <a:pt x="6477" y="23042"/>
                    <a:pt x="5517" y="22477"/>
                  </a:cubicBezTo>
                  <a:cubicBezTo>
                    <a:pt x="5278" y="22334"/>
                    <a:pt x="5044" y="22188"/>
                    <a:pt x="4846" y="22034"/>
                  </a:cubicBezTo>
                  <a:cubicBezTo>
                    <a:pt x="4742" y="21960"/>
                    <a:pt x="4648" y="21884"/>
                    <a:pt x="4568" y="21807"/>
                  </a:cubicBezTo>
                  <a:cubicBezTo>
                    <a:pt x="4480" y="21735"/>
                    <a:pt x="4410" y="21662"/>
                    <a:pt x="4349" y="21590"/>
                  </a:cubicBezTo>
                  <a:cubicBezTo>
                    <a:pt x="4282" y="21523"/>
                    <a:pt x="4235" y="21457"/>
                    <a:pt x="4197" y="21401"/>
                  </a:cubicBezTo>
                  <a:lnTo>
                    <a:pt x="4182" y="21381"/>
                  </a:lnTo>
                  <a:close/>
                  <a:moveTo>
                    <a:pt x="13500" y="1"/>
                  </a:moveTo>
                  <a:cubicBezTo>
                    <a:pt x="12508" y="1"/>
                    <a:pt x="7378" y="224"/>
                    <a:pt x="3806" y="4638"/>
                  </a:cubicBezTo>
                  <a:cubicBezTo>
                    <a:pt x="3590" y="4905"/>
                    <a:pt x="3375" y="5166"/>
                    <a:pt x="3162" y="5421"/>
                  </a:cubicBezTo>
                  <a:cubicBezTo>
                    <a:pt x="1607" y="7290"/>
                    <a:pt x="0" y="9222"/>
                    <a:pt x="0" y="12209"/>
                  </a:cubicBezTo>
                  <a:cubicBezTo>
                    <a:pt x="0" y="14555"/>
                    <a:pt x="1073" y="16595"/>
                    <a:pt x="1784" y="17944"/>
                  </a:cubicBezTo>
                  <a:cubicBezTo>
                    <a:pt x="1880" y="18130"/>
                    <a:pt x="1972" y="18302"/>
                    <a:pt x="2052" y="18460"/>
                  </a:cubicBezTo>
                  <a:cubicBezTo>
                    <a:pt x="2439" y="19230"/>
                    <a:pt x="2872" y="19979"/>
                    <a:pt x="3460" y="20658"/>
                  </a:cubicBezTo>
                  <a:cubicBezTo>
                    <a:pt x="3023" y="21220"/>
                    <a:pt x="2021" y="22599"/>
                    <a:pt x="1878" y="23594"/>
                  </a:cubicBezTo>
                  <a:cubicBezTo>
                    <a:pt x="1840" y="23849"/>
                    <a:pt x="1871" y="24239"/>
                    <a:pt x="2222" y="24644"/>
                  </a:cubicBezTo>
                  <a:cubicBezTo>
                    <a:pt x="3438" y="26050"/>
                    <a:pt x="8375" y="27110"/>
                    <a:pt x="13706" y="27110"/>
                  </a:cubicBezTo>
                  <a:cubicBezTo>
                    <a:pt x="19036" y="27110"/>
                    <a:pt x="23975" y="26049"/>
                    <a:pt x="25192" y="24644"/>
                  </a:cubicBezTo>
                  <a:cubicBezTo>
                    <a:pt x="25542" y="24239"/>
                    <a:pt x="25573" y="23849"/>
                    <a:pt x="25535" y="23594"/>
                  </a:cubicBezTo>
                  <a:cubicBezTo>
                    <a:pt x="25380" y="22520"/>
                    <a:pt x="24223" y="20996"/>
                    <a:pt x="23858" y="20539"/>
                  </a:cubicBezTo>
                  <a:cubicBezTo>
                    <a:pt x="24398" y="19892"/>
                    <a:pt x="24801" y="19185"/>
                    <a:pt x="25166" y="18460"/>
                  </a:cubicBezTo>
                  <a:lnTo>
                    <a:pt x="25300" y="18193"/>
                  </a:lnTo>
                  <a:cubicBezTo>
                    <a:pt x="26017" y="16784"/>
                    <a:pt x="27215" y="14427"/>
                    <a:pt x="27215" y="12212"/>
                  </a:cubicBezTo>
                  <a:cubicBezTo>
                    <a:pt x="27215" y="9316"/>
                    <a:pt x="25449" y="7146"/>
                    <a:pt x="23743" y="5046"/>
                  </a:cubicBezTo>
                  <a:lnTo>
                    <a:pt x="23412" y="4638"/>
                  </a:lnTo>
                  <a:cubicBezTo>
                    <a:pt x="19840" y="224"/>
                    <a:pt x="14710" y="1"/>
                    <a:pt x="13718" y="1"/>
                  </a:cubicBezTo>
                  <a:cubicBezTo>
                    <a:pt x="13671" y="1"/>
                    <a:pt x="13636" y="1"/>
                    <a:pt x="13609" y="2"/>
                  </a:cubicBezTo>
                  <a:cubicBezTo>
                    <a:pt x="13584" y="2"/>
                    <a:pt x="13547" y="1"/>
                    <a:pt x="135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70"/>
            <p:cNvSpPr/>
            <p:nvPr/>
          </p:nvSpPr>
          <p:spPr>
            <a:xfrm>
              <a:off x="1882794" y="2263803"/>
              <a:ext cx="107679" cy="552433"/>
            </a:xfrm>
            <a:custGeom>
              <a:rect b="b" l="l" r="r" t="t"/>
              <a:pathLst>
                <a:path extrusionOk="0" h="11020" w="2148">
                  <a:moveTo>
                    <a:pt x="2147" y="1"/>
                  </a:moveTo>
                  <a:cubicBezTo>
                    <a:pt x="2147" y="1"/>
                    <a:pt x="2039" y="143"/>
                    <a:pt x="1853" y="401"/>
                  </a:cubicBezTo>
                  <a:cubicBezTo>
                    <a:pt x="1769" y="531"/>
                    <a:pt x="1644" y="678"/>
                    <a:pt x="1538" y="872"/>
                  </a:cubicBezTo>
                  <a:cubicBezTo>
                    <a:pt x="1426" y="1062"/>
                    <a:pt x="1295" y="1277"/>
                    <a:pt x="1166" y="1518"/>
                  </a:cubicBezTo>
                  <a:cubicBezTo>
                    <a:pt x="1052" y="1765"/>
                    <a:pt x="919" y="2031"/>
                    <a:pt x="799" y="2320"/>
                  </a:cubicBezTo>
                  <a:cubicBezTo>
                    <a:pt x="697" y="2615"/>
                    <a:pt x="561" y="2919"/>
                    <a:pt x="477" y="3249"/>
                  </a:cubicBezTo>
                  <a:cubicBezTo>
                    <a:pt x="386" y="3578"/>
                    <a:pt x="285" y="3917"/>
                    <a:pt x="227" y="4273"/>
                  </a:cubicBezTo>
                  <a:cubicBezTo>
                    <a:pt x="151" y="4624"/>
                    <a:pt x="113" y="4988"/>
                    <a:pt x="65" y="5350"/>
                  </a:cubicBezTo>
                  <a:cubicBezTo>
                    <a:pt x="40" y="5714"/>
                    <a:pt x="5" y="6076"/>
                    <a:pt x="11" y="6435"/>
                  </a:cubicBezTo>
                  <a:cubicBezTo>
                    <a:pt x="0" y="6795"/>
                    <a:pt x="24" y="7146"/>
                    <a:pt x="47" y="7487"/>
                  </a:cubicBezTo>
                  <a:cubicBezTo>
                    <a:pt x="71" y="7829"/>
                    <a:pt x="118" y="8156"/>
                    <a:pt x="167" y="8464"/>
                  </a:cubicBezTo>
                  <a:cubicBezTo>
                    <a:pt x="219" y="8771"/>
                    <a:pt x="275" y="9061"/>
                    <a:pt x="348" y="9325"/>
                  </a:cubicBezTo>
                  <a:cubicBezTo>
                    <a:pt x="474" y="9855"/>
                    <a:pt x="647" y="10277"/>
                    <a:pt x="759" y="10572"/>
                  </a:cubicBezTo>
                  <a:cubicBezTo>
                    <a:pt x="889" y="10861"/>
                    <a:pt x="972" y="11019"/>
                    <a:pt x="972" y="11019"/>
                  </a:cubicBezTo>
                  <a:cubicBezTo>
                    <a:pt x="972" y="11019"/>
                    <a:pt x="924" y="10847"/>
                    <a:pt x="839" y="10545"/>
                  </a:cubicBezTo>
                  <a:cubicBezTo>
                    <a:pt x="763" y="10240"/>
                    <a:pt x="669" y="9804"/>
                    <a:pt x="591" y="9275"/>
                  </a:cubicBezTo>
                  <a:cubicBezTo>
                    <a:pt x="548" y="9012"/>
                    <a:pt x="520" y="8724"/>
                    <a:pt x="488" y="8422"/>
                  </a:cubicBezTo>
                  <a:cubicBezTo>
                    <a:pt x="461" y="8119"/>
                    <a:pt x="441" y="7798"/>
                    <a:pt x="427" y="7467"/>
                  </a:cubicBezTo>
                  <a:cubicBezTo>
                    <a:pt x="423" y="7302"/>
                    <a:pt x="420" y="7134"/>
                    <a:pt x="415" y="6962"/>
                  </a:cubicBezTo>
                  <a:cubicBezTo>
                    <a:pt x="419" y="6791"/>
                    <a:pt x="422" y="6620"/>
                    <a:pt x="426" y="6445"/>
                  </a:cubicBezTo>
                  <a:cubicBezTo>
                    <a:pt x="426" y="6098"/>
                    <a:pt x="463" y="5746"/>
                    <a:pt x="493" y="5393"/>
                  </a:cubicBezTo>
                  <a:cubicBezTo>
                    <a:pt x="535" y="5042"/>
                    <a:pt x="564" y="4689"/>
                    <a:pt x="637" y="4349"/>
                  </a:cubicBezTo>
                  <a:cubicBezTo>
                    <a:pt x="690" y="4004"/>
                    <a:pt x="766" y="3672"/>
                    <a:pt x="843" y="3350"/>
                  </a:cubicBezTo>
                  <a:cubicBezTo>
                    <a:pt x="916" y="3026"/>
                    <a:pt x="1023" y="2724"/>
                    <a:pt x="1101" y="2430"/>
                  </a:cubicBezTo>
                  <a:cubicBezTo>
                    <a:pt x="1205" y="2143"/>
                    <a:pt x="1301" y="1872"/>
                    <a:pt x="1390" y="1620"/>
                  </a:cubicBezTo>
                  <a:cubicBezTo>
                    <a:pt x="1495" y="1376"/>
                    <a:pt x="1591" y="1153"/>
                    <a:pt x="1676" y="953"/>
                  </a:cubicBezTo>
                  <a:cubicBezTo>
                    <a:pt x="1753" y="750"/>
                    <a:pt x="1857" y="585"/>
                    <a:pt x="1926" y="444"/>
                  </a:cubicBezTo>
                  <a:cubicBezTo>
                    <a:pt x="2071" y="163"/>
                    <a:pt x="2147" y="1"/>
                    <a:pt x="21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 name="Google Shape;1037;p70"/>
          <p:cNvGrpSpPr/>
          <p:nvPr/>
        </p:nvGrpSpPr>
        <p:grpSpPr>
          <a:xfrm>
            <a:off x="3492784" y="2533917"/>
            <a:ext cx="2434094" cy="1685004"/>
            <a:chOff x="3505450" y="2167000"/>
            <a:chExt cx="2620404" cy="1813978"/>
          </a:xfrm>
        </p:grpSpPr>
        <p:sp>
          <p:nvSpPr>
            <p:cNvPr id="1038" name="Google Shape;1038;p70"/>
            <p:cNvSpPr/>
            <p:nvPr/>
          </p:nvSpPr>
          <p:spPr>
            <a:xfrm>
              <a:off x="5048256" y="2199685"/>
              <a:ext cx="30463" cy="76245"/>
            </a:xfrm>
            <a:custGeom>
              <a:rect b="b" l="l" r="r" t="t"/>
              <a:pathLst>
                <a:path extrusionOk="0" h="1682" w="672">
                  <a:moveTo>
                    <a:pt x="379" y="1"/>
                  </a:moveTo>
                  <a:lnTo>
                    <a:pt x="1" y="1674"/>
                  </a:lnTo>
                  <a:cubicBezTo>
                    <a:pt x="41" y="1668"/>
                    <a:pt x="82" y="1666"/>
                    <a:pt x="123" y="1666"/>
                  </a:cubicBezTo>
                  <a:cubicBezTo>
                    <a:pt x="183" y="1666"/>
                    <a:pt x="244" y="1671"/>
                    <a:pt x="305" y="1682"/>
                  </a:cubicBezTo>
                  <a:lnTo>
                    <a:pt x="672" y="66"/>
                  </a:lnTo>
                  <a:lnTo>
                    <a:pt x="3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70"/>
            <p:cNvSpPr/>
            <p:nvPr/>
          </p:nvSpPr>
          <p:spPr>
            <a:xfrm>
              <a:off x="5149665" y="2236767"/>
              <a:ext cx="60791" cy="138936"/>
            </a:xfrm>
            <a:custGeom>
              <a:rect b="b" l="l" r="r" t="t"/>
              <a:pathLst>
                <a:path extrusionOk="0" h="3065" w="1341">
                  <a:moveTo>
                    <a:pt x="1059" y="0"/>
                  </a:moveTo>
                  <a:lnTo>
                    <a:pt x="1" y="2964"/>
                  </a:lnTo>
                  <a:lnTo>
                    <a:pt x="283" y="3065"/>
                  </a:lnTo>
                  <a:lnTo>
                    <a:pt x="1341" y="101"/>
                  </a:lnTo>
                  <a:lnTo>
                    <a:pt x="10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70"/>
            <p:cNvSpPr/>
            <p:nvPr/>
          </p:nvSpPr>
          <p:spPr>
            <a:xfrm>
              <a:off x="5506614" y="2455859"/>
              <a:ext cx="75887" cy="83181"/>
            </a:xfrm>
            <a:custGeom>
              <a:rect b="b" l="l" r="r" t="t"/>
              <a:pathLst>
                <a:path extrusionOk="0" h="1835" w="1674">
                  <a:moveTo>
                    <a:pt x="1450" y="0"/>
                  </a:moveTo>
                  <a:lnTo>
                    <a:pt x="0" y="1637"/>
                  </a:lnTo>
                  <a:lnTo>
                    <a:pt x="224" y="1835"/>
                  </a:lnTo>
                  <a:lnTo>
                    <a:pt x="1673" y="199"/>
                  </a:ln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70"/>
            <p:cNvSpPr/>
            <p:nvPr/>
          </p:nvSpPr>
          <p:spPr>
            <a:xfrm>
              <a:off x="5732915" y="3525890"/>
              <a:ext cx="200279" cy="59972"/>
            </a:xfrm>
            <a:custGeom>
              <a:rect b="b" l="l" r="r" t="t"/>
              <a:pathLst>
                <a:path extrusionOk="0" h="1323" w="4418">
                  <a:moveTo>
                    <a:pt x="69" y="0"/>
                  </a:moveTo>
                  <a:lnTo>
                    <a:pt x="1" y="290"/>
                  </a:lnTo>
                  <a:lnTo>
                    <a:pt x="4349" y="1323"/>
                  </a:lnTo>
                  <a:lnTo>
                    <a:pt x="4418" y="1030"/>
                  </a:lnTo>
                  <a:lnTo>
                    <a:pt x="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70"/>
            <p:cNvSpPr/>
            <p:nvPr/>
          </p:nvSpPr>
          <p:spPr>
            <a:xfrm>
              <a:off x="5532907" y="3478018"/>
              <a:ext cx="53402" cy="23481"/>
            </a:xfrm>
            <a:custGeom>
              <a:rect b="b" l="l" r="r" t="t"/>
              <a:pathLst>
                <a:path extrusionOk="0" h="518" w="1178">
                  <a:moveTo>
                    <a:pt x="34" y="1"/>
                  </a:moveTo>
                  <a:lnTo>
                    <a:pt x="0" y="144"/>
                  </a:lnTo>
                  <a:lnTo>
                    <a:pt x="1120" y="518"/>
                  </a:lnTo>
                  <a:lnTo>
                    <a:pt x="1178" y="272"/>
                  </a:lnTo>
                  <a:lnTo>
                    <a:pt x="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70"/>
            <p:cNvSpPr/>
            <p:nvPr/>
          </p:nvSpPr>
          <p:spPr>
            <a:xfrm>
              <a:off x="5827343" y="3686412"/>
              <a:ext cx="65913" cy="33635"/>
            </a:xfrm>
            <a:custGeom>
              <a:rect b="b" l="l" r="r" t="t"/>
              <a:pathLst>
                <a:path extrusionOk="0" h="742" w="1454">
                  <a:moveTo>
                    <a:pt x="214" y="0"/>
                  </a:moveTo>
                  <a:cubicBezTo>
                    <a:pt x="151" y="88"/>
                    <a:pt x="79" y="168"/>
                    <a:pt x="1" y="241"/>
                  </a:cubicBezTo>
                  <a:lnTo>
                    <a:pt x="1349" y="742"/>
                  </a:lnTo>
                  <a:lnTo>
                    <a:pt x="1454" y="461"/>
                  </a:lnTo>
                  <a:lnTo>
                    <a:pt x="2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70"/>
            <p:cNvSpPr/>
            <p:nvPr/>
          </p:nvSpPr>
          <p:spPr>
            <a:xfrm>
              <a:off x="5509697" y="3679612"/>
              <a:ext cx="194975" cy="112826"/>
            </a:xfrm>
            <a:custGeom>
              <a:rect b="b" l="l" r="r" t="t"/>
              <a:pathLst>
                <a:path extrusionOk="0" h="2489" w="4301">
                  <a:moveTo>
                    <a:pt x="142" y="0"/>
                  </a:moveTo>
                  <a:lnTo>
                    <a:pt x="1" y="263"/>
                  </a:lnTo>
                  <a:lnTo>
                    <a:pt x="4159" y="2488"/>
                  </a:lnTo>
                  <a:lnTo>
                    <a:pt x="4300" y="2225"/>
                  </a:lnTo>
                  <a:lnTo>
                    <a:pt x="1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70"/>
            <p:cNvSpPr/>
            <p:nvPr/>
          </p:nvSpPr>
          <p:spPr>
            <a:xfrm>
              <a:off x="5541339" y="3812664"/>
              <a:ext cx="173306" cy="127921"/>
            </a:xfrm>
            <a:custGeom>
              <a:rect b="b" l="l" r="r" t="t"/>
              <a:pathLst>
                <a:path extrusionOk="0" h="2822" w="3823">
                  <a:moveTo>
                    <a:pt x="173" y="1"/>
                  </a:moveTo>
                  <a:lnTo>
                    <a:pt x="1" y="244"/>
                  </a:lnTo>
                  <a:lnTo>
                    <a:pt x="3649" y="2822"/>
                  </a:lnTo>
                  <a:lnTo>
                    <a:pt x="3823" y="2579"/>
                  </a:lnTo>
                  <a:lnTo>
                    <a:pt x="1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70"/>
            <p:cNvSpPr/>
            <p:nvPr/>
          </p:nvSpPr>
          <p:spPr>
            <a:xfrm>
              <a:off x="5308692" y="3756723"/>
              <a:ext cx="206943" cy="189615"/>
            </a:xfrm>
            <a:custGeom>
              <a:rect b="b" l="l" r="r" t="t"/>
              <a:pathLst>
                <a:path extrusionOk="0" h="4183" w="4565">
                  <a:moveTo>
                    <a:pt x="202" y="0"/>
                  </a:moveTo>
                  <a:lnTo>
                    <a:pt x="0" y="222"/>
                  </a:lnTo>
                  <a:lnTo>
                    <a:pt x="4365" y="4182"/>
                  </a:lnTo>
                  <a:lnTo>
                    <a:pt x="4565" y="3961"/>
                  </a:lnTo>
                  <a:lnTo>
                    <a:pt x="2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70"/>
            <p:cNvSpPr/>
            <p:nvPr/>
          </p:nvSpPr>
          <p:spPr>
            <a:xfrm>
              <a:off x="3922556" y="3771683"/>
              <a:ext cx="176570" cy="122980"/>
            </a:xfrm>
            <a:custGeom>
              <a:rect b="b" l="l" r="r" t="t"/>
              <a:pathLst>
                <a:path extrusionOk="0" h="2713" w="3895">
                  <a:moveTo>
                    <a:pt x="3729" y="1"/>
                  </a:moveTo>
                  <a:lnTo>
                    <a:pt x="0" y="2462"/>
                  </a:lnTo>
                  <a:lnTo>
                    <a:pt x="165" y="2712"/>
                  </a:lnTo>
                  <a:lnTo>
                    <a:pt x="3894" y="251"/>
                  </a:lnTo>
                  <a:lnTo>
                    <a:pt x="37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70"/>
            <p:cNvSpPr/>
            <p:nvPr/>
          </p:nvSpPr>
          <p:spPr>
            <a:xfrm>
              <a:off x="3787691" y="3742851"/>
              <a:ext cx="134456" cy="74115"/>
            </a:xfrm>
            <a:custGeom>
              <a:rect b="b" l="l" r="r" t="t"/>
              <a:pathLst>
                <a:path extrusionOk="0" h="1635" w="2966">
                  <a:moveTo>
                    <a:pt x="2837" y="0"/>
                  </a:moveTo>
                  <a:lnTo>
                    <a:pt x="1" y="1365"/>
                  </a:lnTo>
                  <a:lnTo>
                    <a:pt x="131" y="1635"/>
                  </a:lnTo>
                  <a:lnTo>
                    <a:pt x="2966" y="270"/>
                  </a:lnTo>
                  <a:lnTo>
                    <a:pt x="28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70"/>
            <p:cNvSpPr/>
            <p:nvPr/>
          </p:nvSpPr>
          <p:spPr>
            <a:xfrm>
              <a:off x="3826587" y="2167000"/>
              <a:ext cx="1175245" cy="832848"/>
            </a:xfrm>
            <a:custGeom>
              <a:rect b="b" l="l" r="r" t="t"/>
              <a:pathLst>
                <a:path extrusionOk="0" h="18373" w="25925">
                  <a:moveTo>
                    <a:pt x="21508" y="0"/>
                  </a:moveTo>
                  <a:lnTo>
                    <a:pt x="21210" y="19"/>
                  </a:lnTo>
                  <a:lnTo>
                    <a:pt x="21398" y="3006"/>
                  </a:lnTo>
                  <a:cubicBezTo>
                    <a:pt x="21330" y="3006"/>
                    <a:pt x="21260" y="3002"/>
                    <a:pt x="21191" y="3002"/>
                  </a:cubicBezTo>
                  <a:cubicBezTo>
                    <a:pt x="19165" y="3002"/>
                    <a:pt x="17220" y="3356"/>
                    <a:pt x="15412" y="4001"/>
                  </a:cubicBezTo>
                  <a:lnTo>
                    <a:pt x="14548" y="1235"/>
                  </a:lnTo>
                  <a:lnTo>
                    <a:pt x="14262" y="1323"/>
                  </a:lnTo>
                  <a:lnTo>
                    <a:pt x="15130" y="4106"/>
                  </a:lnTo>
                  <a:cubicBezTo>
                    <a:pt x="14378" y="4388"/>
                    <a:pt x="13652" y="4721"/>
                    <a:pt x="12954" y="5102"/>
                  </a:cubicBezTo>
                  <a:lnTo>
                    <a:pt x="11690" y="2301"/>
                  </a:lnTo>
                  <a:lnTo>
                    <a:pt x="11416" y="2423"/>
                  </a:lnTo>
                  <a:lnTo>
                    <a:pt x="12690" y="5244"/>
                  </a:lnTo>
                  <a:cubicBezTo>
                    <a:pt x="11120" y="6137"/>
                    <a:pt x="9703" y="7268"/>
                    <a:pt x="8489" y="8588"/>
                  </a:cubicBezTo>
                  <a:lnTo>
                    <a:pt x="6131" y="5688"/>
                  </a:lnTo>
                  <a:lnTo>
                    <a:pt x="5900" y="5876"/>
                  </a:lnTo>
                  <a:lnTo>
                    <a:pt x="8290" y="8815"/>
                  </a:lnTo>
                  <a:cubicBezTo>
                    <a:pt x="7771" y="9399"/>
                    <a:pt x="7292" y="10018"/>
                    <a:pt x="6856" y="10668"/>
                  </a:cubicBezTo>
                  <a:lnTo>
                    <a:pt x="3840" y="7773"/>
                  </a:lnTo>
                  <a:lnTo>
                    <a:pt x="3633" y="7989"/>
                  </a:lnTo>
                  <a:lnTo>
                    <a:pt x="6688" y="10922"/>
                  </a:lnTo>
                  <a:cubicBezTo>
                    <a:pt x="5889" y="12158"/>
                    <a:pt x="5246" y="13502"/>
                    <a:pt x="4783" y="14927"/>
                  </a:cubicBezTo>
                  <a:lnTo>
                    <a:pt x="4192" y="14575"/>
                  </a:lnTo>
                  <a:lnTo>
                    <a:pt x="4040" y="14831"/>
                  </a:lnTo>
                  <a:lnTo>
                    <a:pt x="4689" y="15219"/>
                  </a:lnTo>
                  <a:cubicBezTo>
                    <a:pt x="4450" y="16006"/>
                    <a:pt x="4262" y="16817"/>
                    <a:pt x="4135" y="17649"/>
                  </a:cubicBezTo>
                  <a:lnTo>
                    <a:pt x="116" y="15947"/>
                  </a:lnTo>
                  <a:lnTo>
                    <a:pt x="1" y="16222"/>
                  </a:lnTo>
                  <a:lnTo>
                    <a:pt x="3483" y="17696"/>
                  </a:lnTo>
                  <a:lnTo>
                    <a:pt x="5506" y="18372"/>
                  </a:lnTo>
                  <a:cubicBezTo>
                    <a:pt x="5999" y="14213"/>
                    <a:pt x="8110" y="10549"/>
                    <a:pt x="11188" y="8028"/>
                  </a:cubicBezTo>
                  <a:cubicBezTo>
                    <a:pt x="11227" y="8085"/>
                    <a:pt x="11265" y="8141"/>
                    <a:pt x="11316" y="8192"/>
                  </a:cubicBezTo>
                  <a:cubicBezTo>
                    <a:pt x="11376" y="8266"/>
                    <a:pt x="11447" y="8336"/>
                    <a:pt x="11524" y="8399"/>
                  </a:cubicBezTo>
                  <a:cubicBezTo>
                    <a:pt x="11600" y="8470"/>
                    <a:pt x="11684" y="8530"/>
                    <a:pt x="11772" y="8592"/>
                  </a:cubicBezTo>
                  <a:cubicBezTo>
                    <a:pt x="12489" y="9090"/>
                    <a:pt x="13542" y="9394"/>
                    <a:pt x="14592" y="9602"/>
                  </a:cubicBezTo>
                  <a:cubicBezTo>
                    <a:pt x="16701" y="10012"/>
                    <a:pt x="18832" y="10025"/>
                    <a:pt x="18832" y="10025"/>
                  </a:cubicBezTo>
                  <a:cubicBezTo>
                    <a:pt x="18832" y="10025"/>
                    <a:pt x="18300" y="9982"/>
                    <a:pt x="17513" y="9869"/>
                  </a:cubicBezTo>
                  <a:cubicBezTo>
                    <a:pt x="16726" y="9756"/>
                    <a:pt x="15679" y="9575"/>
                    <a:pt x="14664" y="9297"/>
                  </a:cubicBezTo>
                  <a:cubicBezTo>
                    <a:pt x="13652" y="9023"/>
                    <a:pt x="12656" y="8635"/>
                    <a:pt x="12088" y="8169"/>
                  </a:cubicBezTo>
                  <a:cubicBezTo>
                    <a:pt x="12018" y="8111"/>
                    <a:pt x="11951" y="8056"/>
                    <a:pt x="11899" y="7997"/>
                  </a:cubicBezTo>
                  <a:cubicBezTo>
                    <a:pt x="11839" y="7942"/>
                    <a:pt x="11791" y="7887"/>
                    <a:pt x="11752" y="7832"/>
                  </a:cubicBezTo>
                  <a:cubicBezTo>
                    <a:pt x="11707" y="7780"/>
                    <a:pt x="11676" y="7726"/>
                    <a:pt x="11650" y="7678"/>
                  </a:cubicBezTo>
                  <a:cubicBezTo>
                    <a:pt x="11649" y="7674"/>
                    <a:pt x="11646" y="7672"/>
                    <a:pt x="11646" y="7671"/>
                  </a:cubicBezTo>
                  <a:cubicBezTo>
                    <a:pt x="14300" y="5658"/>
                    <a:pt x="17604" y="4461"/>
                    <a:pt x="21190" y="4461"/>
                  </a:cubicBezTo>
                  <a:cubicBezTo>
                    <a:pt x="22319" y="4461"/>
                    <a:pt x="23420" y="4582"/>
                    <a:pt x="24484" y="4807"/>
                  </a:cubicBezTo>
                  <a:cubicBezTo>
                    <a:pt x="24248" y="4760"/>
                    <a:pt x="24010" y="4721"/>
                    <a:pt x="23764" y="4703"/>
                  </a:cubicBezTo>
                  <a:cubicBezTo>
                    <a:pt x="23305" y="4658"/>
                    <a:pt x="22841" y="4582"/>
                    <a:pt x="22411" y="4582"/>
                  </a:cubicBezTo>
                  <a:cubicBezTo>
                    <a:pt x="22366" y="4582"/>
                    <a:pt x="22322" y="4583"/>
                    <a:pt x="22278" y="4585"/>
                  </a:cubicBezTo>
                  <a:cubicBezTo>
                    <a:pt x="22040" y="4584"/>
                    <a:pt x="21804" y="4582"/>
                    <a:pt x="21570" y="4580"/>
                  </a:cubicBezTo>
                  <a:lnTo>
                    <a:pt x="21224" y="4577"/>
                  </a:lnTo>
                  <a:cubicBezTo>
                    <a:pt x="21065" y="4582"/>
                    <a:pt x="20976" y="4590"/>
                    <a:pt x="20850" y="4597"/>
                  </a:cubicBezTo>
                  <a:cubicBezTo>
                    <a:pt x="20382" y="4624"/>
                    <a:pt x="19928" y="4679"/>
                    <a:pt x="19487" y="4745"/>
                  </a:cubicBezTo>
                  <a:cubicBezTo>
                    <a:pt x="18608" y="4879"/>
                    <a:pt x="17794" y="5086"/>
                    <a:pt x="17062" y="5329"/>
                  </a:cubicBezTo>
                  <a:cubicBezTo>
                    <a:pt x="15597" y="5815"/>
                    <a:pt x="14473" y="6444"/>
                    <a:pt x="13726" y="6923"/>
                  </a:cubicBezTo>
                  <a:cubicBezTo>
                    <a:pt x="13352" y="7163"/>
                    <a:pt x="13067" y="7366"/>
                    <a:pt x="12879" y="7510"/>
                  </a:cubicBezTo>
                  <a:cubicBezTo>
                    <a:pt x="12690" y="7652"/>
                    <a:pt x="12589" y="7729"/>
                    <a:pt x="12589" y="7729"/>
                  </a:cubicBezTo>
                  <a:lnTo>
                    <a:pt x="12898" y="7537"/>
                  </a:lnTo>
                  <a:cubicBezTo>
                    <a:pt x="13099" y="7409"/>
                    <a:pt x="13397" y="7232"/>
                    <a:pt x="13787" y="7028"/>
                  </a:cubicBezTo>
                  <a:cubicBezTo>
                    <a:pt x="14566" y="6617"/>
                    <a:pt x="15722" y="6096"/>
                    <a:pt x="17181" y="5745"/>
                  </a:cubicBezTo>
                  <a:cubicBezTo>
                    <a:pt x="17909" y="5571"/>
                    <a:pt x="18710" y="5439"/>
                    <a:pt x="19560" y="5383"/>
                  </a:cubicBezTo>
                  <a:cubicBezTo>
                    <a:pt x="19875" y="5363"/>
                    <a:pt x="20197" y="5349"/>
                    <a:pt x="20525" y="5349"/>
                  </a:cubicBezTo>
                  <a:cubicBezTo>
                    <a:pt x="20639" y="5349"/>
                    <a:pt x="20753" y="5351"/>
                    <a:pt x="20868" y="5355"/>
                  </a:cubicBezTo>
                  <a:lnTo>
                    <a:pt x="21183" y="5363"/>
                  </a:lnTo>
                  <a:lnTo>
                    <a:pt x="21530" y="5395"/>
                  </a:lnTo>
                  <a:cubicBezTo>
                    <a:pt x="21762" y="5416"/>
                    <a:pt x="21997" y="5438"/>
                    <a:pt x="22233" y="5459"/>
                  </a:cubicBezTo>
                  <a:cubicBezTo>
                    <a:pt x="22718" y="5482"/>
                    <a:pt x="23153" y="5607"/>
                    <a:pt x="23614" y="5690"/>
                  </a:cubicBezTo>
                  <a:cubicBezTo>
                    <a:pt x="24068" y="5759"/>
                    <a:pt x="24524" y="5927"/>
                    <a:pt x="24984" y="6060"/>
                  </a:cubicBezTo>
                  <a:cubicBezTo>
                    <a:pt x="24993" y="6062"/>
                    <a:pt x="25001" y="6066"/>
                    <a:pt x="25012" y="6069"/>
                  </a:cubicBezTo>
                  <a:lnTo>
                    <a:pt x="25925" y="3665"/>
                  </a:lnTo>
                  <a:cubicBezTo>
                    <a:pt x="25502" y="3544"/>
                    <a:pt x="25071" y="3441"/>
                    <a:pt x="24634" y="3351"/>
                  </a:cubicBezTo>
                  <a:lnTo>
                    <a:pt x="24988" y="323"/>
                  </a:lnTo>
                  <a:lnTo>
                    <a:pt x="24691" y="288"/>
                  </a:lnTo>
                  <a:lnTo>
                    <a:pt x="24340" y="3290"/>
                  </a:lnTo>
                  <a:cubicBezTo>
                    <a:pt x="23480" y="3132"/>
                    <a:pt x="22597" y="3035"/>
                    <a:pt x="21698" y="3011"/>
                  </a:cubicBezTo>
                  <a:lnTo>
                    <a:pt x="2150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70"/>
            <p:cNvSpPr/>
            <p:nvPr/>
          </p:nvSpPr>
          <p:spPr>
            <a:xfrm>
              <a:off x="3835971" y="2723367"/>
              <a:ext cx="64191" cy="45783"/>
            </a:xfrm>
            <a:custGeom>
              <a:rect b="b" l="l" r="r" t="t"/>
              <a:pathLst>
                <a:path extrusionOk="0" h="1010" w="1416">
                  <a:moveTo>
                    <a:pt x="155" y="0"/>
                  </a:moveTo>
                  <a:lnTo>
                    <a:pt x="0" y="257"/>
                  </a:lnTo>
                  <a:lnTo>
                    <a:pt x="1263" y="1010"/>
                  </a:lnTo>
                  <a:lnTo>
                    <a:pt x="1416" y="753"/>
                  </a:lnTo>
                  <a:lnTo>
                    <a:pt x="1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70"/>
            <p:cNvSpPr/>
            <p:nvPr/>
          </p:nvSpPr>
          <p:spPr>
            <a:xfrm>
              <a:off x="3902746" y="2623816"/>
              <a:ext cx="170133" cy="132545"/>
            </a:xfrm>
            <a:custGeom>
              <a:rect b="b" l="l" r="r" t="t"/>
              <a:pathLst>
                <a:path extrusionOk="0" h="2924" w="3753">
                  <a:moveTo>
                    <a:pt x="181" y="0"/>
                  </a:moveTo>
                  <a:lnTo>
                    <a:pt x="1" y="239"/>
                  </a:lnTo>
                  <a:lnTo>
                    <a:pt x="3573" y="2924"/>
                  </a:lnTo>
                  <a:lnTo>
                    <a:pt x="3753" y="2685"/>
                  </a:lnTo>
                  <a:lnTo>
                    <a:pt x="1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70"/>
            <p:cNvSpPr/>
            <p:nvPr/>
          </p:nvSpPr>
          <p:spPr>
            <a:xfrm>
              <a:off x="4219530" y="2336363"/>
              <a:ext cx="46284" cy="63915"/>
            </a:xfrm>
            <a:custGeom>
              <a:rect b="b" l="l" r="r" t="t"/>
              <a:pathLst>
                <a:path extrusionOk="0" h="1410" w="1021">
                  <a:moveTo>
                    <a:pt x="255" y="0"/>
                  </a:moveTo>
                  <a:lnTo>
                    <a:pt x="1" y="156"/>
                  </a:lnTo>
                  <a:lnTo>
                    <a:pt x="765" y="1409"/>
                  </a:lnTo>
                  <a:lnTo>
                    <a:pt x="1020" y="1255"/>
                  </a:lnTo>
                  <a:lnTo>
                    <a:pt x="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70"/>
            <p:cNvSpPr/>
            <p:nvPr/>
          </p:nvSpPr>
          <p:spPr>
            <a:xfrm>
              <a:off x="4631876" y="2186176"/>
              <a:ext cx="24026" cy="67904"/>
            </a:xfrm>
            <a:custGeom>
              <a:rect b="b" l="l" r="r" t="t"/>
              <a:pathLst>
                <a:path extrusionOk="0" h="1498" w="530">
                  <a:moveTo>
                    <a:pt x="296" y="0"/>
                  </a:moveTo>
                  <a:lnTo>
                    <a:pt x="0" y="49"/>
                  </a:lnTo>
                  <a:lnTo>
                    <a:pt x="235" y="1498"/>
                  </a:lnTo>
                  <a:lnTo>
                    <a:pt x="529" y="1451"/>
                  </a:lnTo>
                  <a:lnTo>
                    <a:pt x="2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70"/>
            <p:cNvSpPr/>
            <p:nvPr/>
          </p:nvSpPr>
          <p:spPr>
            <a:xfrm>
              <a:off x="4287982" y="3802192"/>
              <a:ext cx="96468" cy="117223"/>
            </a:xfrm>
            <a:custGeom>
              <a:rect b="b" l="l" r="r" t="t"/>
              <a:pathLst>
                <a:path extrusionOk="0" h="2586" w="2128">
                  <a:moveTo>
                    <a:pt x="1894" y="1"/>
                  </a:moveTo>
                  <a:lnTo>
                    <a:pt x="0" y="2400"/>
                  </a:lnTo>
                  <a:lnTo>
                    <a:pt x="234" y="2586"/>
                  </a:lnTo>
                  <a:lnTo>
                    <a:pt x="2127" y="186"/>
                  </a:lnTo>
                  <a:lnTo>
                    <a:pt x="18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70"/>
            <p:cNvSpPr/>
            <p:nvPr/>
          </p:nvSpPr>
          <p:spPr>
            <a:xfrm>
              <a:off x="3817475" y="3173519"/>
              <a:ext cx="899170" cy="399992"/>
            </a:xfrm>
            <a:custGeom>
              <a:rect b="b" l="l" r="r" t="t"/>
              <a:pathLst>
                <a:path extrusionOk="0" h="8824" w="19835">
                  <a:moveTo>
                    <a:pt x="4805" y="2791"/>
                  </a:moveTo>
                  <a:cubicBezTo>
                    <a:pt x="5138" y="3953"/>
                    <a:pt x="5587" y="5066"/>
                    <a:pt x="6144" y="6113"/>
                  </a:cubicBezTo>
                  <a:cubicBezTo>
                    <a:pt x="4749" y="5752"/>
                    <a:pt x="4081" y="5216"/>
                    <a:pt x="3948" y="4717"/>
                  </a:cubicBezTo>
                  <a:cubicBezTo>
                    <a:pt x="3833" y="4278"/>
                    <a:pt x="4061" y="3618"/>
                    <a:pt x="4805" y="2791"/>
                  </a:cubicBezTo>
                  <a:close/>
                  <a:moveTo>
                    <a:pt x="4240" y="1"/>
                  </a:moveTo>
                  <a:lnTo>
                    <a:pt x="4240" y="1"/>
                  </a:lnTo>
                  <a:cubicBezTo>
                    <a:pt x="4256" y="33"/>
                    <a:pt x="4258" y="65"/>
                    <a:pt x="4264" y="97"/>
                  </a:cubicBezTo>
                  <a:cubicBezTo>
                    <a:pt x="3838" y="387"/>
                    <a:pt x="3412" y="692"/>
                    <a:pt x="2999" y="1020"/>
                  </a:cubicBezTo>
                  <a:cubicBezTo>
                    <a:pt x="2260" y="1608"/>
                    <a:pt x="1534" y="2255"/>
                    <a:pt x="942" y="3025"/>
                  </a:cubicBezTo>
                  <a:cubicBezTo>
                    <a:pt x="646" y="3409"/>
                    <a:pt x="380" y="3840"/>
                    <a:pt x="219" y="4297"/>
                  </a:cubicBezTo>
                  <a:cubicBezTo>
                    <a:pt x="61" y="4738"/>
                    <a:pt x="0" y="5208"/>
                    <a:pt x="121" y="5665"/>
                  </a:cubicBezTo>
                  <a:cubicBezTo>
                    <a:pt x="126" y="5682"/>
                    <a:pt x="136" y="5701"/>
                    <a:pt x="141" y="5720"/>
                  </a:cubicBezTo>
                  <a:cubicBezTo>
                    <a:pt x="266" y="6144"/>
                    <a:pt x="545" y="6532"/>
                    <a:pt x="899" y="6837"/>
                  </a:cubicBezTo>
                  <a:cubicBezTo>
                    <a:pt x="1268" y="7162"/>
                    <a:pt x="1710" y="7415"/>
                    <a:pt x="2173" y="7626"/>
                  </a:cubicBezTo>
                  <a:cubicBezTo>
                    <a:pt x="2874" y="7934"/>
                    <a:pt x="3618" y="8157"/>
                    <a:pt x="4378" y="8324"/>
                  </a:cubicBezTo>
                  <a:cubicBezTo>
                    <a:pt x="4632" y="8379"/>
                    <a:pt x="4888" y="8427"/>
                    <a:pt x="5145" y="8472"/>
                  </a:cubicBezTo>
                  <a:cubicBezTo>
                    <a:pt x="6172" y="8646"/>
                    <a:pt x="7222" y="8736"/>
                    <a:pt x="8267" y="8787"/>
                  </a:cubicBezTo>
                  <a:cubicBezTo>
                    <a:pt x="8812" y="8812"/>
                    <a:pt x="9358" y="8824"/>
                    <a:pt x="9903" y="8824"/>
                  </a:cubicBezTo>
                  <a:cubicBezTo>
                    <a:pt x="10408" y="8824"/>
                    <a:pt x="10913" y="8814"/>
                    <a:pt x="11416" y="8795"/>
                  </a:cubicBezTo>
                  <a:cubicBezTo>
                    <a:pt x="11940" y="8775"/>
                    <a:pt x="12462" y="8747"/>
                    <a:pt x="12983" y="8708"/>
                  </a:cubicBezTo>
                  <a:cubicBezTo>
                    <a:pt x="13503" y="8670"/>
                    <a:pt x="14021" y="8623"/>
                    <a:pt x="14537" y="8570"/>
                  </a:cubicBezTo>
                  <a:cubicBezTo>
                    <a:pt x="16348" y="8382"/>
                    <a:pt x="18121" y="8097"/>
                    <a:pt x="19835" y="7753"/>
                  </a:cubicBezTo>
                  <a:cubicBezTo>
                    <a:pt x="19543" y="7662"/>
                    <a:pt x="19241" y="7565"/>
                    <a:pt x="18915" y="7458"/>
                  </a:cubicBezTo>
                  <a:lnTo>
                    <a:pt x="18779" y="7412"/>
                  </a:lnTo>
                  <a:cubicBezTo>
                    <a:pt x="18564" y="7452"/>
                    <a:pt x="18351" y="7494"/>
                    <a:pt x="18134" y="7532"/>
                  </a:cubicBezTo>
                  <a:cubicBezTo>
                    <a:pt x="17243" y="7683"/>
                    <a:pt x="16336" y="7815"/>
                    <a:pt x="15418" y="7921"/>
                  </a:cubicBezTo>
                  <a:cubicBezTo>
                    <a:pt x="14960" y="7972"/>
                    <a:pt x="14498" y="8018"/>
                    <a:pt x="14035" y="8057"/>
                  </a:cubicBezTo>
                  <a:cubicBezTo>
                    <a:pt x="13004" y="8142"/>
                    <a:pt x="11963" y="8192"/>
                    <a:pt x="10919" y="8192"/>
                  </a:cubicBezTo>
                  <a:cubicBezTo>
                    <a:pt x="10554" y="8192"/>
                    <a:pt x="10190" y="8186"/>
                    <a:pt x="9825" y="8173"/>
                  </a:cubicBezTo>
                  <a:cubicBezTo>
                    <a:pt x="9120" y="8149"/>
                    <a:pt x="8415" y="8096"/>
                    <a:pt x="7715" y="8008"/>
                  </a:cubicBezTo>
                  <a:cubicBezTo>
                    <a:pt x="7481" y="7979"/>
                    <a:pt x="7249" y="7945"/>
                    <a:pt x="7017" y="7909"/>
                  </a:cubicBezTo>
                  <a:cubicBezTo>
                    <a:pt x="6553" y="7831"/>
                    <a:pt x="6092" y="7740"/>
                    <a:pt x="5638" y="7622"/>
                  </a:cubicBezTo>
                  <a:cubicBezTo>
                    <a:pt x="5182" y="7502"/>
                    <a:pt x="4735" y="7358"/>
                    <a:pt x="4301" y="7177"/>
                  </a:cubicBezTo>
                  <a:cubicBezTo>
                    <a:pt x="3869" y="6992"/>
                    <a:pt x="3446" y="6773"/>
                    <a:pt x="3073" y="6475"/>
                  </a:cubicBezTo>
                  <a:cubicBezTo>
                    <a:pt x="2699" y="6179"/>
                    <a:pt x="2370" y="5809"/>
                    <a:pt x="2197" y="5331"/>
                  </a:cubicBezTo>
                  <a:cubicBezTo>
                    <a:pt x="2181" y="5284"/>
                    <a:pt x="2174" y="5233"/>
                    <a:pt x="2161" y="5186"/>
                  </a:cubicBezTo>
                  <a:cubicBezTo>
                    <a:pt x="2047" y="4768"/>
                    <a:pt x="2074" y="4310"/>
                    <a:pt x="2203" y="3914"/>
                  </a:cubicBezTo>
                  <a:cubicBezTo>
                    <a:pt x="2345" y="3464"/>
                    <a:pt x="2583" y="3064"/>
                    <a:pt x="2847" y="2704"/>
                  </a:cubicBezTo>
                  <a:cubicBezTo>
                    <a:pt x="3305" y="2089"/>
                    <a:pt x="3848" y="1570"/>
                    <a:pt x="4410" y="1106"/>
                  </a:cubicBezTo>
                  <a:cubicBezTo>
                    <a:pt x="4430" y="1221"/>
                    <a:pt x="4449" y="1338"/>
                    <a:pt x="4472" y="1455"/>
                  </a:cubicBezTo>
                  <a:cubicBezTo>
                    <a:pt x="3975" y="1886"/>
                    <a:pt x="3500" y="2355"/>
                    <a:pt x="3104" y="2893"/>
                  </a:cubicBezTo>
                  <a:cubicBezTo>
                    <a:pt x="2634" y="3530"/>
                    <a:pt x="2267" y="4337"/>
                    <a:pt x="2479" y="5104"/>
                  </a:cubicBezTo>
                  <a:cubicBezTo>
                    <a:pt x="2491" y="5148"/>
                    <a:pt x="2498" y="5190"/>
                    <a:pt x="2513" y="5233"/>
                  </a:cubicBezTo>
                  <a:cubicBezTo>
                    <a:pt x="2651" y="5609"/>
                    <a:pt x="2940" y="5950"/>
                    <a:pt x="3281" y="6213"/>
                  </a:cubicBezTo>
                  <a:cubicBezTo>
                    <a:pt x="3451" y="6347"/>
                    <a:pt x="3637" y="6467"/>
                    <a:pt x="3831" y="6574"/>
                  </a:cubicBezTo>
                  <a:cubicBezTo>
                    <a:pt x="4026" y="6681"/>
                    <a:pt x="4228" y="6777"/>
                    <a:pt x="4433" y="6864"/>
                  </a:cubicBezTo>
                  <a:cubicBezTo>
                    <a:pt x="5481" y="7286"/>
                    <a:pt x="6609" y="7521"/>
                    <a:pt x="7757" y="7656"/>
                  </a:cubicBezTo>
                  <a:cubicBezTo>
                    <a:pt x="8447" y="7740"/>
                    <a:pt x="9144" y="7784"/>
                    <a:pt x="9837" y="7814"/>
                  </a:cubicBezTo>
                  <a:cubicBezTo>
                    <a:pt x="10239" y="7829"/>
                    <a:pt x="10641" y="7836"/>
                    <a:pt x="11043" y="7836"/>
                  </a:cubicBezTo>
                  <a:cubicBezTo>
                    <a:pt x="12033" y="7836"/>
                    <a:pt x="13023" y="7792"/>
                    <a:pt x="14005" y="7716"/>
                  </a:cubicBezTo>
                  <a:cubicBezTo>
                    <a:pt x="14464" y="7679"/>
                    <a:pt x="14924" y="7636"/>
                    <a:pt x="15378" y="7587"/>
                  </a:cubicBezTo>
                  <a:cubicBezTo>
                    <a:pt x="16289" y="7486"/>
                    <a:pt x="17189" y="7360"/>
                    <a:pt x="18077" y="7212"/>
                  </a:cubicBezTo>
                  <a:cubicBezTo>
                    <a:pt x="18101" y="7209"/>
                    <a:pt x="18124" y="7204"/>
                    <a:pt x="18145" y="7200"/>
                  </a:cubicBezTo>
                  <a:cubicBezTo>
                    <a:pt x="17276" y="6895"/>
                    <a:pt x="16546" y="6598"/>
                    <a:pt x="15681" y="6166"/>
                  </a:cubicBezTo>
                  <a:cubicBezTo>
                    <a:pt x="13786" y="6418"/>
                    <a:pt x="12000" y="6549"/>
                    <a:pt x="10389" y="6549"/>
                  </a:cubicBezTo>
                  <a:cubicBezTo>
                    <a:pt x="10172" y="6549"/>
                    <a:pt x="9959" y="6547"/>
                    <a:pt x="9748" y="6542"/>
                  </a:cubicBezTo>
                  <a:cubicBezTo>
                    <a:pt x="9625" y="6539"/>
                    <a:pt x="9509" y="6534"/>
                    <a:pt x="9392" y="6528"/>
                  </a:cubicBezTo>
                  <a:cubicBezTo>
                    <a:pt x="9207" y="6265"/>
                    <a:pt x="9030" y="6001"/>
                    <a:pt x="8850" y="5745"/>
                  </a:cubicBezTo>
                  <a:cubicBezTo>
                    <a:pt x="8413" y="5016"/>
                    <a:pt x="8017" y="4306"/>
                    <a:pt x="7745" y="3610"/>
                  </a:cubicBezTo>
                  <a:cubicBezTo>
                    <a:pt x="7672" y="3437"/>
                    <a:pt x="7600" y="3269"/>
                    <a:pt x="7527" y="3104"/>
                  </a:cubicBezTo>
                  <a:cubicBezTo>
                    <a:pt x="7465" y="2936"/>
                    <a:pt x="7418" y="2767"/>
                    <a:pt x="7365" y="2604"/>
                  </a:cubicBezTo>
                  <a:cubicBezTo>
                    <a:pt x="7260" y="2277"/>
                    <a:pt x="7163" y="1967"/>
                    <a:pt x="7070" y="1677"/>
                  </a:cubicBezTo>
                  <a:cubicBezTo>
                    <a:pt x="7050" y="1579"/>
                    <a:pt x="7032" y="1486"/>
                    <a:pt x="7011" y="1392"/>
                  </a:cubicBezTo>
                  <a:lnTo>
                    <a:pt x="6764" y="1267"/>
                  </a:lnTo>
                  <a:lnTo>
                    <a:pt x="6764" y="1267"/>
                  </a:lnTo>
                  <a:cubicBezTo>
                    <a:pt x="6783" y="1416"/>
                    <a:pt x="6802" y="1569"/>
                    <a:pt x="6821" y="1730"/>
                  </a:cubicBezTo>
                  <a:cubicBezTo>
                    <a:pt x="6889" y="2034"/>
                    <a:pt x="6962" y="2357"/>
                    <a:pt x="7037" y="2698"/>
                  </a:cubicBezTo>
                  <a:cubicBezTo>
                    <a:pt x="7077" y="2868"/>
                    <a:pt x="7111" y="3046"/>
                    <a:pt x="7159" y="3224"/>
                  </a:cubicBezTo>
                  <a:cubicBezTo>
                    <a:pt x="7217" y="3398"/>
                    <a:pt x="7277" y="3578"/>
                    <a:pt x="7338" y="3759"/>
                  </a:cubicBezTo>
                  <a:cubicBezTo>
                    <a:pt x="7555" y="4501"/>
                    <a:pt x="7899" y="5266"/>
                    <a:pt x="8291" y="6064"/>
                  </a:cubicBezTo>
                  <a:cubicBezTo>
                    <a:pt x="8369" y="6199"/>
                    <a:pt x="8447" y="6340"/>
                    <a:pt x="8526" y="6480"/>
                  </a:cubicBezTo>
                  <a:cubicBezTo>
                    <a:pt x="8341" y="6467"/>
                    <a:pt x="8165" y="6451"/>
                    <a:pt x="7992" y="6432"/>
                  </a:cubicBezTo>
                  <a:cubicBezTo>
                    <a:pt x="6929" y="4740"/>
                    <a:pt x="6180" y="2831"/>
                    <a:pt x="5822" y="788"/>
                  </a:cubicBezTo>
                  <a:cubicBezTo>
                    <a:pt x="5298" y="524"/>
                    <a:pt x="4769" y="261"/>
                    <a:pt x="42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70"/>
            <p:cNvSpPr/>
            <p:nvPr/>
          </p:nvSpPr>
          <p:spPr>
            <a:xfrm>
              <a:off x="5002742" y="2291937"/>
              <a:ext cx="1123113" cy="1172234"/>
            </a:xfrm>
            <a:custGeom>
              <a:rect b="b" l="l" r="r" t="t"/>
              <a:pathLst>
                <a:path extrusionOk="0" h="25860" w="24775">
                  <a:moveTo>
                    <a:pt x="11873" y="8622"/>
                  </a:moveTo>
                  <a:cubicBezTo>
                    <a:pt x="12702" y="8622"/>
                    <a:pt x="13517" y="8646"/>
                    <a:pt x="14308" y="8698"/>
                  </a:cubicBezTo>
                  <a:cubicBezTo>
                    <a:pt x="15175" y="8757"/>
                    <a:pt x="16009" y="8850"/>
                    <a:pt x="16793" y="8991"/>
                  </a:cubicBezTo>
                  <a:cubicBezTo>
                    <a:pt x="17577" y="9130"/>
                    <a:pt x="18314" y="9291"/>
                    <a:pt x="18976" y="9509"/>
                  </a:cubicBezTo>
                  <a:cubicBezTo>
                    <a:pt x="19638" y="9722"/>
                    <a:pt x="20236" y="9960"/>
                    <a:pt x="20726" y="10246"/>
                  </a:cubicBezTo>
                  <a:cubicBezTo>
                    <a:pt x="21222" y="10522"/>
                    <a:pt x="21622" y="10816"/>
                    <a:pt x="21910" y="11100"/>
                  </a:cubicBezTo>
                  <a:cubicBezTo>
                    <a:pt x="21983" y="11171"/>
                    <a:pt x="22051" y="11239"/>
                    <a:pt x="22117" y="11302"/>
                  </a:cubicBezTo>
                  <a:cubicBezTo>
                    <a:pt x="22179" y="11368"/>
                    <a:pt x="22229" y="11437"/>
                    <a:pt x="22278" y="11498"/>
                  </a:cubicBezTo>
                  <a:cubicBezTo>
                    <a:pt x="22307" y="11534"/>
                    <a:pt x="22331" y="11565"/>
                    <a:pt x="22358" y="11597"/>
                  </a:cubicBezTo>
                  <a:lnTo>
                    <a:pt x="22320" y="11608"/>
                  </a:lnTo>
                  <a:cubicBezTo>
                    <a:pt x="22296" y="11581"/>
                    <a:pt x="22273" y="11554"/>
                    <a:pt x="22246" y="11523"/>
                  </a:cubicBezTo>
                  <a:cubicBezTo>
                    <a:pt x="22148" y="11402"/>
                    <a:pt x="22018" y="11282"/>
                    <a:pt x="21866" y="11151"/>
                  </a:cubicBezTo>
                  <a:cubicBezTo>
                    <a:pt x="21568" y="10884"/>
                    <a:pt x="21163" y="10611"/>
                    <a:pt x="20666" y="10362"/>
                  </a:cubicBezTo>
                  <a:cubicBezTo>
                    <a:pt x="20171" y="10104"/>
                    <a:pt x="19577" y="9896"/>
                    <a:pt x="18921" y="9698"/>
                  </a:cubicBezTo>
                  <a:cubicBezTo>
                    <a:pt x="18265" y="9502"/>
                    <a:pt x="17531" y="9363"/>
                    <a:pt x="16754" y="9246"/>
                  </a:cubicBezTo>
                  <a:cubicBezTo>
                    <a:pt x="15978" y="9125"/>
                    <a:pt x="15148" y="9063"/>
                    <a:pt x="14290" y="9005"/>
                  </a:cubicBezTo>
                  <a:cubicBezTo>
                    <a:pt x="13613" y="8966"/>
                    <a:pt x="12917" y="8948"/>
                    <a:pt x="12210" y="8948"/>
                  </a:cubicBezTo>
                  <a:cubicBezTo>
                    <a:pt x="11563" y="8948"/>
                    <a:pt x="10907" y="8963"/>
                    <a:pt x="10248" y="8992"/>
                  </a:cubicBezTo>
                  <a:cubicBezTo>
                    <a:pt x="10184" y="8879"/>
                    <a:pt x="10123" y="8768"/>
                    <a:pt x="10056" y="8658"/>
                  </a:cubicBezTo>
                  <a:cubicBezTo>
                    <a:pt x="10665" y="8634"/>
                    <a:pt x="11272" y="8622"/>
                    <a:pt x="11873" y="8622"/>
                  </a:cubicBezTo>
                  <a:close/>
                  <a:moveTo>
                    <a:pt x="11973" y="13276"/>
                  </a:moveTo>
                  <a:cubicBezTo>
                    <a:pt x="13218" y="13636"/>
                    <a:pt x="13820" y="14139"/>
                    <a:pt x="13946" y="14612"/>
                  </a:cubicBezTo>
                  <a:cubicBezTo>
                    <a:pt x="14088" y="15150"/>
                    <a:pt x="13712" y="16026"/>
                    <a:pt x="12489" y="17134"/>
                  </a:cubicBezTo>
                  <a:cubicBezTo>
                    <a:pt x="12461" y="15806"/>
                    <a:pt x="12286" y="14513"/>
                    <a:pt x="11973" y="13276"/>
                  </a:cubicBezTo>
                  <a:close/>
                  <a:moveTo>
                    <a:pt x="3705" y="4152"/>
                  </a:moveTo>
                  <a:lnTo>
                    <a:pt x="3705" y="4152"/>
                  </a:lnTo>
                  <a:cubicBezTo>
                    <a:pt x="3705" y="4152"/>
                    <a:pt x="3840" y="4238"/>
                    <a:pt x="4089" y="4399"/>
                  </a:cubicBezTo>
                  <a:cubicBezTo>
                    <a:pt x="4215" y="4480"/>
                    <a:pt x="4370" y="4581"/>
                    <a:pt x="4551" y="4699"/>
                  </a:cubicBezTo>
                  <a:cubicBezTo>
                    <a:pt x="4726" y="4828"/>
                    <a:pt x="4926" y="4975"/>
                    <a:pt x="5150" y="5141"/>
                  </a:cubicBezTo>
                  <a:cubicBezTo>
                    <a:pt x="5592" y="5482"/>
                    <a:pt x="6109" y="5922"/>
                    <a:pt x="6665" y="6469"/>
                  </a:cubicBezTo>
                  <a:cubicBezTo>
                    <a:pt x="6940" y="6744"/>
                    <a:pt x="7219" y="7052"/>
                    <a:pt x="7511" y="7379"/>
                  </a:cubicBezTo>
                  <a:cubicBezTo>
                    <a:pt x="7786" y="7718"/>
                    <a:pt x="8083" y="8071"/>
                    <a:pt x="8351" y="8470"/>
                  </a:cubicBezTo>
                  <a:cubicBezTo>
                    <a:pt x="8910" y="9251"/>
                    <a:pt x="9446" y="10154"/>
                    <a:pt x="9889" y="11165"/>
                  </a:cubicBezTo>
                  <a:cubicBezTo>
                    <a:pt x="10338" y="12172"/>
                    <a:pt x="10714" y="13282"/>
                    <a:pt x="10945" y="14468"/>
                  </a:cubicBezTo>
                  <a:cubicBezTo>
                    <a:pt x="11174" y="15645"/>
                    <a:pt x="11282" y="16887"/>
                    <a:pt x="11214" y="18145"/>
                  </a:cubicBezTo>
                  <a:cubicBezTo>
                    <a:pt x="11079" y="18242"/>
                    <a:pt x="10939" y="18338"/>
                    <a:pt x="10791" y="18438"/>
                  </a:cubicBezTo>
                  <a:lnTo>
                    <a:pt x="10808" y="18150"/>
                  </a:lnTo>
                  <a:cubicBezTo>
                    <a:pt x="10885" y="16922"/>
                    <a:pt x="10790" y="15694"/>
                    <a:pt x="10573" y="14538"/>
                  </a:cubicBezTo>
                  <a:cubicBezTo>
                    <a:pt x="10347" y="13382"/>
                    <a:pt x="10013" y="12287"/>
                    <a:pt x="9596" y="11288"/>
                  </a:cubicBezTo>
                  <a:cubicBezTo>
                    <a:pt x="9185" y="10288"/>
                    <a:pt x="8680" y="9389"/>
                    <a:pt x="8149" y="8608"/>
                  </a:cubicBezTo>
                  <a:cubicBezTo>
                    <a:pt x="7626" y="7817"/>
                    <a:pt x="7065" y="7151"/>
                    <a:pt x="6547" y="6581"/>
                  </a:cubicBezTo>
                  <a:cubicBezTo>
                    <a:pt x="6018" y="6019"/>
                    <a:pt x="5521" y="5562"/>
                    <a:pt x="5096" y="5208"/>
                  </a:cubicBezTo>
                  <a:cubicBezTo>
                    <a:pt x="4881" y="5034"/>
                    <a:pt x="4688" y="4877"/>
                    <a:pt x="4520" y="4742"/>
                  </a:cubicBezTo>
                  <a:cubicBezTo>
                    <a:pt x="4346" y="4616"/>
                    <a:pt x="4197" y="4507"/>
                    <a:pt x="4076" y="4419"/>
                  </a:cubicBezTo>
                  <a:cubicBezTo>
                    <a:pt x="3834" y="4245"/>
                    <a:pt x="3705" y="4152"/>
                    <a:pt x="3705" y="4152"/>
                  </a:cubicBezTo>
                  <a:close/>
                  <a:moveTo>
                    <a:pt x="7160" y="0"/>
                  </a:moveTo>
                  <a:lnTo>
                    <a:pt x="5377" y="3547"/>
                  </a:lnTo>
                  <a:cubicBezTo>
                    <a:pt x="4493" y="2903"/>
                    <a:pt x="3547" y="2343"/>
                    <a:pt x="2549" y="1873"/>
                  </a:cubicBezTo>
                  <a:lnTo>
                    <a:pt x="1184" y="6618"/>
                  </a:lnTo>
                  <a:cubicBezTo>
                    <a:pt x="1261" y="6616"/>
                    <a:pt x="1342" y="6615"/>
                    <a:pt x="1415" y="6612"/>
                  </a:cubicBezTo>
                  <a:cubicBezTo>
                    <a:pt x="1877" y="8406"/>
                    <a:pt x="2147" y="10790"/>
                    <a:pt x="1844" y="13828"/>
                  </a:cubicBezTo>
                  <a:cubicBezTo>
                    <a:pt x="1613" y="13873"/>
                    <a:pt x="1386" y="13920"/>
                    <a:pt x="1151" y="13967"/>
                  </a:cubicBezTo>
                  <a:cubicBezTo>
                    <a:pt x="780" y="14029"/>
                    <a:pt x="402" y="14094"/>
                    <a:pt x="15" y="14158"/>
                  </a:cubicBezTo>
                  <a:cubicBezTo>
                    <a:pt x="9" y="14158"/>
                    <a:pt x="5" y="14161"/>
                    <a:pt x="0" y="14161"/>
                  </a:cubicBezTo>
                  <a:cubicBezTo>
                    <a:pt x="1180" y="14658"/>
                    <a:pt x="2064" y="15289"/>
                    <a:pt x="2627" y="16047"/>
                  </a:cubicBezTo>
                  <a:cubicBezTo>
                    <a:pt x="3329" y="16994"/>
                    <a:pt x="3493" y="18110"/>
                    <a:pt x="3105" y="19277"/>
                  </a:cubicBezTo>
                  <a:cubicBezTo>
                    <a:pt x="3095" y="19311"/>
                    <a:pt x="3083" y="19344"/>
                    <a:pt x="3074" y="19379"/>
                  </a:cubicBezTo>
                  <a:cubicBezTo>
                    <a:pt x="2956" y="19770"/>
                    <a:pt x="2662" y="20744"/>
                    <a:pt x="1531" y="21066"/>
                  </a:cubicBezTo>
                  <a:lnTo>
                    <a:pt x="972" y="22743"/>
                  </a:lnTo>
                  <a:lnTo>
                    <a:pt x="3281" y="23510"/>
                  </a:lnTo>
                  <a:cubicBezTo>
                    <a:pt x="3412" y="23460"/>
                    <a:pt x="3545" y="23408"/>
                    <a:pt x="3674" y="23357"/>
                  </a:cubicBezTo>
                  <a:cubicBezTo>
                    <a:pt x="4650" y="22967"/>
                    <a:pt x="5557" y="22587"/>
                    <a:pt x="6383" y="22213"/>
                  </a:cubicBezTo>
                  <a:cubicBezTo>
                    <a:pt x="6657" y="22088"/>
                    <a:pt x="6923" y="21964"/>
                    <a:pt x="7179" y="21839"/>
                  </a:cubicBezTo>
                  <a:cubicBezTo>
                    <a:pt x="7692" y="21594"/>
                    <a:pt x="8166" y="21353"/>
                    <a:pt x="8603" y="21125"/>
                  </a:cubicBezTo>
                  <a:cubicBezTo>
                    <a:pt x="9038" y="20895"/>
                    <a:pt x="9434" y="20676"/>
                    <a:pt x="9786" y="20470"/>
                  </a:cubicBezTo>
                  <a:cubicBezTo>
                    <a:pt x="9963" y="20366"/>
                    <a:pt x="10128" y="20267"/>
                    <a:pt x="10283" y="20171"/>
                  </a:cubicBezTo>
                  <a:cubicBezTo>
                    <a:pt x="10748" y="19885"/>
                    <a:pt x="11116" y="19637"/>
                    <a:pt x="11385" y="19449"/>
                  </a:cubicBezTo>
                  <a:cubicBezTo>
                    <a:pt x="11737" y="19190"/>
                    <a:pt x="11925" y="19052"/>
                    <a:pt x="11925" y="19051"/>
                  </a:cubicBezTo>
                  <a:lnTo>
                    <a:pt x="11925" y="19051"/>
                  </a:lnTo>
                  <a:cubicBezTo>
                    <a:pt x="11925" y="19052"/>
                    <a:pt x="11741" y="19194"/>
                    <a:pt x="11393" y="19462"/>
                  </a:cubicBezTo>
                  <a:cubicBezTo>
                    <a:pt x="11040" y="19723"/>
                    <a:pt x="10513" y="20091"/>
                    <a:pt x="9817" y="20521"/>
                  </a:cubicBezTo>
                  <a:cubicBezTo>
                    <a:pt x="9467" y="20734"/>
                    <a:pt x="9077" y="20964"/>
                    <a:pt x="8646" y="21204"/>
                  </a:cubicBezTo>
                  <a:cubicBezTo>
                    <a:pt x="7352" y="21925"/>
                    <a:pt x="5701" y="22746"/>
                    <a:pt x="3751" y="23543"/>
                  </a:cubicBezTo>
                  <a:cubicBezTo>
                    <a:pt x="3694" y="23565"/>
                    <a:pt x="3637" y="23589"/>
                    <a:pt x="3580" y="23611"/>
                  </a:cubicBezTo>
                  <a:lnTo>
                    <a:pt x="4654" y="23968"/>
                  </a:lnTo>
                  <a:cubicBezTo>
                    <a:pt x="4681" y="23958"/>
                    <a:pt x="4710" y="23946"/>
                    <a:pt x="4738" y="23937"/>
                  </a:cubicBezTo>
                  <a:cubicBezTo>
                    <a:pt x="6208" y="23349"/>
                    <a:pt x="7539" y="22769"/>
                    <a:pt x="8694" y="22202"/>
                  </a:cubicBezTo>
                  <a:cubicBezTo>
                    <a:pt x="9271" y="21920"/>
                    <a:pt x="9807" y="21645"/>
                    <a:pt x="10297" y="21381"/>
                  </a:cubicBezTo>
                  <a:cubicBezTo>
                    <a:pt x="10787" y="21118"/>
                    <a:pt x="11232" y="20866"/>
                    <a:pt x="11627" y="20629"/>
                  </a:cubicBezTo>
                  <a:cubicBezTo>
                    <a:pt x="11824" y="20510"/>
                    <a:pt x="12011" y="20396"/>
                    <a:pt x="12185" y="20287"/>
                  </a:cubicBezTo>
                  <a:cubicBezTo>
                    <a:pt x="12708" y="19959"/>
                    <a:pt x="13121" y="19676"/>
                    <a:pt x="13423" y="19461"/>
                  </a:cubicBezTo>
                  <a:cubicBezTo>
                    <a:pt x="13822" y="19166"/>
                    <a:pt x="14033" y="19010"/>
                    <a:pt x="14033" y="19010"/>
                  </a:cubicBezTo>
                  <a:lnTo>
                    <a:pt x="14033" y="19010"/>
                  </a:lnTo>
                  <a:cubicBezTo>
                    <a:pt x="14033" y="19010"/>
                    <a:pt x="13823" y="19171"/>
                    <a:pt x="13433" y="19475"/>
                  </a:cubicBezTo>
                  <a:cubicBezTo>
                    <a:pt x="13065" y="19747"/>
                    <a:pt x="12528" y="20127"/>
                    <a:pt x="11827" y="20570"/>
                  </a:cubicBezTo>
                  <a:cubicBezTo>
                    <a:pt x="11671" y="20668"/>
                    <a:pt x="11509" y="20770"/>
                    <a:pt x="11335" y="20875"/>
                  </a:cubicBezTo>
                  <a:cubicBezTo>
                    <a:pt x="10413" y="21435"/>
                    <a:pt x="9257" y="22073"/>
                    <a:pt x="7898" y="22735"/>
                  </a:cubicBezTo>
                  <a:cubicBezTo>
                    <a:pt x="7202" y="23073"/>
                    <a:pt x="6453" y="23417"/>
                    <a:pt x="5652" y="23760"/>
                  </a:cubicBezTo>
                  <a:cubicBezTo>
                    <a:pt x="5417" y="23860"/>
                    <a:pt x="5176" y="23961"/>
                    <a:pt x="4932" y="24062"/>
                  </a:cubicBezTo>
                  <a:lnTo>
                    <a:pt x="6023" y="24424"/>
                  </a:lnTo>
                  <a:cubicBezTo>
                    <a:pt x="7574" y="23800"/>
                    <a:pt x="8979" y="23171"/>
                    <a:pt x="10207" y="22566"/>
                  </a:cubicBezTo>
                  <a:cubicBezTo>
                    <a:pt x="11492" y="21931"/>
                    <a:pt x="12588" y="21326"/>
                    <a:pt x="13466" y="20789"/>
                  </a:cubicBezTo>
                  <a:cubicBezTo>
                    <a:pt x="14347" y="20253"/>
                    <a:pt x="15015" y="19795"/>
                    <a:pt x="15463" y="19473"/>
                  </a:cubicBezTo>
                  <a:cubicBezTo>
                    <a:pt x="15906" y="19143"/>
                    <a:pt x="16141" y="18967"/>
                    <a:pt x="16141" y="18967"/>
                  </a:cubicBezTo>
                  <a:lnTo>
                    <a:pt x="16141" y="18967"/>
                  </a:lnTo>
                  <a:cubicBezTo>
                    <a:pt x="16141" y="18967"/>
                    <a:pt x="16051" y="19037"/>
                    <a:pt x="15877" y="19172"/>
                  </a:cubicBezTo>
                  <a:cubicBezTo>
                    <a:pt x="15771" y="19253"/>
                    <a:pt x="15637" y="19359"/>
                    <a:pt x="15471" y="19487"/>
                  </a:cubicBezTo>
                  <a:cubicBezTo>
                    <a:pt x="15089" y="19773"/>
                    <a:pt x="14543" y="20163"/>
                    <a:pt x="13838" y="20620"/>
                  </a:cubicBezTo>
                  <a:cubicBezTo>
                    <a:pt x="13679" y="20722"/>
                    <a:pt x="13513" y="20829"/>
                    <a:pt x="13336" y="20938"/>
                  </a:cubicBezTo>
                  <a:cubicBezTo>
                    <a:pt x="12749" y="21308"/>
                    <a:pt x="12070" y="21706"/>
                    <a:pt x="11304" y="22124"/>
                  </a:cubicBezTo>
                  <a:cubicBezTo>
                    <a:pt x="10998" y="22291"/>
                    <a:pt x="10677" y="22461"/>
                    <a:pt x="10346" y="22634"/>
                  </a:cubicBezTo>
                  <a:cubicBezTo>
                    <a:pt x="10179" y="22720"/>
                    <a:pt x="10010" y="22808"/>
                    <a:pt x="9837" y="22895"/>
                  </a:cubicBezTo>
                  <a:cubicBezTo>
                    <a:pt x="9130" y="23252"/>
                    <a:pt x="8368" y="23615"/>
                    <a:pt x="7555" y="23977"/>
                  </a:cubicBezTo>
                  <a:cubicBezTo>
                    <a:pt x="7150" y="24158"/>
                    <a:pt x="6729" y="24340"/>
                    <a:pt x="6298" y="24521"/>
                  </a:cubicBezTo>
                  <a:lnTo>
                    <a:pt x="7387" y="24884"/>
                  </a:lnTo>
                  <a:cubicBezTo>
                    <a:pt x="9872" y="23870"/>
                    <a:pt x="11999" y="22832"/>
                    <a:pt x="13679" y="21902"/>
                  </a:cubicBezTo>
                  <a:cubicBezTo>
                    <a:pt x="14279" y="21569"/>
                    <a:pt x="14823" y="21251"/>
                    <a:pt x="15306" y="20952"/>
                  </a:cubicBezTo>
                  <a:cubicBezTo>
                    <a:pt x="16033" y="20506"/>
                    <a:pt x="16626" y="20106"/>
                    <a:pt x="17087" y="19783"/>
                  </a:cubicBezTo>
                  <a:cubicBezTo>
                    <a:pt x="17240" y="19676"/>
                    <a:pt x="17378" y="19578"/>
                    <a:pt x="17503" y="19488"/>
                  </a:cubicBezTo>
                  <a:cubicBezTo>
                    <a:pt x="17686" y="19351"/>
                    <a:pt x="17838" y="19238"/>
                    <a:pt x="17954" y="19150"/>
                  </a:cubicBezTo>
                  <a:cubicBezTo>
                    <a:pt x="18073" y="19062"/>
                    <a:pt x="18156" y="18998"/>
                    <a:pt x="18203" y="18963"/>
                  </a:cubicBezTo>
                  <a:cubicBezTo>
                    <a:pt x="18215" y="18954"/>
                    <a:pt x="18224" y="18947"/>
                    <a:pt x="18232" y="18941"/>
                  </a:cubicBezTo>
                  <a:lnTo>
                    <a:pt x="18232" y="18941"/>
                  </a:lnTo>
                  <a:cubicBezTo>
                    <a:pt x="18214" y="18955"/>
                    <a:pt x="18185" y="18978"/>
                    <a:pt x="18144" y="19009"/>
                  </a:cubicBezTo>
                  <a:cubicBezTo>
                    <a:pt x="18027" y="19098"/>
                    <a:pt x="17813" y="19265"/>
                    <a:pt x="17513" y="19500"/>
                  </a:cubicBezTo>
                  <a:cubicBezTo>
                    <a:pt x="17270" y="19683"/>
                    <a:pt x="16966" y="19904"/>
                    <a:pt x="16603" y="20158"/>
                  </a:cubicBezTo>
                  <a:cubicBezTo>
                    <a:pt x="16241" y="20412"/>
                    <a:pt x="15819" y="20695"/>
                    <a:pt x="15340" y="21003"/>
                  </a:cubicBezTo>
                  <a:cubicBezTo>
                    <a:pt x="14980" y="21234"/>
                    <a:pt x="14588" y="21477"/>
                    <a:pt x="14162" y="21728"/>
                  </a:cubicBezTo>
                  <a:cubicBezTo>
                    <a:pt x="13454" y="22147"/>
                    <a:pt x="12657" y="22590"/>
                    <a:pt x="11777" y="23051"/>
                  </a:cubicBezTo>
                  <a:cubicBezTo>
                    <a:pt x="11424" y="23233"/>
                    <a:pt x="11060" y="23420"/>
                    <a:pt x="10683" y="23605"/>
                  </a:cubicBezTo>
                  <a:cubicBezTo>
                    <a:pt x="9759" y="24060"/>
                    <a:pt x="8754" y="24522"/>
                    <a:pt x="7681" y="24978"/>
                  </a:cubicBezTo>
                  <a:lnTo>
                    <a:pt x="10332" y="25860"/>
                  </a:lnTo>
                  <a:cubicBezTo>
                    <a:pt x="10488" y="25579"/>
                    <a:pt x="10637" y="25296"/>
                    <a:pt x="10778" y="25007"/>
                  </a:cubicBezTo>
                  <a:cubicBezTo>
                    <a:pt x="11120" y="24847"/>
                    <a:pt x="11458" y="24685"/>
                    <a:pt x="11792" y="24521"/>
                  </a:cubicBezTo>
                  <a:lnTo>
                    <a:pt x="17868" y="25207"/>
                  </a:lnTo>
                  <a:lnTo>
                    <a:pt x="17902" y="24910"/>
                  </a:lnTo>
                  <a:lnTo>
                    <a:pt x="12283" y="24275"/>
                  </a:lnTo>
                  <a:cubicBezTo>
                    <a:pt x="13201" y="23813"/>
                    <a:pt x="14083" y="23341"/>
                    <a:pt x="14926" y="22853"/>
                  </a:cubicBezTo>
                  <a:lnTo>
                    <a:pt x="19700" y="22884"/>
                  </a:lnTo>
                  <a:lnTo>
                    <a:pt x="19701" y="22585"/>
                  </a:lnTo>
                  <a:lnTo>
                    <a:pt x="15430" y="22558"/>
                  </a:lnTo>
                  <a:cubicBezTo>
                    <a:pt x="16116" y="22151"/>
                    <a:pt x="16779" y="21735"/>
                    <a:pt x="17409" y="21312"/>
                  </a:cubicBezTo>
                  <a:cubicBezTo>
                    <a:pt x="22409" y="17944"/>
                    <a:pt x="24775" y="14619"/>
                    <a:pt x="24067" y="11945"/>
                  </a:cubicBezTo>
                  <a:cubicBezTo>
                    <a:pt x="23361" y="9258"/>
                    <a:pt x="19782" y="7697"/>
                    <a:pt x="13719" y="7428"/>
                  </a:cubicBezTo>
                  <a:lnTo>
                    <a:pt x="13705" y="7428"/>
                  </a:lnTo>
                  <a:lnTo>
                    <a:pt x="15125" y="6200"/>
                  </a:lnTo>
                  <a:lnTo>
                    <a:pt x="14928" y="5975"/>
                  </a:lnTo>
                  <a:lnTo>
                    <a:pt x="13265" y="7414"/>
                  </a:lnTo>
                  <a:cubicBezTo>
                    <a:pt x="12799" y="7399"/>
                    <a:pt x="12323" y="7391"/>
                    <a:pt x="11838" y="7391"/>
                  </a:cubicBezTo>
                  <a:cubicBezTo>
                    <a:pt x="11105" y="7391"/>
                    <a:pt x="10352" y="7408"/>
                    <a:pt x="9582" y="7442"/>
                  </a:cubicBezTo>
                  <a:lnTo>
                    <a:pt x="9831" y="7160"/>
                  </a:lnTo>
                  <a:lnTo>
                    <a:pt x="9607" y="6963"/>
                  </a:lnTo>
                  <a:lnTo>
                    <a:pt x="9219" y="7401"/>
                  </a:lnTo>
                  <a:cubicBezTo>
                    <a:pt x="8770" y="6783"/>
                    <a:pt x="8284" y="6197"/>
                    <a:pt x="7761" y="5646"/>
                  </a:cubicBezTo>
                  <a:lnTo>
                    <a:pt x="10342" y="1880"/>
                  </a:lnTo>
                  <a:lnTo>
                    <a:pt x="10094" y="1711"/>
                  </a:lnTo>
                  <a:lnTo>
                    <a:pt x="7548" y="5425"/>
                  </a:lnTo>
                  <a:cubicBezTo>
                    <a:pt x="6949" y="4814"/>
                    <a:pt x="6304" y="4246"/>
                    <a:pt x="5620" y="3729"/>
                  </a:cubicBezTo>
                  <a:lnTo>
                    <a:pt x="7428" y="134"/>
                  </a:lnTo>
                  <a:lnTo>
                    <a:pt x="71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70"/>
            <p:cNvSpPr/>
            <p:nvPr/>
          </p:nvSpPr>
          <p:spPr>
            <a:xfrm>
              <a:off x="3505450" y="3096046"/>
              <a:ext cx="1960404" cy="884932"/>
            </a:xfrm>
            <a:custGeom>
              <a:rect b="b" l="l" r="r" t="t"/>
              <a:pathLst>
                <a:path extrusionOk="0" h="19522" w="43245">
                  <a:moveTo>
                    <a:pt x="27354" y="12643"/>
                  </a:moveTo>
                  <a:lnTo>
                    <a:pt x="27354" y="12643"/>
                  </a:lnTo>
                  <a:cubicBezTo>
                    <a:pt x="26469" y="13141"/>
                    <a:pt x="25483" y="13426"/>
                    <a:pt x="24385" y="13426"/>
                  </a:cubicBezTo>
                  <a:cubicBezTo>
                    <a:pt x="24060" y="13426"/>
                    <a:pt x="23726" y="13402"/>
                    <a:pt x="23382" y="13350"/>
                  </a:cubicBezTo>
                  <a:cubicBezTo>
                    <a:pt x="24691" y="13154"/>
                    <a:pt x="26017" y="12920"/>
                    <a:pt x="27354" y="12643"/>
                  </a:cubicBezTo>
                  <a:close/>
                  <a:moveTo>
                    <a:pt x="7588" y="0"/>
                  </a:moveTo>
                  <a:cubicBezTo>
                    <a:pt x="7553" y="22"/>
                    <a:pt x="7516" y="43"/>
                    <a:pt x="7481" y="65"/>
                  </a:cubicBezTo>
                  <a:cubicBezTo>
                    <a:pt x="2343" y="3294"/>
                    <a:pt x="1" y="6419"/>
                    <a:pt x="710" y="9098"/>
                  </a:cubicBezTo>
                  <a:cubicBezTo>
                    <a:pt x="1416" y="11772"/>
                    <a:pt x="5116" y="13496"/>
                    <a:pt x="11127" y="13953"/>
                  </a:cubicBezTo>
                  <a:cubicBezTo>
                    <a:pt x="12180" y="14033"/>
                    <a:pt x="13275" y="14071"/>
                    <a:pt x="14409" y="14071"/>
                  </a:cubicBezTo>
                  <a:cubicBezTo>
                    <a:pt x="14519" y="14071"/>
                    <a:pt x="14633" y="14068"/>
                    <a:pt x="14746" y="14068"/>
                  </a:cubicBezTo>
                  <a:lnTo>
                    <a:pt x="14449" y="14264"/>
                  </a:lnTo>
                  <a:lnTo>
                    <a:pt x="14613" y="14514"/>
                  </a:lnTo>
                  <a:lnTo>
                    <a:pt x="15296" y="14063"/>
                  </a:lnTo>
                  <a:cubicBezTo>
                    <a:pt x="16153" y="14048"/>
                    <a:pt x="17029" y="14009"/>
                    <a:pt x="17920" y="13950"/>
                  </a:cubicBezTo>
                  <a:lnTo>
                    <a:pt x="17920" y="13950"/>
                  </a:lnTo>
                  <a:lnTo>
                    <a:pt x="12307" y="18741"/>
                  </a:lnTo>
                  <a:lnTo>
                    <a:pt x="12502" y="18968"/>
                  </a:lnTo>
                  <a:lnTo>
                    <a:pt x="18419" y="13916"/>
                  </a:lnTo>
                  <a:lnTo>
                    <a:pt x="18431" y="13916"/>
                  </a:lnTo>
                  <a:cubicBezTo>
                    <a:pt x="19727" y="14820"/>
                    <a:pt x="21151" y="15548"/>
                    <a:pt x="22670" y="16072"/>
                  </a:cubicBezTo>
                  <a:lnTo>
                    <a:pt x="21102" y="18937"/>
                  </a:lnTo>
                  <a:lnTo>
                    <a:pt x="21363" y="19083"/>
                  </a:lnTo>
                  <a:lnTo>
                    <a:pt x="22957" y="16171"/>
                  </a:lnTo>
                  <a:cubicBezTo>
                    <a:pt x="24406" y="16642"/>
                    <a:pt x="25939" y="16927"/>
                    <a:pt x="27527" y="16996"/>
                  </a:cubicBezTo>
                  <a:lnTo>
                    <a:pt x="27396" y="19507"/>
                  </a:lnTo>
                  <a:lnTo>
                    <a:pt x="27695" y="19522"/>
                  </a:lnTo>
                  <a:lnTo>
                    <a:pt x="27825" y="17004"/>
                  </a:lnTo>
                  <a:cubicBezTo>
                    <a:pt x="27974" y="17008"/>
                    <a:pt x="28122" y="17012"/>
                    <a:pt x="28273" y="17012"/>
                  </a:cubicBezTo>
                  <a:cubicBezTo>
                    <a:pt x="30055" y="17012"/>
                    <a:pt x="31775" y="16739"/>
                    <a:pt x="33393" y="16233"/>
                  </a:cubicBezTo>
                  <a:lnTo>
                    <a:pt x="34271" y="18643"/>
                  </a:lnTo>
                  <a:lnTo>
                    <a:pt x="34553" y="18541"/>
                  </a:lnTo>
                  <a:lnTo>
                    <a:pt x="33680" y="16143"/>
                  </a:lnTo>
                  <a:cubicBezTo>
                    <a:pt x="34426" y="15896"/>
                    <a:pt x="35145" y="15600"/>
                    <a:pt x="35842" y="15258"/>
                  </a:cubicBezTo>
                  <a:lnTo>
                    <a:pt x="38151" y="18580"/>
                  </a:lnTo>
                  <a:lnTo>
                    <a:pt x="38395" y="18408"/>
                  </a:lnTo>
                  <a:lnTo>
                    <a:pt x="36112" y="15122"/>
                  </a:lnTo>
                  <a:cubicBezTo>
                    <a:pt x="37438" y="14447"/>
                    <a:pt x="38660" y="13605"/>
                    <a:pt x="39757" y="12625"/>
                  </a:cubicBezTo>
                  <a:lnTo>
                    <a:pt x="43072" y="14967"/>
                  </a:lnTo>
                  <a:lnTo>
                    <a:pt x="43244" y="14721"/>
                  </a:lnTo>
                  <a:lnTo>
                    <a:pt x="39985" y="12418"/>
                  </a:lnTo>
                  <a:cubicBezTo>
                    <a:pt x="40222" y="12198"/>
                    <a:pt x="40454" y="11971"/>
                    <a:pt x="40678" y="11740"/>
                  </a:cubicBezTo>
                  <a:cubicBezTo>
                    <a:pt x="40158" y="11646"/>
                    <a:pt x="39639" y="11554"/>
                    <a:pt x="39131" y="11466"/>
                  </a:cubicBezTo>
                  <a:cubicBezTo>
                    <a:pt x="38957" y="11621"/>
                    <a:pt x="38783" y="11777"/>
                    <a:pt x="38611" y="11932"/>
                  </a:cubicBezTo>
                  <a:cubicBezTo>
                    <a:pt x="38172" y="12309"/>
                    <a:pt x="37692" y="12618"/>
                    <a:pt x="37254" y="12950"/>
                  </a:cubicBezTo>
                  <a:cubicBezTo>
                    <a:pt x="36785" y="13242"/>
                    <a:pt x="36319" y="13507"/>
                    <a:pt x="35875" y="13774"/>
                  </a:cubicBezTo>
                  <a:cubicBezTo>
                    <a:pt x="35405" y="13994"/>
                    <a:pt x="34951" y="14205"/>
                    <a:pt x="34514" y="14411"/>
                  </a:cubicBezTo>
                  <a:cubicBezTo>
                    <a:pt x="34064" y="14578"/>
                    <a:pt x="33628" y="14728"/>
                    <a:pt x="33216" y="14873"/>
                  </a:cubicBezTo>
                  <a:cubicBezTo>
                    <a:pt x="32802" y="15015"/>
                    <a:pt x="32390" y="15081"/>
                    <a:pt x="32014" y="15179"/>
                  </a:cubicBezTo>
                  <a:cubicBezTo>
                    <a:pt x="31823" y="15223"/>
                    <a:pt x="31641" y="15266"/>
                    <a:pt x="31463" y="15309"/>
                  </a:cubicBezTo>
                  <a:cubicBezTo>
                    <a:pt x="31283" y="15332"/>
                    <a:pt x="31109" y="15356"/>
                    <a:pt x="30942" y="15377"/>
                  </a:cubicBezTo>
                  <a:cubicBezTo>
                    <a:pt x="30608" y="15420"/>
                    <a:pt x="30303" y="15463"/>
                    <a:pt x="30026" y="15500"/>
                  </a:cubicBezTo>
                  <a:cubicBezTo>
                    <a:pt x="29470" y="15545"/>
                    <a:pt x="29030" y="15533"/>
                    <a:pt x="28733" y="15548"/>
                  </a:cubicBezTo>
                  <a:cubicBezTo>
                    <a:pt x="28435" y="15555"/>
                    <a:pt x="28277" y="15560"/>
                    <a:pt x="28277" y="15560"/>
                  </a:cubicBezTo>
                  <a:cubicBezTo>
                    <a:pt x="28277" y="15560"/>
                    <a:pt x="28435" y="15548"/>
                    <a:pt x="28733" y="15525"/>
                  </a:cubicBezTo>
                  <a:cubicBezTo>
                    <a:pt x="29030" y="15497"/>
                    <a:pt x="29466" y="15480"/>
                    <a:pt x="30017" y="15416"/>
                  </a:cubicBezTo>
                  <a:cubicBezTo>
                    <a:pt x="30291" y="15369"/>
                    <a:pt x="30593" y="15317"/>
                    <a:pt x="30923" y="15259"/>
                  </a:cubicBezTo>
                  <a:cubicBezTo>
                    <a:pt x="31089" y="15231"/>
                    <a:pt x="31259" y="15202"/>
                    <a:pt x="31438" y="15171"/>
                  </a:cubicBezTo>
                  <a:cubicBezTo>
                    <a:pt x="31612" y="15122"/>
                    <a:pt x="31792" y="15074"/>
                    <a:pt x="31978" y="15022"/>
                  </a:cubicBezTo>
                  <a:cubicBezTo>
                    <a:pt x="32347" y="14909"/>
                    <a:pt x="32750" y="14830"/>
                    <a:pt x="33153" y="14672"/>
                  </a:cubicBezTo>
                  <a:cubicBezTo>
                    <a:pt x="33555" y="14518"/>
                    <a:pt x="33978" y="14356"/>
                    <a:pt x="34420" y="14185"/>
                  </a:cubicBezTo>
                  <a:cubicBezTo>
                    <a:pt x="34843" y="13976"/>
                    <a:pt x="35285" y="13755"/>
                    <a:pt x="35742" y="13530"/>
                  </a:cubicBezTo>
                  <a:cubicBezTo>
                    <a:pt x="36173" y="13257"/>
                    <a:pt x="36625" y="12986"/>
                    <a:pt x="37077" y="12688"/>
                  </a:cubicBezTo>
                  <a:cubicBezTo>
                    <a:pt x="37500" y="12351"/>
                    <a:pt x="37961" y="12039"/>
                    <a:pt x="38382" y="11659"/>
                  </a:cubicBezTo>
                  <a:cubicBezTo>
                    <a:pt x="38477" y="11570"/>
                    <a:pt x="38577" y="11479"/>
                    <a:pt x="38675" y="11389"/>
                  </a:cubicBezTo>
                  <a:cubicBezTo>
                    <a:pt x="36543" y="11027"/>
                    <a:pt x="34622" y="10734"/>
                    <a:pt x="33448" y="10616"/>
                  </a:cubicBezTo>
                  <a:cubicBezTo>
                    <a:pt x="32716" y="10542"/>
                    <a:pt x="32081" y="10472"/>
                    <a:pt x="31512" y="10405"/>
                  </a:cubicBezTo>
                  <a:cubicBezTo>
                    <a:pt x="30123" y="10786"/>
                    <a:pt x="28692" y="11141"/>
                    <a:pt x="27210" y="11446"/>
                  </a:cubicBezTo>
                  <a:cubicBezTo>
                    <a:pt x="26014" y="11694"/>
                    <a:pt x="24792" y="11921"/>
                    <a:pt x="23548" y="12114"/>
                  </a:cubicBezTo>
                  <a:cubicBezTo>
                    <a:pt x="22305" y="12309"/>
                    <a:pt x="21043" y="12472"/>
                    <a:pt x="19763" y="12599"/>
                  </a:cubicBezTo>
                  <a:cubicBezTo>
                    <a:pt x="18166" y="12755"/>
                    <a:pt x="16545" y="12858"/>
                    <a:pt x="14916" y="12878"/>
                  </a:cubicBezTo>
                  <a:cubicBezTo>
                    <a:pt x="14735" y="12880"/>
                    <a:pt x="14554" y="12881"/>
                    <a:pt x="14372" y="12881"/>
                  </a:cubicBezTo>
                  <a:cubicBezTo>
                    <a:pt x="13576" y="12881"/>
                    <a:pt x="12778" y="12862"/>
                    <a:pt x="11981" y="12818"/>
                  </a:cubicBezTo>
                  <a:cubicBezTo>
                    <a:pt x="10677" y="12740"/>
                    <a:pt x="9373" y="12599"/>
                    <a:pt x="8090" y="12352"/>
                  </a:cubicBezTo>
                  <a:cubicBezTo>
                    <a:pt x="7770" y="12290"/>
                    <a:pt x="7450" y="12222"/>
                    <a:pt x="7133" y="12144"/>
                  </a:cubicBezTo>
                  <a:cubicBezTo>
                    <a:pt x="6181" y="11914"/>
                    <a:pt x="5248" y="11609"/>
                    <a:pt x="4371" y="11170"/>
                  </a:cubicBezTo>
                  <a:cubicBezTo>
                    <a:pt x="3789" y="10875"/>
                    <a:pt x="3232" y="10512"/>
                    <a:pt x="2770" y="10038"/>
                  </a:cubicBezTo>
                  <a:cubicBezTo>
                    <a:pt x="2424" y="9684"/>
                    <a:pt x="2142" y="9242"/>
                    <a:pt x="1990" y="8760"/>
                  </a:cubicBezTo>
                  <a:cubicBezTo>
                    <a:pt x="1941" y="8604"/>
                    <a:pt x="1907" y="8447"/>
                    <a:pt x="1888" y="8283"/>
                  </a:cubicBezTo>
                  <a:cubicBezTo>
                    <a:pt x="1802" y="7617"/>
                    <a:pt x="1968" y="6958"/>
                    <a:pt x="2231" y="6380"/>
                  </a:cubicBezTo>
                  <a:cubicBezTo>
                    <a:pt x="2495" y="5797"/>
                    <a:pt x="2857" y="5278"/>
                    <a:pt x="3251" y="4798"/>
                  </a:cubicBezTo>
                  <a:cubicBezTo>
                    <a:pt x="4044" y="3845"/>
                    <a:pt x="4963" y="3046"/>
                    <a:pt x="5903" y="2334"/>
                  </a:cubicBezTo>
                  <a:cubicBezTo>
                    <a:pt x="6803" y="1655"/>
                    <a:pt x="7724" y="1052"/>
                    <a:pt x="8642" y="498"/>
                  </a:cubicBezTo>
                  <a:cubicBezTo>
                    <a:pt x="8281" y="325"/>
                    <a:pt x="7929" y="159"/>
                    <a:pt x="75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70"/>
            <p:cNvSpPr/>
            <p:nvPr/>
          </p:nvSpPr>
          <p:spPr>
            <a:xfrm>
              <a:off x="4182539" y="2870063"/>
              <a:ext cx="323765" cy="123842"/>
            </a:xfrm>
            <a:custGeom>
              <a:rect b="b" l="l" r="r" t="t"/>
              <a:pathLst>
                <a:path extrusionOk="0" h="2732" w="7142">
                  <a:moveTo>
                    <a:pt x="0" y="0"/>
                  </a:moveTo>
                  <a:lnTo>
                    <a:pt x="0" y="0"/>
                  </a:lnTo>
                  <a:cubicBezTo>
                    <a:pt x="1" y="0"/>
                    <a:pt x="61" y="90"/>
                    <a:pt x="211" y="226"/>
                  </a:cubicBezTo>
                  <a:cubicBezTo>
                    <a:pt x="359" y="362"/>
                    <a:pt x="593" y="548"/>
                    <a:pt x="915" y="746"/>
                  </a:cubicBezTo>
                  <a:cubicBezTo>
                    <a:pt x="1076" y="845"/>
                    <a:pt x="1255" y="954"/>
                    <a:pt x="1460" y="1055"/>
                  </a:cubicBezTo>
                  <a:cubicBezTo>
                    <a:pt x="1662" y="1166"/>
                    <a:pt x="1885" y="1268"/>
                    <a:pt x="2128" y="1373"/>
                  </a:cubicBezTo>
                  <a:cubicBezTo>
                    <a:pt x="2611" y="1585"/>
                    <a:pt x="3172" y="1792"/>
                    <a:pt x="3793" y="1981"/>
                  </a:cubicBezTo>
                  <a:cubicBezTo>
                    <a:pt x="4102" y="2087"/>
                    <a:pt x="4429" y="2166"/>
                    <a:pt x="4769" y="2259"/>
                  </a:cubicBezTo>
                  <a:cubicBezTo>
                    <a:pt x="5106" y="2356"/>
                    <a:pt x="5461" y="2431"/>
                    <a:pt x="5825" y="2510"/>
                  </a:cubicBezTo>
                  <a:cubicBezTo>
                    <a:pt x="6182" y="2591"/>
                    <a:pt x="6551" y="2670"/>
                    <a:pt x="6928" y="2732"/>
                  </a:cubicBezTo>
                  <a:cubicBezTo>
                    <a:pt x="6965" y="2397"/>
                    <a:pt x="7063" y="2125"/>
                    <a:pt x="7122" y="1961"/>
                  </a:cubicBezTo>
                  <a:cubicBezTo>
                    <a:pt x="7128" y="1941"/>
                    <a:pt x="7135" y="1925"/>
                    <a:pt x="7142" y="1906"/>
                  </a:cubicBezTo>
                  <a:cubicBezTo>
                    <a:pt x="7112" y="1905"/>
                    <a:pt x="7081" y="1903"/>
                    <a:pt x="7053" y="1901"/>
                  </a:cubicBezTo>
                  <a:cubicBezTo>
                    <a:pt x="6671" y="1883"/>
                    <a:pt x="6300" y="1845"/>
                    <a:pt x="5939" y="1805"/>
                  </a:cubicBezTo>
                  <a:cubicBezTo>
                    <a:pt x="5576" y="1769"/>
                    <a:pt x="5223" y="1733"/>
                    <a:pt x="4887" y="1676"/>
                  </a:cubicBezTo>
                  <a:cubicBezTo>
                    <a:pt x="4550" y="1624"/>
                    <a:pt x="4220" y="1584"/>
                    <a:pt x="3911" y="1515"/>
                  </a:cubicBezTo>
                  <a:cubicBezTo>
                    <a:pt x="3286" y="1397"/>
                    <a:pt x="2721" y="1260"/>
                    <a:pt x="2228" y="1106"/>
                  </a:cubicBezTo>
                  <a:cubicBezTo>
                    <a:pt x="1981" y="1030"/>
                    <a:pt x="1752" y="957"/>
                    <a:pt x="1545" y="871"/>
                  </a:cubicBezTo>
                  <a:cubicBezTo>
                    <a:pt x="1334" y="795"/>
                    <a:pt x="1147" y="709"/>
                    <a:pt x="979" y="630"/>
                  </a:cubicBezTo>
                  <a:cubicBezTo>
                    <a:pt x="644" y="473"/>
                    <a:pt x="395" y="316"/>
                    <a:pt x="234" y="199"/>
                  </a:cubicBezTo>
                  <a:cubicBezTo>
                    <a:pt x="72" y="81"/>
                    <a:pt x="1"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70"/>
            <p:cNvSpPr/>
            <p:nvPr/>
          </p:nvSpPr>
          <p:spPr>
            <a:xfrm>
              <a:off x="4483774" y="2548202"/>
              <a:ext cx="431520" cy="44242"/>
            </a:xfrm>
            <a:custGeom>
              <a:rect b="b" l="l" r="r" t="t"/>
              <a:pathLst>
                <a:path extrusionOk="0" h="976" w="9519">
                  <a:moveTo>
                    <a:pt x="0" y="1"/>
                  </a:moveTo>
                  <a:cubicBezTo>
                    <a:pt x="0" y="1"/>
                    <a:pt x="944" y="225"/>
                    <a:pt x="2385" y="436"/>
                  </a:cubicBezTo>
                  <a:cubicBezTo>
                    <a:pt x="3106" y="536"/>
                    <a:pt x="3949" y="645"/>
                    <a:pt x="4856" y="727"/>
                  </a:cubicBezTo>
                  <a:cubicBezTo>
                    <a:pt x="5762" y="816"/>
                    <a:pt x="6733" y="879"/>
                    <a:pt x="7707" y="927"/>
                  </a:cubicBezTo>
                  <a:cubicBezTo>
                    <a:pt x="8225" y="949"/>
                    <a:pt x="8746" y="965"/>
                    <a:pt x="9256" y="975"/>
                  </a:cubicBezTo>
                  <a:lnTo>
                    <a:pt x="9518" y="284"/>
                  </a:lnTo>
                  <a:lnTo>
                    <a:pt x="9518" y="284"/>
                  </a:lnTo>
                  <a:cubicBezTo>
                    <a:pt x="8925" y="316"/>
                    <a:pt x="8319" y="344"/>
                    <a:pt x="7712" y="360"/>
                  </a:cubicBezTo>
                  <a:cubicBezTo>
                    <a:pt x="7138" y="374"/>
                    <a:pt x="6563" y="382"/>
                    <a:pt x="6002" y="382"/>
                  </a:cubicBezTo>
                  <a:cubicBezTo>
                    <a:pt x="5620" y="382"/>
                    <a:pt x="5244" y="379"/>
                    <a:pt x="4879" y="370"/>
                  </a:cubicBezTo>
                  <a:cubicBezTo>
                    <a:pt x="3972" y="355"/>
                    <a:pt x="3128" y="305"/>
                    <a:pt x="2404" y="258"/>
                  </a:cubicBezTo>
                  <a:cubicBezTo>
                    <a:pt x="958" y="155"/>
                    <a:pt x="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70"/>
            <p:cNvSpPr/>
            <p:nvPr/>
          </p:nvSpPr>
          <p:spPr>
            <a:xfrm>
              <a:off x="3602371" y="3124742"/>
              <a:ext cx="1296283" cy="538883"/>
            </a:xfrm>
            <a:custGeom>
              <a:rect b="b" l="l" r="r" t="t"/>
              <a:pathLst>
                <a:path extrusionOk="0" h="11888" w="28595">
                  <a:moveTo>
                    <a:pt x="6792" y="1"/>
                  </a:moveTo>
                  <a:lnTo>
                    <a:pt x="6777" y="12"/>
                  </a:lnTo>
                  <a:cubicBezTo>
                    <a:pt x="5825" y="591"/>
                    <a:pt x="4871" y="1224"/>
                    <a:pt x="3948" y="1939"/>
                  </a:cubicBezTo>
                  <a:cubicBezTo>
                    <a:pt x="3028" y="2653"/>
                    <a:pt x="2125" y="3439"/>
                    <a:pt x="1360" y="4367"/>
                  </a:cubicBezTo>
                  <a:cubicBezTo>
                    <a:pt x="981" y="4833"/>
                    <a:pt x="636" y="5332"/>
                    <a:pt x="390" y="5880"/>
                  </a:cubicBezTo>
                  <a:cubicBezTo>
                    <a:pt x="145" y="6424"/>
                    <a:pt x="1" y="7023"/>
                    <a:pt x="79" y="7608"/>
                  </a:cubicBezTo>
                  <a:cubicBezTo>
                    <a:pt x="98" y="7756"/>
                    <a:pt x="128" y="7903"/>
                    <a:pt x="174" y="8044"/>
                  </a:cubicBezTo>
                  <a:cubicBezTo>
                    <a:pt x="308" y="8462"/>
                    <a:pt x="558" y="8848"/>
                    <a:pt x="876" y="9172"/>
                  </a:cubicBezTo>
                  <a:cubicBezTo>
                    <a:pt x="1302" y="9607"/>
                    <a:pt x="1830" y="9950"/>
                    <a:pt x="2388" y="10232"/>
                  </a:cubicBezTo>
                  <a:cubicBezTo>
                    <a:pt x="3515" y="10791"/>
                    <a:pt x="4760" y="11131"/>
                    <a:pt x="6021" y="11373"/>
                  </a:cubicBezTo>
                  <a:cubicBezTo>
                    <a:pt x="6652" y="11491"/>
                    <a:pt x="7291" y="11585"/>
                    <a:pt x="7933" y="11657"/>
                  </a:cubicBezTo>
                  <a:cubicBezTo>
                    <a:pt x="8574" y="11730"/>
                    <a:pt x="9220" y="11782"/>
                    <a:pt x="9867" y="11818"/>
                  </a:cubicBezTo>
                  <a:cubicBezTo>
                    <a:pt x="10696" y="11866"/>
                    <a:pt x="11527" y="11888"/>
                    <a:pt x="12357" y="11888"/>
                  </a:cubicBezTo>
                  <a:cubicBezTo>
                    <a:pt x="14114" y="11888"/>
                    <a:pt x="15868" y="11789"/>
                    <a:pt x="17595" y="11625"/>
                  </a:cubicBezTo>
                  <a:cubicBezTo>
                    <a:pt x="20135" y="11382"/>
                    <a:pt x="22623" y="10990"/>
                    <a:pt x="25008" y="10501"/>
                  </a:cubicBezTo>
                  <a:cubicBezTo>
                    <a:pt x="25604" y="10379"/>
                    <a:pt x="26192" y="10249"/>
                    <a:pt x="26776" y="10114"/>
                  </a:cubicBezTo>
                  <a:cubicBezTo>
                    <a:pt x="27392" y="9973"/>
                    <a:pt x="27997" y="9826"/>
                    <a:pt x="28595" y="9674"/>
                  </a:cubicBezTo>
                  <a:cubicBezTo>
                    <a:pt x="28024" y="9597"/>
                    <a:pt x="27529" y="9522"/>
                    <a:pt x="27077" y="9441"/>
                  </a:cubicBezTo>
                  <a:cubicBezTo>
                    <a:pt x="26351" y="9616"/>
                    <a:pt x="25615" y="9784"/>
                    <a:pt x="24863" y="9936"/>
                  </a:cubicBezTo>
                  <a:cubicBezTo>
                    <a:pt x="24392" y="10031"/>
                    <a:pt x="23916" y="10121"/>
                    <a:pt x="23437" y="10206"/>
                  </a:cubicBezTo>
                  <a:cubicBezTo>
                    <a:pt x="21361" y="10591"/>
                    <a:pt x="19207" y="10893"/>
                    <a:pt x="17011" y="11065"/>
                  </a:cubicBezTo>
                  <a:cubicBezTo>
                    <a:pt x="16426" y="11111"/>
                    <a:pt x="15836" y="11146"/>
                    <a:pt x="15247" y="11171"/>
                  </a:cubicBezTo>
                  <a:cubicBezTo>
                    <a:pt x="14632" y="11197"/>
                    <a:pt x="14016" y="11211"/>
                    <a:pt x="13398" y="11211"/>
                  </a:cubicBezTo>
                  <a:cubicBezTo>
                    <a:pt x="12630" y="11211"/>
                    <a:pt x="11861" y="11189"/>
                    <a:pt x="11092" y="11142"/>
                  </a:cubicBezTo>
                  <a:cubicBezTo>
                    <a:pt x="10832" y="11125"/>
                    <a:pt x="10571" y="11107"/>
                    <a:pt x="10310" y="11085"/>
                  </a:cubicBezTo>
                  <a:cubicBezTo>
                    <a:pt x="9190" y="10986"/>
                    <a:pt x="8076" y="10825"/>
                    <a:pt x="6984" y="10563"/>
                  </a:cubicBezTo>
                  <a:cubicBezTo>
                    <a:pt x="5987" y="10334"/>
                    <a:pt x="5000" y="10030"/>
                    <a:pt x="4095" y="9541"/>
                  </a:cubicBezTo>
                  <a:cubicBezTo>
                    <a:pt x="3645" y="9295"/>
                    <a:pt x="3218" y="8998"/>
                    <a:pt x="2858" y="8620"/>
                  </a:cubicBezTo>
                  <a:cubicBezTo>
                    <a:pt x="2563" y="8308"/>
                    <a:pt x="2333" y="7921"/>
                    <a:pt x="2214" y="7501"/>
                  </a:cubicBezTo>
                  <a:cubicBezTo>
                    <a:pt x="2188" y="7412"/>
                    <a:pt x="2162" y="7325"/>
                    <a:pt x="2148" y="7234"/>
                  </a:cubicBezTo>
                  <a:cubicBezTo>
                    <a:pt x="2035" y="6640"/>
                    <a:pt x="2155" y="6025"/>
                    <a:pt x="2380" y="5492"/>
                  </a:cubicBezTo>
                  <a:cubicBezTo>
                    <a:pt x="2603" y="4954"/>
                    <a:pt x="2924" y="4474"/>
                    <a:pt x="3275" y="4035"/>
                  </a:cubicBezTo>
                  <a:cubicBezTo>
                    <a:pt x="3982" y="3158"/>
                    <a:pt x="4812" y="2429"/>
                    <a:pt x="5661" y="1779"/>
                  </a:cubicBezTo>
                  <a:cubicBezTo>
                    <a:pt x="6312" y="1282"/>
                    <a:pt x="6977" y="831"/>
                    <a:pt x="7644" y="412"/>
                  </a:cubicBezTo>
                  <a:cubicBezTo>
                    <a:pt x="7357" y="274"/>
                    <a:pt x="7071" y="135"/>
                    <a:pt x="67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70"/>
            <p:cNvSpPr/>
            <p:nvPr/>
          </p:nvSpPr>
          <p:spPr>
            <a:xfrm>
              <a:off x="3710036" y="3149720"/>
              <a:ext cx="1089929" cy="468712"/>
            </a:xfrm>
            <a:custGeom>
              <a:rect b="b" l="l" r="r" t="t"/>
              <a:pathLst>
                <a:path extrusionOk="0" h="10340" w="24043">
                  <a:moveTo>
                    <a:pt x="5561" y="1"/>
                  </a:moveTo>
                  <a:cubicBezTo>
                    <a:pt x="4856" y="449"/>
                    <a:pt x="4155" y="930"/>
                    <a:pt x="3471" y="1463"/>
                  </a:cubicBezTo>
                  <a:cubicBezTo>
                    <a:pt x="2641" y="2114"/>
                    <a:pt x="1828" y="2830"/>
                    <a:pt x="1150" y="3679"/>
                  </a:cubicBezTo>
                  <a:cubicBezTo>
                    <a:pt x="812" y="4103"/>
                    <a:pt x="506" y="4568"/>
                    <a:pt x="304" y="5071"/>
                  </a:cubicBezTo>
                  <a:cubicBezTo>
                    <a:pt x="101" y="5563"/>
                    <a:pt x="0" y="6099"/>
                    <a:pt x="99" y="6621"/>
                  </a:cubicBezTo>
                  <a:cubicBezTo>
                    <a:pt x="114" y="6703"/>
                    <a:pt x="142" y="6782"/>
                    <a:pt x="168" y="6863"/>
                  </a:cubicBezTo>
                  <a:cubicBezTo>
                    <a:pt x="295" y="7290"/>
                    <a:pt x="551" y="7675"/>
                    <a:pt x="885" y="7992"/>
                  </a:cubicBezTo>
                  <a:cubicBezTo>
                    <a:pt x="1282" y="8372"/>
                    <a:pt x="1767" y="8670"/>
                    <a:pt x="2278" y="8916"/>
                  </a:cubicBezTo>
                  <a:cubicBezTo>
                    <a:pt x="3309" y="9401"/>
                    <a:pt x="4437" y="9700"/>
                    <a:pt x="5581" y="9908"/>
                  </a:cubicBezTo>
                  <a:cubicBezTo>
                    <a:pt x="6440" y="10063"/>
                    <a:pt x="7313" y="10165"/>
                    <a:pt x="8188" y="10232"/>
                  </a:cubicBezTo>
                  <a:cubicBezTo>
                    <a:pt x="8480" y="10253"/>
                    <a:pt x="8772" y="10272"/>
                    <a:pt x="9064" y="10287"/>
                  </a:cubicBezTo>
                  <a:cubicBezTo>
                    <a:pt x="9753" y="10323"/>
                    <a:pt x="10442" y="10340"/>
                    <a:pt x="11131" y="10340"/>
                  </a:cubicBezTo>
                  <a:cubicBezTo>
                    <a:pt x="12786" y="10340"/>
                    <a:pt x="14438" y="10243"/>
                    <a:pt x="16065" y="10082"/>
                  </a:cubicBezTo>
                  <a:cubicBezTo>
                    <a:pt x="18368" y="9852"/>
                    <a:pt x="20620" y="9489"/>
                    <a:pt x="22777" y="9040"/>
                  </a:cubicBezTo>
                  <a:cubicBezTo>
                    <a:pt x="23204" y="8951"/>
                    <a:pt x="23623" y="8856"/>
                    <a:pt x="24043" y="8759"/>
                  </a:cubicBezTo>
                  <a:cubicBezTo>
                    <a:pt x="23602" y="8668"/>
                    <a:pt x="23193" y="8563"/>
                    <a:pt x="22777" y="8446"/>
                  </a:cubicBezTo>
                  <a:cubicBezTo>
                    <a:pt x="22583" y="8486"/>
                    <a:pt x="22394" y="8529"/>
                    <a:pt x="22199" y="8568"/>
                  </a:cubicBezTo>
                  <a:cubicBezTo>
                    <a:pt x="21291" y="8749"/>
                    <a:pt x="20366" y="8911"/>
                    <a:pt x="19427" y="9048"/>
                  </a:cubicBezTo>
                  <a:cubicBezTo>
                    <a:pt x="18988" y="9117"/>
                    <a:pt x="18545" y="9181"/>
                    <a:pt x="18101" y="9240"/>
                  </a:cubicBezTo>
                  <a:cubicBezTo>
                    <a:pt x="16762" y="9417"/>
                    <a:pt x="15399" y="9547"/>
                    <a:pt x="14022" y="9614"/>
                  </a:cubicBezTo>
                  <a:cubicBezTo>
                    <a:pt x="13530" y="9637"/>
                    <a:pt x="13034" y="9652"/>
                    <a:pt x="12537" y="9657"/>
                  </a:cubicBezTo>
                  <a:cubicBezTo>
                    <a:pt x="12403" y="9659"/>
                    <a:pt x="12268" y="9660"/>
                    <a:pt x="12134" y="9660"/>
                  </a:cubicBezTo>
                  <a:cubicBezTo>
                    <a:pt x="11979" y="9660"/>
                    <a:pt x="11824" y="9659"/>
                    <a:pt x="11668" y="9656"/>
                  </a:cubicBezTo>
                  <a:cubicBezTo>
                    <a:pt x="11087" y="9648"/>
                    <a:pt x="10507" y="9624"/>
                    <a:pt x="9927" y="9583"/>
                  </a:cubicBezTo>
                  <a:cubicBezTo>
                    <a:pt x="9637" y="9563"/>
                    <a:pt x="9348" y="9538"/>
                    <a:pt x="9058" y="9510"/>
                  </a:cubicBezTo>
                  <a:cubicBezTo>
                    <a:pt x="8839" y="9488"/>
                    <a:pt x="8623" y="9461"/>
                    <a:pt x="8405" y="9434"/>
                  </a:cubicBezTo>
                  <a:cubicBezTo>
                    <a:pt x="8171" y="9403"/>
                    <a:pt x="7938" y="9369"/>
                    <a:pt x="7707" y="9330"/>
                  </a:cubicBezTo>
                  <a:cubicBezTo>
                    <a:pt x="7010" y="9214"/>
                    <a:pt x="6320" y="9061"/>
                    <a:pt x="5647" y="8853"/>
                  </a:cubicBezTo>
                  <a:cubicBezTo>
                    <a:pt x="4931" y="8647"/>
                    <a:pt x="4226" y="8386"/>
                    <a:pt x="3587" y="7992"/>
                  </a:cubicBezTo>
                  <a:cubicBezTo>
                    <a:pt x="3270" y="7796"/>
                    <a:pt x="2968" y="7564"/>
                    <a:pt x="2714" y="7282"/>
                  </a:cubicBezTo>
                  <a:cubicBezTo>
                    <a:pt x="2472" y="7013"/>
                    <a:pt x="2284" y="6687"/>
                    <a:pt x="2194" y="6327"/>
                  </a:cubicBezTo>
                  <a:cubicBezTo>
                    <a:pt x="2189" y="6307"/>
                    <a:pt x="2181" y="6287"/>
                    <a:pt x="2176" y="6266"/>
                  </a:cubicBezTo>
                  <a:cubicBezTo>
                    <a:pt x="2036" y="5743"/>
                    <a:pt x="2108" y="5173"/>
                    <a:pt x="2292" y="4687"/>
                  </a:cubicBezTo>
                  <a:cubicBezTo>
                    <a:pt x="2476" y="4192"/>
                    <a:pt x="2754" y="3754"/>
                    <a:pt x="3062" y="3352"/>
                  </a:cubicBezTo>
                  <a:cubicBezTo>
                    <a:pt x="3685" y="2553"/>
                    <a:pt x="4425" y="1893"/>
                    <a:pt x="5184" y="1305"/>
                  </a:cubicBezTo>
                  <a:cubicBezTo>
                    <a:pt x="5592" y="989"/>
                    <a:pt x="6005" y="700"/>
                    <a:pt x="6424" y="424"/>
                  </a:cubicBezTo>
                  <a:cubicBezTo>
                    <a:pt x="6136" y="281"/>
                    <a:pt x="5847" y="140"/>
                    <a:pt x="55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70"/>
            <p:cNvSpPr/>
            <p:nvPr/>
          </p:nvSpPr>
          <p:spPr>
            <a:xfrm>
              <a:off x="4182584" y="2785744"/>
              <a:ext cx="347519" cy="147821"/>
            </a:xfrm>
            <a:custGeom>
              <a:rect b="b" l="l" r="r" t="t"/>
              <a:pathLst>
                <a:path extrusionOk="0" h="3261" w="7666">
                  <a:moveTo>
                    <a:pt x="1" y="0"/>
                  </a:moveTo>
                  <a:cubicBezTo>
                    <a:pt x="1" y="1"/>
                    <a:pt x="69" y="218"/>
                    <a:pt x="319" y="524"/>
                  </a:cubicBezTo>
                  <a:cubicBezTo>
                    <a:pt x="445" y="675"/>
                    <a:pt x="605" y="857"/>
                    <a:pt x="820" y="1028"/>
                  </a:cubicBezTo>
                  <a:cubicBezTo>
                    <a:pt x="1023" y="1216"/>
                    <a:pt x="1281" y="1388"/>
                    <a:pt x="1565" y="1572"/>
                  </a:cubicBezTo>
                  <a:cubicBezTo>
                    <a:pt x="1857" y="1740"/>
                    <a:pt x="2174" y="1930"/>
                    <a:pt x="2532" y="2075"/>
                  </a:cubicBezTo>
                  <a:cubicBezTo>
                    <a:pt x="2880" y="2247"/>
                    <a:pt x="3265" y="2376"/>
                    <a:pt x="3663" y="2516"/>
                  </a:cubicBezTo>
                  <a:cubicBezTo>
                    <a:pt x="4062" y="2646"/>
                    <a:pt x="4482" y="2753"/>
                    <a:pt x="4909" y="2866"/>
                  </a:cubicBezTo>
                  <a:cubicBezTo>
                    <a:pt x="5340" y="2951"/>
                    <a:pt x="5778" y="3035"/>
                    <a:pt x="6216" y="3121"/>
                  </a:cubicBezTo>
                  <a:cubicBezTo>
                    <a:pt x="6592" y="3168"/>
                    <a:pt x="6968" y="3215"/>
                    <a:pt x="7341" y="3261"/>
                  </a:cubicBezTo>
                  <a:cubicBezTo>
                    <a:pt x="7435" y="3056"/>
                    <a:pt x="7544" y="2866"/>
                    <a:pt x="7666" y="2692"/>
                  </a:cubicBezTo>
                  <a:cubicBezTo>
                    <a:pt x="7644" y="2690"/>
                    <a:pt x="7623" y="2686"/>
                    <a:pt x="7602" y="2685"/>
                  </a:cubicBezTo>
                  <a:cubicBezTo>
                    <a:pt x="7176" y="2626"/>
                    <a:pt x="6745" y="2565"/>
                    <a:pt x="6314" y="2505"/>
                  </a:cubicBezTo>
                  <a:cubicBezTo>
                    <a:pt x="5885" y="2430"/>
                    <a:pt x="5460" y="2353"/>
                    <a:pt x="5038" y="2279"/>
                  </a:cubicBezTo>
                  <a:cubicBezTo>
                    <a:pt x="4626" y="2172"/>
                    <a:pt x="4211" y="2101"/>
                    <a:pt x="3820" y="1991"/>
                  </a:cubicBezTo>
                  <a:cubicBezTo>
                    <a:pt x="3435" y="1871"/>
                    <a:pt x="3050" y="1782"/>
                    <a:pt x="2707" y="1646"/>
                  </a:cubicBezTo>
                  <a:cubicBezTo>
                    <a:pt x="2352" y="1530"/>
                    <a:pt x="2035" y="1388"/>
                    <a:pt x="1736" y="1260"/>
                  </a:cubicBezTo>
                  <a:cubicBezTo>
                    <a:pt x="1451" y="1114"/>
                    <a:pt x="1179" y="986"/>
                    <a:pt x="962" y="838"/>
                  </a:cubicBezTo>
                  <a:cubicBezTo>
                    <a:pt x="735" y="703"/>
                    <a:pt x="555" y="560"/>
                    <a:pt x="410" y="440"/>
                  </a:cubicBezTo>
                  <a:cubicBezTo>
                    <a:pt x="267" y="315"/>
                    <a:pt x="162" y="207"/>
                    <a:pt x="95" y="128"/>
                  </a:cubicBezTo>
                  <a:cubicBezTo>
                    <a:pt x="30" y="50"/>
                    <a:pt x="1" y="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70"/>
            <p:cNvSpPr/>
            <p:nvPr/>
          </p:nvSpPr>
          <p:spPr>
            <a:xfrm>
              <a:off x="3647296" y="2289715"/>
              <a:ext cx="2196178" cy="1412528"/>
            </a:xfrm>
            <a:custGeom>
              <a:rect b="b" l="l" r="r" t="t"/>
              <a:pathLst>
                <a:path extrusionOk="0" h="31161" w="48446">
                  <a:moveTo>
                    <a:pt x="1285" y="14394"/>
                  </a:moveTo>
                  <a:lnTo>
                    <a:pt x="1285" y="14394"/>
                  </a:lnTo>
                  <a:cubicBezTo>
                    <a:pt x="1285" y="14394"/>
                    <a:pt x="2230" y="14727"/>
                    <a:pt x="3615" y="15303"/>
                  </a:cubicBezTo>
                  <a:cubicBezTo>
                    <a:pt x="3961" y="15445"/>
                    <a:pt x="4337" y="15601"/>
                    <a:pt x="4729" y="15773"/>
                  </a:cubicBezTo>
                  <a:cubicBezTo>
                    <a:pt x="5124" y="15942"/>
                    <a:pt x="5540" y="16121"/>
                    <a:pt x="5967" y="16314"/>
                  </a:cubicBezTo>
                  <a:cubicBezTo>
                    <a:pt x="6393" y="16509"/>
                    <a:pt x="6836" y="16702"/>
                    <a:pt x="7281" y="16912"/>
                  </a:cubicBezTo>
                  <a:cubicBezTo>
                    <a:pt x="7728" y="17120"/>
                    <a:pt x="8180" y="17332"/>
                    <a:pt x="8633" y="17545"/>
                  </a:cubicBezTo>
                  <a:cubicBezTo>
                    <a:pt x="9080" y="17764"/>
                    <a:pt x="9529" y="17985"/>
                    <a:pt x="9970" y="18201"/>
                  </a:cubicBezTo>
                  <a:cubicBezTo>
                    <a:pt x="10414" y="18416"/>
                    <a:pt x="10842" y="18641"/>
                    <a:pt x="11258" y="18855"/>
                  </a:cubicBezTo>
                  <a:cubicBezTo>
                    <a:pt x="11676" y="19066"/>
                    <a:pt x="12075" y="19280"/>
                    <a:pt x="12453" y="19483"/>
                  </a:cubicBezTo>
                  <a:cubicBezTo>
                    <a:pt x="12832" y="19685"/>
                    <a:pt x="13188" y="19879"/>
                    <a:pt x="13516" y="20065"/>
                  </a:cubicBezTo>
                  <a:cubicBezTo>
                    <a:pt x="14172" y="20429"/>
                    <a:pt x="14711" y="20744"/>
                    <a:pt x="15087" y="20971"/>
                  </a:cubicBezTo>
                  <a:cubicBezTo>
                    <a:pt x="15463" y="21195"/>
                    <a:pt x="15674" y="21330"/>
                    <a:pt x="15674" y="21330"/>
                  </a:cubicBezTo>
                  <a:cubicBezTo>
                    <a:pt x="15674" y="21330"/>
                    <a:pt x="15443" y="21236"/>
                    <a:pt x="15040" y="21065"/>
                  </a:cubicBezTo>
                  <a:cubicBezTo>
                    <a:pt x="14638" y="20891"/>
                    <a:pt x="14065" y="20643"/>
                    <a:pt x="13381" y="20335"/>
                  </a:cubicBezTo>
                  <a:cubicBezTo>
                    <a:pt x="13040" y="20180"/>
                    <a:pt x="12671" y="20012"/>
                    <a:pt x="12280" y="19836"/>
                  </a:cubicBezTo>
                  <a:cubicBezTo>
                    <a:pt x="11891" y="19656"/>
                    <a:pt x="11480" y="19467"/>
                    <a:pt x="11054" y="19270"/>
                  </a:cubicBezTo>
                  <a:cubicBezTo>
                    <a:pt x="10631" y="19068"/>
                    <a:pt x="10191" y="18872"/>
                    <a:pt x="9749" y="18657"/>
                  </a:cubicBezTo>
                  <a:cubicBezTo>
                    <a:pt x="9306" y="18447"/>
                    <a:pt x="8856" y="18233"/>
                    <a:pt x="8405" y="18018"/>
                  </a:cubicBezTo>
                  <a:cubicBezTo>
                    <a:pt x="7956" y="17799"/>
                    <a:pt x="7506" y="17582"/>
                    <a:pt x="7064" y="17367"/>
                  </a:cubicBezTo>
                  <a:cubicBezTo>
                    <a:pt x="6621" y="17155"/>
                    <a:pt x="6192" y="16936"/>
                    <a:pt x="5770" y="16729"/>
                  </a:cubicBezTo>
                  <a:cubicBezTo>
                    <a:pt x="5350" y="16524"/>
                    <a:pt x="4948" y="16315"/>
                    <a:pt x="4565" y="16123"/>
                  </a:cubicBezTo>
                  <a:cubicBezTo>
                    <a:pt x="4183" y="15926"/>
                    <a:pt x="3821" y="15742"/>
                    <a:pt x="3490" y="15573"/>
                  </a:cubicBezTo>
                  <a:cubicBezTo>
                    <a:pt x="2158" y="14887"/>
                    <a:pt x="1285" y="14394"/>
                    <a:pt x="1285" y="14394"/>
                  </a:cubicBezTo>
                  <a:close/>
                  <a:moveTo>
                    <a:pt x="1230" y="15319"/>
                  </a:moveTo>
                  <a:cubicBezTo>
                    <a:pt x="1230" y="15319"/>
                    <a:pt x="1290" y="15340"/>
                    <a:pt x="1406" y="15383"/>
                  </a:cubicBezTo>
                  <a:cubicBezTo>
                    <a:pt x="1520" y="15426"/>
                    <a:pt x="1692" y="15481"/>
                    <a:pt x="1902" y="15567"/>
                  </a:cubicBezTo>
                  <a:cubicBezTo>
                    <a:pt x="2115" y="15653"/>
                    <a:pt x="2374" y="15753"/>
                    <a:pt x="2666" y="15876"/>
                  </a:cubicBezTo>
                  <a:cubicBezTo>
                    <a:pt x="2961" y="15998"/>
                    <a:pt x="3291" y="16137"/>
                    <a:pt x="3648" y="16298"/>
                  </a:cubicBezTo>
                  <a:cubicBezTo>
                    <a:pt x="4365" y="16613"/>
                    <a:pt x="5196" y="16988"/>
                    <a:pt x="6080" y="17406"/>
                  </a:cubicBezTo>
                  <a:cubicBezTo>
                    <a:pt x="6965" y="17823"/>
                    <a:pt x="7904" y="18277"/>
                    <a:pt x="8840" y="18737"/>
                  </a:cubicBezTo>
                  <a:cubicBezTo>
                    <a:pt x="9773" y="19204"/>
                    <a:pt x="10704" y="19677"/>
                    <a:pt x="11571" y="20125"/>
                  </a:cubicBezTo>
                  <a:cubicBezTo>
                    <a:pt x="12441" y="20574"/>
                    <a:pt x="13242" y="21013"/>
                    <a:pt x="13928" y="21387"/>
                  </a:cubicBezTo>
                  <a:cubicBezTo>
                    <a:pt x="14613" y="21765"/>
                    <a:pt x="15175" y="22095"/>
                    <a:pt x="15568" y="22327"/>
                  </a:cubicBezTo>
                  <a:cubicBezTo>
                    <a:pt x="15958" y="22568"/>
                    <a:pt x="16179" y="22703"/>
                    <a:pt x="16179" y="22703"/>
                  </a:cubicBezTo>
                  <a:cubicBezTo>
                    <a:pt x="16179" y="22703"/>
                    <a:pt x="15950" y="22577"/>
                    <a:pt x="15551" y="22357"/>
                  </a:cubicBezTo>
                  <a:cubicBezTo>
                    <a:pt x="15350" y="22248"/>
                    <a:pt x="15107" y="22118"/>
                    <a:pt x="14826" y="21968"/>
                  </a:cubicBezTo>
                  <a:cubicBezTo>
                    <a:pt x="14544" y="21820"/>
                    <a:pt x="14227" y="21653"/>
                    <a:pt x="13881" y="21473"/>
                  </a:cubicBezTo>
                  <a:cubicBezTo>
                    <a:pt x="13188" y="21112"/>
                    <a:pt x="12374" y="20703"/>
                    <a:pt x="11503" y="20259"/>
                  </a:cubicBezTo>
                  <a:cubicBezTo>
                    <a:pt x="10631" y="19816"/>
                    <a:pt x="9698" y="19352"/>
                    <a:pt x="8763" y="18891"/>
                  </a:cubicBezTo>
                  <a:cubicBezTo>
                    <a:pt x="7831" y="18425"/>
                    <a:pt x="6895" y="17964"/>
                    <a:pt x="6016" y="17540"/>
                  </a:cubicBezTo>
                  <a:cubicBezTo>
                    <a:pt x="5133" y="17117"/>
                    <a:pt x="4317" y="16713"/>
                    <a:pt x="3607" y="16385"/>
                  </a:cubicBezTo>
                  <a:cubicBezTo>
                    <a:pt x="3252" y="16220"/>
                    <a:pt x="2927" y="16068"/>
                    <a:pt x="2640" y="15935"/>
                  </a:cubicBezTo>
                  <a:cubicBezTo>
                    <a:pt x="2352" y="15800"/>
                    <a:pt x="2097" y="15692"/>
                    <a:pt x="1889" y="15598"/>
                  </a:cubicBezTo>
                  <a:cubicBezTo>
                    <a:pt x="1681" y="15506"/>
                    <a:pt x="1513" y="15438"/>
                    <a:pt x="1403" y="15391"/>
                  </a:cubicBezTo>
                  <a:cubicBezTo>
                    <a:pt x="1290" y="15344"/>
                    <a:pt x="1230" y="15319"/>
                    <a:pt x="1230" y="15319"/>
                  </a:cubicBezTo>
                  <a:close/>
                  <a:moveTo>
                    <a:pt x="22954" y="21829"/>
                  </a:moveTo>
                  <a:cubicBezTo>
                    <a:pt x="22976" y="21829"/>
                    <a:pt x="22999" y="21829"/>
                    <a:pt x="23022" y="21829"/>
                  </a:cubicBezTo>
                  <a:cubicBezTo>
                    <a:pt x="23214" y="21839"/>
                    <a:pt x="23407" y="21864"/>
                    <a:pt x="23593" y="21906"/>
                  </a:cubicBezTo>
                  <a:cubicBezTo>
                    <a:pt x="23684" y="21927"/>
                    <a:pt x="23777" y="21950"/>
                    <a:pt x="23869" y="21980"/>
                  </a:cubicBezTo>
                  <a:cubicBezTo>
                    <a:pt x="23963" y="22006"/>
                    <a:pt x="24050" y="22035"/>
                    <a:pt x="24132" y="22067"/>
                  </a:cubicBezTo>
                  <a:lnTo>
                    <a:pt x="24257" y="22113"/>
                  </a:lnTo>
                  <a:cubicBezTo>
                    <a:pt x="24307" y="22131"/>
                    <a:pt x="24342" y="22147"/>
                    <a:pt x="24386" y="22165"/>
                  </a:cubicBezTo>
                  <a:cubicBezTo>
                    <a:pt x="24468" y="22199"/>
                    <a:pt x="24550" y="22236"/>
                    <a:pt x="24629" y="22274"/>
                  </a:cubicBezTo>
                  <a:cubicBezTo>
                    <a:pt x="24945" y="22424"/>
                    <a:pt x="25224" y="22608"/>
                    <a:pt x="25432" y="22799"/>
                  </a:cubicBezTo>
                  <a:cubicBezTo>
                    <a:pt x="25642" y="22987"/>
                    <a:pt x="25776" y="23182"/>
                    <a:pt x="25858" y="23317"/>
                  </a:cubicBezTo>
                  <a:cubicBezTo>
                    <a:pt x="25898" y="23388"/>
                    <a:pt x="25926" y="23443"/>
                    <a:pt x="25944" y="23482"/>
                  </a:cubicBezTo>
                  <a:cubicBezTo>
                    <a:pt x="25963" y="23521"/>
                    <a:pt x="25971" y="23541"/>
                    <a:pt x="25971" y="23541"/>
                  </a:cubicBezTo>
                  <a:cubicBezTo>
                    <a:pt x="25971" y="23541"/>
                    <a:pt x="25916" y="23468"/>
                    <a:pt x="25808" y="23353"/>
                  </a:cubicBezTo>
                  <a:cubicBezTo>
                    <a:pt x="25702" y="23237"/>
                    <a:pt x="25534" y="23092"/>
                    <a:pt x="25313" y="22952"/>
                  </a:cubicBezTo>
                  <a:cubicBezTo>
                    <a:pt x="25091" y="22812"/>
                    <a:pt x="24812" y="22686"/>
                    <a:pt x="24502" y="22583"/>
                  </a:cubicBezTo>
                  <a:cubicBezTo>
                    <a:pt x="24425" y="22557"/>
                    <a:pt x="24345" y="22532"/>
                    <a:pt x="24264" y="22509"/>
                  </a:cubicBezTo>
                  <a:cubicBezTo>
                    <a:pt x="24225" y="22498"/>
                    <a:pt x="24178" y="22483"/>
                    <a:pt x="24144" y="22477"/>
                  </a:cubicBezTo>
                  <a:lnTo>
                    <a:pt x="24016" y="22444"/>
                  </a:lnTo>
                  <a:cubicBezTo>
                    <a:pt x="23928" y="22421"/>
                    <a:pt x="23844" y="22403"/>
                    <a:pt x="23762" y="22388"/>
                  </a:cubicBezTo>
                  <a:cubicBezTo>
                    <a:pt x="23680" y="22369"/>
                    <a:pt x="23595" y="22357"/>
                    <a:pt x="23509" y="22346"/>
                  </a:cubicBezTo>
                  <a:cubicBezTo>
                    <a:pt x="23341" y="22319"/>
                    <a:pt x="23174" y="22313"/>
                    <a:pt x="23011" y="22309"/>
                  </a:cubicBezTo>
                  <a:cubicBezTo>
                    <a:pt x="22850" y="22314"/>
                    <a:pt x="22692" y="22321"/>
                    <a:pt x="22542" y="22348"/>
                  </a:cubicBezTo>
                  <a:cubicBezTo>
                    <a:pt x="22392" y="22369"/>
                    <a:pt x="22252" y="22411"/>
                    <a:pt x="22117" y="22454"/>
                  </a:cubicBezTo>
                  <a:cubicBezTo>
                    <a:pt x="22050" y="22477"/>
                    <a:pt x="21986" y="22505"/>
                    <a:pt x="21925" y="22530"/>
                  </a:cubicBezTo>
                  <a:cubicBezTo>
                    <a:pt x="21863" y="22560"/>
                    <a:pt x="21804" y="22588"/>
                    <a:pt x="21747" y="22616"/>
                  </a:cubicBezTo>
                  <a:cubicBezTo>
                    <a:pt x="21692" y="22648"/>
                    <a:pt x="21636" y="22677"/>
                    <a:pt x="21584" y="22703"/>
                  </a:cubicBezTo>
                  <a:cubicBezTo>
                    <a:pt x="21533" y="22733"/>
                    <a:pt x="21486" y="22763"/>
                    <a:pt x="21437" y="22787"/>
                  </a:cubicBezTo>
                  <a:cubicBezTo>
                    <a:pt x="21343" y="22843"/>
                    <a:pt x="21260" y="22891"/>
                    <a:pt x="21192" y="22930"/>
                  </a:cubicBezTo>
                  <a:cubicBezTo>
                    <a:pt x="21057" y="23014"/>
                    <a:pt x="20969" y="23058"/>
                    <a:pt x="20969" y="23058"/>
                  </a:cubicBezTo>
                  <a:cubicBezTo>
                    <a:pt x="20969" y="23058"/>
                    <a:pt x="21008" y="22971"/>
                    <a:pt x="21095" y="22831"/>
                  </a:cubicBezTo>
                  <a:cubicBezTo>
                    <a:pt x="21145" y="22767"/>
                    <a:pt x="21198" y="22679"/>
                    <a:pt x="21276" y="22596"/>
                  </a:cubicBezTo>
                  <a:cubicBezTo>
                    <a:pt x="21350" y="22507"/>
                    <a:pt x="21444" y="22416"/>
                    <a:pt x="21553" y="22322"/>
                  </a:cubicBezTo>
                  <a:cubicBezTo>
                    <a:pt x="21609" y="22279"/>
                    <a:pt x="21670" y="22233"/>
                    <a:pt x="21735" y="22188"/>
                  </a:cubicBezTo>
                  <a:cubicBezTo>
                    <a:pt x="21804" y="22149"/>
                    <a:pt x="21874" y="22106"/>
                    <a:pt x="21949" y="22067"/>
                  </a:cubicBezTo>
                  <a:cubicBezTo>
                    <a:pt x="22099" y="21992"/>
                    <a:pt x="22270" y="21919"/>
                    <a:pt x="22452" y="21883"/>
                  </a:cubicBezTo>
                  <a:cubicBezTo>
                    <a:pt x="22612" y="21843"/>
                    <a:pt x="22783" y="21829"/>
                    <a:pt x="22954" y="21829"/>
                  </a:cubicBezTo>
                  <a:close/>
                  <a:moveTo>
                    <a:pt x="31043" y="637"/>
                  </a:moveTo>
                  <a:lnTo>
                    <a:pt x="31397" y="755"/>
                  </a:lnTo>
                  <a:lnTo>
                    <a:pt x="26793" y="14564"/>
                  </a:lnTo>
                  <a:cubicBezTo>
                    <a:pt x="26793" y="14564"/>
                    <a:pt x="26917" y="14570"/>
                    <a:pt x="27115" y="14570"/>
                  </a:cubicBezTo>
                  <a:cubicBezTo>
                    <a:pt x="27299" y="14570"/>
                    <a:pt x="27547" y="14565"/>
                    <a:pt x="27816" y="14547"/>
                  </a:cubicBezTo>
                  <a:cubicBezTo>
                    <a:pt x="27816" y="14547"/>
                    <a:pt x="28219" y="14627"/>
                    <a:pt x="28780" y="14815"/>
                  </a:cubicBezTo>
                  <a:cubicBezTo>
                    <a:pt x="29425" y="15030"/>
                    <a:pt x="30277" y="15383"/>
                    <a:pt x="30976" y="15911"/>
                  </a:cubicBezTo>
                  <a:cubicBezTo>
                    <a:pt x="30800" y="15976"/>
                    <a:pt x="30671" y="16278"/>
                    <a:pt x="30605" y="16643"/>
                  </a:cubicBezTo>
                  <a:cubicBezTo>
                    <a:pt x="30533" y="16565"/>
                    <a:pt x="30457" y="16489"/>
                    <a:pt x="30375" y="16413"/>
                  </a:cubicBezTo>
                  <a:cubicBezTo>
                    <a:pt x="30163" y="16224"/>
                    <a:pt x="29919" y="16055"/>
                    <a:pt x="29666" y="15903"/>
                  </a:cubicBezTo>
                  <a:cubicBezTo>
                    <a:pt x="29163" y="15600"/>
                    <a:pt x="28626" y="15377"/>
                    <a:pt x="28220" y="15225"/>
                  </a:cubicBezTo>
                  <a:cubicBezTo>
                    <a:pt x="27813" y="15076"/>
                    <a:pt x="27535" y="15001"/>
                    <a:pt x="27535" y="15001"/>
                  </a:cubicBezTo>
                  <a:lnTo>
                    <a:pt x="27535" y="15001"/>
                  </a:lnTo>
                  <a:cubicBezTo>
                    <a:pt x="27535" y="15001"/>
                    <a:pt x="27804" y="15105"/>
                    <a:pt x="28188" y="15300"/>
                  </a:cubicBezTo>
                  <a:cubicBezTo>
                    <a:pt x="28571" y="15494"/>
                    <a:pt x="29074" y="15776"/>
                    <a:pt x="29520" y="16119"/>
                  </a:cubicBezTo>
                  <a:cubicBezTo>
                    <a:pt x="29744" y="16291"/>
                    <a:pt x="29954" y="16478"/>
                    <a:pt x="30123" y="16669"/>
                  </a:cubicBezTo>
                  <a:cubicBezTo>
                    <a:pt x="30208" y="16764"/>
                    <a:pt x="30284" y="16861"/>
                    <a:pt x="30346" y="16956"/>
                  </a:cubicBezTo>
                  <a:lnTo>
                    <a:pt x="30362" y="16981"/>
                  </a:lnTo>
                  <a:cubicBezTo>
                    <a:pt x="29942" y="16472"/>
                    <a:pt x="29383" y="16052"/>
                    <a:pt x="28787" y="15739"/>
                  </a:cubicBezTo>
                  <a:cubicBezTo>
                    <a:pt x="28129" y="15390"/>
                    <a:pt x="27431" y="15150"/>
                    <a:pt x="26781" y="14948"/>
                  </a:cubicBezTo>
                  <a:cubicBezTo>
                    <a:pt x="26452" y="14848"/>
                    <a:pt x="26140" y="14756"/>
                    <a:pt x="25830" y="14685"/>
                  </a:cubicBezTo>
                  <a:cubicBezTo>
                    <a:pt x="25522" y="14618"/>
                    <a:pt x="25230" y="14560"/>
                    <a:pt x="24957" y="14525"/>
                  </a:cubicBezTo>
                  <a:cubicBezTo>
                    <a:pt x="24684" y="14485"/>
                    <a:pt x="24431" y="14477"/>
                    <a:pt x="24209" y="14470"/>
                  </a:cubicBezTo>
                  <a:cubicBezTo>
                    <a:pt x="24184" y="14470"/>
                    <a:pt x="24160" y="14470"/>
                    <a:pt x="24136" y="14470"/>
                  </a:cubicBezTo>
                  <a:cubicBezTo>
                    <a:pt x="23943" y="14470"/>
                    <a:pt x="23774" y="14479"/>
                    <a:pt x="23632" y="14498"/>
                  </a:cubicBezTo>
                  <a:cubicBezTo>
                    <a:pt x="23473" y="14519"/>
                    <a:pt x="23350" y="14541"/>
                    <a:pt x="23268" y="14566"/>
                  </a:cubicBezTo>
                  <a:cubicBezTo>
                    <a:pt x="23186" y="14588"/>
                    <a:pt x="23144" y="14606"/>
                    <a:pt x="23144" y="14606"/>
                  </a:cubicBezTo>
                  <a:cubicBezTo>
                    <a:pt x="23144" y="14606"/>
                    <a:pt x="23316" y="14566"/>
                    <a:pt x="23622" y="14566"/>
                  </a:cubicBezTo>
                  <a:cubicBezTo>
                    <a:pt x="23627" y="14566"/>
                    <a:pt x="23632" y="14566"/>
                    <a:pt x="23637" y="14566"/>
                  </a:cubicBezTo>
                  <a:cubicBezTo>
                    <a:pt x="23795" y="14566"/>
                    <a:pt x="23985" y="14579"/>
                    <a:pt x="24202" y="14599"/>
                  </a:cubicBezTo>
                  <a:cubicBezTo>
                    <a:pt x="24420" y="14626"/>
                    <a:pt x="24663" y="14662"/>
                    <a:pt x="24926" y="14719"/>
                  </a:cubicBezTo>
                  <a:cubicBezTo>
                    <a:pt x="25189" y="14768"/>
                    <a:pt x="25471" y="14842"/>
                    <a:pt x="25767" y="14927"/>
                  </a:cubicBezTo>
                  <a:cubicBezTo>
                    <a:pt x="25913" y="14971"/>
                    <a:pt x="26065" y="15018"/>
                    <a:pt x="26219" y="15068"/>
                  </a:cubicBezTo>
                  <a:cubicBezTo>
                    <a:pt x="26371" y="15119"/>
                    <a:pt x="26535" y="15171"/>
                    <a:pt x="26691" y="15229"/>
                  </a:cubicBezTo>
                  <a:cubicBezTo>
                    <a:pt x="27328" y="15453"/>
                    <a:pt x="27996" y="15714"/>
                    <a:pt x="28606" y="16071"/>
                  </a:cubicBezTo>
                  <a:cubicBezTo>
                    <a:pt x="29214" y="16425"/>
                    <a:pt x="29759" y="16877"/>
                    <a:pt x="30124" y="17402"/>
                  </a:cubicBezTo>
                  <a:cubicBezTo>
                    <a:pt x="30494" y="17924"/>
                    <a:pt x="30671" y="18506"/>
                    <a:pt x="30721" y="19011"/>
                  </a:cubicBezTo>
                  <a:cubicBezTo>
                    <a:pt x="30741" y="19137"/>
                    <a:pt x="30735" y="19260"/>
                    <a:pt x="30745" y="19376"/>
                  </a:cubicBezTo>
                  <a:cubicBezTo>
                    <a:pt x="30745" y="19494"/>
                    <a:pt x="30739" y="19604"/>
                    <a:pt x="30738" y="19709"/>
                  </a:cubicBezTo>
                  <a:cubicBezTo>
                    <a:pt x="30727" y="19812"/>
                    <a:pt x="30719" y="19910"/>
                    <a:pt x="30711" y="20000"/>
                  </a:cubicBezTo>
                  <a:cubicBezTo>
                    <a:pt x="30706" y="20036"/>
                    <a:pt x="30700" y="20070"/>
                    <a:pt x="30695" y="20101"/>
                  </a:cubicBezTo>
                  <a:cubicBezTo>
                    <a:pt x="30695" y="20074"/>
                    <a:pt x="30698" y="20049"/>
                    <a:pt x="30698" y="20022"/>
                  </a:cubicBezTo>
                  <a:cubicBezTo>
                    <a:pt x="30692" y="19873"/>
                    <a:pt x="30700" y="19729"/>
                    <a:pt x="30686" y="19585"/>
                  </a:cubicBezTo>
                  <a:cubicBezTo>
                    <a:pt x="30678" y="19444"/>
                    <a:pt x="30666" y="19309"/>
                    <a:pt x="30645" y="19180"/>
                  </a:cubicBezTo>
                  <a:cubicBezTo>
                    <a:pt x="30632" y="19051"/>
                    <a:pt x="30600" y="18931"/>
                    <a:pt x="30577" y="18823"/>
                  </a:cubicBezTo>
                  <a:cubicBezTo>
                    <a:pt x="30546" y="18712"/>
                    <a:pt x="30518" y="18614"/>
                    <a:pt x="30483" y="18528"/>
                  </a:cubicBezTo>
                  <a:cubicBezTo>
                    <a:pt x="30452" y="18442"/>
                    <a:pt x="30416" y="18370"/>
                    <a:pt x="30384" y="18314"/>
                  </a:cubicBezTo>
                  <a:cubicBezTo>
                    <a:pt x="30322" y="18200"/>
                    <a:pt x="30268" y="18146"/>
                    <a:pt x="30268" y="18146"/>
                  </a:cubicBezTo>
                  <a:lnTo>
                    <a:pt x="30268" y="18146"/>
                  </a:lnTo>
                  <a:cubicBezTo>
                    <a:pt x="30268" y="18146"/>
                    <a:pt x="30312" y="18206"/>
                    <a:pt x="30357" y="18327"/>
                  </a:cubicBezTo>
                  <a:cubicBezTo>
                    <a:pt x="30378" y="18387"/>
                    <a:pt x="30404" y="18461"/>
                    <a:pt x="30420" y="18549"/>
                  </a:cubicBezTo>
                  <a:cubicBezTo>
                    <a:pt x="30443" y="18635"/>
                    <a:pt x="30453" y="18735"/>
                    <a:pt x="30467" y="18843"/>
                  </a:cubicBezTo>
                  <a:cubicBezTo>
                    <a:pt x="30472" y="18951"/>
                    <a:pt x="30487" y="19068"/>
                    <a:pt x="30483" y="19193"/>
                  </a:cubicBezTo>
                  <a:cubicBezTo>
                    <a:pt x="30484" y="19317"/>
                    <a:pt x="30476" y="19448"/>
                    <a:pt x="30464" y="19584"/>
                  </a:cubicBezTo>
                  <a:cubicBezTo>
                    <a:pt x="30457" y="19718"/>
                    <a:pt x="30431" y="19859"/>
                    <a:pt x="30413" y="19999"/>
                  </a:cubicBezTo>
                  <a:cubicBezTo>
                    <a:pt x="30392" y="20140"/>
                    <a:pt x="30359" y="20282"/>
                    <a:pt x="30332" y="20423"/>
                  </a:cubicBezTo>
                  <a:cubicBezTo>
                    <a:pt x="30303" y="20564"/>
                    <a:pt x="30264" y="20705"/>
                    <a:pt x="30230" y="20844"/>
                  </a:cubicBezTo>
                  <a:cubicBezTo>
                    <a:pt x="30197" y="20981"/>
                    <a:pt x="30150" y="21115"/>
                    <a:pt x="30114" y="21246"/>
                  </a:cubicBezTo>
                  <a:cubicBezTo>
                    <a:pt x="30041" y="21506"/>
                    <a:pt x="29943" y="21745"/>
                    <a:pt x="29876" y="21949"/>
                  </a:cubicBezTo>
                  <a:cubicBezTo>
                    <a:pt x="29841" y="22052"/>
                    <a:pt x="29801" y="22143"/>
                    <a:pt x="29768" y="22227"/>
                  </a:cubicBezTo>
                  <a:cubicBezTo>
                    <a:pt x="29751" y="22275"/>
                    <a:pt x="29732" y="22317"/>
                    <a:pt x="29717" y="22358"/>
                  </a:cubicBezTo>
                  <a:lnTo>
                    <a:pt x="28392" y="23070"/>
                  </a:lnTo>
                  <a:lnTo>
                    <a:pt x="29043" y="23088"/>
                  </a:lnTo>
                  <a:lnTo>
                    <a:pt x="27337" y="23927"/>
                  </a:lnTo>
                  <a:lnTo>
                    <a:pt x="28438" y="23831"/>
                  </a:lnTo>
                  <a:lnTo>
                    <a:pt x="27046" y="24318"/>
                  </a:lnTo>
                  <a:cubicBezTo>
                    <a:pt x="26879" y="22792"/>
                    <a:pt x="26237" y="21902"/>
                    <a:pt x="24543" y="21338"/>
                  </a:cubicBezTo>
                  <a:cubicBezTo>
                    <a:pt x="23999" y="21156"/>
                    <a:pt x="23521" y="21067"/>
                    <a:pt x="23089" y="21067"/>
                  </a:cubicBezTo>
                  <a:cubicBezTo>
                    <a:pt x="22177" y="21067"/>
                    <a:pt x="21467" y="21463"/>
                    <a:pt x="20755" y="22224"/>
                  </a:cubicBezTo>
                  <a:lnTo>
                    <a:pt x="19673" y="20613"/>
                  </a:lnTo>
                  <a:cubicBezTo>
                    <a:pt x="19627" y="20771"/>
                    <a:pt x="19576" y="20952"/>
                    <a:pt x="19533" y="21147"/>
                  </a:cubicBezTo>
                  <a:cubicBezTo>
                    <a:pt x="19485" y="21358"/>
                    <a:pt x="19442" y="21586"/>
                    <a:pt x="19414" y="21817"/>
                  </a:cubicBezTo>
                  <a:cubicBezTo>
                    <a:pt x="19395" y="21933"/>
                    <a:pt x="19391" y="22047"/>
                    <a:pt x="19380" y="22161"/>
                  </a:cubicBezTo>
                  <a:cubicBezTo>
                    <a:pt x="19372" y="22275"/>
                    <a:pt x="19373" y="22388"/>
                    <a:pt x="19371" y="22497"/>
                  </a:cubicBezTo>
                  <a:cubicBezTo>
                    <a:pt x="19373" y="22605"/>
                    <a:pt x="19380" y="22710"/>
                    <a:pt x="19385" y="22811"/>
                  </a:cubicBezTo>
                  <a:cubicBezTo>
                    <a:pt x="19400" y="22909"/>
                    <a:pt x="19414" y="23003"/>
                    <a:pt x="19426" y="23089"/>
                  </a:cubicBezTo>
                  <a:cubicBezTo>
                    <a:pt x="19444" y="23175"/>
                    <a:pt x="19467" y="23251"/>
                    <a:pt x="19485" y="23321"/>
                  </a:cubicBezTo>
                  <a:cubicBezTo>
                    <a:pt x="19499" y="23391"/>
                    <a:pt x="19528" y="23446"/>
                    <a:pt x="19546" y="23496"/>
                  </a:cubicBezTo>
                  <a:cubicBezTo>
                    <a:pt x="19585" y="23591"/>
                    <a:pt x="19608" y="23646"/>
                    <a:pt x="19608" y="23646"/>
                  </a:cubicBezTo>
                  <a:cubicBezTo>
                    <a:pt x="19608" y="23646"/>
                    <a:pt x="19579" y="23596"/>
                    <a:pt x="19526" y="23505"/>
                  </a:cubicBezTo>
                  <a:cubicBezTo>
                    <a:pt x="19501" y="23459"/>
                    <a:pt x="19465" y="23408"/>
                    <a:pt x="19439" y="23339"/>
                  </a:cubicBezTo>
                  <a:cubicBezTo>
                    <a:pt x="19412" y="23271"/>
                    <a:pt x="19377" y="23196"/>
                    <a:pt x="19346" y="23110"/>
                  </a:cubicBezTo>
                  <a:cubicBezTo>
                    <a:pt x="19321" y="23023"/>
                    <a:pt x="19294" y="22929"/>
                    <a:pt x="19266" y="22831"/>
                  </a:cubicBezTo>
                  <a:cubicBezTo>
                    <a:pt x="19247" y="22730"/>
                    <a:pt x="19224" y="22623"/>
                    <a:pt x="19205" y="22510"/>
                  </a:cubicBezTo>
                  <a:cubicBezTo>
                    <a:pt x="19193" y="22397"/>
                    <a:pt x="19176" y="22282"/>
                    <a:pt x="19169" y="22162"/>
                  </a:cubicBezTo>
                  <a:cubicBezTo>
                    <a:pt x="19164" y="22045"/>
                    <a:pt x="19152" y="21922"/>
                    <a:pt x="19153" y="21801"/>
                  </a:cubicBezTo>
                  <a:cubicBezTo>
                    <a:pt x="19150" y="21559"/>
                    <a:pt x="19162" y="21318"/>
                    <a:pt x="19180" y="21092"/>
                  </a:cubicBezTo>
                  <a:cubicBezTo>
                    <a:pt x="19199" y="20865"/>
                    <a:pt x="19227" y="20656"/>
                    <a:pt x="19254" y="20476"/>
                  </a:cubicBezTo>
                  <a:cubicBezTo>
                    <a:pt x="19279" y="20321"/>
                    <a:pt x="19303" y="20190"/>
                    <a:pt x="19324" y="20089"/>
                  </a:cubicBezTo>
                  <a:lnTo>
                    <a:pt x="19216" y="19930"/>
                  </a:lnTo>
                  <a:cubicBezTo>
                    <a:pt x="19216" y="19930"/>
                    <a:pt x="19197" y="20019"/>
                    <a:pt x="19164" y="20172"/>
                  </a:cubicBezTo>
                  <a:cubicBezTo>
                    <a:pt x="19132" y="20327"/>
                    <a:pt x="19091" y="20544"/>
                    <a:pt x="19051" y="20805"/>
                  </a:cubicBezTo>
                  <a:cubicBezTo>
                    <a:pt x="19032" y="20935"/>
                    <a:pt x="19015" y="21076"/>
                    <a:pt x="18999" y="21226"/>
                  </a:cubicBezTo>
                  <a:cubicBezTo>
                    <a:pt x="18982" y="21375"/>
                    <a:pt x="18976" y="21531"/>
                    <a:pt x="18965" y="21692"/>
                  </a:cubicBezTo>
                  <a:cubicBezTo>
                    <a:pt x="18957" y="21853"/>
                    <a:pt x="18962" y="22020"/>
                    <a:pt x="18968" y="22188"/>
                  </a:cubicBezTo>
                  <a:cubicBezTo>
                    <a:pt x="18976" y="22356"/>
                    <a:pt x="18989" y="22524"/>
                    <a:pt x="19016" y="22691"/>
                  </a:cubicBezTo>
                  <a:cubicBezTo>
                    <a:pt x="19038" y="22859"/>
                    <a:pt x="19075" y="23022"/>
                    <a:pt x="19118" y="23182"/>
                  </a:cubicBezTo>
                  <a:cubicBezTo>
                    <a:pt x="19138" y="23262"/>
                    <a:pt x="19166" y="23337"/>
                    <a:pt x="19189" y="23417"/>
                  </a:cubicBezTo>
                  <a:cubicBezTo>
                    <a:pt x="19216" y="23492"/>
                    <a:pt x="19246" y="23567"/>
                    <a:pt x="19273" y="23641"/>
                  </a:cubicBezTo>
                  <a:cubicBezTo>
                    <a:pt x="19306" y="23713"/>
                    <a:pt x="19338" y="23784"/>
                    <a:pt x="19371" y="23853"/>
                  </a:cubicBezTo>
                  <a:cubicBezTo>
                    <a:pt x="19405" y="23920"/>
                    <a:pt x="19440" y="23987"/>
                    <a:pt x="19474" y="24050"/>
                  </a:cubicBezTo>
                  <a:cubicBezTo>
                    <a:pt x="19549" y="24175"/>
                    <a:pt x="19623" y="24295"/>
                    <a:pt x="19701" y="24398"/>
                  </a:cubicBezTo>
                  <a:cubicBezTo>
                    <a:pt x="19777" y="24503"/>
                    <a:pt x="19851" y="24597"/>
                    <a:pt x="19921" y="24679"/>
                  </a:cubicBezTo>
                  <a:cubicBezTo>
                    <a:pt x="19995" y="24755"/>
                    <a:pt x="20051" y="24833"/>
                    <a:pt x="20106" y="24887"/>
                  </a:cubicBezTo>
                  <a:cubicBezTo>
                    <a:pt x="20217" y="24997"/>
                    <a:pt x="20278" y="25067"/>
                    <a:pt x="20278" y="25067"/>
                  </a:cubicBezTo>
                  <a:cubicBezTo>
                    <a:pt x="20278" y="25067"/>
                    <a:pt x="20196" y="25029"/>
                    <a:pt x="20053" y="24955"/>
                  </a:cubicBezTo>
                  <a:cubicBezTo>
                    <a:pt x="19982" y="24919"/>
                    <a:pt x="19902" y="24865"/>
                    <a:pt x="19808" y="24802"/>
                  </a:cubicBezTo>
                  <a:cubicBezTo>
                    <a:pt x="19717" y="24738"/>
                    <a:pt x="19615" y="24660"/>
                    <a:pt x="19514" y="24565"/>
                  </a:cubicBezTo>
                  <a:cubicBezTo>
                    <a:pt x="19465" y="24516"/>
                    <a:pt x="19412" y="24465"/>
                    <a:pt x="19358" y="24412"/>
                  </a:cubicBezTo>
                  <a:cubicBezTo>
                    <a:pt x="19310" y="24355"/>
                    <a:pt x="19259" y="24295"/>
                    <a:pt x="19205" y="24232"/>
                  </a:cubicBezTo>
                  <a:cubicBezTo>
                    <a:pt x="19158" y="24167"/>
                    <a:pt x="19110" y="24100"/>
                    <a:pt x="19059" y="24030"/>
                  </a:cubicBezTo>
                  <a:cubicBezTo>
                    <a:pt x="19012" y="23960"/>
                    <a:pt x="18972" y="23882"/>
                    <a:pt x="18927" y="23806"/>
                  </a:cubicBezTo>
                  <a:cubicBezTo>
                    <a:pt x="18848" y="23647"/>
                    <a:pt x="18768" y="23480"/>
                    <a:pt x="18714" y="23302"/>
                  </a:cubicBezTo>
                  <a:cubicBezTo>
                    <a:pt x="18656" y="23124"/>
                    <a:pt x="18613" y="22940"/>
                    <a:pt x="18586" y="22753"/>
                  </a:cubicBezTo>
                  <a:cubicBezTo>
                    <a:pt x="18559" y="22566"/>
                    <a:pt x="18546" y="22378"/>
                    <a:pt x="18547" y="22194"/>
                  </a:cubicBezTo>
                  <a:cubicBezTo>
                    <a:pt x="18547" y="22009"/>
                    <a:pt x="18565" y="21831"/>
                    <a:pt x="18586" y="21657"/>
                  </a:cubicBezTo>
                  <a:cubicBezTo>
                    <a:pt x="18612" y="21469"/>
                    <a:pt x="18648" y="21291"/>
                    <a:pt x="18692" y="21126"/>
                  </a:cubicBezTo>
                  <a:lnTo>
                    <a:pt x="8094" y="16655"/>
                  </a:lnTo>
                  <a:lnTo>
                    <a:pt x="15590" y="20570"/>
                  </a:lnTo>
                  <a:lnTo>
                    <a:pt x="2558" y="14384"/>
                  </a:lnTo>
                  <a:lnTo>
                    <a:pt x="2558" y="14384"/>
                  </a:lnTo>
                  <a:lnTo>
                    <a:pt x="19217" y="19926"/>
                  </a:lnTo>
                  <a:lnTo>
                    <a:pt x="20112" y="17239"/>
                  </a:lnTo>
                  <a:cubicBezTo>
                    <a:pt x="20123" y="17214"/>
                    <a:pt x="20139" y="17177"/>
                    <a:pt x="20159" y="17128"/>
                  </a:cubicBezTo>
                  <a:cubicBezTo>
                    <a:pt x="20178" y="17083"/>
                    <a:pt x="20200" y="17027"/>
                    <a:pt x="20226" y="16963"/>
                  </a:cubicBezTo>
                  <a:cubicBezTo>
                    <a:pt x="20250" y="16897"/>
                    <a:pt x="20286" y="16830"/>
                    <a:pt x="20324" y="16752"/>
                  </a:cubicBezTo>
                  <a:cubicBezTo>
                    <a:pt x="20364" y="16678"/>
                    <a:pt x="20398" y="16591"/>
                    <a:pt x="20446" y="16509"/>
                  </a:cubicBezTo>
                  <a:cubicBezTo>
                    <a:pt x="20495" y="16425"/>
                    <a:pt x="20546" y="16336"/>
                    <a:pt x="20597" y="16246"/>
                  </a:cubicBezTo>
                  <a:cubicBezTo>
                    <a:pt x="20656" y="16158"/>
                    <a:pt x="20717" y="16067"/>
                    <a:pt x="20781" y="15976"/>
                  </a:cubicBezTo>
                  <a:cubicBezTo>
                    <a:pt x="20850" y="15890"/>
                    <a:pt x="20915" y="15797"/>
                    <a:pt x="20986" y="15710"/>
                  </a:cubicBezTo>
                  <a:cubicBezTo>
                    <a:pt x="21063" y="15628"/>
                    <a:pt x="21132" y="15536"/>
                    <a:pt x="21213" y="15461"/>
                  </a:cubicBezTo>
                  <a:cubicBezTo>
                    <a:pt x="21291" y="15381"/>
                    <a:pt x="21369" y="15304"/>
                    <a:pt x="21449" y="15237"/>
                  </a:cubicBezTo>
                  <a:cubicBezTo>
                    <a:pt x="21527" y="15163"/>
                    <a:pt x="21610" y="15104"/>
                    <a:pt x="21687" y="15040"/>
                  </a:cubicBezTo>
                  <a:cubicBezTo>
                    <a:pt x="21765" y="14983"/>
                    <a:pt x="21837" y="14924"/>
                    <a:pt x="21909" y="14876"/>
                  </a:cubicBezTo>
                  <a:cubicBezTo>
                    <a:pt x="21978" y="14825"/>
                    <a:pt x="22043" y="14778"/>
                    <a:pt x="22101" y="14740"/>
                  </a:cubicBezTo>
                  <a:cubicBezTo>
                    <a:pt x="22160" y="14700"/>
                    <a:pt x="22212" y="14664"/>
                    <a:pt x="22254" y="14635"/>
                  </a:cubicBezTo>
                  <a:cubicBezTo>
                    <a:pt x="22341" y="14580"/>
                    <a:pt x="22392" y="14548"/>
                    <a:pt x="22392" y="14548"/>
                  </a:cubicBezTo>
                  <a:lnTo>
                    <a:pt x="22392" y="14548"/>
                  </a:lnTo>
                  <a:cubicBezTo>
                    <a:pt x="22392" y="14548"/>
                    <a:pt x="22332" y="14549"/>
                    <a:pt x="22227" y="14574"/>
                  </a:cubicBezTo>
                  <a:cubicBezTo>
                    <a:pt x="22123" y="14594"/>
                    <a:pt x="21978" y="14637"/>
                    <a:pt x="21815" y="14713"/>
                  </a:cubicBezTo>
                  <a:cubicBezTo>
                    <a:pt x="21649" y="14787"/>
                    <a:pt x="21467" y="14896"/>
                    <a:pt x="21287" y="15032"/>
                  </a:cubicBezTo>
                  <a:cubicBezTo>
                    <a:pt x="21194" y="15097"/>
                    <a:pt x="21104" y="15173"/>
                    <a:pt x="21016" y="15252"/>
                  </a:cubicBezTo>
                  <a:cubicBezTo>
                    <a:pt x="20922" y="15327"/>
                    <a:pt x="20842" y="15418"/>
                    <a:pt x="20755" y="15502"/>
                  </a:cubicBezTo>
                  <a:cubicBezTo>
                    <a:pt x="20673" y="15590"/>
                    <a:pt x="20594" y="15683"/>
                    <a:pt x="20516" y="15774"/>
                  </a:cubicBezTo>
                  <a:cubicBezTo>
                    <a:pt x="20446" y="15871"/>
                    <a:pt x="20378" y="15965"/>
                    <a:pt x="20311" y="16058"/>
                  </a:cubicBezTo>
                  <a:cubicBezTo>
                    <a:pt x="20250" y="16154"/>
                    <a:pt x="20192" y="16247"/>
                    <a:pt x="20137" y="16336"/>
                  </a:cubicBezTo>
                  <a:cubicBezTo>
                    <a:pt x="20092" y="16408"/>
                    <a:pt x="20058" y="16481"/>
                    <a:pt x="20025" y="16548"/>
                  </a:cubicBezTo>
                  <a:cubicBezTo>
                    <a:pt x="19454" y="15923"/>
                    <a:pt x="19761" y="15347"/>
                    <a:pt x="19892" y="14955"/>
                  </a:cubicBezTo>
                  <a:cubicBezTo>
                    <a:pt x="20361" y="13544"/>
                    <a:pt x="21501" y="13133"/>
                    <a:pt x="22670" y="13133"/>
                  </a:cubicBezTo>
                  <a:cubicBezTo>
                    <a:pt x="23537" y="13133"/>
                    <a:pt x="24421" y="13359"/>
                    <a:pt x="25058" y="13572"/>
                  </a:cubicBezTo>
                  <a:cubicBezTo>
                    <a:pt x="25330" y="13662"/>
                    <a:pt x="25559" y="13750"/>
                    <a:pt x="25722" y="13818"/>
                  </a:cubicBezTo>
                  <a:cubicBezTo>
                    <a:pt x="25716" y="13850"/>
                    <a:pt x="25709" y="13885"/>
                    <a:pt x="25691" y="13916"/>
                  </a:cubicBezTo>
                  <a:cubicBezTo>
                    <a:pt x="25677" y="13949"/>
                    <a:pt x="25665" y="13985"/>
                    <a:pt x="25639" y="14016"/>
                  </a:cubicBezTo>
                  <a:cubicBezTo>
                    <a:pt x="25628" y="14032"/>
                    <a:pt x="25616" y="14050"/>
                    <a:pt x="25606" y="14066"/>
                  </a:cubicBezTo>
                  <a:lnTo>
                    <a:pt x="25561" y="14110"/>
                  </a:lnTo>
                  <a:cubicBezTo>
                    <a:pt x="25532" y="14144"/>
                    <a:pt x="25491" y="14164"/>
                    <a:pt x="25455" y="14192"/>
                  </a:cubicBezTo>
                  <a:cubicBezTo>
                    <a:pt x="25415" y="14214"/>
                    <a:pt x="25373" y="14238"/>
                    <a:pt x="25329" y="14253"/>
                  </a:cubicBezTo>
                  <a:cubicBezTo>
                    <a:pt x="25283" y="14270"/>
                    <a:pt x="25240" y="14285"/>
                    <a:pt x="25195" y="14293"/>
                  </a:cubicBezTo>
                  <a:cubicBezTo>
                    <a:pt x="25105" y="14314"/>
                    <a:pt x="25017" y="14321"/>
                    <a:pt x="24939" y="14327"/>
                  </a:cubicBezTo>
                  <a:cubicBezTo>
                    <a:pt x="24919" y="14327"/>
                    <a:pt x="24900" y="14328"/>
                    <a:pt x="24881" y="14328"/>
                  </a:cubicBezTo>
                  <a:cubicBezTo>
                    <a:pt x="24761" y="14328"/>
                    <a:pt x="24683" y="14314"/>
                    <a:pt x="24683" y="14314"/>
                  </a:cubicBezTo>
                  <a:lnTo>
                    <a:pt x="24683" y="14314"/>
                  </a:lnTo>
                  <a:cubicBezTo>
                    <a:pt x="24683" y="14314"/>
                    <a:pt x="24780" y="14352"/>
                    <a:pt x="24934" y="14380"/>
                  </a:cubicBezTo>
                  <a:cubicBezTo>
                    <a:pt x="25007" y="14393"/>
                    <a:pt x="25094" y="14404"/>
                    <a:pt x="25189" y="14404"/>
                  </a:cubicBezTo>
                  <a:cubicBezTo>
                    <a:pt x="25296" y="14404"/>
                    <a:pt x="25411" y="14390"/>
                    <a:pt x="25528" y="14352"/>
                  </a:cubicBezTo>
                  <a:cubicBezTo>
                    <a:pt x="25579" y="14328"/>
                    <a:pt x="25636" y="14312"/>
                    <a:pt x="25685" y="14277"/>
                  </a:cubicBezTo>
                  <a:lnTo>
                    <a:pt x="25759" y="14230"/>
                  </a:lnTo>
                  <a:cubicBezTo>
                    <a:pt x="25780" y="14210"/>
                    <a:pt x="25800" y="14191"/>
                    <a:pt x="25823" y="14171"/>
                  </a:cubicBezTo>
                  <a:cubicBezTo>
                    <a:pt x="25867" y="14133"/>
                    <a:pt x="25898" y="14089"/>
                    <a:pt x="25928" y="14045"/>
                  </a:cubicBezTo>
                  <a:cubicBezTo>
                    <a:pt x="25959" y="14008"/>
                    <a:pt x="25978" y="13969"/>
                    <a:pt x="25994" y="13932"/>
                  </a:cubicBezTo>
                  <a:lnTo>
                    <a:pt x="25995" y="13932"/>
                  </a:lnTo>
                  <a:lnTo>
                    <a:pt x="26000" y="13921"/>
                  </a:lnTo>
                  <a:cubicBezTo>
                    <a:pt x="26000" y="13918"/>
                    <a:pt x="26002" y="13917"/>
                    <a:pt x="26002" y="13917"/>
                  </a:cubicBezTo>
                  <a:cubicBezTo>
                    <a:pt x="26019" y="13877"/>
                    <a:pt x="26042" y="13838"/>
                    <a:pt x="26051" y="13803"/>
                  </a:cubicBezTo>
                  <a:cubicBezTo>
                    <a:pt x="26058" y="13781"/>
                    <a:pt x="26062" y="13764"/>
                    <a:pt x="26068" y="13746"/>
                  </a:cubicBezTo>
                  <a:lnTo>
                    <a:pt x="31043" y="637"/>
                  </a:lnTo>
                  <a:close/>
                  <a:moveTo>
                    <a:pt x="29598" y="23387"/>
                  </a:moveTo>
                  <a:lnTo>
                    <a:pt x="29598" y="23387"/>
                  </a:lnTo>
                  <a:cubicBezTo>
                    <a:pt x="29598" y="23387"/>
                    <a:pt x="29537" y="23740"/>
                    <a:pt x="29343" y="24244"/>
                  </a:cubicBezTo>
                  <a:cubicBezTo>
                    <a:pt x="29242" y="24492"/>
                    <a:pt x="29114" y="24781"/>
                    <a:pt x="28936" y="25070"/>
                  </a:cubicBezTo>
                  <a:cubicBezTo>
                    <a:pt x="28760" y="25357"/>
                    <a:pt x="28545" y="25650"/>
                    <a:pt x="28289" y="25905"/>
                  </a:cubicBezTo>
                  <a:cubicBezTo>
                    <a:pt x="28161" y="26032"/>
                    <a:pt x="28021" y="26148"/>
                    <a:pt x="27879" y="26254"/>
                  </a:cubicBezTo>
                  <a:cubicBezTo>
                    <a:pt x="27737" y="26359"/>
                    <a:pt x="27585" y="26450"/>
                    <a:pt x="27436" y="26529"/>
                  </a:cubicBezTo>
                  <a:cubicBezTo>
                    <a:pt x="27358" y="26564"/>
                    <a:pt x="27285" y="26603"/>
                    <a:pt x="27209" y="26633"/>
                  </a:cubicBezTo>
                  <a:cubicBezTo>
                    <a:pt x="27132" y="26661"/>
                    <a:pt x="27059" y="26688"/>
                    <a:pt x="26986" y="26715"/>
                  </a:cubicBezTo>
                  <a:cubicBezTo>
                    <a:pt x="26912" y="26737"/>
                    <a:pt x="26840" y="26758"/>
                    <a:pt x="26770" y="26778"/>
                  </a:cubicBezTo>
                  <a:cubicBezTo>
                    <a:pt x="26699" y="26793"/>
                    <a:pt x="26630" y="26807"/>
                    <a:pt x="26563" y="26821"/>
                  </a:cubicBezTo>
                  <a:cubicBezTo>
                    <a:pt x="26430" y="26846"/>
                    <a:pt x="26308" y="26858"/>
                    <a:pt x="26199" y="26866"/>
                  </a:cubicBezTo>
                  <a:cubicBezTo>
                    <a:pt x="26114" y="26868"/>
                    <a:pt x="26036" y="26875"/>
                    <a:pt x="25969" y="26875"/>
                  </a:cubicBezTo>
                  <a:cubicBezTo>
                    <a:pt x="25951" y="26875"/>
                    <a:pt x="25934" y="26874"/>
                    <a:pt x="25917" y="26873"/>
                  </a:cubicBezTo>
                  <a:cubicBezTo>
                    <a:pt x="25761" y="26868"/>
                    <a:pt x="25671" y="26865"/>
                    <a:pt x="25671" y="26865"/>
                  </a:cubicBezTo>
                  <a:cubicBezTo>
                    <a:pt x="25671" y="26865"/>
                    <a:pt x="25757" y="26860"/>
                    <a:pt x="25913" y="26856"/>
                  </a:cubicBezTo>
                  <a:cubicBezTo>
                    <a:pt x="26070" y="26849"/>
                    <a:pt x="26292" y="26826"/>
                    <a:pt x="26551" y="26771"/>
                  </a:cubicBezTo>
                  <a:cubicBezTo>
                    <a:pt x="26615" y="26755"/>
                    <a:pt x="26684" y="26739"/>
                    <a:pt x="26752" y="26721"/>
                  </a:cubicBezTo>
                  <a:cubicBezTo>
                    <a:pt x="26822" y="26700"/>
                    <a:pt x="26891" y="26677"/>
                    <a:pt x="26965" y="26653"/>
                  </a:cubicBezTo>
                  <a:cubicBezTo>
                    <a:pt x="27034" y="26625"/>
                    <a:pt x="27107" y="26596"/>
                    <a:pt x="27181" y="26566"/>
                  </a:cubicBezTo>
                  <a:cubicBezTo>
                    <a:pt x="27253" y="26531"/>
                    <a:pt x="27326" y="26494"/>
                    <a:pt x="27401" y="26459"/>
                  </a:cubicBezTo>
                  <a:cubicBezTo>
                    <a:pt x="27545" y="26379"/>
                    <a:pt x="27691" y="26290"/>
                    <a:pt x="27831" y="26187"/>
                  </a:cubicBezTo>
                  <a:cubicBezTo>
                    <a:pt x="27970" y="26082"/>
                    <a:pt x="28105" y="25967"/>
                    <a:pt x="28227" y="25840"/>
                  </a:cubicBezTo>
                  <a:cubicBezTo>
                    <a:pt x="28481" y="25593"/>
                    <a:pt x="28696" y="25310"/>
                    <a:pt x="28873" y="25028"/>
                  </a:cubicBezTo>
                  <a:cubicBezTo>
                    <a:pt x="29051" y="24746"/>
                    <a:pt x="29192" y="24469"/>
                    <a:pt x="29297" y="24224"/>
                  </a:cubicBezTo>
                  <a:cubicBezTo>
                    <a:pt x="29512" y="23734"/>
                    <a:pt x="29598" y="23387"/>
                    <a:pt x="29598" y="23387"/>
                  </a:cubicBezTo>
                  <a:close/>
                  <a:moveTo>
                    <a:pt x="33580" y="24707"/>
                  </a:moveTo>
                  <a:lnTo>
                    <a:pt x="46302" y="28942"/>
                  </a:lnTo>
                  <a:lnTo>
                    <a:pt x="32485" y="26152"/>
                  </a:lnTo>
                  <a:lnTo>
                    <a:pt x="40583" y="27468"/>
                  </a:lnTo>
                  <a:lnTo>
                    <a:pt x="33464" y="25701"/>
                  </a:lnTo>
                  <a:cubicBezTo>
                    <a:pt x="33578" y="25658"/>
                    <a:pt x="33657" y="25596"/>
                    <a:pt x="33686" y="25509"/>
                  </a:cubicBezTo>
                  <a:cubicBezTo>
                    <a:pt x="33813" y="25127"/>
                    <a:pt x="33761" y="24888"/>
                    <a:pt x="33580" y="24707"/>
                  </a:cubicBezTo>
                  <a:close/>
                  <a:moveTo>
                    <a:pt x="30417" y="27440"/>
                  </a:moveTo>
                  <a:lnTo>
                    <a:pt x="30417" y="27440"/>
                  </a:lnTo>
                  <a:cubicBezTo>
                    <a:pt x="30417" y="27440"/>
                    <a:pt x="30678" y="27464"/>
                    <a:pt x="31130" y="27506"/>
                  </a:cubicBezTo>
                  <a:cubicBezTo>
                    <a:pt x="31584" y="27557"/>
                    <a:pt x="32234" y="27628"/>
                    <a:pt x="33007" y="27735"/>
                  </a:cubicBezTo>
                  <a:cubicBezTo>
                    <a:pt x="33396" y="27793"/>
                    <a:pt x="33813" y="27853"/>
                    <a:pt x="34258" y="27917"/>
                  </a:cubicBezTo>
                  <a:cubicBezTo>
                    <a:pt x="34701" y="27986"/>
                    <a:pt x="35170" y="28053"/>
                    <a:pt x="35652" y="28137"/>
                  </a:cubicBezTo>
                  <a:cubicBezTo>
                    <a:pt x="36616" y="28297"/>
                    <a:pt x="37643" y="28476"/>
                    <a:pt x="38669" y="28660"/>
                  </a:cubicBezTo>
                  <a:cubicBezTo>
                    <a:pt x="39695" y="28854"/>
                    <a:pt x="40718" y="29054"/>
                    <a:pt x="41677" y="29249"/>
                  </a:cubicBezTo>
                  <a:cubicBezTo>
                    <a:pt x="42636" y="29443"/>
                    <a:pt x="43528" y="29642"/>
                    <a:pt x="44289" y="29819"/>
                  </a:cubicBezTo>
                  <a:cubicBezTo>
                    <a:pt x="44672" y="29904"/>
                    <a:pt x="45020" y="29994"/>
                    <a:pt x="45327" y="30070"/>
                  </a:cubicBezTo>
                  <a:cubicBezTo>
                    <a:pt x="45636" y="30146"/>
                    <a:pt x="45902" y="30224"/>
                    <a:pt x="46122" y="30280"/>
                  </a:cubicBezTo>
                  <a:cubicBezTo>
                    <a:pt x="46344" y="30338"/>
                    <a:pt x="46513" y="30397"/>
                    <a:pt x="46631" y="30430"/>
                  </a:cubicBezTo>
                  <a:cubicBezTo>
                    <a:pt x="46748" y="30465"/>
                    <a:pt x="46811" y="30485"/>
                    <a:pt x="46811" y="30485"/>
                  </a:cubicBezTo>
                  <a:cubicBezTo>
                    <a:pt x="46811" y="30485"/>
                    <a:pt x="46745" y="30468"/>
                    <a:pt x="46627" y="30440"/>
                  </a:cubicBezTo>
                  <a:cubicBezTo>
                    <a:pt x="46509" y="30412"/>
                    <a:pt x="46336" y="30365"/>
                    <a:pt x="46114" y="30314"/>
                  </a:cubicBezTo>
                  <a:cubicBezTo>
                    <a:pt x="45891" y="30265"/>
                    <a:pt x="45623" y="30198"/>
                    <a:pt x="45311" y="30135"/>
                  </a:cubicBezTo>
                  <a:cubicBezTo>
                    <a:pt x="45001" y="30069"/>
                    <a:pt x="44650" y="29997"/>
                    <a:pt x="44268" y="29916"/>
                  </a:cubicBezTo>
                  <a:cubicBezTo>
                    <a:pt x="43502" y="29754"/>
                    <a:pt x="42605" y="29587"/>
                    <a:pt x="41648" y="29398"/>
                  </a:cubicBezTo>
                  <a:cubicBezTo>
                    <a:pt x="40689" y="29211"/>
                    <a:pt x="39663" y="29018"/>
                    <a:pt x="38637" y="28834"/>
                  </a:cubicBezTo>
                  <a:cubicBezTo>
                    <a:pt x="37614" y="28640"/>
                    <a:pt x="36588" y="28454"/>
                    <a:pt x="35625" y="28286"/>
                  </a:cubicBezTo>
                  <a:cubicBezTo>
                    <a:pt x="34661" y="28118"/>
                    <a:pt x="33765" y="27959"/>
                    <a:pt x="32993" y="27833"/>
                  </a:cubicBezTo>
                  <a:cubicBezTo>
                    <a:pt x="32606" y="27770"/>
                    <a:pt x="32251" y="27714"/>
                    <a:pt x="31940" y="27663"/>
                  </a:cubicBezTo>
                  <a:cubicBezTo>
                    <a:pt x="31626" y="27617"/>
                    <a:pt x="31352" y="27574"/>
                    <a:pt x="31127" y="27539"/>
                  </a:cubicBezTo>
                  <a:cubicBezTo>
                    <a:pt x="30676" y="27477"/>
                    <a:pt x="30417" y="27440"/>
                    <a:pt x="30417" y="27440"/>
                  </a:cubicBezTo>
                  <a:close/>
                  <a:moveTo>
                    <a:pt x="31031" y="1"/>
                  </a:moveTo>
                  <a:cubicBezTo>
                    <a:pt x="30771" y="1"/>
                    <a:pt x="30528" y="161"/>
                    <a:pt x="30431" y="417"/>
                  </a:cubicBezTo>
                  <a:lnTo>
                    <a:pt x="25618" y="13094"/>
                  </a:lnTo>
                  <a:cubicBezTo>
                    <a:pt x="25508" y="13053"/>
                    <a:pt x="25385" y="13009"/>
                    <a:pt x="25254" y="12966"/>
                  </a:cubicBezTo>
                  <a:cubicBezTo>
                    <a:pt x="24575" y="12740"/>
                    <a:pt x="23617" y="12494"/>
                    <a:pt x="22658" y="12494"/>
                  </a:cubicBezTo>
                  <a:cubicBezTo>
                    <a:pt x="22488" y="12494"/>
                    <a:pt x="22318" y="12502"/>
                    <a:pt x="22149" y="12519"/>
                  </a:cubicBezTo>
                  <a:cubicBezTo>
                    <a:pt x="20707" y="12664"/>
                    <a:pt x="19713" y="13438"/>
                    <a:pt x="19274" y="14756"/>
                  </a:cubicBezTo>
                  <a:cubicBezTo>
                    <a:pt x="19262" y="14795"/>
                    <a:pt x="19246" y="14836"/>
                    <a:pt x="19231" y="14878"/>
                  </a:cubicBezTo>
                  <a:cubicBezTo>
                    <a:pt x="19089" y="15271"/>
                    <a:pt x="18774" y="16127"/>
                    <a:pt x="19520" y="16964"/>
                  </a:cubicBezTo>
                  <a:lnTo>
                    <a:pt x="18803" y="19118"/>
                  </a:lnTo>
                  <a:lnTo>
                    <a:pt x="1862" y="13481"/>
                  </a:lnTo>
                  <a:cubicBezTo>
                    <a:pt x="1727" y="13436"/>
                    <a:pt x="1590" y="13415"/>
                    <a:pt x="1455" y="13415"/>
                  </a:cubicBezTo>
                  <a:cubicBezTo>
                    <a:pt x="912" y="13415"/>
                    <a:pt x="406" y="13759"/>
                    <a:pt x="224" y="14300"/>
                  </a:cubicBezTo>
                  <a:cubicBezTo>
                    <a:pt x="1" y="14970"/>
                    <a:pt x="345" y="15683"/>
                    <a:pt x="1007" y="15925"/>
                  </a:cubicBezTo>
                  <a:cubicBezTo>
                    <a:pt x="3527" y="16846"/>
                    <a:pt x="12819" y="21437"/>
                    <a:pt x="15846" y="23257"/>
                  </a:cubicBezTo>
                  <a:cubicBezTo>
                    <a:pt x="19426" y="25409"/>
                    <a:pt x="20480" y="25889"/>
                    <a:pt x="22769" y="26652"/>
                  </a:cubicBezTo>
                  <a:cubicBezTo>
                    <a:pt x="25060" y="27413"/>
                    <a:pt x="26190" y="27661"/>
                    <a:pt x="30346" y="28083"/>
                  </a:cubicBezTo>
                  <a:cubicBezTo>
                    <a:pt x="33860" y="28439"/>
                    <a:pt x="44049" y="30331"/>
                    <a:pt x="46620" y="31105"/>
                  </a:cubicBezTo>
                  <a:cubicBezTo>
                    <a:pt x="46746" y="31142"/>
                    <a:pt x="46873" y="31160"/>
                    <a:pt x="46998" y="31160"/>
                  </a:cubicBezTo>
                  <a:cubicBezTo>
                    <a:pt x="47541" y="31160"/>
                    <a:pt x="48038" y="30817"/>
                    <a:pt x="48220" y="30272"/>
                  </a:cubicBezTo>
                  <a:cubicBezTo>
                    <a:pt x="48445" y="29594"/>
                    <a:pt x="48077" y="28861"/>
                    <a:pt x="47400" y="28635"/>
                  </a:cubicBezTo>
                  <a:lnTo>
                    <a:pt x="30460" y="22999"/>
                  </a:lnTo>
                  <a:lnTo>
                    <a:pt x="31177" y="20845"/>
                  </a:lnTo>
                  <a:cubicBezTo>
                    <a:pt x="32276" y="20622"/>
                    <a:pt x="32537" y="19746"/>
                    <a:pt x="32658" y="19348"/>
                  </a:cubicBezTo>
                  <a:cubicBezTo>
                    <a:pt x="32672" y="19303"/>
                    <a:pt x="32683" y="19262"/>
                    <a:pt x="32696" y="19223"/>
                  </a:cubicBezTo>
                  <a:cubicBezTo>
                    <a:pt x="33417" y="17061"/>
                    <a:pt x="32062" y="15232"/>
                    <a:pt x="28983" y="14207"/>
                  </a:cubicBezTo>
                  <a:cubicBezTo>
                    <a:pt x="28853" y="14164"/>
                    <a:pt x="28728" y="14125"/>
                    <a:pt x="28614" y="14092"/>
                  </a:cubicBezTo>
                  <a:lnTo>
                    <a:pt x="32356" y="1059"/>
                  </a:lnTo>
                  <a:cubicBezTo>
                    <a:pt x="32453" y="724"/>
                    <a:pt x="32270" y="378"/>
                    <a:pt x="31943" y="269"/>
                  </a:cubicBezTo>
                  <a:lnTo>
                    <a:pt x="31589" y="151"/>
                  </a:lnTo>
                  <a:lnTo>
                    <a:pt x="31235" y="34"/>
                  </a:lnTo>
                  <a:cubicBezTo>
                    <a:pt x="31167" y="12"/>
                    <a:pt x="31099" y="1"/>
                    <a:pt x="310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70"/>
            <p:cNvSpPr/>
            <p:nvPr/>
          </p:nvSpPr>
          <p:spPr>
            <a:xfrm>
              <a:off x="4628884" y="3014447"/>
              <a:ext cx="57980" cy="73707"/>
            </a:xfrm>
            <a:custGeom>
              <a:rect b="b" l="l" r="r" t="t"/>
              <a:pathLst>
                <a:path extrusionOk="0" h="1626" w="1279">
                  <a:moveTo>
                    <a:pt x="926" y="1"/>
                  </a:moveTo>
                  <a:cubicBezTo>
                    <a:pt x="168" y="1"/>
                    <a:pt x="1" y="1549"/>
                    <a:pt x="646" y="1615"/>
                  </a:cubicBezTo>
                  <a:lnTo>
                    <a:pt x="742" y="1626"/>
                  </a:lnTo>
                  <a:cubicBezTo>
                    <a:pt x="765" y="1528"/>
                    <a:pt x="787" y="1428"/>
                    <a:pt x="814" y="1331"/>
                  </a:cubicBezTo>
                  <a:cubicBezTo>
                    <a:pt x="845" y="1216"/>
                    <a:pt x="879" y="1102"/>
                    <a:pt x="915" y="992"/>
                  </a:cubicBezTo>
                  <a:cubicBezTo>
                    <a:pt x="950" y="880"/>
                    <a:pt x="987" y="770"/>
                    <a:pt x="1028" y="667"/>
                  </a:cubicBezTo>
                  <a:cubicBezTo>
                    <a:pt x="1068" y="562"/>
                    <a:pt x="1103" y="460"/>
                    <a:pt x="1143" y="366"/>
                  </a:cubicBezTo>
                  <a:cubicBezTo>
                    <a:pt x="1184" y="272"/>
                    <a:pt x="1221" y="183"/>
                    <a:pt x="1256" y="101"/>
                  </a:cubicBezTo>
                  <a:cubicBezTo>
                    <a:pt x="1264" y="81"/>
                    <a:pt x="1272" y="64"/>
                    <a:pt x="1279" y="45"/>
                  </a:cubicBezTo>
                  <a:cubicBezTo>
                    <a:pt x="1196" y="36"/>
                    <a:pt x="1111" y="24"/>
                    <a:pt x="1029" y="10"/>
                  </a:cubicBezTo>
                  <a:cubicBezTo>
                    <a:pt x="994" y="4"/>
                    <a:pt x="959" y="1"/>
                    <a:pt x="9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70"/>
            <p:cNvSpPr/>
            <p:nvPr/>
          </p:nvSpPr>
          <p:spPr>
            <a:xfrm>
              <a:off x="4680019" y="3022109"/>
              <a:ext cx="54444" cy="69264"/>
            </a:xfrm>
            <a:custGeom>
              <a:rect b="b" l="l" r="r" t="t"/>
              <a:pathLst>
                <a:path extrusionOk="0" h="1528" w="1201">
                  <a:moveTo>
                    <a:pt x="1008" y="1"/>
                  </a:moveTo>
                  <a:cubicBezTo>
                    <a:pt x="947" y="75"/>
                    <a:pt x="860" y="175"/>
                    <a:pt x="766" y="304"/>
                  </a:cubicBezTo>
                  <a:cubicBezTo>
                    <a:pt x="715" y="372"/>
                    <a:pt x="661" y="444"/>
                    <a:pt x="605" y="521"/>
                  </a:cubicBezTo>
                  <a:cubicBezTo>
                    <a:pt x="547" y="598"/>
                    <a:pt x="493" y="682"/>
                    <a:pt x="433" y="769"/>
                  </a:cubicBezTo>
                  <a:cubicBezTo>
                    <a:pt x="372" y="855"/>
                    <a:pt x="316" y="948"/>
                    <a:pt x="261" y="1042"/>
                  </a:cubicBezTo>
                  <a:cubicBezTo>
                    <a:pt x="202" y="1134"/>
                    <a:pt x="144" y="1231"/>
                    <a:pt x="93" y="1329"/>
                  </a:cubicBezTo>
                  <a:cubicBezTo>
                    <a:pt x="60" y="1387"/>
                    <a:pt x="30" y="1446"/>
                    <a:pt x="0" y="1506"/>
                  </a:cubicBezTo>
                  <a:cubicBezTo>
                    <a:pt x="53" y="1513"/>
                    <a:pt x="104" y="1520"/>
                    <a:pt x="156" y="1528"/>
                  </a:cubicBezTo>
                  <a:cubicBezTo>
                    <a:pt x="229" y="1389"/>
                    <a:pt x="308" y="1250"/>
                    <a:pt x="395" y="1114"/>
                  </a:cubicBezTo>
                  <a:cubicBezTo>
                    <a:pt x="456" y="1015"/>
                    <a:pt x="519" y="917"/>
                    <a:pt x="586" y="825"/>
                  </a:cubicBezTo>
                  <a:cubicBezTo>
                    <a:pt x="649" y="730"/>
                    <a:pt x="715" y="639"/>
                    <a:pt x="782" y="553"/>
                  </a:cubicBezTo>
                  <a:cubicBezTo>
                    <a:pt x="849" y="467"/>
                    <a:pt x="910" y="381"/>
                    <a:pt x="975" y="304"/>
                  </a:cubicBezTo>
                  <a:cubicBezTo>
                    <a:pt x="1040" y="227"/>
                    <a:pt x="1100" y="155"/>
                    <a:pt x="1155" y="88"/>
                  </a:cubicBezTo>
                  <a:cubicBezTo>
                    <a:pt x="1170" y="69"/>
                    <a:pt x="1185" y="53"/>
                    <a:pt x="1201" y="34"/>
                  </a:cubicBezTo>
                  <a:cubicBezTo>
                    <a:pt x="1135" y="22"/>
                    <a:pt x="1069" y="10"/>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70"/>
            <p:cNvSpPr/>
            <p:nvPr/>
          </p:nvSpPr>
          <p:spPr>
            <a:xfrm>
              <a:off x="4942994" y="3108331"/>
              <a:ext cx="60247" cy="76290"/>
            </a:xfrm>
            <a:custGeom>
              <a:rect b="b" l="l" r="r" t="t"/>
              <a:pathLst>
                <a:path extrusionOk="0" h="1683" w="1329">
                  <a:moveTo>
                    <a:pt x="432" y="0"/>
                  </a:moveTo>
                  <a:cubicBezTo>
                    <a:pt x="422" y="61"/>
                    <a:pt x="410" y="125"/>
                    <a:pt x="397" y="195"/>
                  </a:cubicBezTo>
                  <a:cubicBezTo>
                    <a:pt x="379" y="281"/>
                    <a:pt x="362" y="375"/>
                    <a:pt x="342" y="474"/>
                  </a:cubicBezTo>
                  <a:cubicBezTo>
                    <a:pt x="323" y="572"/>
                    <a:pt x="295" y="676"/>
                    <a:pt x="269" y="781"/>
                  </a:cubicBezTo>
                  <a:cubicBezTo>
                    <a:pt x="245" y="888"/>
                    <a:pt x="214" y="998"/>
                    <a:pt x="181" y="1107"/>
                  </a:cubicBezTo>
                  <a:cubicBezTo>
                    <a:pt x="150" y="1217"/>
                    <a:pt x="115" y="1329"/>
                    <a:pt x="75" y="1439"/>
                  </a:cubicBezTo>
                  <a:cubicBezTo>
                    <a:pt x="53" y="1506"/>
                    <a:pt x="26" y="1572"/>
                    <a:pt x="1" y="1637"/>
                  </a:cubicBezTo>
                  <a:cubicBezTo>
                    <a:pt x="57" y="1669"/>
                    <a:pt x="116" y="1683"/>
                    <a:pt x="176" y="1683"/>
                  </a:cubicBezTo>
                  <a:cubicBezTo>
                    <a:pt x="726" y="1683"/>
                    <a:pt x="1329" y="462"/>
                    <a:pt x="644" y="116"/>
                  </a:cubicBezTo>
                  <a:cubicBezTo>
                    <a:pt x="573" y="80"/>
                    <a:pt x="503" y="39"/>
                    <a:pt x="4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70"/>
            <p:cNvSpPr/>
            <p:nvPr/>
          </p:nvSpPr>
          <p:spPr>
            <a:xfrm>
              <a:off x="4693483" y="3026823"/>
              <a:ext cx="248105" cy="150088"/>
            </a:xfrm>
            <a:custGeom>
              <a:rect b="b" l="l" r="r" t="t"/>
              <a:pathLst>
                <a:path extrusionOk="0" h="3311" w="5473">
                  <a:moveTo>
                    <a:pt x="1268" y="0"/>
                  </a:moveTo>
                  <a:cubicBezTo>
                    <a:pt x="1210" y="53"/>
                    <a:pt x="1143" y="113"/>
                    <a:pt x="1073" y="184"/>
                  </a:cubicBezTo>
                  <a:cubicBezTo>
                    <a:pt x="1013" y="245"/>
                    <a:pt x="947" y="308"/>
                    <a:pt x="878" y="376"/>
                  </a:cubicBezTo>
                  <a:cubicBezTo>
                    <a:pt x="810" y="446"/>
                    <a:pt x="743" y="523"/>
                    <a:pt x="669" y="598"/>
                  </a:cubicBezTo>
                  <a:cubicBezTo>
                    <a:pt x="595" y="676"/>
                    <a:pt x="524" y="758"/>
                    <a:pt x="454" y="844"/>
                  </a:cubicBezTo>
                  <a:cubicBezTo>
                    <a:pt x="380" y="927"/>
                    <a:pt x="309" y="1014"/>
                    <a:pt x="242" y="1105"/>
                  </a:cubicBezTo>
                  <a:cubicBezTo>
                    <a:pt x="155" y="1214"/>
                    <a:pt x="75" y="1328"/>
                    <a:pt x="0" y="1443"/>
                  </a:cubicBezTo>
                  <a:cubicBezTo>
                    <a:pt x="904" y="1585"/>
                    <a:pt x="1878" y="1816"/>
                    <a:pt x="2483" y="2011"/>
                  </a:cubicBezTo>
                  <a:cubicBezTo>
                    <a:pt x="3210" y="2260"/>
                    <a:pt x="4397" y="2791"/>
                    <a:pt x="5295" y="3311"/>
                  </a:cubicBezTo>
                  <a:cubicBezTo>
                    <a:pt x="5305" y="3264"/>
                    <a:pt x="5317" y="3217"/>
                    <a:pt x="5325" y="3168"/>
                  </a:cubicBezTo>
                  <a:cubicBezTo>
                    <a:pt x="5349" y="3058"/>
                    <a:pt x="5365" y="2947"/>
                    <a:pt x="5380" y="2838"/>
                  </a:cubicBezTo>
                  <a:cubicBezTo>
                    <a:pt x="5397" y="2729"/>
                    <a:pt x="5412" y="2622"/>
                    <a:pt x="5420" y="2516"/>
                  </a:cubicBezTo>
                  <a:cubicBezTo>
                    <a:pt x="5428" y="2409"/>
                    <a:pt x="5442" y="2310"/>
                    <a:pt x="5447" y="2213"/>
                  </a:cubicBezTo>
                  <a:cubicBezTo>
                    <a:pt x="5452" y="2117"/>
                    <a:pt x="5458" y="2025"/>
                    <a:pt x="5462" y="1941"/>
                  </a:cubicBezTo>
                  <a:cubicBezTo>
                    <a:pt x="5472" y="1774"/>
                    <a:pt x="5468" y="1637"/>
                    <a:pt x="5471" y="1538"/>
                  </a:cubicBezTo>
                  <a:cubicBezTo>
                    <a:pt x="4910" y="1230"/>
                    <a:pt x="4191" y="873"/>
                    <a:pt x="2990" y="484"/>
                  </a:cubicBezTo>
                  <a:cubicBezTo>
                    <a:pt x="2294" y="247"/>
                    <a:pt x="1738" y="100"/>
                    <a:pt x="12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70"/>
            <p:cNvSpPr/>
            <p:nvPr/>
          </p:nvSpPr>
          <p:spPr>
            <a:xfrm>
              <a:off x="4577431" y="3166629"/>
              <a:ext cx="340356" cy="182725"/>
            </a:xfrm>
            <a:custGeom>
              <a:rect b="b" l="l" r="r" t="t"/>
              <a:pathLst>
                <a:path extrusionOk="0" h="4031" w="7508">
                  <a:moveTo>
                    <a:pt x="2865" y="0"/>
                  </a:moveTo>
                  <a:cubicBezTo>
                    <a:pt x="2820" y="0"/>
                    <a:pt x="2775" y="1"/>
                    <a:pt x="2729" y="2"/>
                  </a:cubicBezTo>
                  <a:cubicBezTo>
                    <a:pt x="2426" y="5"/>
                    <a:pt x="2132" y="65"/>
                    <a:pt x="1867" y="146"/>
                  </a:cubicBezTo>
                  <a:cubicBezTo>
                    <a:pt x="1599" y="222"/>
                    <a:pt x="1365" y="350"/>
                    <a:pt x="1157" y="468"/>
                  </a:cubicBezTo>
                  <a:cubicBezTo>
                    <a:pt x="1058" y="535"/>
                    <a:pt x="960" y="596"/>
                    <a:pt x="874" y="662"/>
                  </a:cubicBezTo>
                  <a:cubicBezTo>
                    <a:pt x="789" y="730"/>
                    <a:pt x="707" y="793"/>
                    <a:pt x="635" y="856"/>
                  </a:cubicBezTo>
                  <a:cubicBezTo>
                    <a:pt x="565" y="922"/>
                    <a:pt x="499" y="983"/>
                    <a:pt x="437" y="1039"/>
                  </a:cubicBezTo>
                  <a:cubicBezTo>
                    <a:pt x="379" y="1099"/>
                    <a:pt x="328" y="1156"/>
                    <a:pt x="281" y="1205"/>
                  </a:cubicBezTo>
                  <a:cubicBezTo>
                    <a:pt x="185" y="1303"/>
                    <a:pt x="122" y="1392"/>
                    <a:pt x="73" y="1447"/>
                  </a:cubicBezTo>
                  <a:cubicBezTo>
                    <a:pt x="26" y="1505"/>
                    <a:pt x="1" y="1534"/>
                    <a:pt x="1" y="1534"/>
                  </a:cubicBezTo>
                  <a:cubicBezTo>
                    <a:pt x="1" y="1534"/>
                    <a:pt x="30" y="1509"/>
                    <a:pt x="87" y="1461"/>
                  </a:cubicBezTo>
                  <a:cubicBezTo>
                    <a:pt x="143" y="1414"/>
                    <a:pt x="221" y="1340"/>
                    <a:pt x="328" y="1258"/>
                  </a:cubicBezTo>
                  <a:cubicBezTo>
                    <a:pt x="379" y="1216"/>
                    <a:pt x="439" y="1169"/>
                    <a:pt x="503" y="1118"/>
                  </a:cubicBezTo>
                  <a:cubicBezTo>
                    <a:pt x="567" y="1071"/>
                    <a:pt x="640" y="1019"/>
                    <a:pt x="715" y="964"/>
                  </a:cubicBezTo>
                  <a:cubicBezTo>
                    <a:pt x="870" y="858"/>
                    <a:pt x="1051" y="750"/>
                    <a:pt x="1252" y="645"/>
                  </a:cubicBezTo>
                  <a:cubicBezTo>
                    <a:pt x="1459" y="553"/>
                    <a:pt x="1685" y="453"/>
                    <a:pt x="1936" y="398"/>
                  </a:cubicBezTo>
                  <a:cubicBezTo>
                    <a:pt x="2166" y="345"/>
                    <a:pt x="2410" y="310"/>
                    <a:pt x="2667" y="310"/>
                  </a:cubicBezTo>
                  <a:cubicBezTo>
                    <a:pt x="2689" y="310"/>
                    <a:pt x="2711" y="311"/>
                    <a:pt x="2733" y="311"/>
                  </a:cubicBezTo>
                  <a:cubicBezTo>
                    <a:pt x="3014" y="311"/>
                    <a:pt x="3303" y="347"/>
                    <a:pt x="3593" y="406"/>
                  </a:cubicBezTo>
                  <a:cubicBezTo>
                    <a:pt x="3884" y="460"/>
                    <a:pt x="4169" y="547"/>
                    <a:pt x="4471" y="643"/>
                  </a:cubicBezTo>
                  <a:cubicBezTo>
                    <a:pt x="4750" y="741"/>
                    <a:pt x="5043" y="844"/>
                    <a:pt x="5306" y="977"/>
                  </a:cubicBezTo>
                  <a:cubicBezTo>
                    <a:pt x="5575" y="1105"/>
                    <a:pt x="5829" y="1250"/>
                    <a:pt x="6052" y="1415"/>
                  </a:cubicBezTo>
                  <a:cubicBezTo>
                    <a:pt x="6280" y="1579"/>
                    <a:pt x="6473" y="1768"/>
                    <a:pt x="6637" y="1964"/>
                  </a:cubicBezTo>
                  <a:cubicBezTo>
                    <a:pt x="6805" y="2159"/>
                    <a:pt x="6926" y="2372"/>
                    <a:pt x="7037" y="2570"/>
                  </a:cubicBezTo>
                  <a:cubicBezTo>
                    <a:pt x="7137" y="2775"/>
                    <a:pt x="7215" y="2970"/>
                    <a:pt x="7275" y="3146"/>
                  </a:cubicBezTo>
                  <a:cubicBezTo>
                    <a:pt x="7305" y="3235"/>
                    <a:pt x="7329" y="3319"/>
                    <a:pt x="7354" y="3396"/>
                  </a:cubicBezTo>
                  <a:cubicBezTo>
                    <a:pt x="7374" y="3475"/>
                    <a:pt x="7393" y="3547"/>
                    <a:pt x="7412" y="3613"/>
                  </a:cubicBezTo>
                  <a:cubicBezTo>
                    <a:pt x="7447" y="3744"/>
                    <a:pt x="7466" y="3850"/>
                    <a:pt x="7483" y="3922"/>
                  </a:cubicBezTo>
                  <a:cubicBezTo>
                    <a:pt x="7499" y="3993"/>
                    <a:pt x="7507" y="4031"/>
                    <a:pt x="7507" y="4031"/>
                  </a:cubicBezTo>
                  <a:cubicBezTo>
                    <a:pt x="7507" y="4031"/>
                    <a:pt x="7506" y="3992"/>
                    <a:pt x="7502" y="3918"/>
                  </a:cubicBezTo>
                  <a:cubicBezTo>
                    <a:pt x="7501" y="3848"/>
                    <a:pt x="7503" y="3741"/>
                    <a:pt x="7483" y="3604"/>
                  </a:cubicBezTo>
                  <a:cubicBezTo>
                    <a:pt x="7475" y="3535"/>
                    <a:pt x="7467" y="3460"/>
                    <a:pt x="7456" y="3378"/>
                  </a:cubicBezTo>
                  <a:cubicBezTo>
                    <a:pt x="7442" y="3295"/>
                    <a:pt x="7426" y="3208"/>
                    <a:pt x="7408" y="3112"/>
                  </a:cubicBezTo>
                  <a:cubicBezTo>
                    <a:pt x="7389" y="3018"/>
                    <a:pt x="7360" y="2919"/>
                    <a:pt x="7334" y="2814"/>
                  </a:cubicBezTo>
                  <a:cubicBezTo>
                    <a:pt x="7306" y="2709"/>
                    <a:pt x="7262" y="2602"/>
                    <a:pt x="7224" y="2488"/>
                  </a:cubicBezTo>
                  <a:cubicBezTo>
                    <a:pt x="7127" y="2268"/>
                    <a:pt x="7019" y="2029"/>
                    <a:pt x="6848" y="1804"/>
                  </a:cubicBezTo>
                  <a:cubicBezTo>
                    <a:pt x="6683" y="1581"/>
                    <a:pt x="6485" y="1357"/>
                    <a:pt x="6244" y="1172"/>
                  </a:cubicBezTo>
                  <a:cubicBezTo>
                    <a:pt x="6006" y="983"/>
                    <a:pt x="5743" y="809"/>
                    <a:pt x="5458" y="674"/>
                  </a:cubicBezTo>
                  <a:cubicBezTo>
                    <a:pt x="5173" y="529"/>
                    <a:pt x="4882" y="419"/>
                    <a:pt x="4575" y="310"/>
                  </a:cubicBezTo>
                  <a:cubicBezTo>
                    <a:pt x="4283" y="220"/>
                    <a:pt x="3970" y="128"/>
                    <a:pt x="3656" y="75"/>
                  </a:cubicBezTo>
                  <a:cubicBezTo>
                    <a:pt x="3393" y="21"/>
                    <a:pt x="3126" y="0"/>
                    <a:pt x="28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 name="Google Shape;1069;p70"/>
          <p:cNvGrpSpPr/>
          <p:nvPr/>
        </p:nvGrpSpPr>
        <p:grpSpPr>
          <a:xfrm>
            <a:off x="954484" y="2394596"/>
            <a:ext cx="1967305" cy="1963652"/>
            <a:chOff x="982825" y="1940250"/>
            <a:chExt cx="2117887" cy="2113954"/>
          </a:xfrm>
        </p:grpSpPr>
        <p:sp>
          <p:nvSpPr>
            <p:cNvPr id="1070" name="Google Shape;1070;p70"/>
            <p:cNvSpPr/>
            <p:nvPr/>
          </p:nvSpPr>
          <p:spPr>
            <a:xfrm>
              <a:off x="1299943" y="1969546"/>
              <a:ext cx="135082" cy="76651"/>
            </a:xfrm>
            <a:custGeom>
              <a:rect b="b" l="l" r="r" t="t"/>
              <a:pathLst>
                <a:path extrusionOk="0" h="955" w="1683">
                  <a:moveTo>
                    <a:pt x="954" y="1"/>
                  </a:moveTo>
                  <a:lnTo>
                    <a:pt x="0" y="954"/>
                  </a:lnTo>
                  <a:lnTo>
                    <a:pt x="944" y="207"/>
                  </a:lnTo>
                  <a:lnTo>
                    <a:pt x="1683" y="730"/>
                  </a:lnTo>
                  <a:lnTo>
                    <a:pt x="9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70"/>
            <p:cNvSpPr/>
            <p:nvPr/>
          </p:nvSpPr>
          <p:spPr>
            <a:xfrm>
              <a:off x="1376273" y="2045876"/>
              <a:ext cx="135002" cy="76570"/>
            </a:xfrm>
            <a:custGeom>
              <a:rect b="b" l="l" r="r" t="t"/>
              <a:pathLst>
                <a:path extrusionOk="0" h="954" w="1682">
                  <a:moveTo>
                    <a:pt x="953" y="0"/>
                  </a:moveTo>
                  <a:lnTo>
                    <a:pt x="0" y="954"/>
                  </a:lnTo>
                  <a:lnTo>
                    <a:pt x="0" y="954"/>
                  </a:lnTo>
                  <a:lnTo>
                    <a:pt x="943" y="206"/>
                  </a:lnTo>
                  <a:lnTo>
                    <a:pt x="1681" y="728"/>
                  </a:lnTo>
                  <a:lnTo>
                    <a:pt x="9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70"/>
            <p:cNvSpPr/>
            <p:nvPr/>
          </p:nvSpPr>
          <p:spPr>
            <a:xfrm>
              <a:off x="1453325" y="2122928"/>
              <a:ext cx="135002" cy="76570"/>
            </a:xfrm>
            <a:custGeom>
              <a:rect b="b" l="l" r="r" t="t"/>
              <a:pathLst>
                <a:path extrusionOk="0" h="954" w="1682">
                  <a:moveTo>
                    <a:pt x="954" y="1"/>
                  </a:moveTo>
                  <a:lnTo>
                    <a:pt x="0" y="954"/>
                  </a:lnTo>
                  <a:lnTo>
                    <a:pt x="942" y="206"/>
                  </a:lnTo>
                  <a:lnTo>
                    <a:pt x="1681" y="728"/>
                  </a:lnTo>
                  <a:lnTo>
                    <a:pt x="9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70"/>
            <p:cNvSpPr/>
            <p:nvPr/>
          </p:nvSpPr>
          <p:spPr>
            <a:xfrm>
              <a:off x="1530939" y="2200542"/>
              <a:ext cx="135082" cy="76731"/>
            </a:xfrm>
            <a:custGeom>
              <a:rect b="b" l="l" r="r" t="t"/>
              <a:pathLst>
                <a:path extrusionOk="0" h="956" w="1683">
                  <a:moveTo>
                    <a:pt x="953" y="0"/>
                  </a:moveTo>
                  <a:lnTo>
                    <a:pt x="0" y="955"/>
                  </a:lnTo>
                  <a:lnTo>
                    <a:pt x="0" y="955"/>
                  </a:lnTo>
                  <a:lnTo>
                    <a:pt x="943" y="206"/>
                  </a:lnTo>
                  <a:lnTo>
                    <a:pt x="1683" y="730"/>
                  </a:lnTo>
                  <a:lnTo>
                    <a:pt x="9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70"/>
            <p:cNvSpPr/>
            <p:nvPr/>
          </p:nvSpPr>
          <p:spPr>
            <a:xfrm>
              <a:off x="1206597" y="2062811"/>
              <a:ext cx="135242" cy="76570"/>
            </a:xfrm>
            <a:custGeom>
              <a:rect b="b" l="l" r="r" t="t"/>
              <a:pathLst>
                <a:path extrusionOk="0" h="954" w="1685">
                  <a:moveTo>
                    <a:pt x="955" y="0"/>
                  </a:moveTo>
                  <a:lnTo>
                    <a:pt x="0" y="954"/>
                  </a:lnTo>
                  <a:lnTo>
                    <a:pt x="943" y="207"/>
                  </a:lnTo>
                  <a:lnTo>
                    <a:pt x="1684" y="729"/>
                  </a:lnTo>
                  <a:lnTo>
                    <a:pt x="95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70"/>
            <p:cNvSpPr/>
            <p:nvPr/>
          </p:nvSpPr>
          <p:spPr>
            <a:xfrm>
              <a:off x="1283008" y="2139061"/>
              <a:ext cx="135002" cy="76731"/>
            </a:xfrm>
            <a:custGeom>
              <a:rect b="b" l="l" r="r" t="t"/>
              <a:pathLst>
                <a:path extrusionOk="0" h="956" w="1682">
                  <a:moveTo>
                    <a:pt x="954" y="1"/>
                  </a:moveTo>
                  <a:lnTo>
                    <a:pt x="0" y="956"/>
                  </a:lnTo>
                  <a:lnTo>
                    <a:pt x="942" y="206"/>
                  </a:lnTo>
                  <a:lnTo>
                    <a:pt x="1682" y="730"/>
                  </a:lnTo>
                  <a:lnTo>
                    <a:pt x="1682" y="730"/>
                  </a:lnTo>
                  <a:lnTo>
                    <a:pt x="9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70"/>
            <p:cNvSpPr/>
            <p:nvPr/>
          </p:nvSpPr>
          <p:spPr>
            <a:xfrm>
              <a:off x="1359819" y="2216193"/>
              <a:ext cx="135242" cy="76570"/>
            </a:xfrm>
            <a:custGeom>
              <a:rect b="b" l="l" r="r" t="t"/>
              <a:pathLst>
                <a:path extrusionOk="0" h="954" w="1685">
                  <a:moveTo>
                    <a:pt x="957" y="0"/>
                  </a:moveTo>
                  <a:lnTo>
                    <a:pt x="1" y="954"/>
                  </a:lnTo>
                  <a:lnTo>
                    <a:pt x="945" y="206"/>
                  </a:lnTo>
                  <a:lnTo>
                    <a:pt x="1685" y="728"/>
                  </a:lnTo>
                  <a:lnTo>
                    <a:pt x="9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70"/>
            <p:cNvSpPr/>
            <p:nvPr/>
          </p:nvSpPr>
          <p:spPr>
            <a:xfrm>
              <a:off x="1437674" y="2293887"/>
              <a:ext cx="135002" cy="76570"/>
            </a:xfrm>
            <a:custGeom>
              <a:rect b="b" l="l" r="r" t="t"/>
              <a:pathLst>
                <a:path extrusionOk="0" h="954" w="1682">
                  <a:moveTo>
                    <a:pt x="954" y="0"/>
                  </a:moveTo>
                  <a:lnTo>
                    <a:pt x="0" y="954"/>
                  </a:lnTo>
                  <a:lnTo>
                    <a:pt x="943" y="204"/>
                  </a:lnTo>
                  <a:lnTo>
                    <a:pt x="1682" y="728"/>
                  </a:lnTo>
                  <a:lnTo>
                    <a:pt x="9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70"/>
            <p:cNvSpPr/>
            <p:nvPr/>
          </p:nvSpPr>
          <p:spPr>
            <a:xfrm>
              <a:off x="1108677" y="2160651"/>
              <a:ext cx="135242" cy="76570"/>
            </a:xfrm>
            <a:custGeom>
              <a:rect b="b" l="l" r="r" t="t"/>
              <a:pathLst>
                <a:path extrusionOk="0" h="954" w="1685">
                  <a:moveTo>
                    <a:pt x="957" y="1"/>
                  </a:moveTo>
                  <a:lnTo>
                    <a:pt x="1" y="954"/>
                  </a:lnTo>
                  <a:lnTo>
                    <a:pt x="945" y="206"/>
                  </a:lnTo>
                  <a:lnTo>
                    <a:pt x="1685" y="728"/>
                  </a:lnTo>
                  <a:lnTo>
                    <a:pt x="9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70"/>
            <p:cNvSpPr/>
            <p:nvPr/>
          </p:nvSpPr>
          <p:spPr>
            <a:xfrm>
              <a:off x="1185167" y="2236820"/>
              <a:ext cx="135082" cy="76651"/>
            </a:xfrm>
            <a:custGeom>
              <a:rect b="b" l="l" r="r" t="t"/>
              <a:pathLst>
                <a:path extrusionOk="0" h="955" w="1683">
                  <a:moveTo>
                    <a:pt x="954" y="1"/>
                  </a:moveTo>
                  <a:lnTo>
                    <a:pt x="0" y="954"/>
                  </a:lnTo>
                  <a:lnTo>
                    <a:pt x="941" y="208"/>
                  </a:lnTo>
                  <a:lnTo>
                    <a:pt x="1683" y="730"/>
                  </a:lnTo>
                  <a:lnTo>
                    <a:pt x="9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70"/>
            <p:cNvSpPr/>
            <p:nvPr/>
          </p:nvSpPr>
          <p:spPr>
            <a:xfrm>
              <a:off x="1262059" y="2313953"/>
              <a:ext cx="135242" cy="76570"/>
            </a:xfrm>
            <a:custGeom>
              <a:rect b="b" l="l" r="r" t="t"/>
              <a:pathLst>
                <a:path extrusionOk="0" h="954" w="1685">
                  <a:moveTo>
                    <a:pt x="956" y="0"/>
                  </a:moveTo>
                  <a:lnTo>
                    <a:pt x="1" y="954"/>
                  </a:lnTo>
                  <a:lnTo>
                    <a:pt x="944" y="207"/>
                  </a:lnTo>
                  <a:lnTo>
                    <a:pt x="1685" y="729"/>
                  </a:lnTo>
                  <a:lnTo>
                    <a:pt x="9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70"/>
            <p:cNvSpPr/>
            <p:nvPr/>
          </p:nvSpPr>
          <p:spPr>
            <a:xfrm>
              <a:off x="1339834" y="2391647"/>
              <a:ext cx="135082" cy="76570"/>
            </a:xfrm>
            <a:custGeom>
              <a:rect b="b" l="l" r="r" t="t"/>
              <a:pathLst>
                <a:path extrusionOk="0" h="954" w="1683">
                  <a:moveTo>
                    <a:pt x="954" y="0"/>
                  </a:moveTo>
                  <a:lnTo>
                    <a:pt x="0" y="954"/>
                  </a:lnTo>
                  <a:lnTo>
                    <a:pt x="0" y="954"/>
                  </a:lnTo>
                  <a:lnTo>
                    <a:pt x="944" y="206"/>
                  </a:lnTo>
                  <a:lnTo>
                    <a:pt x="1683" y="730"/>
                  </a:lnTo>
                  <a:lnTo>
                    <a:pt x="1683" y="730"/>
                  </a:lnTo>
                  <a:lnTo>
                    <a:pt x="9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70"/>
            <p:cNvSpPr/>
            <p:nvPr/>
          </p:nvSpPr>
          <p:spPr>
            <a:xfrm>
              <a:off x="1014047" y="2255522"/>
              <a:ext cx="135082" cy="76570"/>
            </a:xfrm>
            <a:custGeom>
              <a:rect b="b" l="l" r="r" t="t"/>
              <a:pathLst>
                <a:path extrusionOk="0" h="954" w="1683">
                  <a:moveTo>
                    <a:pt x="954" y="0"/>
                  </a:moveTo>
                  <a:lnTo>
                    <a:pt x="1" y="954"/>
                  </a:lnTo>
                  <a:lnTo>
                    <a:pt x="944" y="204"/>
                  </a:lnTo>
                  <a:lnTo>
                    <a:pt x="1682" y="728"/>
                  </a:lnTo>
                  <a:lnTo>
                    <a:pt x="1682" y="728"/>
                  </a:lnTo>
                  <a:lnTo>
                    <a:pt x="9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70"/>
            <p:cNvSpPr/>
            <p:nvPr/>
          </p:nvSpPr>
          <p:spPr>
            <a:xfrm>
              <a:off x="1090297" y="2331691"/>
              <a:ext cx="135082" cy="76651"/>
            </a:xfrm>
            <a:custGeom>
              <a:rect b="b" l="l" r="r" t="t"/>
              <a:pathLst>
                <a:path extrusionOk="0" h="955" w="1683">
                  <a:moveTo>
                    <a:pt x="954" y="1"/>
                  </a:moveTo>
                  <a:lnTo>
                    <a:pt x="0" y="954"/>
                  </a:lnTo>
                  <a:lnTo>
                    <a:pt x="944" y="206"/>
                  </a:lnTo>
                  <a:lnTo>
                    <a:pt x="1683" y="730"/>
                  </a:lnTo>
                  <a:lnTo>
                    <a:pt x="9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70"/>
            <p:cNvSpPr/>
            <p:nvPr/>
          </p:nvSpPr>
          <p:spPr>
            <a:xfrm>
              <a:off x="1167349" y="2408743"/>
              <a:ext cx="135162" cy="76651"/>
            </a:xfrm>
            <a:custGeom>
              <a:rect b="b" l="l" r="r" t="t"/>
              <a:pathLst>
                <a:path extrusionOk="0" h="955" w="1684">
                  <a:moveTo>
                    <a:pt x="954" y="1"/>
                  </a:moveTo>
                  <a:lnTo>
                    <a:pt x="1" y="954"/>
                  </a:lnTo>
                  <a:lnTo>
                    <a:pt x="945" y="206"/>
                  </a:lnTo>
                  <a:lnTo>
                    <a:pt x="1683" y="730"/>
                  </a:lnTo>
                  <a:lnTo>
                    <a:pt x="9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70"/>
            <p:cNvSpPr/>
            <p:nvPr/>
          </p:nvSpPr>
          <p:spPr>
            <a:xfrm>
              <a:off x="1244963" y="2486357"/>
              <a:ext cx="135242" cy="76651"/>
            </a:xfrm>
            <a:custGeom>
              <a:rect b="b" l="l" r="r" t="t"/>
              <a:pathLst>
                <a:path extrusionOk="0" h="955" w="1685">
                  <a:moveTo>
                    <a:pt x="955" y="1"/>
                  </a:moveTo>
                  <a:lnTo>
                    <a:pt x="0" y="954"/>
                  </a:lnTo>
                  <a:lnTo>
                    <a:pt x="0" y="954"/>
                  </a:lnTo>
                  <a:lnTo>
                    <a:pt x="944" y="208"/>
                  </a:lnTo>
                  <a:lnTo>
                    <a:pt x="1684" y="730"/>
                  </a:lnTo>
                  <a:lnTo>
                    <a:pt x="9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70"/>
            <p:cNvSpPr/>
            <p:nvPr/>
          </p:nvSpPr>
          <p:spPr>
            <a:xfrm>
              <a:off x="1648524" y="2318127"/>
              <a:ext cx="135002" cy="76570"/>
            </a:xfrm>
            <a:custGeom>
              <a:rect b="b" l="l" r="r" t="t"/>
              <a:pathLst>
                <a:path extrusionOk="0" h="954" w="1682">
                  <a:moveTo>
                    <a:pt x="954" y="0"/>
                  </a:moveTo>
                  <a:lnTo>
                    <a:pt x="0" y="954"/>
                  </a:lnTo>
                  <a:lnTo>
                    <a:pt x="943" y="207"/>
                  </a:lnTo>
                  <a:lnTo>
                    <a:pt x="1681" y="728"/>
                  </a:lnTo>
                  <a:lnTo>
                    <a:pt x="9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70"/>
            <p:cNvSpPr/>
            <p:nvPr/>
          </p:nvSpPr>
          <p:spPr>
            <a:xfrm>
              <a:off x="1724693" y="2394296"/>
              <a:ext cx="135162" cy="76891"/>
            </a:xfrm>
            <a:custGeom>
              <a:rect b="b" l="l" r="r" t="t"/>
              <a:pathLst>
                <a:path extrusionOk="0" h="958" w="1684">
                  <a:moveTo>
                    <a:pt x="954" y="1"/>
                  </a:moveTo>
                  <a:lnTo>
                    <a:pt x="1" y="957"/>
                  </a:lnTo>
                  <a:lnTo>
                    <a:pt x="945" y="208"/>
                  </a:lnTo>
                  <a:lnTo>
                    <a:pt x="1683" y="731"/>
                  </a:lnTo>
                  <a:lnTo>
                    <a:pt x="9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70"/>
            <p:cNvSpPr/>
            <p:nvPr/>
          </p:nvSpPr>
          <p:spPr>
            <a:xfrm>
              <a:off x="1801746" y="2471428"/>
              <a:ext cx="135162" cy="76570"/>
            </a:xfrm>
            <a:custGeom>
              <a:rect b="b" l="l" r="r" t="t"/>
              <a:pathLst>
                <a:path extrusionOk="0" h="954" w="1684">
                  <a:moveTo>
                    <a:pt x="954" y="0"/>
                  </a:moveTo>
                  <a:lnTo>
                    <a:pt x="1" y="953"/>
                  </a:lnTo>
                  <a:lnTo>
                    <a:pt x="945" y="207"/>
                  </a:lnTo>
                  <a:lnTo>
                    <a:pt x="1683" y="729"/>
                  </a:lnTo>
                  <a:lnTo>
                    <a:pt x="9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70"/>
            <p:cNvSpPr/>
            <p:nvPr/>
          </p:nvSpPr>
          <p:spPr>
            <a:xfrm>
              <a:off x="1879360" y="2549203"/>
              <a:ext cx="135242" cy="76651"/>
            </a:xfrm>
            <a:custGeom>
              <a:rect b="b" l="l" r="r" t="t"/>
              <a:pathLst>
                <a:path extrusionOk="0" h="955" w="1685">
                  <a:moveTo>
                    <a:pt x="957" y="1"/>
                  </a:moveTo>
                  <a:lnTo>
                    <a:pt x="1" y="954"/>
                  </a:lnTo>
                  <a:lnTo>
                    <a:pt x="945" y="205"/>
                  </a:lnTo>
                  <a:lnTo>
                    <a:pt x="1685" y="728"/>
                  </a:lnTo>
                  <a:lnTo>
                    <a:pt x="9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70"/>
            <p:cNvSpPr/>
            <p:nvPr/>
          </p:nvSpPr>
          <p:spPr>
            <a:xfrm>
              <a:off x="1555259" y="2411392"/>
              <a:ext cx="135002" cy="76651"/>
            </a:xfrm>
            <a:custGeom>
              <a:rect b="b" l="l" r="r" t="t"/>
              <a:pathLst>
                <a:path extrusionOk="0" h="955" w="1682">
                  <a:moveTo>
                    <a:pt x="954" y="0"/>
                  </a:moveTo>
                  <a:lnTo>
                    <a:pt x="1" y="955"/>
                  </a:lnTo>
                  <a:lnTo>
                    <a:pt x="943" y="207"/>
                  </a:lnTo>
                  <a:lnTo>
                    <a:pt x="1682" y="731"/>
                  </a:lnTo>
                  <a:lnTo>
                    <a:pt x="9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70"/>
            <p:cNvSpPr/>
            <p:nvPr/>
          </p:nvSpPr>
          <p:spPr>
            <a:xfrm>
              <a:off x="1631428" y="2487802"/>
              <a:ext cx="135162" cy="76570"/>
            </a:xfrm>
            <a:custGeom>
              <a:rect b="b" l="l" r="r" t="t"/>
              <a:pathLst>
                <a:path extrusionOk="0" h="954" w="1684">
                  <a:moveTo>
                    <a:pt x="954" y="0"/>
                  </a:moveTo>
                  <a:lnTo>
                    <a:pt x="1" y="954"/>
                  </a:lnTo>
                  <a:lnTo>
                    <a:pt x="945" y="204"/>
                  </a:lnTo>
                  <a:lnTo>
                    <a:pt x="1684" y="728"/>
                  </a:lnTo>
                  <a:lnTo>
                    <a:pt x="9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70"/>
            <p:cNvSpPr/>
            <p:nvPr/>
          </p:nvSpPr>
          <p:spPr>
            <a:xfrm>
              <a:off x="1708561" y="2564613"/>
              <a:ext cx="135082" cy="76811"/>
            </a:xfrm>
            <a:custGeom>
              <a:rect b="b" l="l" r="r" t="t"/>
              <a:pathLst>
                <a:path extrusionOk="0" h="957" w="1683">
                  <a:moveTo>
                    <a:pt x="954" y="1"/>
                  </a:moveTo>
                  <a:lnTo>
                    <a:pt x="0" y="957"/>
                  </a:lnTo>
                  <a:lnTo>
                    <a:pt x="0" y="957"/>
                  </a:lnTo>
                  <a:lnTo>
                    <a:pt x="943" y="207"/>
                  </a:lnTo>
                  <a:lnTo>
                    <a:pt x="1683" y="731"/>
                  </a:lnTo>
                  <a:lnTo>
                    <a:pt x="1683" y="731"/>
                  </a:lnTo>
                  <a:lnTo>
                    <a:pt x="9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70"/>
            <p:cNvSpPr/>
            <p:nvPr/>
          </p:nvSpPr>
          <p:spPr>
            <a:xfrm>
              <a:off x="1786094" y="2642468"/>
              <a:ext cx="135242" cy="76570"/>
            </a:xfrm>
            <a:custGeom>
              <a:rect b="b" l="l" r="r" t="t"/>
              <a:pathLst>
                <a:path extrusionOk="0" h="954" w="1685">
                  <a:moveTo>
                    <a:pt x="954" y="0"/>
                  </a:moveTo>
                  <a:lnTo>
                    <a:pt x="1" y="954"/>
                  </a:lnTo>
                  <a:lnTo>
                    <a:pt x="945" y="206"/>
                  </a:lnTo>
                  <a:lnTo>
                    <a:pt x="1685" y="728"/>
                  </a:lnTo>
                  <a:lnTo>
                    <a:pt x="9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70"/>
            <p:cNvSpPr/>
            <p:nvPr/>
          </p:nvSpPr>
          <p:spPr>
            <a:xfrm>
              <a:off x="1457419" y="2509152"/>
              <a:ext cx="135082" cy="76811"/>
            </a:xfrm>
            <a:custGeom>
              <a:rect b="b" l="l" r="r" t="t"/>
              <a:pathLst>
                <a:path extrusionOk="0" h="957" w="1683">
                  <a:moveTo>
                    <a:pt x="954" y="0"/>
                  </a:moveTo>
                  <a:lnTo>
                    <a:pt x="0" y="956"/>
                  </a:lnTo>
                  <a:lnTo>
                    <a:pt x="944" y="207"/>
                  </a:lnTo>
                  <a:lnTo>
                    <a:pt x="1683" y="731"/>
                  </a:lnTo>
                  <a:lnTo>
                    <a:pt x="9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70"/>
            <p:cNvSpPr/>
            <p:nvPr/>
          </p:nvSpPr>
          <p:spPr>
            <a:xfrm>
              <a:off x="1533668" y="2585562"/>
              <a:ext cx="135082" cy="76570"/>
            </a:xfrm>
            <a:custGeom>
              <a:rect b="b" l="l" r="r" t="t"/>
              <a:pathLst>
                <a:path extrusionOk="0" h="954" w="1683">
                  <a:moveTo>
                    <a:pt x="954" y="0"/>
                  </a:moveTo>
                  <a:lnTo>
                    <a:pt x="1" y="954"/>
                  </a:lnTo>
                  <a:lnTo>
                    <a:pt x="944" y="206"/>
                  </a:lnTo>
                  <a:lnTo>
                    <a:pt x="1682" y="729"/>
                  </a:lnTo>
                  <a:lnTo>
                    <a:pt x="1682" y="729"/>
                  </a:lnTo>
                  <a:lnTo>
                    <a:pt x="9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70"/>
            <p:cNvSpPr/>
            <p:nvPr/>
          </p:nvSpPr>
          <p:spPr>
            <a:xfrm>
              <a:off x="1610801" y="2662453"/>
              <a:ext cx="135002" cy="76731"/>
            </a:xfrm>
            <a:custGeom>
              <a:rect b="b" l="l" r="r" t="t"/>
              <a:pathLst>
                <a:path extrusionOk="0" h="956" w="1682">
                  <a:moveTo>
                    <a:pt x="954" y="1"/>
                  </a:moveTo>
                  <a:lnTo>
                    <a:pt x="0" y="956"/>
                  </a:lnTo>
                  <a:lnTo>
                    <a:pt x="943" y="208"/>
                  </a:lnTo>
                  <a:lnTo>
                    <a:pt x="1681" y="732"/>
                  </a:lnTo>
                  <a:lnTo>
                    <a:pt x="1681" y="732"/>
                  </a:lnTo>
                  <a:lnTo>
                    <a:pt x="9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70"/>
            <p:cNvSpPr/>
            <p:nvPr/>
          </p:nvSpPr>
          <p:spPr>
            <a:xfrm>
              <a:off x="1688334" y="2740228"/>
              <a:ext cx="135242" cy="76570"/>
            </a:xfrm>
            <a:custGeom>
              <a:rect b="b" l="l" r="r" t="t"/>
              <a:pathLst>
                <a:path extrusionOk="0" h="954" w="1685">
                  <a:moveTo>
                    <a:pt x="954" y="0"/>
                  </a:moveTo>
                  <a:lnTo>
                    <a:pt x="1" y="954"/>
                  </a:lnTo>
                  <a:lnTo>
                    <a:pt x="944" y="207"/>
                  </a:lnTo>
                  <a:lnTo>
                    <a:pt x="1685" y="729"/>
                  </a:lnTo>
                  <a:lnTo>
                    <a:pt x="9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70"/>
            <p:cNvSpPr/>
            <p:nvPr/>
          </p:nvSpPr>
          <p:spPr>
            <a:xfrm>
              <a:off x="1362548" y="2603942"/>
              <a:ext cx="135242" cy="76651"/>
            </a:xfrm>
            <a:custGeom>
              <a:rect b="b" l="l" r="r" t="t"/>
              <a:pathLst>
                <a:path extrusionOk="0" h="955" w="1685">
                  <a:moveTo>
                    <a:pt x="954" y="1"/>
                  </a:moveTo>
                  <a:lnTo>
                    <a:pt x="0" y="954"/>
                  </a:lnTo>
                  <a:lnTo>
                    <a:pt x="945" y="208"/>
                  </a:lnTo>
                  <a:lnTo>
                    <a:pt x="1684" y="730"/>
                  </a:lnTo>
                  <a:lnTo>
                    <a:pt x="1684" y="730"/>
                  </a:lnTo>
                  <a:lnTo>
                    <a:pt x="9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70"/>
            <p:cNvSpPr/>
            <p:nvPr/>
          </p:nvSpPr>
          <p:spPr>
            <a:xfrm>
              <a:off x="1438878" y="2680272"/>
              <a:ext cx="135242" cy="76570"/>
            </a:xfrm>
            <a:custGeom>
              <a:rect b="b" l="l" r="r" t="t"/>
              <a:pathLst>
                <a:path extrusionOk="0" h="954" w="1685">
                  <a:moveTo>
                    <a:pt x="955" y="1"/>
                  </a:moveTo>
                  <a:lnTo>
                    <a:pt x="0" y="954"/>
                  </a:lnTo>
                  <a:lnTo>
                    <a:pt x="943" y="207"/>
                  </a:lnTo>
                  <a:lnTo>
                    <a:pt x="1684" y="728"/>
                  </a:lnTo>
                  <a:lnTo>
                    <a:pt x="9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70"/>
            <p:cNvSpPr/>
            <p:nvPr/>
          </p:nvSpPr>
          <p:spPr>
            <a:xfrm>
              <a:off x="1515930" y="2757324"/>
              <a:ext cx="135242" cy="76651"/>
            </a:xfrm>
            <a:custGeom>
              <a:rect b="b" l="l" r="r" t="t"/>
              <a:pathLst>
                <a:path extrusionOk="0" h="955" w="1685">
                  <a:moveTo>
                    <a:pt x="954" y="1"/>
                  </a:moveTo>
                  <a:lnTo>
                    <a:pt x="0" y="954"/>
                  </a:lnTo>
                  <a:lnTo>
                    <a:pt x="0" y="954"/>
                  </a:lnTo>
                  <a:lnTo>
                    <a:pt x="943" y="208"/>
                  </a:lnTo>
                  <a:lnTo>
                    <a:pt x="1684" y="729"/>
                  </a:lnTo>
                  <a:lnTo>
                    <a:pt x="9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70"/>
            <p:cNvSpPr/>
            <p:nvPr/>
          </p:nvSpPr>
          <p:spPr>
            <a:xfrm>
              <a:off x="1593624" y="2834938"/>
              <a:ext cx="135162" cy="76731"/>
            </a:xfrm>
            <a:custGeom>
              <a:rect b="b" l="l" r="r" t="t"/>
              <a:pathLst>
                <a:path extrusionOk="0" h="956" w="1684">
                  <a:moveTo>
                    <a:pt x="954" y="1"/>
                  </a:moveTo>
                  <a:lnTo>
                    <a:pt x="1" y="955"/>
                  </a:lnTo>
                  <a:lnTo>
                    <a:pt x="945" y="207"/>
                  </a:lnTo>
                  <a:lnTo>
                    <a:pt x="1683" y="731"/>
                  </a:lnTo>
                  <a:lnTo>
                    <a:pt x="9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70"/>
            <p:cNvSpPr/>
            <p:nvPr/>
          </p:nvSpPr>
          <p:spPr>
            <a:xfrm>
              <a:off x="2356201" y="3025802"/>
              <a:ext cx="135242" cy="76731"/>
            </a:xfrm>
            <a:custGeom>
              <a:rect b="b" l="l" r="r" t="t"/>
              <a:pathLst>
                <a:path extrusionOk="0" h="956" w="1685">
                  <a:moveTo>
                    <a:pt x="954" y="1"/>
                  </a:moveTo>
                  <a:lnTo>
                    <a:pt x="0" y="956"/>
                  </a:lnTo>
                  <a:lnTo>
                    <a:pt x="0" y="956"/>
                  </a:lnTo>
                  <a:lnTo>
                    <a:pt x="945" y="208"/>
                  </a:lnTo>
                  <a:lnTo>
                    <a:pt x="1684" y="731"/>
                  </a:lnTo>
                  <a:lnTo>
                    <a:pt x="1684" y="731"/>
                  </a:lnTo>
                  <a:lnTo>
                    <a:pt x="9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70"/>
            <p:cNvSpPr/>
            <p:nvPr/>
          </p:nvSpPr>
          <p:spPr>
            <a:xfrm>
              <a:off x="2432530" y="3102212"/>
              <a:ext cx="135082" cy="76651"/>
            </a:xfrm>
            <a:custGeom>
              <a:rect b="b" l="l" r="r" t="t"/>
              <a:pathLst>
                <a:path extrusionOk="0" h="955" w="1683">
                  <a:moveTo>
                    <a:pt x="955" y="1"/>
                  </a:moveTo>
                  <a:lnTo>
                    <a:pt x="0" y="954"/>
                  </a:lnTo>
                  <a:lnTo>
                    <a:pt x="0" y="954"/>
                  </a:lnTo>
                  <a:lnTo>
                    <a:pt x="943" y="205"/>
                  </a:lnTo>
                  <a:lnTo>
                    <a:pt x="1683" y="729"/>
                  </a:lnTo>
                  <a:lnTo>
                    <a:pt x="1683" y="729"/>
                  </a:lnTo>
                  <a:lnTo>
                    <a:pt x="9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70"/>
            <p:cNvSpPr/>
            <p:nvPr/>
          </p:nvSpPr>
          <p:spPr>
            <a:xfrm>
              <a:off x="2509583" y="3179184"/>
              <a:ext cx="135002" cy="76731"/>
            </a:xfrm>
            <a:custGeom>
              <a:rect b="b" l="l" r="r" t="t"/>
              <a:pathLst>
                <a:path extrusionOk="0" h="956" w="1682">
                  <a:moveTo>
                    <a:pt x="954" y="1"/>
                  </a:moveTo>
                  <a:lnTo>
                    <a:pt x="0" y="956"/>
                  </a:lnTo>
                  <a:lnTo>
                    <a:pt x="0" y="956"/>
                  </a:lnTo>
                  <a:lnTo>
                    <a:pt x="943" y="206"/>
                  </a:lnTo>
                  <a:lnTo>
                    <a:pt x="1682" y="730"/>
                  </a:lnTo>
                  <a:lnTo>
                    <a:pt x="1682" y="730"/>
                  </a:lnTo>
                  <a:lnTo>
                    <a:pt x="9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70"/>
            <p:cNvSpPr/>
            <p:nvPr/>
          </p:nvSpPr>
          <p:spPr>
            <a:xfrm>
              <a:off x="2587277" y="3256878"/>
              <a:ext cx="135002" cy="76651"/>
            </a:xfrm>
            <a:custGeom>
              <a:rect b="b" l="l" r="r" t="t"/>
              <a:pathLst>
                <a:path extrusionOk="0" h="955" w="1682">
                  <a:moveTo>
                    <a:pt x="954" y="1"/>
                  </a:moveTo>
                  <a:lnTo>
                    <a:pt x="1" y="954"/>
                  </a:lnTo>
                  <a:lnTo>
                    <a:pt x="943" y="208"/>
                  </a:lnTo>
                  <a:lnTo>
                    <a:pt x="1682" y="729"/>
                  </a:lnTo>
                  <a:lnTo>
                    <a:pt x="9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70"/>
            <p:cNvSpPr/>
            <p:nvPr/>
          </p:nvSpPr>
          <p:spPr>
            <a:xfrm>
              <a:off x="2262935" y="3119148"/>
              <a:ext cx="135162" cy="76651"/>
            </a:xfrm>
            <a:custGeom>
              <a:rect b="b" l="l" r="r" t="t"/>
              <a:pathLst>
                <a:path extrusionOk="0" h="955" w="1684">
                  <a:moveTo>
                    <a:pt x="954" y="1"/>
                  </a:moveTo>
                  <a:lnTo>
                    <a:pt x="1" y="954"/>
                  </a:lnTo>
                  <a:lnTo>
                    <a:pt x="945" y="206"/>
                  </a:lnTo>
                  <a:lnTo>
                    <a:pt x="1684" y="730"/>
                  </a:lnTo>
                  <a:lnTo>
                    <a:pt x="9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70"/>
            <p:cNvSpPr/>
            <p:nvPr/>
          </p:nvSpPr>
          <p:spPr>
            <a:xfrm>
              <a:off x="2339265" y="3195477"/>
              <a:ext cx="135002" cy="76570"/>
            </a:xfrm>
            <a:custGeom>
              <a:rect b="b" l="l" r="r" t="t"/>
              <a:pathLst>
                <a:path extrusionOk="0" h="954" w="1682">
                  <a:moveTo>
                    <a:pt x="954" y="1"/>
                  </a:moveTo>
                  <a:lnTo>
                    <a:pt x="1" y="954"/>
                  </a:lnTo>
                  <a:lnTo>
                    <a:pt x="943" y="207"/>
                  </a:lnTo>
                  <a:lnTo>
                    <a:pt x="1682" y="728"/>
                  </a:lnTo>
                  <a:lnTo>
                    <a:pt x="9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70"/>
            <p:cNvSpPr/>
            <p:nvPr/>
          </p:nvSpPr>
          <p:spPr>
            <a:xfrm>
              <a:off x="2416317" y="3272530"/>
              <a:ext cx="135082" cy="76651"/>
            </a:xfrm>
            <a:custGeom>
              <a:rect b="b" l="l" r="r" t="t"/>
              <a:pathLst>
                <a:path extrusionOk="0" h="955" w="1683">
                  <a:moveTo>
                    <a:pt x="954" y="1"/>
                  </a:moveTo>
                  <a:lnTo>
                    <a:pt x="1" y="954"/>
                  </a:lnTo>
                  <a:lnTo>
                    <a:pt x="1" y="954"/>
                  </a:lnTo>
                  <a:lnTo>
                    <a:pt x="944" y="205"/>
                  </a:lnTo>
                  <a:lnTo>
                    <a:pt x="1682" y="729"/>
                  </a:lnTo>
                  <a:lnTo>
                    <a:pt x="1682" y="729"/>
                  </a:lnTo>
                  <a:lnTo>
                    <a:pt x="9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70"/>
            <p:cNvSpPr/>
            <p:nvPr/>
          </p:nvSpPr>
          <p:spPr>
            <a:xfrm>
              <a:off x="2493931" y="3350144"/>
              <a:ext cx="135162" cy="76651"/>
            </a:xfrm>
            <a:custGeom>
              <a:rect b="b" l="l" r="r" t="t"/>
              <a:pathLst>
                <a:path extrusionOk="0" h="955" w="1684">
                  <a:moveTo>
                    <a:pt x="955" y="1"/>
                  </a:moveTo>
                  <a:lnTo>
                    <a:pt x="1" y="954"/>
                  </a:lnTo>
                  <a:lnTo>
                    <a:pt x="1" y="954"/>
                  </a:lnTo>
                  <a:lnTo>
                    <a:pt x="943" y="207"/>
                  </a:lnTo>
                  <a:lnTo>
                    <a:pt x="1683" y="728"/>
                  </a:lnTo>
                  <a:lnTo>
                    <a:pt x="9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70"/>
            <p:cNvSpPr/>
            <p:nvPr/>
          </p:nvSpPr>
          <p:spPr>
            <a:xfrm>
              <a:off x="2165175" y="3217068"/>
              <a:ext cx="135082" cy="76570"/>
            </a:xfrm>
            <a:custGeom>
              <a:rect b="b" l="l" r="r" t="t"/>
              <a:pathLst>
                <a:path extrusionOk="0" h="954" w="1683">
                  <a:moveTo>
                    <a:pt x="954" y="0"/>
                  </a:moveTo>
                  <a:lnTo>
                    <a:pt x="1" y="954"/>
                  </a:lnTo>
                  <a:lnTo>
                    <a:pt x="944" y="204"/>
                  </a:lnTo>
                  <a:lnTo>
                    <a:pt x="1682" y="728"/>
                  </a:lnTo>
                  <a:lnTo>
                    <a:pt x="1682" y="728"/>
                  </a:lnTo>
                  <a:lnTo>
                    <a:pt x="9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70"/>
            <p:cNvSpPr/>
            <p:nvPr/>
          </p:nvSpPr>
          <p:spPr>
            <a:xfrm>
              <a:off x="2241425" y="3293237"/>
              <a:ext cx="135082" cy="76570"/>
            </a:xfrm>
            <a:custGeom>
              <a:rect b="b" l="l" r="r" t="t"/>
              <a:pathLst>
                <a:path extrusionOk="0" h="954" w="1683">
                  <a:moveTo>
                    <a:pt x="954" y="1"/>
                  </a:moveTo>
                  <a:lnTo>
                    <a:pt x="0" y="954"/>
                  </a:lnTo>
                  <a:lnTo>
                    <a:pt x="944" y="206"/>
                  </a:lnTo>
                  <a:lnTo>
                    <a:pt x="1683" y="730"/>
                  </a:lnTo>
                  <a:lnTo>
                    <a:pt x="1683" y="730"/>
                  </a:lnTo>
                  <a:lnTo>
                    <a:pt x="9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70"/>
            <p:cNvSpPr/>
            <p:nvPr/>
          </p:nvSpPr>
          <p:spPr>
            <a:xfrm>
              <a:off x="2318477" y="3370289"/>
              <a:ext cx="135162" cy="76651"/>
            </a:xfrm>
            <a:custGeom>
              <a:rect b="b" l="l" r="r" t="t"/>
              <a:pathLst>
                <a:path extrusionOk="0" h="955" w="1684">
                  <a:moveTo>
                    <a:pt x="954" y="1"/>
                  </a:moveTo>
                  <a:lnTo>
                    <a:pt x="0" y="954"/>
                  </a:lnTo>
                  <a:lnTo>
                    <a:pt x="945" y="206"/>
                  </a:lnTo>
                  <a:lnTo>
                    <a:pt x="1683" y="730"/>
                  </a:lnTo>
                  <a:lnTo>
                    <a:pt x="9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70"/>
            <p:cNvSpPr/>
            <p:nvPr/>
          </p:nvSpPr>
          <p:spPr>
            <a:xfrm>
              <a:off x="2396091" y="3447903"/>
              <a:ext cx="135242" cy="76570"/>
            </a:xfrm>
            <a:custGeom>
              <a:rect b="b" l="l" r="r" t="t"/>
              <a:pathLst>
                <a:path extrusionOk="0" h="954" w="1685">
                  <a:moveTo>
                    <a:pt x="955" y="1"/>
                  </a:moveTo>
                  <a:lnTo>
                    <a:pt x="0" y="954"/>
                  </a:lnTo>
                  <a:lnTo>
                    <a:pt x="0" y="954"/>
                  </a:lnTo>
                  <a:lnTo>
                    <a:pt x="944" y="207"/>
                  </a:lnTo>
                  <a:lnTo>
                    <a:pt x="1684" y="730"/>
                  </a:lnTo>
                  <a:lnTo>
                    <a:pt x="9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70"/>
            <p:cNvSpPr/>
            <p:nvPr/>
          </p:nvSpPr>
          <p:spPr>
            <a:xfrm>
              <a:off x="2070385" y="3311778"/>
              <a:ext cx="135082" cy="76570"/>
            </a:xfrm>
            <a:custGeom>
              <a:rect b="b" l="l" r="r" t="t"/>
              <a:pathLst>
                <a:path extrusionOk="0" h="954" w="1683">
                  <a:moveTo>
                    <a:pt x="955" y="1"/>
                  </a:moveTo>
                  <a:lnTo>
                    <a:pt x="0" y="954"/>
                  </a:lnTo>
                  <a:lnTo>
                    <a:pt x="943" y="206"/>
                  </a:lnTo>
                  <a:lnTo>
                    <a:pt x="1683" y="728"/>
                  </a:lnTo>
                  <a:lnTo>
                    <a:pt x="9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70"/>
            <p:cNvSpPr/>
            <p:nvPr/>
          </p:nvSpPr>
          <p:spPr>
            <a:xfrm>
              <a:off x="2146635" y="3387947"/>
              <a:ext cx="135162" cy="76651"/>
            </a:xfrm>
            <a:custGeom>
              <a:rect b="b" l="l" r="r" t="t"/>
              <a:pathLst>
                <a:path extrusionOk="0" h="955" w="1684">
                  <a:moveTo>
                    <a:pt x="954" y="1"/>
                  </a:moveTo>
                  <a:lnTo>
                    <a:pt x="1" y="954"/>
                  </a:lnTo>
                  <a:lnTo>
                    <a:pt x="944" y="208"/>
                  </a:lnTo>
                  <a:lnTo>
                    <a:pt x="1684" y="730"/>
                  </a:lnTo>
                  <a:lnTo>
                    <a:pt x="9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70"/>
            <p:cNvSpPr/>
            <p:nvPr/>
          </p:nvSpPr>
          <p:spPr>
            <a:xfrm>
              <a:off x="2223607" y="3465080"/>
              <a:ext cx="135242" cy="76570"/>
            </a:xfrm>
            <a:custGeom>
              <a:rect b="b" l="l" r="r" t="t"/>
              <a:pathLst>
                <a:path extrusionOk="0" h="954" w="1685">
                  <a:moveTo>
                    <a:pt x="956" y="0"/>
                  </a:moveTo>
                  <a:lnTo>
                    <a:pt x="1" y="954"/>
                  </a:lnTo>
                  <a:lnTo>
                    <a:pt x="945" y="207"/>
                  </a:lnTo>
                  <a:lnTo>
                    <a:pt x="1685" y="729"/>
                  </a:lnTo>
                  <a:lnTo>
                    <a:pt x="9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70"/>
            <p:cNvSpPr/>
            <p:nvPr/>
          </p:nvSpPr>
          <p:spPr>
            <a:xfrm>
              <a:off x="2301301" y="3542774"/>
              <a:ext cx="135162" cy="76570"/>
            </a:xfrm>
            <a:custGeom>
              <a:rect b="b" l="l" r="r" t="t"/>
              <a:pathLst>
                <a:path extrusionOk="0" h="954" w="1684">
                  <a:moveTo>
                    <a:pt x="954" y="0"/>
                  </a:moveTo>
                  <a:lnTo>
                    <a:pt x="1" y="954"/>
                  </a:lnTo>
                  <a:lnTo>
                    <a:pt x="945" y="206"/>
                  </a:lnTo>
                  <a:lnTo>
                    <a:pt x="1684" y="729"/>
                  </a:lnTo>
                  <a:lnTo>
                    <a:pt x="1684" y="729"/>
                  </a:lnTo>
                  <a:lnTo>
                    <a:pt x="9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70"/>
            <p:cNvSpPr/>
            <p:nvPr/>
          </p:nvSpPr>
          <p:spPr>
            <a:xfrm>
              <a:off x="982825" y="1940250"/>
              <a:ext cx="2117887" cy="2113954"/>
            </a:xfrm>
            <a:custGeom>
              <a:rect b="b" l="l" r="r" t="t"/>
              <a:pathLst>
                <a:path extrusionOk="0" h="26338" w="26387">
                  <a:moveTo>
                    <a:pt x="4913" y="266"/>
                  </a:moveTo>
                  <a:lnTo>
                    <a:pt x="5728" y="1081"/>
                  </a:lnTo>
                  <a:lnTo>
                    <a:pt x="4674" y="2136"/>
                  </a:lnTo>
                  <a:lnTo>
                    <a:pt x="3859" y="1320"/>
                  </a:lnTo>
                  <a:lnTo>
                    <a:pt x="4913" y="266"/>
                  </a:lnTo>
                  <a:close/>
                  <a:moveTo>
                    <a:pt x="5858" y="1212"/>
                  </a:moveTo>
                  <a:lnTo>
                    <a:pt x="6688" y="2042"/>
                  </a:lnTo>
                  <a:lnTo>
                    <a:pt x="5634" y="3096"/>
                  </a:lnTo>
                  <a:lnTo>
                    <a:pt x="4804" y="2266"/>
                  </a:lnTo>
                  <a:lnTo>
                    <a:pt x="5858" y="1212"/>
                  </a:lnTo>
                  <a:close/>
                  <a:moveTo>
                    <a:pt x="3744" y="1437"/>
                  </a:moveTo>
                  <a:lnTo>
                    <a:pt x="4560" y="2251"/>
                  </a:lnTo>
                  <a:lnTo>
                    <a:pt x="3475" y="3335"/>
                  </a:lnTo>
                  <a:lnTo>
                    <a:pt x="2661" y="2521"/>
                  </a:lnTo>
                  <a:lnTo>
                    <a:pt x="3744" y="1437"/>
                  </a:lnTo>
                  <a:close/>
                  <a:moveTo>
                    <a:pt x="6818" y="2172"/>
                  </a:moveTo>
                  <a:lnTo>
                    <a:pt x="7648" y="3002"/>
                  </a:lnTo>
                  <a:lnTo>
                    <a:pt x="6593" y="4056"/>
                  </a:lnTo>
                  <a:lnTo>
                    <a:pt x="5764" y="3226"/>
                  </a:lnTo>
                  <a:lnTo>
                    <a:pt x="6818" y="2172"/>
                  </a:lnTo>
                  <a:close/>
                  <a:moveTo>
                    <a:pt x="4690" y="2381"/>
                  </a:moveTo>
                  <a:lnTo>
                    <a:pt x="5520" y="3211"/>
                  </a:lnTo>
                  <a:lnTo>
                    <a:pt x="4435" y="4295"/>
                  </a:lnTo>
                  <a:lnTo>
                    <a:pt x="3606" y="3466"/>
                  </a:lnTo>
                  <a:lnTo>
                    <a:pt x="4690" y="2381"/>
                  </a:lnTo>
                  <a:close/>
                  <a:moveTo>
                    <a:pt x="2545" y="2636"/>
                  </a:moveTo>
                  <a:lnTo>
                    <a:pt x="3359" y="3452"/>
                  </a:lnTo>
                  <a:lnTo>
                    <a:pt x="2274" y="4535"/>
                  </a:lnTo>
                  <a:lnTo>
                    <a:pt x="1460" y="3721"/>
                  </a:lnTo>
                  <a:lnTo>
                    <a:pt x="2545" y="2636"/>
                  </a:lnTo>
                  <a:close/>
                  <a:moveTo>
                    <a:pt x="7778" y="3132"/>
                  </a:moveTo>
                  <a:lnTo>
                    <a:pt x="8592" y="3946"/>
                  </a:lnTo>
                  <a:lnTo>
                    <a:pt x="7538" y="5000"/>
                  </a:lnTo>
                  <a:lnTo>
                    <a:pt x="6724" y="4186"/>
                  </a:lnTo>
                  <a:lnTo>
                    <a:pt x="7778" y="3132"/>
                  </a:lnTo>
                  <a:close/>
                  <a:moveTo>
                    <a:pt x="5649" y="3340"/>
                  </a:moveTo>
                  <a:lnTo>
                    <a:pt x="6477" y="4170"/>
                  </a:lnTo>
                  <a:lnTo>
                    <a:pt x="5394" y="5254"/>
                  </a:lnTo>
                  <a:lnTo>
                    <a:pt x="4564" y="4425"/>
                  </a:lnTo>
                  <a:lnTo>
                    <a:pt x="5649" y="3340"/>
                  </a:lnTo>
                  <a:close/>
                  <a:moveTo>
                    <a:pt x="3489" y="3580"/>
                  </a:moveTo>
                  <a:lnTo>
                    <a:pt x="4319" y="4409"/>
                  </a:lnTo>
                  <a:lnTo>
                    <a:pt x="3234" y="5494"/>
                  </a:lnTo>
                  <a:lnTo>
                    <a:pt x="2406" y="4664"/>
                  </a:lnTo>
                  <a:lnTo>
                    <a:pt x="3489" y="3580"/>
                  </a:lnTo>
                  <a:close/>
                  <a:moveTo>
                    <a:pt x="1345" y="3836"/>
                  </a:moveTo>
                  <a:lnTo>
                    <a:pt x="2159" y="4649"/>
                  </a:lnTo>
                  <a:lnTo>
                    <a:pt x="1104" y="5704"/>
                  </a:lnTo>
                  <a:lnTo>
                    <a:pt x="291" y="4890"/>
                  </a:lnTo>
                  <a:lnTo>
                    <a:pt x="1345" y="3836"/>
                  </a:lnTo>
                  <a:close/>
                  <a:moveTo>
                    <a:pt x="6609" y="4302"/>
                  </a:moveTo>
                  <a:lnTo>
                    <a:pt x="7423" y="5117"/>
                  </a:lnTo>
                  <a:lnTo>
                    <a:pt x="6339" y="6200"/>
                  </a:lnTo>
                  <a:lnTo>
                    <a:pt x="5524" y="5387"/>
                  </a:lnTo>
                  <a:lnTo>
                    <a:pt x="6609" y="4302"/>
                  </a:lnTo>
                  <a:close/>
                  <a:moveTo>
                    <a:pt x="4448" y="4541"/>
                  </a:moveTo>
                  <a:lnTo>
                    <a:pt x="5278" y="5369"/>
                  </a:lnTo>
                  <a:lnTo>
                    <a:pt x="4193" y="6454"/>
                  </a:lnTo>
                  <a:lnTo>
                    <a:pt x="3364" y="5624"/>
                  </a:lnTo>
                  <a:lnTo>
                    <a:pt x="4448" y="4541"/>
                  </a:lnTo>
                  <a:close/>
                  <a:moveTo>
                    <a:pt x="9256" y="4609"/>
                  </a:moveTo>
                  <a:lnTo>
                    <a:pt x="10069" y="5423"/>
                  </a:lnTo>
                  <a:lnTo>
                    <a:pt x="9015" y="6477"/>
                  </a:lnTo>
                  <a:lnTo>
                    <a:pt x="8201" y="5663"/>
                  </a:lnTo>
                  <a:lnTo>
                    <a:pt x="9256" y="4609"/>
                  </a:lnTo>
                  <a:close/>
                  <a:moveTo>
                    <a:pt x="2290" y="4781"/>
                  </a:moveTo>
                  <a:lnTo>
                    <a:pt x="3119" y="5610"/>
                  </a:lnTo>
                  <a:lnTo>
                    <a:pt x="2065" y="6664"/>
                  </a:lnTo>
                  <a:lnTo>
                    <a:pt x="1236" y="5835"/>
                  </a:lnTo>
                  <a:lnTo>
                    <a:pt x="2290" y="4781"/>
                  </a:lnTo>
                  <a:close/>
                  <a:moveTo>
                    <a:pt x="5408" y="5501"/>
                  </a:moveTo>
                  <a:lnTo>
                    <a:pt x="6222" y="6315"/>
                  </a:lnTo>
                  <a:lnTo>
                    <a:pt x="5138" y="7400"/>
                  </a:lnTo>
                  <a:lnTo>
                    <a:pt x="4325" y="6584"/>
                  </a:lnTo>
                  <a:lnTo>
                    <a:pt x="5408" y="5501"/>
                  </a:lnTo>
                  <a:close/>
                  <a:moveTo>
                    <a:pt x="10201" y="5556"/>
                  </a:moveTo>
                  <a:lnTo>
                    <a:pt x="11030" y="6384"/>
                  </a:lnTo>
                  <a:lnTo>
                    <a:pt x="9975" y="7440"/>
                  </a:lnTo>
                  <a:lnTo>
                    <a:pt x="9147" y="6610"/>
                  </a:lnTo>
                  <a:lnTo>
                    <a:pt x="10201" y="5556"/>
                  </a:lnTo>
                  <a:close/>
                  <a:moveTo>
                    <a:pt x="3250" y="5741"/>
                  </a:moveTo>
                  <a:lnTo>
                    <a:pt x="4079" y="6570"/>
                  </a:lnTo>
                  <a:lnTo>
                    <a:pt x="3025" y="7624"/>
                  </a:lnTo>
                  <a:lnTo>
                    <a:pt x="2196" y="6795"/>
                  </a:lnTo>
                  <a:lnTo>
                    <a:pt x="3250" y="5741"/>
                  </a:lnTo>
                  <a:close/>
                  <a:moveTo>
                    <a:pt x="8087" y="5779"/>
                  </a:moveTo>
                  <a:lnTo>
                    <a:pt x="8901" y="6594"/>
                  </a:lnTo>
                  <a:lnTo>
                    <a:pt x="7817" y="7678"/>
                  </a:lnTo>
                  <a:lnTo>
                    <a:pt x="7004" y="6864"/>
                  </a:lnTo>
                  <a:lnTo>
                    <a:pt x="8087" y="5779"/>
                  </a:lnTo>
                  <a:close/>
                  <a:moveTo>
                    <a:pt x="8132" y="4785"/>
                  </a:moveTo>
                  <a:lnTo>
                    <a:pt x="8418" y="5072"/>
                  </a:lnTo>
                  <a:lnTo>
                    <a:pt x="5097" y="8395"/>
                  </a:lnTo>
                  <a:lnTo>
                    <a:pt x="4809" y="8107"/>
                  </a:lnTo>
                  <a:lnTo>
                    <a:pt x="8132" y="4785"/>
                  </a:lnTo>
                  <a:close/>
                  <a:moveTo>
                    <a:pt x="11161" y="6515"/>
                  </a:moveTo>
                  <a:lnTo>
                    <a:pt x="11990" y="7343"/>
                  </a:lnTo>
                  <a:lnTo>
                    <a:pt x="10936" y="8397"/>
                  </a:lnTo>
                  <a:lnTo>
                    <a:pt x="10107" y="7569"/>
                  </a:lnTo>
                  <a:lnTo>
                    <a:pt x="11161" y="6515"/>
                  </a:lnTo>
                  <a:close/>
                  <a:moveTo>
                    <a:pt x="4210" y="6701"/>
                  </a:moveTo>
                  <a:lnTo>
                    <a:pt x="5024" y="7515"/>
                  </a:lnTo>
                  <a:lnTo>
                    <a:pt x="3970" y="8569"/>
                  </a:lnTo>
                  <a:lnTo>
                    <a:pt x="3156" y="7755"/>
                  </a:lnTo>
                  <a:lnTo>
                    <a:pt x="4210" y="6701"/>
                  </a:lnTo>
                  <a:close/>
                  <a:moveTo>
                    <a:pt x="9033" y="6724"/>
                  </a:moveTo>
                  <a:lnTo>
                    <a:pt x="9861" y="7554"/>
                  </a:lnTo>
                  <a:lnTo>
                    <a:pt x="8778" y="8638"/>
                  </a:lnTo>
                  <a:lnTo>
                    <a:pt x="7948" y="7809"/>
                  </a:lnTo>
                  <a:lnTo>
                    <a:pt x="9033" y="6724"/>
                  </a:lnTo>
                  <a:close/>
                  <a:moveTo>
                    <a:pt x="6887" y="6979"/>
                  </a:moveTo>
                  <a:lnTo>
                    <a:pt x="7702" y="7793"/>
                  </a:lnTo>
                  <a:lnTo>
                    <a:pt x="6617" y="8878"/>
                  </a:lnTo>
                  <a:lnTo>
                    <a:pt x="5803" y="8064"/>
                  </a:lnTo>
                  <a:lnTo>
                    <a:pt x="6887" y="6979"/>
                  </a:lnTo>
                  <a:close/>
                  <a:moveTo>
                    <a:pt x="12121" y="7475"/>
                  </a:moveTo>
                  <a:lnTo>
                    <a:pt x="12935" y="8289"/>
                  </a:lnTo>
                  <a:lnTo>
                    <a:pt x="11881" y="9343"/>
                  </a:lnTo>
                  <a:lnTo>
                    <a:pt x="11067" y="8529"/>
                  </a:lnTo>
                  <a:lnTo>
                    <a:pt x="12121" y="7475"/>
                  </a:lnTo>
                  <a:close/>
                  <a:moveTo>
                    <a:pt x="9992" y="7684"/>
                  </a:moveTo>
                  <a:lnTo>
                    <a:pt x="10820" y="8514"/>
                  </a:lnTo>
                  <a:lnTo>
                    <a:pt x="9736" y="9598"/>
                  </a:lnTo>
                  <a:lnTo>
                    <a:pt x="8906" y="8769"/>
                  </a:lnTo>
                  <a:lnTo>
                    <a:pt x="9992" y="7684"/>
                  </a:lnTo>
                  <a:close/>
                  <a:moveTo>
                    <a:pt x="7832" y="7925"/>
                  </a:moveTo>
                  <a:lnTo>
                    <a:pt x="8662" y="8753"/>
                  </a:lnTo>
                  <a:lnTo>
                    <a:pt x="7577" y="9838"/>
                  </a:lnTo>
                  <a:lnTo>
                    <a:pt x="6748" y="9008"/>
                  </a:lnTo>
                  <a:lnTo>
                    <a:pt x="7832" y="7925"/>
                  </a:lnTo>
                  <a:close/>
                  <a:moveTo>
                    <a:pt x="5688" y="8178"/>
                  </a:moveTo>
                  <a:lnTo>
                    <a:pt x="6501" y="8992"/>
                  </a:lnTo>
                  <a:lnTo>
                    <a:pt x="5447" y="10046"/>
                  </a:lnTo>
                  <a:lnTo>
                    <a:pt x="4633" y="9233"/>
                  </a:lnTo>
                  <a:lnTo>
                    <a:pt x="5688" y="8178"/>
                  </a:lnTo>
                  <a:close/>
                  <a:moveTo>
                    <a:pt x="8792" y="8885"/>
                  </a:moveTo>
                  <a:lnTo>
                    <a:pt x="9622" y="9713"/>
                  </a:lnTo>
                  <a:lnTo>
                    <a:pt x="8537" y="10798"/>
                  </a:lnTo>
                  <a:lnTo>
                    <a:pt x="7709" y="9969"/>
                  </a:lnTo>
                  <a:lnTo>
                    <a:pt x="8792" y="8885"/>
                  </a:lnTo>
                  <a:close/>
                  <a:moveTo>
                    <a:pt x="15708" y="8592"/>
                  </a:moveTo>
                  <a:cubicBezTo>
                    <a:pt x="16444" y="9229"/>
                    <a:pt x="17136" y="9920"/>
                    <a:pt x="17769" y="10653"/>
                  </a:cubicBezTo>
                  <a:lnTo>
                    <a:pt x="17580" y="10815"/>
                  </a:lnTo>
                  <a:cubicBezTo>
                    <a:pt x="17330" y="10510"/>
                    <a:pt x="17005" y="10155"/>
                    <a:pt x="16607" y="9756"/>
                  </a:cubicBezTo>
                  <a:cubicBezTo>
                    <a:pt x="16206" y="9356"/>
                    <a:pt x="15853" y="9031"/>
                    <a:pt x="15547" y="8783"/>
                  </a:cubicBezTo>
                  <a:lnTo>
                    <a:pt x="15708" y="8592"/>
                  </a:lnTo>
                  <a:close/>
                  <a:moveTo>
                    <a:pt x="6632" y="9123"/>
                  </a:moveTo>
                  <a:lnTo>
                    <a:pt x="7462" y="9952"/>
                  </a:lnTo>
                  <a:lnTo>
                    <a:pt x="6407" y="11007"/>
                  </a:lnTo>
                  <a:lnTo>
                    <a:pt x="5577" y="10177"/>
                  </a:lnTo>
                  <a:lnTo>
                    <a:pt x="6632" y="9123"/>
                  </a:lnTo>
                  <a:close/>
                  <a:moveTo>
                    <a:pt x="10949" y="8646"/>
                  </a:moveTo>
                  <a:lnTo>
                    <a:pt x="11764" y="9460"/>
                  </a:lnTo>
                  <a:lnTo>
                    <a:pt x="9481" y="11744"/>
                  </a:lnTo>
                  <a:lnTo>
                    <a:pt x="9481" y="11744"/>
                  </a:lnTo>
                  <a:lnTo>
                    <a:pt x="8666" y="10929"/>
                  </a:lnTo>
                  <a:lnTo>
                    <a:pt x="9751" y="9845"/>
                  </a:lnTo>
                  <a:lnTo>
                    <a:pt x="10565" y="10659"/>
                  </a:lnTo>
                  <a:lnTo>
                    <a:pt x="10679" y="10545"/>
                  </a:lnTo>
                  <a:lnTo>
                    <a:pt x="9865" y="9731"/>
                  </a:lnTo>
                  <a:lnTo>
                    <a:pt x="10949" y="8646"/>
                  </a:lnTo>
                  <a:close/>
                  <a:moveTo>
                    <a:pt x="7592" y="10083"/>
                  </a:moveTo>
                  <a:lnTo>
                    <a:pt x="8422" y="10913"/>
                  </a:lnTo>
                  <a:lnTo>
                    <a:pt x="7368" y="11967"/>
                  </a:lnTo>
                  <a:lnTo>
                    <a:pt x="6538" y="11137"/>
                  </a:lnTo>
                  <a:lnTo>
                    <a:pt x="7592" y="10083"/>
                  </a:lnTo>
                  <a:close/>
                  <a:moveTo>
                    <a:pt x="12444" y="9159"/>
                  </a:moveTo>
                  <a:lnTo>
                    <a:pt x="12859" y="9572"/>
                  </a:lnTo>
                  <a:lnTo>
                    <a:pt x="9597" y="12834"/>
                  </a:lnTo>
                  <a:lnTo>
                    <a:pt x="9182" y="12419"/>
                  </a:lnTo>
                  <a:lnTo>
                    <a:pt x="12444" y="9159"/>
                  </a:lnTo>
                  <a:close/>
                  <a:moveTo>
                    <a:pt x="8552" y="11043"/>
                  </a:moveTo>
                  <a:lnTo>
                    <a:pt x="9367" y="11858"/>
                  </a:lnTo>
                  <a:lnTo>
                    <a:pt x="9367" y="11858"/>
                  </a:lnTo>
                  <a:lnTo>
                    <a:pt x="8313" y="12912"/>
                  </a:lnTo>
                  <a:lnTo>
                    <a:pt x="7498" y="12097"/>
                  </a:lnTo>
                  <a:lnTo>
                    <a:pt x="8552" y="11043"/>
                  </a:lnTo>
                  <a:close/>
                  <a:moveTo>
                    <a:pt x="18076" y="13429"/>
                  </a:moveTo>
                  <a:lnTo>
                    <a:pt x="18889" y="14243"/>
                  </a:lnTo>
                  <a:lnTo>
                    <a:pt x="17835" y="15297"/>
                  </a:lnTo>
                  <a:lnTo>
                    <a:pt x="17021" y="14483"/>
                  </a:lnTo>
                  <a:lnTo>
                    <a:pt x="18076" y="13429"/>
                  </a:lnTo>
                  <a:close/>
                  <a:moveTo>
                    <a:pt x="19020" y="14373"/>
                  </a:moveTo>
                  <a:lnTo>
                    <a:pt x="19850" y="15203"/>
                  </a:lnTo>
                  <a:lnTo>
                    <a:pt x="18795" y="16257"/>
                  </a:lnTo>
                  <a:lnTo>
                    <a:pt x="17966" y="15427"/>
                  </a:lnTo>
                  <a:lnTo>
                    <a:pt x="19020" y="14373"/>
                  </a:lnTo>
                  <a:close/>
                  <a:moveTo>
                    <a:pt x="16905" y="14597"/>
                  </a:moveTo>
                  <a:lnTo>
                    <a:pt x="17720" y="15411"/>
                  </a:lnTo>
                  <a:lnTo>
                    <a:pt x="16635" y="16495"/>
                  </a:lnTo>
                  <a:lnTo>
                    <a:pt x="15821" y="15681"/>
                  </a:lnTo>
                  <a:lnTo>
                    <a:pt x="16905" y="14597"/>
                  </a:lnTo>
                  <a:close/>
                  <a:moveTo>
                    <a:pt x="16791" y="13504"/>
                  </a:moveTo>
                  <a:lnTo>
                    <a:pt x="17205" y="13919"/>
                  </a:lnTo>
                  <a:lnTo>
                    <a:pt x="13942" y="17183"/>
                  </a:lnTo>
                  <a:lnTo>
                    <a:pt x="13527" y="16768"/>
                  </a:lnTo>
                  <a:lnTo>
                    <a:pt x="16791" y="13504"/>
                  </a:lnTo>
                  <a:close/>
                  <a:moveTo>
                    <a:pt x="19979" y="15333"/>
                  </a:moveTo>
                  <a:lnTo>
                    <a:pt x="20808" y="16163"/>
                  </a:lnTo>
                  <a:lnTo>
                    <a:pt x="19753" y="17217"/>
                  </a:lnTo>
                  <a:lnTo>
                    <a:pt x="18924" y="16388"/>
                  </a:lnTo>
                  <a:lnTo>
                    <a:pt x="19979" y="15333"/>
                  </a:lnTo>
                  <a:close/>
                  <a:moveTo>
                    <a:pt x="17850" y="15542"/>
                  </a:moveTo>
                  <a:lnTo>
                    <a:pt x="18680" y="16371"/>
                  </a:lnTo>
                  <a:lnTo>
                    <a:pt x="17595" y="17455"/>
                  </a:lnTo>
                  <a:lnTo>
                    <a:pt x="16766" y="16627"/>
                  </a:lnTo>
                  <a:lnTo>
                    <a:pt x="17850" y="15542"/>
                  </a:lnTo>
                  <a:close/>
                  <a:moveTo>
                    <a:pt x="15705" y="15797"/>
                  </a:moveTo>
                  <a:lnTo>
                    <a:pt x="16519" y="16612"/>
                  </a:lnTo>
                  <a:lnTo>
                    <a:pt x="15434" y="17695"/>
                  </a:lnTo>
                  <a:lnTo>
                    <a:pt x="14620" y="16882"/>
                  </a:lnTo>
                  <a:lnTo>
                    <a:pt x="15705" y="15797"/>
                  </a:lnTo>
                  <a:close/>
                  <a:moveTo>
                    <a:pt x="20937" y="16295"/>
                  </a:moveTo>
                  <a:lnTo>
                    <a:pt x="21751" y="17110"/>
                  </a:lnTo>
                  <a:lnTo>
                    <a:pt x="20697" y="18164"/>
                  </a:lnTo>
                  <a:lnTo>
                    <a:pt x="19883" y="17349"/>
                  </a:lnTo>
                  <a:lnTo>
                    <a:pt x="20937" y="16295"/>
                  </a:lnTo>
                  <a:close/>
                  <a:moveTo>
                    <a:pt x="17901" y="12007"/>
                  </a:moveTo>
                  <a:cubicBezTo>
                    <a:pt x="17901" y="12007"/>
                    <a:pt x="17802" y="12109"/>
                    <a:pt x="17630" y="12288"/>
                  </a:cubicBezTo>
                  <a:cubicBezTo>
                    <a:pt x="17457" y="12465"/>
                    <a:pt x="17211" y="12720"/>
                    <a:pt x="16914" y="13022"/>
                  </a:cubicBezTo>
                  <a:cubicBezTo>
                    <a:pt x="16615" y="13324"/>
                    <a:pt x="16269" y="13680"/>
                    <a:pt x="15895" y="14056"/>
                  </a:cubicBezTo>
                  <a:cubicBezTo>
                    <a:pt x="15520" y="14432"/>
                    <a:pt x="15120" y="14835"/>
                    <a:pt x="14721" y="15237"/>
                  </a:cubicBezTo>
                  <a:cubicBezTo>
                    <a:pt x="14320" y="15636"/>
                    <a:pt x="13917" y="16036"/>
                    <a:pt x="13541" y="16410"/>
                  </a:cubicBezTo>
                  <a:cubicBezTo>
                    <a:pt x="13165" y="16784"/>
                    <a:pt x="12809" y="17130"/>
                    <a:pt x="12507" y="17428"/>
                  </a:cubicBezTo>
                  <a:cubicBezTo>
                    <a:pt x="12202" y="17728"/>
                    <a:pt x="11947" y="17972"/>
                    <a:pt x="11771" y="18145"/>
                  </a:cubicBezTo>
                  <a:cubicBezTo>
                    <a:pt x="11636" y="18276"/>
                    <a:pt x="11545" y="18363"/>
                    <a:pt x="11508" y="18398"/>
                  </a:cubicBezTo>
                  <a:lnTo>
                    <a:pt x="11508" y="18398"/>
                  </a:lnTo>
                  <a:cubicBezTo>
                    <a:pt x="11543" y="18363"/>
                    <a:pt x="11631" y="18272"/>
                    <a:pt x="11761" y="18136"/>
                  </a:cubicBezTo>
                  <a:cubicBezTo>
                    <a:pt x="11935" y="17957"/>
                    <a:pt x="12182" y="17702"/>
                    <a:pt x="12479" y="17400"/>
                  </a:cubicBezTo>
                  <a:cubicBezTo>
                    <a:pt x="12778" y="17098"/>
                    <a:pt x="13123" y="16742"/>
                    <a:pt x="13498" y="16366"/>
                  </a:cubicBezTo>
                  <a:cubicBezTo>
                    <a:pt x="13872" y="15990"/>
                    <a:pt x="14271" y="15587"/>
                    <a:pt x="14670" y="15186"/>
                  </a:cubicBezTo>
                  <a:cubicBezTo>
                    <a:pt x="15072" y="14787"/>
                    <a:pt x="15475" y="14387"/>
                    <a:pt x="15851" y="14013"/>
                  </a:cubicBezTo>
                  <a:cubicBezTo>
                    <a:pt x="16227" y="13639"/>
                    <a:pt x="16582" y="13292"/>
                    <a:pt x="16885" y="12994"/>
                  </a:cubicBezTo>
                  <a:cubicBezTo>
                    <a:pt x="17187" y="12695"/>
                    <a:pt x="17442" y="12450"/>
                    <a:pt x="17620" y="12277"/>
                  </a:cubicBezTo>
                  <a:cubicBezTo>
                    <a:pt x="17798" y="12106"/>
                    <a:pt x="17898" y="12007"/>
                    <a:pt x="17901" y="12007"/>
                  </a:cubicBezTo>
                  <a:close/>
                  <a:moveTo>
                    <a:pt x="18810" y="16502"/>
                  </a:moveTo>
                  <a:lnTo>
                    <a:pt x="19640" y="17332"/>
                  </a:lnTo>
                  <a:lnTo>
                    <a:pt x="18555" y="18415"/>
                  </a:lnTo>
                  <a:lnTo>
                    <a:pt x="17727" y="17587"/>
                  </a:lnTo>
                  <a:lnTo>
                    <a:pt x="18810" y="16502"/>
                  </a:lnTo>
                  <a:close/>
                  <a:moveTo>
                    <a:pt x="16650" y="16742"/>
                  </a:moveTo>
                  <a:lnTo>
                    <a:pt x="17479" y="17572"/>
                  </a:lnTo>
                  <a:lnTo>
                    <a:pt x="16394" y="18656"/>
                  </a:lnTo>
                  <a:lnTo>
                    <a:pt x="15566" y="17827"/>
                  </a:lnTo>
                  <a:lnTo>
                    <a:pt x="16650" y="16742"/>
                  </a:lnTo>
                  <a:close/>
                  <a:moveTo>
                    <a:pt x="14506" y="16997"/>
                  </a:moveTo>
                  <a:lnTo>
                    <a:pt x="15320" y="17811"/>
                  </a:lnTo>
                  <a:lnTo>
                    <a:pt x="14266" y="18865"/>
                  </a:lnTo>
                  <a:lnTo>
                    <a:pt x="13452" y="18051"/>
                  </a:lnTo>
                  <a:lnTo>
                    <a:pt x="14506" y="16997"/>
                  </a:lnTo>
                  <a:close/>
                  <a:moveTo>
                    <a:pt x="19769" y="17463"/>
                  </a:moveTo>
                  <a:lnTo>
                    <a:pt x="20583" y="18278"/>
                  </a:lnTo>
                  <a:lnTo>
                    <a:pt x="20583" y="18278"/>
                  </a:lnTo>
                  <a:lnTo>
                    <a:pt x="19499" y="19362"/>
                  </a:lnTo>
                  <a:lnTo>
                    <a:pt x="19499" y="19362"/>
                  </a:lnTo>
                  <a:lnTo>
                    <a:pt x="18684" y="18548"/>
                  </a:lnTo>
                  <a:lnTo>
                    <a:pt x="19769" y="17463"/>
                  </a:lnTo>
                  <a:close/>
                  <a:moveTo>
                    <a:pt x="17610" y="17702"/>
                  </a:moveTo>
                  <a:lnTo>
                    <a:pt x="18440" y="18532"/>
                  </a:lnTo>
                  <a:lnTo>
                    <a:pt x="17355" y="19616"/>
                  </a:lnTo>
                  <a:lnTo>
                    <a:pt x="16526" y="18787"/>
                  </a:lnTo>
                  <a:lnTo>
                    <a:pt x="17610" y="17702"/>
                  </a:lnTo>
                  <a:close/>
                  <a:moveTo>
                    <a:pt x="22417" y="17771"/>
                  </a:moveTo>
                  <a:lnTo>
                    <a:pt x="23232" y="18586"/>
                  </a:lnTo>
                  <a:lnTo>
                    <a:pt x="22178" y="19640"/>
                  </a:lnTo>
                  <a:lnTo>
                    <a:pt x="21363" y="18825"/>
                  </a:lnTo>
                  <a:lnTo>
                    <a:pt x="22417" y="17771"/>
                  </a:lnTo>
                  <a:close/>
                  <a:moveTo>
                    <a:pt x="15452" y="17941"/>
                  </a:moveTo>
                  <a:lnTo>
                    <a:pt x="16280" y="18770"/>
                  </a:lnTo>
                  <a:lnTo>
                    <a:pt x="15226" y="19824"/>
                  </a:lnTo>
                  <a:lnTo>
                    <a:pt x="14398" y="18995"/>
                  </a:lnTo>
                  <a:lnTo>
                    <a:pt x="15452" y="17941"/>
                  </a:lnTo>
                  <a:close/>
                  <a:moveTo>
                    <a:pt x="14424" y="8448"/>
                  </a:moveTo>
                  <a:cubicBezTo>
                    <a:pt x="14582" y="8448"/>
                    <a:pt x="15070" y="8611"/>
                    <a:pt x="16412" y="9952"/>
                  </a:cubicBezTo>
                  <a:lnTo>
                    <a:pt x="16406" y="9958"/>
                  </a:lnTo>
                  <a:cubicBezTo>
                    <a:pt x="16429" y="9981"/>
                    <a:pt x="16453" y="10005"/>
                    <a:pt x="16478" y="10026"/>
                  </a:cubicBezTo>
                  <a:cubicBezTo>
                    <a:pt x="16562" y="10112"/>
                    <a:pt x="16643" y="10197"/>
                    <a:pt x="16721" y="10281"/>
                  </a:cubicBezTo>
                  <a:cubicBezTo>
                    <a:pt x="16799" y="10365"/>
                    <a:pt x="16870" y="10449"/>
                    <a:pt x="16938" y="10529"/>
                  </a:cubicBezTo>
                  <a:cubicBezTo>
                    <a:pt x="17008" y="10606"/>
                    <a:pt x="17070" y="10684"/>
                    <a:pt x="17126" y="10757"/>
                  </a:cubicBezTo>
                  <a:cubicBezTo>
                    <a:pt x="17240" y="10899"/>
                    <a:pt x="17330" y="11023"/>
                    <a:pt x="17389" y="11110"/>
                  </a:cubicBezTo>
                  <a:cubicBezTo>
                    <a:pt x="17451" y="11197"/>
                    <a:pt x="17482" y="11250"/>
                    <a:pt x="17482" y="11250"/>
                  </a:cubicBezTo>
                  <a:cubicBezTo>
                    <a:pt x="17482" y="11250"/>
                    <a:pt x="17309" y="11079"/>
                    <a:pt x="17051" y="10821"/>
                  </a:cubicBezTo>
                  <a:cubicBezTo>
                    <a:pt x="16987" y="10758"/>
                    <a:pt x="16917" y="10690"/>
                    <a:pt x="16843" y="10616"/>
                  </a:cubicBezTo>
                  <a:cubicBezTo>
                    <a:pt x="16769" y="10543"/>
                    <a:pt x="16690" y="10465"/>
                    <a:pt x="16609" y="10388"/>
                  </a:cubicBezTo>
                  <a:cubicBezTo>
                    <a:pt x="16529" y="10307"/>
                    <a:pt x="16444" y="10228"/>
                    <a:pt x="16358" y="10146"/>
                  </a:cubicBezTo>
                  <a:cubicBezTo>
                    <a:pt x="16280" y="10073"/>
                    <a:pt x="16204" y="9999"/>
                    <a:pt x="16124" y="9927"/>
                  </a:cubicBezTo>
                  <a:cubicBezTo>
                    <a:pt x="16051" y="9871"/>
                    <a:pt x="15977" y="9811"/>
                    <a:pt x="15902" y="9754"/>
                  </a:cubicBezTo>
                  <a:cubicBezTo>
                    <a:pt x="15757" y="9644"/>
                    <a:pt x="15613" y="9535"/>
                    <a:pt x="15475" y="9434"/>
                  </a:cubicBezTo>
                  <a:cubicBezTo>
                    <a:pt x="15338" y="9333"/>
                    <a:pt x="15209" y="9241"/>
                    <a:pt x="15096" y="9166"/>
                  </a:cubicBezTo>
                  <a:cubicBezTo>
                    <a:pt x="14983" y="9088"/>
                    <a:pt x="14888" y="9026"/>
                    <a:pt x="14821" y="8984"/>
                  </a:cubicBezTo>
                  <a:cubicBezTo>
                    <a:pt x="14753" y="8941"/>
                    <a:pt x="14713" y="8920"/>
                    <a:pt x="14713" y="8920"/>
                  </a:cubicBezTo>
                  <a:lnTo>
                    <a:pt x="14713" y="8920"/>
                  </a:lnTo>
                  <a:cubicBezTo>
                    <a:pt x="14713" y="8920"/>
                    <a:pt x="14748" y="8948"/>
                    <a:pt x="14807" y="9002"/>
                  </a:cubicBezTo>
                  <a:cubicBezTo>
                    <a:pt x="14866" y="9055"/>
                    <a:pt x="14948" y="9132"/>
                    <a:pt x="15043" y="9227"/>
                  </a:cubicBezTo>
                  <a:cubicBezTo>
                    <a:pt x="15139" y="9323"/>
                    <a:pt x="15250" y="9435"/>
                    <a:pt x="15366" y="9558"/>
                  </a:cubicBezTo>
                  <a:cubicBezTo>
                    <a:pt x="15481" y="9680"/>
                    <a:pt x="15605" y="9813"/>
                    <a:pt x="15726" y="9946"/>
                  </a:cubicBezTo>
                  <a:cubicBezTo>
                    <a:pt x="15836" y="10068"/>
                    <a:pt x="15947" y="10193"/>
                    <a:pt x="16049" y="10310"/>
                  </a:cubicBezTo>
                  <a:lnTo>
                    <a:pt x="9887" y="16472"/>
                  </a:lnTo>
                  <a:lnTo>
                    <a:pt x="8814" y="15515"/>
                  </a:lnTo>
                  <a:lnTo>
                    <a:pt x="9771" y="16588"/>
                  </a:lnTo>
                  <a:lnTo>
                    <a:pt x="9770" y="16589"/>
                  </a:lnTo>
                  <a:cubicBezTo>
                    <a:pt x="9770" y="16589"/>
                    <a:pt x="9774" y="16601"/>
                    <a:pt x="9781" y="16623"/>
                  </a:cubicBezTo>
                  <a:lnTo>
                    <a:pt x="10839" y="17768"/>
                  </a:lnTo>
                  <a:lnTo>
                    <a:pt x="9826" y="16833"/>
                  </a:lnTo>
                  <a:lnTo>
                    <a:pt x="9826" y="16833"/>
                  </a:lnTo>
                  <a:cubicBezTo>
                    <a:pt x="9828" y="16844"/>
                    <a:pt x="9830" y="16856"/>
                    <a:pt x="9830" y="16868"/>
                  </a:cubicBezTo>
                  <a:cubicBezTo>
                    <a:pt x="9555" y="16602"/>
                    <a:pt x="9257" y="16316"/>
                    <a:pt x="8960" y="16030"/>
                  </a:cubicBezTo>
                  <a:cubicBezTo>
                    <a:pt x="8825" y="15900"/>
                    <a:pt x="8689" y="15768"/>
                    <a:pt x="8556" y="15640"/>
                  </a:cubicBezTo>
                  <a:cubicBezTo>
                    <a:pt x="8422" y="15511"/>
                    <a:pt x="8294" y="15383"/>
                    <a:pt x="8156" y="15264"/>
                  </a:cubicBezTo>
                  <a:cubicBezTo>
                    <a:pt x="8125" y="15233"/>
                    <a:pt x="8087" y="15206"/>
                    <a:pt x="8052" y="15179"/>
                  </a:cubicBezTo>
                  <a:cubicBezTo>
                    <a:pt x="8017" y="15152"/>
                    <a:pt x="7981" y="15125"/>
                    <a:pt x="7948" y="15101"/>
                  </a:cubicBezTo>
                  <a:cubicBezTo>
                    <a:pt x="7913" y="15076"/>
                    <a:pt x="7876" y="15054"/>
                    <a:pt x="7840" y="15030"/>
                  </a:cubicBezTo>
                  <a:cubicBezTo>
                    <a:pt x="7805" y="15008"/>
                    <a:pt x="7772" y="14983"/>
                    <a:pt x="7735" y="14964"/>
                  </a:cubicBezTo>
                  <a:cubicBezTo>
                    <a:pt x="7663" y="14926"/>
                    <a:pt x="7594" y="14886"/>
                    <a:pt x="7522" y="14855"/>
                  </a:cubicBezTo>
                  <a:cubicBezTo>
                    <a:pt x="7487" y="14841"/>
                    <a:pt x="7453" y="14823"/>
                    <a:pt x="7417" y="14810"/>
                  </a:cubicBezTo>
                  <a:cubicBezTo>
                    <a:pt x="7382" y="14796"/>
                    <a:pt x="7349" y="14785"/>
                    <a:pt x="7315" y="14772"/>
                  </a:cubicBezTo>
                  <a:cubicBezTo>
                    <a:pt x="7282" y="14759"/>
                    <a:pt x="7248" y="14748"/>
                    <a:pt x="7216" y="14740"/>
                  </a:cubicBezTo>
                  <a:cubicBezTo>
                    <a:pt x="7182" y="14729"/>
                    <a:pt x="7151" y="14721"/>
                    <a:pt x="7120" y="14712"/>
                  </a:cubicBezTo>
                  <a:cubicBezTo>
                    <a:pt x="7088" y="14705"/>
                    <a:pt x="7059" y="14698"/>
                    <a:pt x="7028" y="14689"/>
                  </a:cubicBezTo>
                  <a:cubicBezTo>
                    <a:pt x="7013" y="14686"/>
                    <a:pt x="6998" y="14682"/>
                    <a:pt x="6985" y="14679"/>
                  </a:cubicBezTo>
                  <a:cubicBezTo>
                    <a:pt x="6970" y="14678"/>
                    <a:pt x="6957" y="14674"/>
                    <a:pt x="6941" y="14673"/>
                  </a:cubicBezTo>
                  <a:cubicBezTo>
                    <a:pt x="6912" y="14667"/>
                    <a:pt x="6885" y="14662"/>
                    <a:pt x="6859" y="14659"/>
                  </a:cubicBezTo>
                  <a:cubicBezTo>
                    <a:pt x="6832" y="14655"/>
                    <a:pt x="6806" y="14654"/>
                    <a:pt x="6782" y="14651"/>
                  </a:cubicBezTo>
                  <a:cubicBezTo>
                    <a:pt x="6731" y="14644"/>
                    <a:pt x="6685" y="14644"/>
                    <a:pt x="6644" y="14640"/>
                  </a:cubicBezTo>
                  <a:cubicBezTo>
                    <a:pt x="6623" y="14640"/>
                    <a:pt x="6604" y="14640"/>
                    <a:pt x="6585" y="14640"/>
                  </a:cubicBezTo>
                  <a:cubicBezTo>
                    <a:pt x="6530" y="14640"/>
                    <a:pt x="6485" y="14641"/>
                    <a:pt x="6453" y="14644"/>
                  </a:cubicBezTo>
                  <a:cubicBezTo>
                    <a:pt x="6409" y="14647"/>
                    <a:pt x="6386" y="14651"/>
                    <a:pt x="6386" y="14651"/>
                  </a:cubicBezTo>
                  <a:cubicBezTo>
                    <a:pt x="6386" y="14651"/>
                    <a:pt x="6409" y="14647"/>
                    <a:pt x="6453" y="14647"/>
                  </a:cubicBezTo>
                  <a:cubicBezTo>
                    <a:pt x="6463" y="14647"/>
                    <a:pt x="6474" y="14647"/>
                    <a:pt x="6485" y="14647"/>
                  </a:cubicBezTo>
                  <a:cubicBezTo>
                    <a:pt x="6526" y="14647"/>
                    <a:pt x="6580" y="14649"/>
                    <a:pt x="6644" y="14654"/>
                  </a:cubicBezTo>
                  <a:cubicBezTo>
                    <a:pt x="6684" y="14659"/>
                    <a:pt x="6730" y="14662"/>
                    <a:pt x="6778" y="14671"/>
                  </a:cubicBezTo>
                  <a:cubicBezTo>
                    <a:pt x="6804" y="14674"/>
                    <a:pt x="6829" y="14679"/>
                    <a:pt x="6853" y="14685"/>
                  </a:cubicBezTo>
                  <a:cubicBezTo>
                    <a:pt x="6879" y="14689"/>
                    <a:pt x="6907" y="14695"/>
                    <a:pt x="6934" y="14702"/>
                  </a:cubicBezTo>
                  <a:cubicBezTo>
                    <a:pt x="6947" y="14706"/>
                    <a:pt x="6963" y="14709"/>
                    <a:pt x="6977" y="14713"/>
                  </a:cubicBezTo>
                  <a:cubicBezTo>
                    <a:pt x="6990" y="14716"/>
                    <a:pt x="7005" y="14721"/>
                    <a:pt x="7020" y="14725"/>
                  </a:cubicBezTo>
                  <a:cubicBezTo>
                    <a:pt x="7048" y="14733"/>
                    <a:pt x="7079" y="14741"/>
                    <a:pt x="7108" y="14749"/>
                  </a:cubicBezTo>
                  <a:cubicBezTo>
                    <a:pt x="7139" y="14760"/>
                    <a:pt x="7169" y="14772"/>
                    <a:pt x="7201" y="14783"/>
                  </a:cubicBezTo>
                  <a:cubicBezTo>
                    <a:pt x="7233" y="14795"/>
                    <a:pt x="7265" y="14806"/>
                    <a:pt x="7296" y="14820"/>
                  </a:cubicBezTo>
                  <a:cubicBezTo>
                    <a:pt x="7329" y="14834"/>
                    <a:pt x="7362" y="14849"/>
                    <a:pt x="7394" y="14863"/>
                  </a:cubicBezTo>
                  <a:cubicBezTo>
                    <a:pt x="7428" y="14879"/>
                    <a:pt x="7460" y="14897"/>
                    <a:pt x="7494" y="14914"/>
                  </a:cubicBezTo>
                  <a:cubicBezTo>
                    <a:pt x="7561" y="14948"/>
                    <a:pt x="7625" y="14990"/>
                    <a:pt x="7693" y="15031"/>
                  </a:cubicBezTo>
                  <a:cubicBezTo>
                    <a:pt x="7729" y="15051"/>
                    <a:pt x="7758" y="15077"/>
                    <a:pt x="7792" y="15101"/>
                  </a:cubicBezTo>
                  <a:cubicBezTo>
                    <a:pt x="7825" y="15125"/>
                    <a:pt x="7859" y="15149"/>
                    <a:pt x="7891" y="15175"/>
                  </a:cubicBezTo>
                  <a:cubicBezTo>
                    <a:pt x="7922" y="15202"/>
                    <a:pt x="7954" y="15230"/>
                    <a:pt x="7987" y="15257"/>
                  </a:cubicBezTo>
                  <a:cubicBezTo>
                    <a:pt x="8019" y="15285"/>
                    <a:pt x="8052" y="15312"/>
                    <a:pt x="8082" y="15344"/>
                  </a:cubicBezTo>
                  <a:cubicBezTo>
                    <a:pt x="8207" y="15464"/>
                    <a:pt x="8329" y="15601"/>
                    <a:pt x="8455" y="15736"/>
                  </a:cubicBezTo>
                  <a:cubicBezTo>
                    <a:pt x="8580" y="15873"/>
                    <a:pt x="8708" y="16012"/>
                    <a:pt x="8838" y="16150"/>
                  </a:cubicBezTo>
                  <a:cubicBezTo>
                    <a:pt x="9176" y="16515"/>
                    <a:pt x="9513" y="16882"/>
                    <a:pt x="9816" y="17207"/>
                  </a:cubicBezTo>
                  <a:cubicBezTo>
                    <a:pt x="9773" y="17458"/>
                    <a:pt x="9648" y="17757"/>
                    <a:pt x="9350" y="18057"/>
                  </a:cubicBezTo>
                  <a:cubicBezTo>
                    <a:pt x="9060" y="18347"/>
                    <a:pt x="8798" y="18516"/>
                    <a:pt x="8594" y="18617"/>
                  </a:cubicBezTo>
                  <a:cubicBezTo>
                    <a:pt x="8586" y="18610"/>
                    <a:pt x="8579" y="18603"/>
                    <a:pt x="8571" y="18597"/>
                  </a:cubicBezTo>
                  <a:cubicBezTo>
                    <a:pt x="8530" y="18563"/>
                    <a:pt x="8489" y="18527"/>
                    <a:pt x="8445" y="18492"/>
                  </a:cubicBezTo>
                  <a:cubicBezTo>
                    <a:pt x="8402" y="18454"/>
                    <a:pt x="8356" y="18418"/>
                    <a:pt x="8313" y="18375"/>
                  </a:cubicBezTo>
                  <a:cubicBezTo>
                    <a:pt x="8223" y="18293"/>
                    <a:pt x="8129" y="18206"/>
                    <a:pt x="8032" y="18117"/>
                  </a:cubicBezTo>
                  <a:cubicBezTo>
                    <a:pt x="7938" y="18023"/>
                    <a:pt x="7843" y="17925"/>
                    <a:pt x="7745" y="17827"/>
                  </a:cubicBezTo>
                  <a:cubicBezTo>
                    <a:pt x="7650" y="17726"/>
                    <a:pt x="7556" y="17620"/>
                    <a:pt x="7460" y="17516"/>
                  </a:cubicBezTo>
                  <a:cubicBezTo>
                    <a:pt x="7369" y="17407"/>
                    <a:pt x="7276" y="17301"/>
                    <a:pt x="7189" y="17191"/>
                  </a:cubicBezTo>
                  <a:cubicBezTo>
                    <a:pt x="7106" y="17079"/>
                    <a:pt x="7018" y="16974"/>
                    <a:pt x="6943" y="16863"/>
                  </a:cubicBezTo>
                  <a:cubicBezTo>
                    <a:pt x="6904" y="16809"/>
                    <a:pt x="6867" y="16755"/>
                    <a:pt x="6830" y="16703"/>
                  </a:cubicBezTo>
                  <a:cubicBezTo>
                    <a:pt x="6794" y="16649"/>
                    <a:pt x="6761" y="16598"/>
                    <a:pt x="6727" y="16547"/>
                  </a:cubicBezTo>
                  <a:cubicBezTo>
                    <a:pt x="6711" y="16522"/>
                    <a:pt x="6693" y="16498"/>
                    <a:pt x="6679" y="16472"/>
                  </a:cubicBezTo>
                  <a:lnTo>
                    <a:pt x="6634" y="16397"/>
                  </a:lnTo>
                  <a:cubicBezTo>
                    <a:pt x="6603" y="16347"/>
                    <a:pt x="6575" y="16299"/>
                    <a:pt x="6548" y="16253"/>
                  </a:cubicBezTo>
                  <a:cubicBezTo>
                    <a:pt x="6496" y="16162"/>
                    <a:pt x="6448" y="16076"/>
                    <a:pt x="6409" y="15998"/>
                  </a:cubicBezTo>
                  <a:cubicBezTo>
                    <a:pt x="6368" y="15923"/>
                    <a:pt x="6336" y="15854"/>
                    <a:pt x="6309" y="15797"/>
                  </a:cubicBezTo>
                  <a:cubicBezTo>
                    <a:pt x="6285" y="15740"/>
                    <a:pt x="6265" y="15696"/>
                    <a:pt x="6253" y="15665"/>
                  </a:cubicBezTo>
                  <a:cubicBezTo>
                    <a:pt x="6240" y="15635"/>
                    <a:pt x="6234" y="15619"/>
                    <a:pt x="6234" y="15618"/>
                  </a:cubicBezTo>
                  <a:lnTo>
                    <a:pt x="6234" y="15618"/>
                  </a:lnTo>
                  <a:cubicBezTo>
                    <a:pt x="6234" y="15619"/>
                    <a:pt x="6240" y="15635"/>
                    <a:pt x="6252" y="15666"/>
                  </a:cubicBezTo>
                  <a:cubicBezTo>
                    <a:pt x="6262" y="15699"/>
                    <a:pt x="6281" y="15743"/>
                    <a:pt x="6303" y="15801"/>
                  </a:cubicBezTo>
                  <a:cubicBezTo>
                    <a:pt x="6328" y="15857"/>
                    <a:pt x="6356" y="15928"/>
                    <a:pt x="6395" y="16005"/>
                  </a:cubicBezTo>
                  <a:cubicBezTo>
                    <a:pt x="6430" y="16084"/>
                    <a:pt x="6477" y="16171"/>
                    <a:pt x="6524" y="16265"/>
                  </a:cubicBezTo>
                  <a:cubicBezTo>
                    <a:pt x="6550" y="16312"/>
                    <a:pt x="6577" y="16361"/>
                    <a:pt x="6605" y="16412"/>
                  </a:cubicBezTo>
                  <a:cubicBezTo>
                    <a:pt x="6618" y="16437"/>
                    <a:pt x="6634" y="16461"/>
                    <a:pt x="6648" y="16488"/>
                  </a:cubicBezTo>
                  <a:cubicBezTo>
                    <a:pt x="6663" y="16514"/>
                    <a:pt x="6677" y="16541"/>
                    <a:pt x="6695" y="16566"/>
                  </a:cubicBezTo>
                  <a:cubicBezTo>
                    <a:pt x="6726" y="16618"/>
                    <a:pt x="6758" y="16672"/>
                    <a:pt x="6791" y="16727"/>
                  </a:cubicBezTo>
                  <a:cubicBezTo>
                    <a:pt x="6826" y="16781"/>
                    <a:pt x="6863" y="16836"/>
                    <a:pt x="6899" y="16891"/>
                  </a:cubicBezTo>
                  <a:cubicBezTo>
                    <a:pt x="6970" y="17004"/>
                    <a:pt x="7053" y="17115"/>
                    <a:pt x="7134" y="17231"/>
                  </a:cubicBezTo>
                  <a:cubicBezTo>
                    <a:pt x="7216" y="17345"/>
                    <a:pt x="7307" y="17455"/>
                    <a:pt x="7393" y="17568"/>
                  </a:cubicBezTo>
                  <a:cubicBezTo>
                    <a:pt x="7484" y="17677"/>
                    <a:pt x="7576" y="17788"/>
                    <a:pt x="7667" y="17894"/>
                  </a:cubicBezTo>
                  <a:cubicBezTo>
                    <a:pt x="7764" y="17998"/>
                    <a:pt x="7858" y="18098"/>
                    <a:pt x="7948" y="18198"/>
                  </a:cubicBezTo>
                  <a:cubicBezTo>
                    <a:pt x="8043" y="18292"/>
                    <a:pt x="8134" y="18384"/>
                    <a:pt x="8222" y="18472"/>
                  </a:cubicBezTo>
                  <a:cubicBezTo>
                    <a:pt x="8263" y="18515"/>
                    <a:pt x="8309" y="18555"/>
                    <a:pt x="8353" y="18594"/>
                  </a:cubicBezTo>
                  <a:cubicBezTo>
                    <a:pt x="8387" y="18623"/>
                    <a:pt x="8416" y="18653"/>
                    <a:pt x="8449" y="18681"/>
                  </a:cubicBezTo>
                  <a:cubicBezTo>
                    <a:pt x="8442" y="18684"/>
                    <a:pt x="8435" y="18687"/>
                    <a:pt x="8428" y="18689"/>
                  </a:cubicBezTo>
                  <a:lnTo>
                    <a:pt x="8438" y="18700"/>
                  </a:lnTo>
                  <a:cubicBezTo>
                    <a:pt x="8514" y="18770"/>
                    <a:pt x="8588" y="18842"/>
                    <a:pt x="8665" y="18908"/>
                  </a:cubicBezTo>
                  <a:cubicBezTo>
                    <a:pt x="8704" y="18942"/>
                    <a:pt x="8743" y="18975"/>
                    <a:pt x="8779" y="19009"/>
                  </a:cubicBezTo>
                  <a:cubicBezTo>
                    <a:pt x="8818" y="19040"/>
                    <a:pt x="8857" y="19072"/>
                    <a:pt x="8894" y="19106"/>
                  </a:cubicBezTo>
                  <a:cubicBezTo>
                    <a:pt x="8971" y="19171"/>
                    <a:pt x="9052" y="19230"/>
                    <a:pt x="9127" y="19291"/>
                  </a:cubicBezTo>
                  <a:cubicBezTo>
                    <a:pt x="9281" y="19408"/>
                    <a:pt x="9436" y="19519"/>
                    <a:pt x="9585" y="19617"/>
                  </a:cubicBezTo>
                  <a:cubicBezTo>
                    <a:pt x="9732" y="19718"/>
                    <a:pt x="9879" y="19808"/>
                    <a:pt x="10013" y="19886"/>
                  </a:cubicBezTo>
                  <a:cubicBezTo>
                    <a:pt x="10283" y="20044"/>
                    <a:pt x="10518" y="20161"/>
                    <a:pt x="10684" y="20239"/>
                  </a:cubicBezTo>
                  <a:cubicBezTo>
                    <a:pt x="10851" y="20315"/>
                    <a:pt x="10949" y="20352"/>
                    <a:pt x="10949" y="20352"/>
                  </a:cubicBezTo>
                  <a:cubicBezTo>
                    <a:pt x="10949" y="20352"/>
                    <a:pt x="10848" y="20322"/>
                    <a:pt x="10676" y="20259"/>
                  </a:cubicBezTo>
                  <a:cubicBezTo>
                    <a:pt x="10503" y="20195"/>
                    <a:pt x="10260" y="20097"/>
                    <a:pt x="9974" y="19957"/>
                  </a:cubicBezTo>
                  <a:cubicBezTo>
                    <a:pt x="9833" y="19886"/>
                    <a:pt x="9679" y="19809"/>
                    <a:pt x="9522" y="19718"/>
                  </a:cubicBezTo>
                  <a:cubicBezTo>
                    <a:pt x="9362" y="19629"/>
                    <a:pt x="9199" y="19530"/>
                    <a:pt x="9031" y="19421"/>
                  </a:cubicBezTo>
                  <a:cubicBezTo>
                    <a:pt x="8948" y="19366"/>
                    <a:pt x="8864" y="19311"/>
                    <a:pt x="8780" y="19252"/>
                  </a:cubicBezTo>
                  <a:cubicBezTo>
                    <a:pt x="8739" y="19221"/>
                    <a:pt x="8697" y="19193"/>
                    <a:pt x="8655" y="19163"/>
                  </a:cubicBezTo>
                  <a:cubicBezTo>
                    <a:pt x="8612" y="19131"/>
                    <a:pt x="8572" y="19100"/>
                    <a:pt x="8530" y="19069"/>
                  </a:cubicBezTo>
                  <a:cubicBezTo>
                    <a:pt x="8447" y="19006"/>
                    <a:pt x="8367" y="18939"/>
                    <a:pt x="8282" y="18875"/>
                  </a:cubicBezTo>
                  <a:cubicBezTo>
                    <a:pt x="8200" y="18807"/>
                    <a:pt x="8120" y="18736"/>
                    <a:pt x="8039" y="18668"/>
                  </a:cubicBezTo>
                  <a:cubicBezTo>
                    <a:pt x="7881" y="18525"/>
                    <a:pt x="7725" y="18379"/>
                    <a:pt x="7578" y="18226"/>
                  </a:cubicBezTo>
                  <a:cubicBezTo>
                    <a:pt x="7507" y="18149"/>
                    <a:pt x="7433" y="18076"/>
                    <a:pt x="7366" y="17996"/>
                  </a:cubicBezTo>
                  <a:cubicBezTo>
                    <a:pt x="7296" y="17918"/>
                    <a:pt x="7229" y="17842"/>
                    <a:pt x="7167" y="17763"/>
                  </a:cubicBezTo>
                  <a:cubicBezTo>
                    <a:pt x="7104" y="17683"/>
                    <a:pt x="7040" y="17608"/>
                    <a:pt x="6985" y="17529"/>
                  </a:cubicBezTo>
                  <a:cubicBezTo>
                    <a:pt x="6927" y="17451"/>
                    <a:pt x="6867" y="17377"/>
                    <a:pt x="6817" y="17299"/>
                  </a:cubicBezTo>
                  <a:cubicBezTo>
                    <a:pt x="6765" y="17223"/>
                    <a:pt x="6712" y="17149"/>
                    <a:pt x="6665" y="17076"/>
                  </a:cubicBezTo>
                  <a:cubicBezTo>
                    <a:pt x="6624" y="17008"/>
                    <a:pt x="6582" y="16942"/>
                    <a:pt x="6543" y="16878"/>
                  </a:cubicBezTo>
                  <a:cubicBezTo>
                    <a:pt x="5838" y="15821"/>
                    <a:pt x="5575" y="14896"/>
                    <a:pt x="5953" y="14518"/>
                  </a:cubicBezTo>
                  <a:cubicBezTo>
                    <a:pt x="6071" y="14401"/>
                    <a:pt x="6241" y="14345"/>
                    <a:pt x="6451" y="14345"/>
                  </a:cubicBezTo>
                  <a:cubicBezTo>
                    <a:pt x="6838" y="14345"/>
                    <a:pt x="7362" y="14534"/>
                    <a:pt x="7945" y="14875"/>
                  </a:cubicBezTo>
                  <a:lnTo>
                    <a:pt x="14357" y="8465"/>
                  </a:lnTo>
                  <a:cubicBezTo>
                    <a:pt x="14357" y="8465"/>
                    <a:pt x="14374" y="8448"/>
                    <a:pt x="14424" y="8448"/>
                  </a:cubicBezTo>
                  <a:close/>
                  <a:moveTo>
                    <a:pt x="18570" y="18662"/>
                  </a:moveTo>
                  <a:lnTo>
                    <a:pt x="19385" y="19476"/>
                  </a:lnTo>
                  <a:lnTo>
                    <a:pt x="18300" y="20561"/>
                  </a:lnTo>
                  <a:lnTo>
                    <a:pt x="18300" y="20561"/>
                  </a:lnTo>
                  <a:lnTo>
                    <a:pt x="17486" y="19746"/>
                  </a:lnTo>
                  <a:lnTo>
                    <a:pt x="18570" y="18662"/>
                  </a:lnTo>
                  <a:close/>
                  <a:moveTo>
                    <a:pt x="23363" y="18716"/>
                  </a:moveTo>
                  <a:lnTo>
                    <a:pt x="24192" y="19545"/>
                  </a:lnTo>
                  <a:lnTo>
                    <a:pt x="23138" y="20600"/>
                  </a:lnTo>
                  <a:lnTo>
                    <a:pt x="22308" y="19770"/>
                  </a:lnTo>
                  <a:lnTo>
                    <a:pt x="23363" y="18716"/>
                  </a:lnTo>
                  <a:close/>
                  <a:moveTo>
                    <a:pt x="11837" y="19115"/>
                  </a:moveTo>
                  <a:cubicBezTo>
                    <a:pt x="11838" y="19119"/>
                    <a:pt x="11840" y="19123"/>
                    <a:pt x="11842" y="19128"/>
                  </a:cubicBezTo>
                  <a:cubicBezTo>
                    <a:pt x="11851" y="19148"/>
                    <a:pt x="11866" y="19179"/>
                    <a:pt x="11881" y="19220"/>
                  </a:cubicBezTo>
                  <a:cubicBezTo>
                    <a:pt x="11896" y="19260"/>
                    <a:pt x="11916" y="19307"/>
                    <a:pt x="11935" y="19362"/>
                  </a:cubicBezTo>
                  <a:cubicBezTo>
                    <a:pt x="11955" y="19417"/>
                    <a:pt x="11975" y="19482"/>
                    <a:pt x="11994" y="19551"/>
                  </a:cubicBezTo>
                  <a:cubicBezTo>
                    <a:pt x="12013" y="19623"/>
                    <a:pt x="12027" y="19702"/>
                    <a:pt x="12037" y="19784"/>
                  </a:cubicBezTo>
                  <a:cubicBezTo>
                    <a:pt x="12046" y="19867"/>
                    <a:pt x="12050" y="19957"/>
                    <a:pt x="12039" y="20051"/>
                  </a:cubicBezTo>
                  <a:cubicBezTo>
                    <a:pt x="12027" y="20142"/>
                    <a:pt x="12002" y="20240"/>
                    <a:pt x="11949" y="20326"/>
                  </a:cubicBezTo>
                  <a:cubicBezTo>
                    <a:pt x="11935" y="20346"/>
                    <a:pt x="11921" y="20371"/>
                    <a:pt x="11906" y="20389"/>
                  </a:cubicBezTo>
                  <a:lnTo>
                    <a:pt x="11882" y="20416"/>
                  </a:lnTo>
                  <a:lnTo>
                    <a:pt x="11869" y="20431"/>
                  </a:lnTo>
                  <a:lnTo>
                    <a:pt x="11855" y="20444"/>
                  </a:lnTo>
                  <a:cubicBezTo>
                    <a:pt x="11838" y="20462"/>
                    <a:pt x="11819" y="20481"/>
                    <a:pt x="11799" y="20494"/>
                  </a:cubicBezTo>
                  <a:lnTo>
                    <a:pt x="11737" y="20537"/>
                  </a:lnTo>
                  <a:cubicBezTo>
                    <a:pt x="11650" y="20589"/>
                    <a:pt x="11552" y="20619"/>
                    <a:pt x="11455" y="20635"/>
                  </a:cubicBezTo>
                  <a:cubicBezTo>
                    <a:pt x="11399" y="20644"/>
                    <a:pt x="11343" y="20648"/>
                    <a:pt x="11288" y="20648"/>
                  </a:cubicBezTo>
                  <a:cubicBezTo>
                    <a:pt x="11248" y="20648"/>
                    <a:pt x="11208" y="20646"/>
                    <a:pt x="11169" y="20643"/>
                  </a:cubicBezTo>
                  <a:cubicBezTo>
                    <a:pt x="11146" y="20642"/>
                    <a:pt x="11124" y="20638"/>
                    <a:pt x="11101" y="20636"/>
                  </a:cubicBezTo>
                  <a:lnTo>
                    <a:pt x="11035" y="20626"/>
                  </a:lnTo>
                  <a:cubicBezTo>
                    <a:pt x="10992" y="20619"/>
                    <a:pt x="10949" y="20610"/>
                    <a:pt x="10909" y="20599"/>
                  </a:cubicBezTo>
                  <a:cubicBezTo>
                    <a:pt x="10827" y="20581"/>
                    <a:pt x="10752" y="20557"/>
                    <a:pt x="10683" y="20532"/>
                  </a:cubicBezTo>
                  <a:cubicBezTo>
                    <a:pt x="10613" y="20510"/>
                    <a:pt x="10553" y="20482"/>
                    <a:pt x="10498" y="20460"/>
                  </a:cubicBezTo>
                  <a:cubicBezTo>
                    <a:pt x="10444" y="20435"/>
                    <a:pt x="10397" y="20415"/>
                    <a:pt x="10361" y="20395"/>
                  </a:cubicBezTo>
                  <a:cubicBezTo>
                    <a:pt x="10284" y="20356"/>
                    <a:pt x="10243" y="20333"/>
                    <a:pt x="10243" y="20333"/>
                  </a:cubicBezTo>
                  <a:lnTo>
                    <a:pt x="10243" y="20333"/>
                  </a:lnTo>
                  <a:cubicBezTo>
                    <a:pt x="10243" y="20333"/>
                    <a:pt x="10288" y="20349"/>
                    <a:pt x="10365" y="20381"/>
                  </a:cubicBezTo>
                  <a:cubicBezTo>
                    <a:pt x="10404" y="20396"/>
                    <a:pt x="10452" y="20413"/>
                    <a:pt x="10509" y="20435"/>
                  </a:cubicBezTo>
                  <a:cubicBezTo>
                    <a:pt x="10564" y="20451"/>
                    <a:pt x="10625" y="20475"/>
                    <a:pt x="10697" y="20494"/>
                  </a:cubicBezTo>
                  <a:cubicBezTo>
                    <a:pt x="10731" y="20503"/>
                    <a:pt x="10766" y="20514"/>
                    <a:pt x="10804" y="20522"/>
                  </a:cubicBezTo>
                  <a:cubicBezTo>
                    <a:pt x="10840" y="20530"/>
                    <a:pt x="10879" y="20542"/>
                    <a:pt x="10919" y="20549"/>
                  </a:cubicBezTo>
                  <a:cubicBezTo>
                    <a:pt x="10960" y="20557"/>
                    <a:pt x="11001" y="20564"/>
                    <a:pt x="11043" y="20569"/>
                  </a:cubicBezTo>
                  <a:cubicBezTo>
                    <a:pt x="11066" y="20571"/>
                    <a:pt x="11086" y="20576"/>
                    <a:pt x="11107" y="20577"/>
                  </a:cubicBezTo>
                  <a:lnTo>
                    <a:pt x="11173" y="20583"/>
                  </a:lnTo>
                  <a:cubicBezTo>
                    <a:pt x="11195" y="20584"/>
                    <a:pt x="11216" y="20584"/>
                    <a:pt x="11240" y="20584"/>
                  </a:cubicBezTo>
                  <a:lnTo>
                    <a:pt x="11308" y="20584"/>
                  </a:lnTo>
                  <a:cubicBezTo>
                    <a:pt x="11352" y="20581"/>
                    <a:pt x="11398" y="20577"/>
                    <a:pt x="11443" y="20569"/>
                  </a:cubicBezTo>
                  <a:cubicBezTo>
                    <a:pt x="11533" y="20554"/>
                    <a:pt x="11623" y="20525"/>
                    <a:pt x="11701" y="20479"/>
                  </a:cubicBezTo>
                  <a:lnTo>
                    <a:pt x="11759" y="20440"/>
                  </a:lnTo>
                  <a:cubicBezTo>
                    <a:pt x="11778" y="20427"/>
                    <a:pt x="11794" y="20409"/>
                    <a:pt x="11811" y="20396"/>
                  </a:cubicBezTo>
                  <a:lnTo>
                    <a:pt x="11825" y="20384"/>
                  </a:lnTo>
                  <a:lnTo>
                    <a:pt x="11834" y="20373"/>
                  </a:lnTo>
                  <a:lnTo>
                    <a:pt x="11858" y="20346"/>
                  </a:lnTo>
                  <a:cubicBezTo>
                    <a:pt x="11873" y="20328"/>
                    <a:pt x="11882" y="20310"/>
                    <a:pt x="11896" y="20293"/>
                  </a:cubicBezTo>
                  <a:cubicBezTo>
                    <a:pt x="11943" y="20216"/>
                    <a:pt x="11970" y="20130"/>
                    <a:pt x="11982" y="20043"/>
                  </a:cubicBezTo>
                  <a:cubicBezTo>
                    <a:pt x="11994" y="19956"/>
                    <a:pt x="11994" y="19870"/>
                    <a:pt x="11988" y="19789"/>
                  </a:cubicBezTo>
                  <a:cubicBezTo>
                    <a:pt x="11986" y="19749"/>
                    <a:pt x="11982" y="19708"/>
                    <a:pt x="11975" y="19671"/>
                  </a:cubicBezTo>
                  <a:cubicBezTo>
                    <a:pt x="11970" y="19632"/>
                    <a:pt x="11963" y="19596"/>
                    <a:pt x="11956" y="19561"/>
                  </a:cubicBezTo>
                  <a:cubicBezTo>
                    <a:pt x="11949" y="19524"/>
                    <a:pt x="11941" y="19491"/>
                    <a:pt x="11935" y="19460"/>
                  </a:cubicBezTo>
                  <a:cubicBezTo>
                    <a:pt x="11928" y="19428"/>
                    <a:pt x="11920" y="19397"/>
                    <a:pt x="11913" y="19369"/>
                  </a:cubicBezTo>
                  <a:cubicBezTo>
                    <a:pt x="11900" y="19312"/>
                    <a:pt x="11882" y="19263"/>
                    <a:pt x="11872" y="19224"/>
                  </a:cubicBezTo>
                  <a:cubicBezTo>
                    <a:pt x="11855" y="19172"/>
                    <a:pt x="11843" y="19135"/>
                    <a:pt x="11837" y="19115"/>
                  </a:cubicBezTo>
                  <a:close/>
                  <a:moveTo>
                    <a:pt x="16412" y="18901"/>
                  </a:moveTo>
                  <a:lnTo>
                    <a:pt x="17240" y="19730"/>
                  </a:lnTo>
                  <a:lnTo>
                    <a:pt x="16186" y="20784"/>
                  </a:lnTo>
                  <a:lnTo>
                    <a:pt x="15358" y="19956"/>
                  </a:lnTo>
                  <a:lnTo>
                    <a:pt x="16412" y="18901"/>
                  </a:lnTo>
                  <a:close/>
                  <a:moveTo>
                    <a:pt x="21248" y="18939"/>
                  </a:moveTo>
                  <a:lnTo>
                    <a:pt x="22061" y="19754"/>
                  </a:lnTo>
                  <a:lnTo>
                    <a:pt x="20978" y="20838"/>
                  </a:lnTo>
                  <a:lnTo>
                    <a:pt x="20164" y="20024"/>
                  </a:lnTo>
                  <a:lnTo>
                    <a:pt x="21248" y="18939"/>
                  </a:lnTo>
                  <a:close/>
                  <a:moveTo>
                    <a:pt x="5888" y="16300"/>
                  </a:moveTo>
                  <a:cubicBezTo>
                    <a:pt x="6131" y="16782"/>
                    <a:pt x="6477" y="17299"/>
                    <a:pt x="6899" y="17814"/>
                  </a:cubicBezTo>
                  <a:lnTo>
                    <a:pt x="4765" y="21207"/>
                  </a:lnTo>
                  <a:lnTo>
                    <a:pt x="4765" y="21207"/>
                  </a:lnTo>
                  <a:lnTo>
                    <a:pt x="5888" y="16300"/>
                  </a:lnTo>
                  <a:close/>
                  <a:moveTo>
                    <a:pt x="7061" y="18008"/>
                  </a:moveTo>
                  <a:cubicBezTo>
                    <a:pt x="7256" y="18234"/>
                    <a:pt x="7464" y="18460"/>
                    <a:pt x="7684" y="18680"/>
                  </a:cubicBezTo>
                  <a:cubicBezTo>
                    <a:pt x="7905" y="18899"/>
                    <a:pt x="8129" y="19107"/>
                    <a:pt x="8356" y="19302"/>
                  </a:cubicBezTo>
                  <a:lnTo>
                    <a:pt x="4872" y="21490"/>
                  </a:lnTo>
                  <a:lnTo>
                    <a:pt x="4872" y="21490"/>
                  </a:lnTo>
                  <a:lnTo>
                    <a:pt x="7061" y="18008"/>
                  </a:lnTo>
                  <a:close/>
                  <a:moveTo>
                    <a:pt x="21292" y="17945"/>
                  </a:moveTo>
                  <a:lnTo>
                    <a:pt x="21578" y="18233"/>
                  </a:lnTo>
                  <a:lnTo>
                    <a:pt x="18257" y="21555"/>
                  </a:lnTo>
                  <a:lnTo>
                    <a:pt x="17970" y="21268"/>
                  </a:lnTo>
                  <a:lnTo>
                    <a:pt x="21292" y="17945"/>
                  </a:lnTo>
                  <a:close/>
                  <a:moveTo>
                    <a:pt x="24323" y="19676"/>
                  </a:moveTo>
                  <a:lnTo>
                    <a:pt x="25153" y="20505"/>
                  </a:lnTo>
                  <a:lnTo>
                    <a:pt x="24098" y="21559"/>
                  </a:lnTo>
                  <a:lnTo>
                    <a:pt x="23269" y="20730"/>
                  </a:lnTo>
                  <a:lnTo>
                    <a:pt x="24323" y="19676"/>
                  </a:lnTo>
                  <a:close/>
                  <a:moveTo>
                    <a:pt x="8551" y="19465"/>
                  </a:moveTo>
                  <a:cubicBezTo>
                    <a:pt x="9065" y="19886"/>
                    <a:pt x="9581" y="20232"/>
                    <a:pt x="10063" y="20475"/>
                  </a:cubicBezTo>
                  <a:lnTo>
                    <a:pt x="5157" y="21598"/>
                  </a:lnTo>
                  <a:lnTo>
                    <a:pt x="8551" y="19465"/>
                  </a:lnTo>
                  <a:close/>
                  <a:moveTo>
                    <a:pt x="17372" y="19862"/>
                  </a:moveTo>
                  <a:lnTo>
                    <a:pt x="18186" y="20675"/>
                  </a:lnTo>
                  <a:lnTo>
                    <a:pt x="17132" y="21730"/>
                  </a:lnTo>
                  <a:lnTo>
                    <a:pt x="16318" y="20916"/>
                  </a:lnTo>
                  <a:lnTo>
                    <a:pt x="17372" y="19862"/>
                  </a:lnTo>
                  <a:close/>
                  <a:moveTo>
                    <a:pt x="22193" y="19884"/>
                  </a:moveTo>
                  <a:lnTo>
                    <a:pt x="23021" y="20714"/>
                  </a:lnTo>
                  <a:lnTo>
                    <a:pt x="21938" y="21798"/>
                  </a:lnTo>
                  <a:lnTo>
                    <a:pt x="21108" y="20969"/>
                  </a:lnTo>
                  <a:lnTo>
                    <a:pt x="22193" y="19884"/>
                  </a:lnTo>
                  <a:close/>
                  <a:moveTo>
                    <a:pt x="20050" y="20140"/>
                  </a:moveTo>
                  <a:lnTo>
                    <a:pt x="20863" y="20953"/>
                  </a:lnTo>
                  <a:lnTo>
                    <a:pt x="19778" y="22038"/>
                  </a:lnTo>
                  <a:lnTo>
                    <a:pt x="18965" y="21225"/>
                  </a:lnTo>
                  <a:lnTo>
                    <a:pt x="20050" y="20140"/>
                  </a:lnTo>
                  <a:close/>
                  <a:moveTo>
                    <a:pt x="4577" y="21569"/>
                  </a:moveTo>
                  <a:cubicBezTo>
                    <a:pt x="4589" y="21569"/>
                    <a:pt x="4599" y="21569"/>
                    <a:pt x="4608" y="21570"/>
                  </a:cubicBezTo>
                  <a:cubicBezTo>
                    <a:pt x="4629" y="21571"/>
                    <a:pt x="4641" y="21576"/>
                    <a:pt x="4641" y="21576"/>
                  </a:cubicBezTo>
                  <a:cubicBezTo>
                    <a:pt x="4641" y="21576"/>
                    <a:pt x="4631" y="21584"/>
                    <a:pt x="4615" y="21597"/>
                  </a:cubicBezTo>
                  <a:cubicBezTo>
                    <a:pt x="4597" y="21609"/>
                    <a:pt x="4574" y="21625"/>
                    <a:pt x="4545" y="21645"/>
                  </a:cubicBezTo>
                  <a:cubicBezTo>
                    <a:pt x="4531" y="21656"/>
                    <a:pt x="4517" y="21665"/>
                    <a:pt x="4502" y="21677"/>
                  </a:cubicBezTo>
                  <a:cubicBezTo>
                    <a:pt x="4487" y="21689"/>
                    <a:pt x="4471" y="21699"/>
                    <a:pt x="4456" y="21712"/>
                  </a:cubicBezTo>
                  <a:cubicBezTo>
                    <a:pt x="4440" y="21724"/>
                    <a:pt x="4427" y="21738"/>
                    <a:pt x="4411" y="21750"/>
                  </a:cubicBezTo>
                  <a:cubicBezTo>
                    <a:pt x="4396" y="21763"/>
                    <a:pt x="4381" y="21777"/>
                    <a:pt x="4368" y="21790"/>
                  </a:cubicBezTo>
                  <a:cubicBezTo>
                    <a:pt x="4355" y="21806"/>
                    <a:pt x="4341" y="21818"/>
                    <a:pt x="4329" y="21833"/>
                  </a:cubicBezTo>
                  <a:cubicBezTo>
                    <a:pt x="4325" y="21840"/>
                    <a:pt x="4318" y="21849"/>
                    <a:pt x="4310" y="21856"/>
                  </a:cubicBezTo>
                  <a:cubicBezTo>
                    <a:pt x="4306" y="21862"/>
                    <a:pt x="4300" y="21871"/>
                    <a:pt x="4295" y="21877"/>
                  </a:cubicBezTo>
                  <a:cubicBezTo>
                    <a:pt x="4291" y="21884"/>
                    <a:pt x="4286" y="21892"/>
                    <a:pt x="4280" y="21899"/>
                  </a:cubicBezTo>
                  <a:cubicBezTo>
                    <a:pt x="4278" y="21907"/>
                    <a:pt x="4272" y="21913"/>
                    <a:pt x="4268" y="21923"/>
                  </a:cubicBezTo>
                  <a:cubicBezTo>
                    <a:pt x="4264" y="21931"/>
                    <a:pt x="4260" y="21938"/>
                    <a:pt x="4255" y="21944"/>
                  </a:cubicBezTo>
                  <a:cubicBezTo>
                    <a:pt x="4252" y="21952"/>
                    <a:pt x="4248" y="21959"/>
                    <a:pt x="4245" y="21966"/>
                  </a:cubicBezTo>
                  <a:cubicBezTo>
                    <a:pt x="4239" y="21981"/>
                    <a:pt x="4232" y="21994"/>
                    <a:pt x="4227" y="22007"/>
                  </a:cubicBezTo>
                  <a:cubicBezTo>
                    <a:pt x="4224" y="22021"/>
                    <a:pt x="4218" y="22033"/>
                    <a:pt x="4214" y="22044"/>
                  </a:cubicBezTo>
                  <a:cubicBezTo>
                    <a:pt x="4208" y="22064"/>
                    <a:pt x="4201" y="22075"/>
                    <a:pt x="4201" y="22075"/>
                  </a:cubicBezTo>
                  <a:cubicBezTo>
                    <a:pt x="4201" y="22075"/>
                    <a:pt x="4194" y="22065"/>
                    <a:pt x="4188" y="22044"/>
                  </a:cubicBezTo>
                  <a:cubicBezTo>
                    <a:pt x="4185" y="22033"/>
                    <a:pt x="4180" y="22020"/>
                    <a:pt x="4174" y="22006"/>
                  </a:cubicBezTo>
                  <a:cubicBezTo>
                    <a:pt x="4169" y="21991"/>
                    <a:pt x="4169" y="21974"/>
                    <a:pt x="4167" y="21954"/>
                  </a:cubicBezTo>
                  <a:cubicBezTo>
                    <a:pt x="4167" y="21944"/>
                    <a:pt x="4166" y="21934"/>
                    <a:pt x="4166" y="21924"/>
                  </a:cubicBezTo>
                  <a:cubicBezTo>
                    <a:pt x="4167" y="21913"/>
                    <a:pt x="4169" y="21903"/>
                    <a:pt x="4169" y="21892"/>
                  </a:cubicBezTo>
                  <a:lnTo>
                    <a:pt x="4174" y="21857"/>
                  </a:lnTo>
                  <a:cubicBezTo>
                    <a:pt x="4178" y="21845"/>
                    <a:pt x="4182" y="21833"/>
                    <a:pt x="4186" y="21822"/>
                  </a:cubicBezTo>
                  <a:cubicBezTo>
                    <a:pt x="4194" y="21798"/>
                    <a:pt x="4206" y="21775"/>
                    <a:pt x="4221" y="21752"/>
                  </a:cubicBezTo>
                  <a:cubicBezTo>
                    <a:pt x="4235" y="21730"/>
                    <a:pt x="4253" y="21711"/>
                    <a:pt x="4272" y="21691"/>
                  </a:cubicBezTo>
                  <a:cubicBezTo>
                    <a:pt x="4291" y="21672"/>
                    <a:pt x="4310" y="21656"/>
                    <a:pt x="4333" y="21642"/>
                  </a:cubicBezTo>
                  <a:cubicBezTo>
                    <a:pt x="4354" y="21629"/>
                    <a:pt x="4374" y="21615"/>
                    <a:pt x="4396" y="21607"/>
                  </a:cubicBezTo>
                  <a:cubicBezTo>
                    <a:pt x="4419" y="21597"/>
                    <a:pt x="4440" y="21590"/>
                    <a:pt x="4460" y="21583"/>
                  </a:cubicBezTo>
                  <a:cubicBezTo>
                    <a:pt x="4480" y="21576"/>
                    <a:pt x="4500" y="21575"/>
                    <a:pt x="4519" y="21571"/>
                  </a:cubicBezTo>
                  <a:cubicBezTo>
                    <a:pt x="4541" y="21569"/>
                    <a:pt x="4560" y="21569"/>
                    <a:pt x="4577" y="21569"/>
                  </a:cubicBezTo>
                  <a:close/>
                  <a:moveTo>
                    <a:pt x="25280" y="20639"/>
                  </a:moveTo>
                  <a:lnTo>
                    <a:pt x="26094" y="21454"/>
                  </a:lnTo>
                  <a:lnTo>
                    <a:pt x="25040" y="22508"/>
                  </a:lnTo>
                  <a:lnTo>
                    <a:pt x="24226" y="21693"/>
                  </a:lnTo>
                  <a:lnTo>
                    <a:pt x="25280" y="20639"/>
                  </a:lnTo>
                  <a:close/>
                  <a:moveTo>
                    <a:pt x="23153" y="20846"/>
                  </a:moveTo>
                  <a:lnTo>
                    <a:pt x="23982" y="21676"/>
                  </a:lnTo>
                  <a:lnTo>
                    <a:pt x="22898" y="22759"/>
                  </a:lnTo>
                  <a:lnTo>
                    <a:pt x="22068" y="21931"/>
                  </a:lnTo>
                  <a:lnTo>
                    <a:pt x="23153" y="20846"/>
                  </a:lnTo>
                  <a:close/>
                  <a:moveTo>
                    <a:pt x="20994" y="21085"/>
                  </a:moveTo>
                  <a:lnTo>
                    <a:pt x="21824" y="21913"/>
                  </a:lnTo>
                  <a:lnTo>
                    <a:pt x="20739" y="22999"/>
                  </a:lnTo>
                  <a:lnTo>
                    <a:pt x="19910" y="22169"/>
                  </a:lnTo>
                  <a:lnTo>
                    <a:pt x="20994" y="21085"/>
                  </a:lnTo>
                  <a:close/>
                  <a:moveTo>
                    <a:pt x="18849" y="21340"/>
                  </a:moveTo>
                  <a:lnTo>
                    <a:pt x="19663" y="22154"/>
                  </a:lnTo>
                  <a:lnTo>
                    <a:pt x="18609" y="23208"/>
                  </a:lnTo>
                  <a:lnTo>
                    <a:pt x="17795" y="22394"/>
                  </a:lnTo>
                  <a:lnTo>
                    <a:pt x="18849" y="21340"/>
                  </a:lnTo>
                  <a:close/>
                  <a:moveTo>
                    <a:pt x="21953" y="22045"/>
                  </a:moveTo>
                  <a:lnTo>
                    <a:pt x="22782" y="22874"/>
                  </a:lnTo>
                  <a:lnTo>
                    <a:pt x="21697" y="23959"/>
                  </a:lnTo>
                  <a:lnTo>
                    <a:pt x="20869" y="23129"/>
                  </a:lnTo>
                  <a:lnTo>
                    <a:pt x="21953" y="22045"/>
                  </a:lnTo>
                  <a:close/>
                  <a:moveTo>
                    <a:pt x="19795" y="22285"/>
                  </a:moveTo>
                  <a:lnTo>
                    <a:pt x="20623" y="23114"/>
                  </a:lnTo>
                  <a:lnTo>
                    <a:pt x="19569" y="24168"/>
                  </a:lnTo>
                  <a:lnTo>
                    <a:pt x="18740" y="23340"/>
                  </a:lnTo>
                  <a:lnTo>
                    <a:pt x="19795" y="22285"/>
                  </a:lnTo>
                  <a:close/>
                  <a:moveTo>
                    <a:pt x="24112" y="21807"/>
                  </a:moveTo>
                  <a:lnTo>
                    <a:pt x="24926" y="22623"/>
                  </a:lnTo>
                  <a:lnTo>
                    <a:pt x="24926" y="22623"/>
                  </a:lnTo>
                  <a:lnTo>
                    <a:pt x="22643" y="24905"/>
                  </a:lnTo>
                  <a:lnTo>
                    <a:pt x="22643" y="24905"/>
                  </a:lnTo>
                  <a:lnTo>
                    <a:pt x="21829" y="24092"/>
                  </a:lnTo>
                  <a:lnTo>
                    <a:pt x="22913" y="23007"/>
                  </a:lnTo>
                  <a:lnTo>
                    <a:pt x="23726" y="23820"/>
                  </a:lnTo>
                  <a:lnTo>
                    <a:pt x="23841" y="23706"/>
                  </a:lnTo>
                  <a:lnTo>
                    <a:pt x="23027" y="22892"/>
                  </a:lnTo>
                  <a:lnTo>
                    <a:pt x="24112" y="21807"/>
                  </a:lnTo>
                  <a:close/>
                  <a:moveTo>
                    <a:pt x="20755" y="23246"/>
                  </a:moveTo>
                  <a:lnTo>
                    <a:pt x="21583" y="24074"/>
                  </a:lnTo>
                  <a:lnTo>
                    <a:pt x="20529" y="25128"/>
                  </a:lnTo>
                  <a:lnTo>
                    <a:pt x="19701" y="24300"/>
                  </a:lnTo>
                  <a:lnTo>
                    <a:pt x="20755" y="23246"/>
                  </a:lnTo>
                  <a:close/>
                  <a:moveTo>
                    <a:pt x="21715" y="24206"/>
                  </a:moveTo>
                  <a:lnTo>
                    <a:pt x="22529" y="25020"/>
                  </a:lnTo>
                  <a:lnTo>
                    <a:pt x="21474" y="26074"/>
                  </a:lnTo>
                  <a:lnTo>
                    <a:pt x="20661" y="25260"/>
                  </a:lnTo>
                  <a:lnTo>
                    <a:pt x="21715" y="24206"/>
                  </a:lnTo>
                  <a:close/>
                  <a:moveTo>
                    <a:pt x="4915" y="1"/>
                  </a:moveTo>
                  <a:cubicBezTo>
                    <a:pt x="4847" y="1"/>
                    <a:pt x="4779" y="27"/>
                    <a:pt x="4727" y="78"/>
                  </a:cubicBezTo>
                  <a:lnTo>
                    <a:pt x="104" y="4702"/>
                  </a:lnTo>
                  <a:cubicBezTo>
                    <a:pt x="1" y="4805"/>
                    <a:pt x="1" y="4973"/>
                    <a:pt x="104" y="5078"/>
                  </a:cubicBezTo>
                  <a:lnTo>
                    <a:pt x="3783" y="8757"/>
                  </a:lnTo>
                  <a:cubicBezTo>
                    <a:pt x="3836" y="8809"/>
                    <a:pt x="3904" y="8835"/>
                    <a:pt x="3972" y="8835"/>
                  </a:cubicBezTo>
                  <a:cubicBezTo>
                    <a:pt x="4040" y="8835"/>
                    <a:pt x="4108" y="8809"/>
                    <a:pt x="4159" y="8757"/>
                  </a:cubicBezTo>
                  <a:lnTo>
                    <a:pt x="4570" y="8346"/>
                  </a:lnTo>
                  <a:lnTo>
                    <a:pt x="4858" y="8632"/>
                  </a:lnTo>
                  <a:lnTo>
                    <a:pt x="4447" y="9045"/>
                  </a:lnTo>
                  <a:cubicBezTo>
                    <a:pt x="4342" y="9148"/>
                    <a:pt x="4342" y="9316"/>
                    <a:pt x="4447" y="9421"/>
                  </a:cubicBezTo>
                  <a:lnTo>
                    <a:pt x="8126" y="13100"/>
                  </a:lnTo>
                  <a:cubicBezTo>
                    <a:pt x="8178" y="13152"/>
                    <a:pt x="8246" y="13178"/>
                    <a:pt x="8314" y="13178"/>
                  </a:cubicBezTo>
                  <a:cubicBezTo>
                    <a:pt x="8382" y="13178"/>
                    <a:pt x="8450" y="13152"/>
                    <a:pt x="8502" y="13100"/>
                  </a:cubicBezTo>
                  <a:lnTo>
                    <a:pt x="8884" y="12719"/>
                  </a:lnTo>
                  <a:lnTo>
                    <a:pt x="9297" y="13135"/>
                  </a:lnTo>
                  <a:lnTo>
                    <a:pt x="7901" y="14532"/>
                  </a:lnTo>
                  <a:cubicBezTo>
                    <a:pt x="7335" y="14223"/>
                    <a:pt x="6844" y="14067"/>
                    <a:pt x="6453" y="14067"/>
                  </a:cubicBezTo>
                  <a:cubicBezTo>
                    <a:pt x="6165" y="14067"/>
                    <a:pt x="5931" y="14152"/>
                    <a:pt x="5761" y="14322"/>
                  </a:cubicBezTo>
                  <a:cubicBezTo>
                    <a:pt x="5528" y="14554"/>
                    <a:pt x="5348" y="15023"/>
                    <a:pt x="5723" y="15938"/>
                  </a:cubicBezTo>
                  <a:lnTo>
                    <a:pt x="4449" y="21501"/>
                  </a:lnTo>
                  <a:cubicBezTo>
                    <a:pt x="4380" y="21528"/>
                    <a:pt x="4308" y="21574"/>
                    <a:pt x="4247" y="21634"/>
                  </a:cubicBezTo>
                  <a:cubicBezTo>
                    <a:pt x="4065" y="21815"/>
                    <a:pt x="4026" y="22072"/>
                    <a:pt x="4159" y="22205"/>
                  </a:cubicBezTo>
                  <a:cubicBezTo>
                    <a:pt x="4213" y="22259"/>
                    <a:pt x="4286" y="22284"/>
                    <a:pt x="4366" y="22284"/>
                  </a:cubicBezTo>
                  <a:cubicBezTo>
                    <a:pt x="4486" y="22284"/>
                    <a:pt x="4621" y="22226"/>
                    <a:pt x="4730" y="22118"/>
                  </a:cubicBezTo>
                  <a:cubicBezTo>
                    <a:pt x="4792" y="22054"/>
                    <a:pt x="4836" y="21985"/>
                    <a:pt x="4863" y="21913"/>
                  </a:cubicBezTo>
                  <a:lnTo>
                    <a:pt x="10425" y="20642"/>
                  </a:lnTo>
                  <a:cubicBezTo>
                    <a:pt x="10806" y="20797"/>
                    <a:pt x="11110" y="20856"/>
                    <a:pt x="11351" y="20856"/>
                  </a:cubicBezTo>
                  <a:cubicBezTo>
                    <a:pt x="11689" y="20856"/>
                    <a:pt x="11906" y="20739"/>
                    <a:pt x="12042" y="20603"/>
                  </a:cubicBezTo>
                  <a:cubicBezTo>
                    <a:pt x="12444" y="20201"/>
                    <a:pt x="12367" y="19447"/>
                    <a:pt x="11833" y="18462"/>
                  </a:cubicBezTo>
                  <a:lnTo>
                    <a:pt x="13229" y="17066"/>
                  </a:lnTo>
                  <a:lnTo>
                    <a:pt x="13643" y="17481"/>
                  </a:lnTo>
                  <a:lnTo>
                    <a:pt x="13263" y="17862"/>
                  </a:lnTo>
                  <a:cubicBezTo>
                    <a:pt x="13158" y="17965"/>
                    <a:pt x="13158" y="18133"/>
                    <a:pt x="13263" y="18238"/>
                  </a:cubicBezTo>
                  <a:lnTo>
                    <a:pt x="16942" y="21918"/>
                  </a:lnTo>
                  <a:cubicBezTo>
                    <a:pt x="16994" y="21969"/>
                    <a:pt x="17062" y="21995"/>
                    <a:pt x="17130" y="21995"/>
                  </a:cubicBezTo>
                  <a:cubicBezTo>
                    <a:pt x="17198" y="21995"/>
                    <a:pt x="17266" y="21969"/>
                    <a:pt x="17318" y="21918"/>
                  </a:cubicBezTo>
                  <a:lnTo>
                    <a:pt x="17729" y="21507"/>
                  </a:lnTo>
                  <a:lnTo>
                    <a:pt x="18017" y="21793"/>
                  </a:lnTo>
                  <a:lnTo>
                    <a:pt x="17604" y="22205"/>
                  </a:lnTo>
                  <a:cubicBezTo>
                    <a:pt x="17501" y="22308"/>
                    <a:pt x="17501" y="22476"/>
                    <a:pt x="17604" y="22581"/>
                  </a:cubicBezTo>
                  <a:lnTo>
                    <a:pt x="21284" y="26259"/>
                  </a:lnTo>
                  <a:cubicBezTo>
                    <a:pt x="21336" y="26311"/>
                    <a:pt x="21404" y="26338"/>
                    <a:pt x="21472" y="26338"/>
                  </a:cubicBezTo>
                  <a:cubicBezTo>
                    <a:pt x="21540" y="26338"/>
                    <a:pt x="21608" y="26311"/>
                    <a:pt x="21660" y="26259"/>
                  </a:cubicBezTo>
                  <a:lnTo>
                    <a:pt x="26283" y="21637"/>
                  </a:lnTo>
                  <a:cubicBezTo>
                    <a:pt x="26387" y="21533"/>
                    <a:pt x="26387" y="21366"/>
                    <a:pt x="26283" y="21261"/>
                  </a:cubicBezTo>
                  <a:lnTo>
                    <a:pt x="22605" y="17583"/>
                  </a:lnTo>
                  <a:cubicBezTo>
                    <a:pt x="22553" y="17531"/>
                    <a:pt x="22486" y="17505"/>
                    <a:pt x="22418" y="17505"/>
                  </a:cubicBezTo>
                  <a:cubicBezTo>
                    <a:pt x="22350" y="17505"/>
                    <a:pt x="22282" y="17531"/>
                    <a:pt x="22229" y="17583"/>
                  </a:cubicBezTo>
                  <a:lnTo>
                    <a:pt x="21818" y="17995"/>
                  </a:lnTo>
                  <a:lnTo>
                    <a:pt x="21531" y="17708"/>
                  </a:lnTo>
                  <a:lnTo>
                    <a:pt x="21943" y="17295"/>
                  </a:lnTo>
                  <a:cubicBezTo>
                    <a:pt x="22047" y="17192"/>
                    <a:pt x="22047" y="17024"/>
                    <a:pt x="21943" y="16921"/>
                  </a:cubicBezTo>
                  <a:lnTo>
                    <a:pt x="18264" y="13238"/>
                  </a:lnTo>
                  <a:cubicBezTo>
                    <a:pt x="18211" y="13187"/>
                    <a:pt x="18143" y="13161"/>
                    <a:pt x="18075" y="13161"/>
                  </a:cubicBezTo>
                  <a:cubicBezTo>
                    <a:pt x="18007" y="13161"/>
                    <a:pt x="17939" y="13187"/>
                    <a:pt x="17888" y="13238"/>
                  </a:cubicBezTo>
                  <a:lnTo>
                    <a:pt x="17506" y="13620"/>
                  </a:lnTo>
                  <a:lnTo>
                    <a:pt x="17091" y="13205"/>
                  </a:lnTo>
                  <a:lnTo>
                    <a:pt x="18097" y="12200"/>
                  </a:lnTo>
                  <a:cubicBezTo>
                    <a:pt x="18194" y="12102"/>
                    <a:pt x="18268" y="11905"/>
                    <a:pt x="18069" y="11516"/>
                  </a:cubicBezTo>
                  <a:cubicBezTo>
                    <a:pt x="17996" y="11375"/>
                    <a:pt x="17890" y="11213"/>
                    <a:pt x="17755" y="11032"/>
                  </a:cubicBezTo>
                  <a:lnTo>
                    <a:pt x="18057" y="10773"/>
                  </a:lnTo>
                  <a:cubicBezTo>
                    <a:pt x="18116" y="10725"/>
                    <a:pt x="18123" y="10637"/>
                    <a:pt x="18072" y="10578"/>
                  </a:cubicBezTo>
                  <a:cubicBezTo>
                    <a:pt x="17373" y="9760"/>
                    <a:pt x="16605" y="8991"/>
                    <a:pt x="15786" y="8293"/>
                  </a:cubicBezTo>
                  <a:cubicBezTo>
                    <a:pt x="15760" y="8270"/>
                    <a:pt x="15728" y="8259"/>
                    <a:pt x="15696" y="8259"/>
                  </a:cubicBezTo>
                  <a:cubicBezTo>
                    <a:pt x="15657" y="8259"/>
                    <a:pt x="15619" y="8276"/>
                    <a:pt x="15591" y="8307"/>
                  </a:cubicBezTo>
                  <a:lnTo>
                    <a:pt x="15332" y="8611"/>
                  </a:lnTo>
                  <a:cubicBezTo>
                    <a:pt x="15151" y="8475"/>
                    <a:pt x="14988" y="8369"/>
                    <a:pt x="14849" y="8297"/>
                  </a:cubicBezTo>
                  <a:cubicBezTo>
                    <a:pt x="14669" y="8205"/>
                    <a:pt x="14530" y="8171"/>
                    <a:pt x="14422" y="8171"/>
                  </a:cubicBezTo>
                  <a:cubicBezTo>
                    <a:pt x="14298" y="8171"/>
                    <a:pt x="14217" y="8216"/>
                    <a:pt x="14164" y="8268"/>
                  </a:cubicBezTo>
                  <a:lnTo>
                    <a:pt x="13161" y="9273"/>
                  </a:lnTo>
                  <a:lnTo>
                    <a:pt x="12744" y="8858"/>
                  </a:lnTo>
                  <a:lnTo>
                    <a:pt x="13124" y="8477"/>
                  </a:lnTo>
                  <a:cubicBezTo>
                    <a:pt x="13229" y="8373"/>
                    <a:pt x="13229" y="8205"/>
                    <a:pt x="13124" y="8101"/>
                  </a:cubicBezTo>
                  <a:lnTo>
                    <a:pt x="9445" y="4421"/>
                  </a:lnTo>
                  <a:cubicBezTo>
                    <a:pt x="9393" y="4369"/>
                    <a:pt x="9325" y="4344"/>
                    <a:pt x="9257" y="4344"/>
                  </a:cubicBezTo>
                  <a:cubicBezTo>
                    <a:pt x="9189" y="4344"/>
                    <a:pt x="9121" y="4369"/>
                    <a:pt x="9069" y="4421"/>
                  </a:cubicBezTo>
                  <a:lnTo>
                    <a:pt x="8658" y="4832"/>
                  </a:lnTo>
                  <a:lnTo>
                    <a:pt x="8371" y="4546"/>
                  </a:lnTo>
                  <a:lnTo>
                    <a:pt x="8783" y="4134"/>
                  </a:lnTo>
                  <a:cubicBezTo>
                    <a:pt x="8886" y="4030"/>
                    <a:pt x="8886" y="3862"/>
                    <a:pt x="8783" y="3758"/>
                  </a:cubicBezTo>
                  <a:lnTo>
                    <a:pt x="5103" y="78"/>
                  </a:lnTo>
                  <a:cubicBezTo>
                    <a:pt x="5051" y="27"/>
                    <a:pt x="4983" y="1"/>
                    <a:pt x="49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70"/>
            <p:cNvSpPr/>
            <p:nvPr/>
          </p:nvSpPr>
          <p:spPr>
            <a:xfrm>
              <a:off x="2704782" y="3374543"/>
              <a:ext cx="135242" cy="76570"/>
            </a:xfrm>
            <a:custGeom>
              <a:rect b="b" l="l" r="r" t="t"/>
              <a:pathLst>
                <a:path extrusionOk="0" h="954" w="1685">
                  <a:moveTo>
                    <a:pt x="955" y="0"/>
                  </a:moveTo>
                  <a:lnTo>
                    <a:pt x="0" y="954"/>
                  </a:lnTo>
                  <a:lnTo>
                    <a:pt x="0" y="954"/>
                  </a:lnTo>
                  <a:lnTo>
                    <a:pt x="943" y="206"/>
                  </a:lnTo>
                  <a:lnTo>
                    <a:pt x="1684" y="729"/>
                  </a:lnTo>
                  <a:lnTo>
                    <a:pt x="95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70"/>
            <p:cNvSpPr/>
            <p:nvPr/>
          </p:nvSpPr>
          <p:spPr>
            <a:xfrm>
              <a:off x="2781192" y="3450793"/>
              <a:ext cx="135002" cy="76651"/>
            </a:xfrm>
            <a:custGeom>
              <a:rect b="b" l="l" r="r" t="t"/>
              <a:pathLst>
                <a:path extrusionOk="0" h="955" w="1682">
                  <a:moveTo>
                    <a:pt x="954" y="1"/>
                  </a:moveTo>
                  <a:lnTo>
                    <a:pt x="0" y="954"/>
                  </a:lnTo>
                  <a:lnTo>
                    <a:pt x="943" y="206"/>
                  </a:lnTo>
                  <a:lnTo>
                    <a:pt x="1682" y="729"/>
                  </a:lnTo>
                  <a:lnTo>
                    <a:pt x="9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70"/>
            <p:cNvSpPr/>
            <p:nvPr/>
          </p:nvSpPr>
          <p:spPr>
            <a:xfrm>
              <a:off x="2858003" y="3527845"/>
              <a:ext cx="135242" cy="76651"/>
            </a:xfrm>
            <a:custGeom>
              <a:rect b="b" l="l" r="r" t="t"/>
              <a:pathLst>
                <a:path extrusionOk="0" h="955" w="1685">
                  <a:moveTo>
                    <a:pt x="957" y="1"/>
                  </a:moveTo>
                  <a:lnTo>
                    <a:pt x="1" y="954"/>
                  </a:lnTo>
                  <a:lnTo>
                    <a:pt x="945" y="205"/>
                  </a:lnTo>
                  <a:lnTo>
                    <a:pt x="1685" y="729"/>
                  </a:lnTo>
                  <a:lnTo>
                    <a:pt x="1685" y="729"/>
                  </a:lnTo>
                  <a:lnTo>
                    <a:pt x="9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70"/>
            <p:cNvSpPr/>
            <p:nvPr/>
          </p:nvSpPr>
          <p:spPr>
            <a:xfrm>
              <a:off x="2935858" y="3605459"/>
              <a:ext cx="135002" cy="76651"/>
            </a:xfrm>
            <a:custGeom>
              <a:rect b="b" l="l" r="r" t="t"/>
              <a:pathLst>
                <a:path extrusionOk="0" h="955" w="1682">
                  <a:moveTo>
                    <a:pt x="954" y="1"/>
                  </a:moveTo>
                  <a:lnTo>
                    <a:pt x="0" y="954"/>
                  </a:lnTo>
                  <a:lnTo>
                    <a:pt x="943" y="206"/>
                  </a:lnTo>
                  <a:lnTo>
                    <a:pt x="1682" y="729"/>
                  </a:lnTo>
                  <a:lnTo>
                    <a:pt x="9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70"/>
            <p:cNvSpPr/>
            <p:nvPr/>
          </p:nvSpPr>
          <p:spPr>
            <a:xfrm>
              <a:off x="2611516" y="3467728"/>
              <a:ext cx="135242" cy="76651"/>
            </a:xfrm>
            <a:custGeom>
              <a:rect b="b" l="l" r="r" t="t"/>
              <a:pathLst>
                <a:path extrusionOk="0" h="955" w="1685">
                  <a:moveTo>
                    <a:pt x="954" y="1"/>
                  </a:moveTo>
                  <a:lnTo>
                    <a:pt x="1" y="954"/>
                  </a:lnTo>
                  <a:lnTo>
                    <a:pt x="943" y="207"/>
                  </a:lnTo>
                  <a:lnTo>
                    <a:pt x="1685" y="730"/>
                  </a:lnTo>
                  <a:lnTo>
                    <a:pt x="9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70"/>
            <p:cNvSpPr/>
            <p:nvPr/>
          </p:nvSpPr>
          <p:spPr>
            <a:xfrm>
              <a:off x="2687766" y="3544058"/>
              <a:ext cx="135242" cy="76570"/>
            </a:xfrm>
            <a:custGeom>
              <a:rect b="b" l="l" r="r" t="t"/>
              <a:pathLst>
                <a:path extrusionOk="0" h="954" w="1685">
                  <a:moveTo>
                    <a:pt x="956" y="0"/>
                  </a:moveTo>
                  <a:lnTo>
                    <a:pt x="0" y="954"/>
                  </a:lnTo>
                  <a:lnTo>
                    <a:pt x="944" y="206"/>
                  </a:lnTo>
                  <a:lnTo>
                    <a:pt x="1684" y="728"/>
                  </a:lnTo>
                  <a:lnTo>
                    <a:pt x="9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70"/>
            <p:cNvSpPr/>
            <p:nvPr/>
          </p:nvSpPr>
          <p:spPr>
            <a:xfrm>
              <a:off x="2764818" y="3621110"/>
              <a:ext cx="135082" cy="76651"/>
            </a:xfrm>
            <a:custGeom>
              <a:rect b="b" l="l" r="r" t="t"/>
              <a:pathLst>
                <a:path extrusionOk="0" h="955" w="1683">
                  <a:moveTo>
                    <a:pt x="954" y="1"/>
                  </a:moveTo>
                  <a:lnTo>
                    <a:pt x="0" y="954"/>
                  </a:lnTo>
                  <a:lnTo>
                    <a:pt x="944" y="206"/>
                  </a:lnTo>
                  <a:lnTo>
                    <a:pt x="1683" y="728"/>
                  </a:lnTo>
                  <a:lnTo>
                    <a:pt x="9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70"/>
            <p:cNvSpPr/>
            <p:nvPr/>
          </p:nvSpPr>
          <p:spPr>
            <a:xfrm>
              <a:off x="2842593" y="3698724"/>
              <a:ext cx="135082" cy="76731"/>
            </a:xfrm>
            <a:custGeom>
              <a:rect b="b" l="l" r="r" t="t"/>
              <a:pathLst>
                <a:path extrusionOk="0" h="956" w="1683">
                  <a:moveTo>
                    <a:pt x="954" y="0"/>
                  </a:moveTo>
                  <a:lnTo>
                    <a:pt x="1" y="955"/>
                  </a:lnTo>
                  <a:lnTo>
                    <a:pt x="1" y="955"/>
                  </a:lnTo>
                  <a:lnTo>
                    <a:pt x="944" y="206"/>
                  </a:lnTo>
                  <a:lnTo>
                    <a:pt x="1682" y="730"/>
                  </a:lnTo>
                  <a:lnTo>
                    <a:pt x="9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70"/>
            <p:cNvSpPr/>
            <p:nvPr/>
          </p:nvSpPr>
          <p:spPr>
            <a:xfrm>
              <a:off x="2513676" y="3565568"/>
              <a:ext cx="135242" cy="76651"/>
            </a:xfrm>
            <a:custGeom>
              <a:rect b="b" l="l" r="r" t="t"/>
              <a:pathLst>
                <a:path extrusionOk="0" h="955" w="1685">
                  <a:moveTo>
                    <a:pt x="954" y="1"/>
                  </a:moveTo>
                  <a:lnTo>
                    <a:pt x="0" y="954"/>
                  </a:lnTo>
                  <a:lnTo>
                    <a:pt x="944" y="206"/>
                  </a:lnTo>
                  <a:lnTo>
                    <a:pt x="1684" y="729"/>
                  </a:lnTo>
                  <a:lnTo>
                    <a:pt x="9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70"/>
            <p:cNvSpPr/>
            <p:nvPr/>
          </p:nvSpPr>
          <p:spPr>
            <a:xfrm>
              <a:off x="2590006" y="3641818"/>
              <a:ext cx="135242" cy="76570"/>
            </a:xfrm>
            <a:custGeom>
              <a:rect b="b" l="l" r="r" t="t"/>
              <a:pathLst>
                <a:path extrusionOk="0" h="954" w="1685">
                  <a:moveTo>
                    <a:pt x="955" y="0"/>
                  </a:moveTo>
                  <a:lnTo>
                    <a:pt x="0" y="954"/>
                  </a:lnTo>
                  <a:lnTo>
                    <a:pt x="943" y="207"/>
                  </a:lnTo>
                  <a:lnTo>
                    <a:pt x="1684" y="730"/>
                  </a:lnTo>
                  <a:lnTo>
                    <a:pt x="95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70"/>
            <p:cNvSpPr/>
            <p:nvPr/>
          </p:nvSpPr>
          <p:spPr>
            <a:xfrm>
              <a:off x="2667058" y="3718870"/>
              <a:ext cx="135242" cy="76651"/>
            </a:xfrm>
            <a:custGeom>
              <a:rect b="b" l="l" r="r" t="t"/>
              <a:pathLst>
                <a:path extrusionOk="0" h="955" w="1685">
                  <a:moveTo>
                    <a:pt x="954" y="1"/>
                  </a:moveTo>
                  <a:lnTo>
                    <a:pt x="0" y="954"/>
                  </a:lnTo>
                  <a:lnTo>
                    <a:pt x="943" y="207"/>
                  </a:lnTo>
                  <a:lnTo>
                    <a:pt x="1684" y="730"/>
                  </a:lnTo>
                  <a:lnTo>
                    <a:pt x="1684" y="730"/>
                  </a:lnTo>
                  <a:lnTo>
                    <a:pt x="9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70"/>
            <p:cNvSpPr/>
            <p:nvPr/>
          </p:nvSpPr>
          <p:spPr>
            <a:xfrm>
              <a:off x="2744752" y="3796484"/>
              <a:ext cx="135162" cy="76731"/>
            </a:xfrm>
            <a:custGeom>
              <a:rect b="b" l="l" r="r" t="t"/>
              <a:pathLst>
                <a:path extrusionOk="0" h="956" w="1684">
                  <a:moveTo>
                    <a:pt x="954" y="0"/>
                  </a:moveTo>
                  <a:lnTo>
                    <a:pt x="1" y="955"/>
                  </a:lnTo>
                  <a:lnTo>
                    <a:pt x="1" y="955"/>
                  </a:lnTo>
                  <a:lnTo>
                    <a:pt x="945" y="207"/>
                  </a:lnTo>
                  <a:lnTo>
                    <a:pt x="1683" y="731"/>
                  </a:lnTo>
                  <a:lnTo>
                    <a:pt x="9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70"/>
            <p:cNvSpPr/>
            <p:nvPr/>
          </p:nvSpPr>
          <p:spPr>
            <a:xfrm>
              <a:off x="2419046" y="3660278"/>
              <a:ext cx="135002" cy="76811"/>
            </a:xfrm>
            <a:custGeom>
              <a:rect b="b" l="l" r="r" t="t"/>
              <a:pathLst>
                <a:path extrusionOk="0" h="957" w="1682">
                  <a:moveTo>
                    <a:pt x="954" y="0"/>
                  </a:moveTo>
                  <a:lnTo>
                    <a:pt x="0" y="956"/>
                  </a:lnTo>
                  <a:lnTo>
                    <a:pt x="943" y="207"/>
                  </a:lnTo>
                  <a:lnTo>
                    <a:pt x="1682" y="731"/>
                  </a:lnTo>
                  <a:lnTo>
                    <a:pt x="9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70"/>
            <p:cNvSpPr/>
            <p:nvPr/>
          </p:nvSpPr>
          <p:spPr>
            <a:xfrm>
              <a:off x="2495216" y="3736688"/>
              <a:ext cx="135162" cy="76570"/>
            </a:xfrm>
            <a:custGeom>
              <a:rect b="b" l="l" r="r" t="t"/>
              <a:pathLst>
                <a:path extrusionOk="0" h="954" w="1684">
                  <a:moveTo>
                    <a:pt x="954" y="0"/>
                  </a:moveTo>
                  <a:lnTo>
                    <a:pt x="1" y="954"/>
                  </a:lnTo>
                  <a:lnTo>
                    <a:pt x="945" y="206"/>
                  </a:lnTo>
                  <a:lnTo>
                    <a:pt x="1683" y="729"/>
                  </a:lnTo>
                  <a:lnTo>
                    <a:pt x="1683" y="729"/>
                  </a:lnTo>
                  <a:lnTo>
                    <a:pt x="9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70"/>
            <p:cNvSpPr/>
            <p:nvPr/>
          </p:nvSpPr>
          <p:spPr>
            <a:xfrm>
              <a:off x="2572268" y="3813580"/>
              <a:ext cx="135162" cy="76731"/>
            </a:xfrm>
            <a:custGeom>
              <a:rect b="b" l="l" r="r" t="t"/>
              <a:pathLst>
                <a:path extrusionOk="0" h="956" w="1684">
                  <a:moveTo>
                    <a:pt x="954" y="1"/>
                  </a:moveTo>
                  <a:lnTo>
                    <a:pt x="1" y="956"/>
                  </a:lnTo>
                  <a:lnTo>
                    <a:pt x="945" y="208"/>
                  </a:lnTo>
                  <a:lnTo>
                    <a:pt x="1684" y="731"/>
                  </a:lnTo>
                  <a:lnTo>
                    <a:pt x="9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70"/>
            <p:cNvSpPr/>
            <p:nvPr/>
          </p:nvSpPr>
          <p:spPr>
            <a:xfrm>
              <a:off x="2649882" y="3891355"/>
              <a:ext cx="135242" cy="76570"/>
            </a:xfrm>
            <a:custGeom>
              <a:rect b="b" l="l" r="r" t="t"/>
              <a:pathLst>
                <a:path extrusionOk="0" h="954" w="1685">
                  <a:moveTo>
                    <a:pt x="954" y="0"/>
                  </a:moveTo>
                  <a:lnTo>
                    <a:pt x="1" y="954"/>
                  </a:lnTo>
                  <a:lnTo>
                    <a:pt x="945" y="207"/>
                  </a:lnTo>
                  <a:lnTo>
                    <a:pt x="1685" y="729"/>
                  </a:lnTo>
                  <a:lnTo>
                    <a:pt x="1685" y="729"/>
                  </a:lnTo>
                  <a:lnTo>
                    <a:pt x="9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70"/>
            <p:cNvSpPr/>
            <p:nvPr/>
          </p:nvSpPr>
          <p:spPr>
            <a:xfrm>
              <a:off x="1277309" y="3694149"/>
              <a:ext cx="68063" cy="67260"/>
            </a:xfrm>
            <a:custGeom>
              <a:rect b="b" l="l" r="r" t="t"/>
              <a:pathLst>
                <a:path extrusionOk="0" h="838" w="848">
                  <a:moveTo>
                    <a:pt x="111" y="0"/>
                  </a:moveTo>
                  <a:cubicBezTo>
                    <a:pt x="107" y="0"/>
                    <a:pt x="102" y="1"/>
                    <a:pt x="98" y="1"/>
                  </a:cubicBezTo>
                  <a:cubicBezTo>
                    <a:pt x="41" y="8"/>
                    <a:pt x="0" y="59"/>
                    <a:pt x="7" y="115"/>
                  </a:cubicBezTo>
                  <a:cubicBezTo>
                    <a:pt x="49" y="498"/>
                    <a:pt x="347" y="796"/>
                    <a:pt x="729" y="838"/>
                  </a:cubicBezTo>
                  <a:lnTo>
                    <a:pt x="740" y="838"/>
                  </a:lnTo>
                  <a:cubicBezTo>
                    <a:pt x="793" y="838"/>
                    <a:pt x="838" y="799"/>
                    <a:pt x="844" y="745"/>
                  </a:cubicBezTo>
                  <a:cubicBezTo>
                    <a:pt x="848" y="689"/>
                    <a:pt x="807" y="638"/>
                    <a:pt x="751" y="631"/>
                  </a:cubicBezTo>
                  <a:cubicBezTo>
                    <a:pt x="465" y="599"/>
                    <a:pt x="243" y="377"/>
                    <a:pt x="212" y="92"/>
                  </a:cubicBezTo>
                  <a:cubicBezTo>
                    <a:pt x="206" y="39"/>
                    <a:pt x="162" y="0"/>
                    <a:pt x="1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70"/>
            <p:cNvSpPr/>
            <p:nvPr/>
          </p:nvSpPr>
          <p:spPr>
            <a:xfrm>
              <a:off x="1242876" y="3699286"/>
              <a:ext cx="97439" cy="96315"/>
            </a:xfrm>
            <a:custGeom>
              <a:rect b="b" l="l" r="r" t="t"/>
              <a:pathLst>
                <a:path extrusionOk="0" h="1200" w="1214">
                  <a:moveTo>
                    <a:pt x="111" y="1"/>
                  </a:moveTo>
                  <a:cubicBezTo>
                    <a:pt x="107" y="1"/>
                    <a:pt x="103" y="1"/>
                    <a:pt x="99" y="2"/>
                  </a:cubicBezTo>
                  <a:cubicBezTo>
                    <a:pt x="41" y="8"/>
                    <a:pt x="1" y="58"/>
                    <a:pt x="8" y="116"/>
                  </a:cubicBezTo>
                  <a:cubicBezTo>
                    <a:pt x="72" y="689"/>
                    <a:pt x="517" y="1136"/>
                    <a:pt x="1093" y="1199"/>
                  </a:cubicBezTo>
                  <a:lnTo>
                    <a:pt x="1105" y="1199"/>
                  </a:lnTo>
                  <a:cubicBezTo>
                    <a:pt x="1156" y="1199"/>
                    <a:pt x="1201" y="1162"/>
                    <a:pt x="1207" y="1108"/>
                  </a:cubicBezTo>
                  <a:cubicBezTo>
                    <a:pt x="1213" y="1050"/>
                    <a:pt x="1172" y="1001"/>
                    <a:pt x="1114" y="994"/>
                  </a:cubicBezTo>
                  <a:cubicBezTo>
                    <a:pt x="637" y="942"/>
                    <a:pt x="267" y="571"/>
                    <a:pt x="213" y="91"/>
                  </a:cubicBezTo>
                  <a:cubicBezTo>
                    <a:pt x="207" y="39"/>
                    <a:pt x="161" y="1"/>
                    <a:pt x="1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70"/>
            <p:cNvSpPr/>
            <p:nvPr/>
          </p:nvSpPr>
          <p:spPr>
            <a:xfrm>
              <a:off x="1210450" y="3708597"/>
              <a:ext cx="120715" cy="119752"/>
            </a:xfrm>
            <a:custGeom>
              <a:rect b="b" l="l" r="r" t="t"/>
              <a:pathLst>
                <a:path extrusionOk="0" h="1492" w="1504">
                  <a:moveTo>
                    <a:pt x="110" y="0"/>
                  </a:moveTo>
                  <a:cubicBezTo>
                    <a:pt x="106" y="0"/>
                    <a:pt x="102" y="1"/>
                    <a:pt x="97" y="1"/>
                  </a:cubicBezTo>
                  <a:cubicBezTo>
                    <a:pt x="41" y="8"/>
                    <a:pt x="1" y="59"/>
                    <a:pt x="7" y="115"/>
                  </a:cubicBezTo>
                  <a:cubicBezTo>
                    <a:pt x="88" y="846"/>
                    <a:pt x="653" y="1411"/>
                    <a:pt x="1384" y="1492"/>
                  </a:cubicBezTo>
                  <a:lnTo>
                    <a:pt x="1396" y="1492"/>
                  </a:lnTo>
                  <a:cubicBezTo>
                    <a:pt x="1448" y="1492"/>
                    <a:pt x="1493" y="1453"/>
                    <a:pt x="1498" y="1399"/>
                  </a:cubicBezTo>
                  <a:cubicBezTo>
                    <a:pt x="1503" y="1343"/>
                    <a:pt x="1462" y="1290"/>
                    <a:pt x="1405" y="1285"/>
                  </a:cubicBezTo>
                  <a:cubicBezTo>
                    <a:pt x="773" y="1215"/>
                    <a:pt x="283" y="725"/>
                    <a:pt x="213" y="92"/>
                  </a:cubicBezTo>
                  <a:cubicBezTo>
                    <a:pt x="207" y="39"/>
                    <a:pt x="162" y="0"/>
                    <a:pt x="1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1" name="Shape 1141"/>
        <p:cNvGrpSpPr/>
        <p:nvPr/>
      </p:nvGrpSpPr>
      <p:grpSpPr>
        <a:xfrm>
          <a:off x="0" y="0"/>
          <a:ext cx="0" cy="0"/>
          <a:chOff x="0" y="0"/>
          <a:chExt cx="0" cy="0"/>
        </a:xfrm>
      </p:grpSpPr>
      <p:sp>
        <p:nvSpPr>
          <p:cNvPr id="1142" name="Google Shape;1142;p71"/>
          <p:cNvSpPr txBox="1"/>
          <p:nvPr>
            <p:ph idx="1" type="subTitle"/>
          </p:nvPr>
        </p:nvSpPr>
        <p:spPr>
          <a:xfrm>
            <a:off x="720000" y="1017725"/>
            <a:ext cx="7704000" cy="35862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Clr>
                <a:schemeClr val="dk1"/>
              </a:buClr>
              <a:buSzPts val="1100"/>
              <a:buFont typeface="Arial"/>
              <a:buNone/>
            </a:pPr>
            <a:r>
              <a:rPr lang="en" sz="1400"/>
              <a:t>Did you like the resources on this template? Get them for free at our other websites:</a:t>
            </a:r>
            <a:endParaRPr sz="1400"/>
          </a:p>
          <a:p>
            <a:pPr indent="0" lvl="0" marL="0" rtl="0" algn="l">
              <a:spcBef>
                <a:spcPts val="1000"/>
              </a:spcBef>
              <a:spcAft>
                <a:spcPts val="0"/>
              </a:spcAft>
              <a:buClr>
                <a:schemeClr val="lt1"/>
              </a:buClr>
              <a:buSzPts val="1100"/>
              <a:buFont typeface="Arial"/>
              <a:buNone/>
            </a:pPr>
            <a:r>
              <a:rPr lang="en" sz="2000">
                <a:solidFill>
                  <a:schemeClr val="dk1"/>
                </a:solidFill>
                <a:latin typeface="Audiowide"/>
                <a:ea typeface="Audiowide"/>
                <a:cs typeface="Audiowide"/>
                <a:sym typeface="Audiowide"/>
              </a:rPr>
              <a:t>VECTORS</a:t>
            </a:r>
            <a:endParaRPr sz="2000">
              <a:solidFill>
                <a:schemeClr val="dk1"/>
              </a:solidFill>
              <a:latin typeface="Audiowide"/>
              <a:ea typeface="Audiowide"/>
              <a:cs typeface="Audiowide"/>
              <a:sym typeface="Audiowide"/>
            </a:endParaRPr>
          </a:p>
          <a:p>
            <a:pPr indent="-317500" lvl="0" marL="457200" rtl="0" algn="l">
              <a:spcBef>
                <a:spcPts val="300"/>
              </a:spcBef>
              <a:spcAft>
                <a:spcPts val="0"/>
              </a:spcAft>
              <a:buSzPts val="1400"/>
              <a:buChar char="►"/>
            </a:pPr>
            <a:r>
              <a:rPr lang="en" sz="1400">
                <a:uFill>
                  <a:noFill/>
                </a:uFill>
                <a:hlinkClick r:id="rId3"/>
              </a:rPr>
              <a:t>Space black white emblems of journeys and academies with astronaut shuttle scientific equipment isolated</a:t>
            </a:r>
            <a:endParaRPr sz="1400"/>
          </a:p>
          <a:p>
            <a:pPr indent="-317500" lvl="0" marL="457200" rtl="0" algn="l">
              <a:spcBef>
                <a:spcPts val="0"/>
              </a:spcBef>
              <a:spcAft>
                <a:spcPts val="0"/>
              </a:spcAft>
              <a:buSzPts val="1400"/>
              <a:buChar char="►"/>
            </a:pPr>
            <a:r>
              <a:rPr lang="en" sz="1400">
                <a:uFill>
                  <a:noFill/>
                </a:uFill>
                <a:hlinkClick r:id="rId4"/>
              </a:rPr>
              <a:t>Space monochrome elements set with astronaut shuttles and rockets cosmic objects observatory and radar isolated</a:t>
            </a:r>
            <a:endParaRPr sz="1400"/>
          </a:p>
          <a:p>
            <a:pPr indent="-317500" lvl="0" marL="457200" rtl="0" algn="l">
              <a:spcBef>
                <a:spcPts val="0"/>
              </a:spcBef>
              <a:spcAft>
                <a:spcPts val="0"/>
              </a:spcAft>
              <a:buSzPts val="1400"/>
              <a:buChar char="►"/>
            </a:pPr>
            <a:r>
              <a:rPr lang="en" sz="1400">
                <a:uFill>
                  <a:noFill/>
                </a:uFill>
                <a:hlinkClick r:id="rId5"/>
              </a:rPr>
              <a:t>Vintage monochrome space labels set with spaceships ufo astronauts rocket antenna helmet scientific station comets</a:t>
            </a:r>
            <a:endParaRPr sz="1400"/>
          </a:p>
          <a:p>
            <a:pPr indent="0" lvl="0" marL="0" rtl="0" algn="l">
              <a:spcBef>
                <a:spcPts val="1000"/>
              </a:spcBef>
              <a:spcAft>
                <a:spcPts val="0"/>
              </a:spcAft>
              <a:buNone/>
            </a:pPr>
            <a:r>
              <a:rPr lang="en" sz="2000">
                <a:solidFill>
                  <a:schemeClr val="dk1"/>
                </a:solidFill>
                <a:latin typeface="Audiowide"/>
                <a:ea typeface="Audiowide"/>
                <a:cs typeface="Audiowide"/>
                <a:sym typeface="Audiowide"/>
              </a:rPr>
              <a:t>PHOTOS</a:t>
            </a:r>
            <a:endParaRPr sz="2000">
              <a:solidFill>
                <a:schemeClr val="dk1"/>
              </a:solidFill>
              <a:latin typeface="Audiowide"/>
              <a:ea typeface="Audiowide"/>
              <a:cs typeface="Audiowide"/>
              <a:sym typeface="Audiowide"/>
            </a:endParaRPr>
          </a:p>
          <a:p>
            <a:pPr indent="-317500" lvl="0" marL="457200" rtl="0" algn="l">
              <a:spcBef>
                <a:spcPts val="300"/>
              </a:spcBef>
              <a:spcAft>
                <a:spcPts val="0"/>
              </a:spcAft>
              <a:buSzPts val="1400"/>
              <a:buChar char="►"/>
            </a:pPr>
            <a:r>
              <a:rPr lang="en" sz="1400">
                <a:uFill>
                  <a:noFill/>
                </a:uFill>
                <a:hlinkClick r:id="rId6"/>
              </a:rPr>
              <a:t>Handsome adult male posing</a:t>
            </a:r>
            <a:endParaRPr sz="1400"/>
          </a:p>
          <a:p>
            <a:pPr indent="-317500" lvl="0" marL="457200" rtl="0" algn="l">
              <a:spcBef>
                <a:spcPts val="0"/>
              </a:spcBef>
              <a:spcAft>
                <a:spcPts val="0"/>
              </a:spcAft>
              <a:buSzPts val="1400"/>
              <a:buChar char="►"/>
            </a:pPr>
            <a:r>
              <a:rPr lang="en" sz="1400">
                <a:uFill>
                  <a:noFill/>
                </a:uFill>
                <a:hlinkClick r:id="rId7"/>
              </a:rPr>
              <a:t>Young adult pressing buzzer button</a:t>
            </a:r>
            <a:r>
              <a:rPr lang="en" sz="1400"/>
              <a:t> I</a:t>
            </a:r>
            <a:endParaRPr sz="1400"/>
          </a:p>
          <a:p>
            <a:pPr indent="-317500" lvl="0" marL="457200" rtl="0" algn="l">
              <a:spcBef>
                <a:spcPts val="0"/>
              </a:spcBef>
              <a:spcAft>
                <a:spcPts val="0"/>
              </a:spcAft>
              <a:buSzPts val="1400"/>
              <a:buChar char="►"/>
            </a:pPr>
            <a:r>
              <a:rPr lang="en" sz="1400">
                <a:uFill>
                  <a:noFill/>
                </a:uFill>
                <a:hlinkClick r:id="rId8"/>
              </a:rPr>
              <a:t>Young adult pressing buzzer button</a:t>
            </a:r>
            <a:r>
              <a:rPr lang="en" sz="1250">
                <a:solidFill>
                  <a:srgbClr val="434343"/>
                </a:solidFill>
                <a:latin typeface="Anaheim"/>
                <a:ea typeface="Anaheim"/>
                <a:cs typeface="Anaheim"/>
                <a:sym typeface="Anaheim"/>
              </a:rPr>
              <a:t>  </a:t>
            </a:r>
            <a:endParaRPr sz="1250">
              <a:solidFill>
                <a:srgbClr val="434343"/>
              </a:solidFill>
              <a:latin typeface="Anaheim"/>
              <a:ea typeface="Anaheim"/>
              <a:cs typeface="Anaheim"/>
              <a:sym typeface="Anaheim"/>
            </a:endParaRPr>
          </a:p>
          <a:p>
            <a:pPr indent="-317500" lvl="0" marL="457200" rtl="0" algn="l">
              <a:spcBef>
                <a:spcPts val="0"/>
              </a:spcBef>
              <a:spcAft>
                <a:spcPts val="0"/>
              </a:spcAft>
              <a:buSzPts val="1400"/>
              <a:buChar char="►"/>
            </a:pPr>
            <a:r>
              <a:rPr lang="en" sz="1400">
                <a:uFill>
                  <a:noFill/>
                </a:uFill>
                <a:hlinkClick r:id="rId9"/>
              </a:rPr>
              <a:t>Creative collage of mars planet with astronaut I</a:t>
            </a:r>
            <a:endParaRPr sz="1400"/>
          </a:p>
          <a:p>
            <a:pPr indent="-317500" lvl="0" marL="457200" rtl="0" algn="l">
              <a:spcBef>
                <a:spcPts val="0"/>
              </a:spcBef>
              <a:spcAft>
                <a:spcPts val="0"/>
              </a:spcAft>
              <a:buSzPts val="1400"/>
              <a:buChar char="►"/>
            </a:pPr>
            <a:r>
              <a:rPr lang="en" sz="1400">
                <a:uFill>
                  <a:noFill/>
                </a:uFill>
                <a:hlinkClick r:id="rId10"/>
              </a:rPr>
              <a:t>Creative collage of mars planet with astronaut II</a:t>
            </a:r>
            <a:endParaRPr sz="1400"/>
          </a:p>
        </p:txBody>
      </p:sp>
      <p:sp>
        <p:nvSpPr>
          <p:cNvPr id="1143" name="Google Shape;1143;p7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7" name="Shape 1147"/>
        <p:cNvGrpSpPr/>
        <p:nvPr/>
      </p:nvGrpSpPr>
      <p:grpSpPr>
        <a:xfrm>
          <a:off x="0" y="0"/>
          <a:ext cx="0" cy="0"/>
          <a:chOff x="0" y="0"/>
          <a:chExt cx="0" cy="0"/>
        </a:xfrm>
      </p:grpSpPr>
      <p:sp>
        <p:nvSpPr>
          <p:cNvPr id="1148" name="Google Shape;1148;p72"/>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3">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val="tx"/>
                    </a:ext>
                  </a:extLst>
                </a:hlinkClick>
              </a:rPr>
              <a:t>https://slidesgo.com/slidesgo-school</a:t>
            </a:r>
            <a:endParaRPr sz="1000" u="sng">
              <a:solidFill>
                <a:srgbClr val="869FB2"/>
              </a:solidFill>
            </a:endParaRPr>
          </a:p>
        </p:txBody>
      </p:sp>
      <p:sp>
        <p:nvSpPr>
          <p:cNvPr id="1149" name="Google Shape;1149;p7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150" name="Google Shape;1150;p72"/>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b="1" lang="en" sz="1000" u="sng">
                <a:solidFill>
                  <a:srgbClr val="869FB2"/>
                </a:solidFill>
                <a:hlinkClick r:id="rId5">
                  <a:extLst>
                    <a:ext uri="{A12FA001-AC4F-418D-AE19-62706E023703}">
                      <ahyp:hlinkClr val="tx"/>
                    </a:ext>
                  </a:extLst>
                </a:hlinkClick>
              </a:rPr>
              <a:t>Slidesgo</a:t>
            </a:r>
            <a:r>
              <a:rPr lang="en" sz="1000">
                <a:solidFill>
                  <a:srgbClr val="435D74"/>
                </a:solidFill>
              </a:rPr>
              <a:t> </a:t>
            </a:r>
            <a:r>
              <a:rPr lang="en" sz="1000">
                <a:solidFill>
                  <a:srgbClr val="FFFFFF"/>
                </a:solidFill>
              </a:rPr>
              <a:t>by keeping the </a:t>
            </a:r>
            <a:r>
              <a:rPr b="1" lang="en" sz="1000" u="sng">
                <a:solidFill>
                  <a:schemeClr val="hlink"/>
                </a:solidFill>
                <a:hlinkClick action="ppaction://hlinksldjump" r:id="rId6"/>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As a Free user, you are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4" name="Shape 1154"/>
        <p:cNvGrpSpPr/>
        <p:nvPr/>
      </p:nvGrpSpPr>
      <p:grpSpPr>
        <a:xfrm>
          <a:off x="0" y="0"/>
          <a:ext cx="0" cy="0"/>
          <a:chOff x="0" y="0"/>
          <a:chExt cx="0" cy="0"/>
        </a:xfrm>
      </p:grpSpPr>
      <p:sp>
        <p:nvSpPr>
          <p:cNvPr id="1155" name="Google Shape;1155;p73"/>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1000" u="sng">
                <a:solidFill>
                  <a:schemeClr val="hlink"/>
                </a:solidFill>
                <a:hlinkClick r:id="rId3"/>
              </a:rPr>
              <a:t>Slidesgo</a:t>
            </a:r>
            <a:r>
              <a:rPr lang="en" sz="1000">
                <a:solidFill>
                  <a:schemeClr val="lt1"/>
                </a:solidFill>
              </a:rPr>
              <a:t> or keeping the </a:t>
            </a:r>
            <a:r>
              <a:rPr b="1" lang="en" sz="1000" u="sng">
                <a:solidFill>
                  <a:schemeClr val="hlink"/>
                </a:solidFill>
                <a:hlinkClick action="ppaction://hlinksldjump" r:id="rId4"/>
              </a:rPr>
              <a:t>Thanks</a:t>
            </a:r>
            <a:r>
              <a:rPr lang="en" sz="1000">
                <a:solidFill>
                  <a:schemeClr val="lt1"/>
                </a:solidFill>
              </a:rPr>
              <a:t>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1156" name="Google Shape;1156;p73"/>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1157" name="Google Shape;1157;p7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61" name="Shape 1161"/>
        <p:cNvGrpSpPr/>
        <p:nvPr/>
      </p:nvGrpSpPr>
      <p:grpSpPr>
        <a:xfrm>
          <a:off x="0" y="0"/>
          <a:ext cx="0" cy="0"/>
          <a:chOff x="0" y="0"/>
          <a:chExt cx="0" cy="0"/>
        </a:xfrm>
      </p:grpSpPr>
      <p:sp>
        <p:nvSpPr>
          <p:cNvPr id="1162" name="Google Shape;1162;p74"/>
          <p:cNvSpPr txBox="1"/>
          <p:nvPr>
            <p:ph idx="4294967295" type="body"/>
          </p:nvPr>
        </p:nvSpPr>
        <p:spPr>
          <a:xfrm>
            <a:off x="1068100" y="1087849"/>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This presentation has been made using the following fonts:</a:t>
            </a:r>
            <a:endParaRPr>
              <a:solidFill>
                <a:srgbClr val="FFFFFF"/>
              </a:solidFill>
              <a:latin typeface="Arial"/>
              <a:ea typeface="Arial"/>
              <a:cs typeface="Arial"/>
              <a:sym typeface="Arial"/>
            </a:endParaRPr>
          </a:p>
          <a:p>
            <a:pPr indent="0" lvl="0" marL="0" rtl="0" algn="l">
              <a:spcBef>
                <a:spcPts val="0"/>
              </a:spcBef>
              <a:spcAft>
                <a:spcPts val="0"/>
              </a:spcAft>
              <a:buNone/>
            </a:pPr>
            <a:r>
              <a:t/>
            </a:r>
            <a:endParaRPr sz="1300">
              <a:solidFill>
                <a:srgbClr val="435D74"/>
              </a:solidFill>
              <a:latin typeface="Arial"/>
              <a:ea typeface="Arial"/>
              <a:cs typeface="Arial"/>
              <a:sym typeface="Arial"/>
            </a:endParaRPr>
          </a:p>
        </p:txBody>
      </p:sp>
      <p:sp>
        <p:nvSpPr>
          <p:cNvPr id="1163" name="Google Shape;1163;p74"/>
          <p:cNvSpPr txBox="1"/>
          <p:nvPr>
            <p:ph idx="4294967295" type="body"/>
          </p:nvPr>
        </p:nvSpPr>
        <p:spPr>
          <a:xfrm>
            <a:off x="1068100" y="1610422"/>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Audiowide</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https://fonts.google.com/specimen/Audiowide</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Titillium Web</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https://fonts.google.com/specimen/Titillium+Web</a:t>
            </a:r>
            <a:r>
              <a:rPr lang="en">
                <a:solidFill>
                  <a:schemeClr val="lt1"/>
                </a:solidFill>
                <a:latin typeface="Arial"/>
                <a:ea typeface="Arial"/>
                <a:cs typeface="Arial"/>
                <a:sym typeface="Arial"/>
              </a:rPr>
              <a:t>)</a:t>
            </a:r>
            <a:endParaRPr>
              <a:solidFill>
                <a:srgbClr val="FFFFFF"/>
              </a:solidFill>
              <a:latin typeface="Arial"/>
              <a:ea typeface="Arial"/>
              <a:cs typeface="Arial"/>
              <a:sym typeface="Arial"/>
            </a:endParaRPr>
          </a:p>
        </p:txBody>
      </p:sp>
      <p:sp>
        <p:nvSpPr>
          <p:cNvPr id="1164" name="Google Shape;1164;p7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
        <p:nvSpPr>
          <p:cNvPr id="1165" name="Google Shape;1165;p74"/>
          <p:cNvSpPr/>
          <p:nvPr/>
        </p:nvSpPr>
        <p:spPr>
          <a:xfrm>
            <a:off x="3114475" y="3456522"/>
            <a:ext cx="791400" cy="754200"/>
          </a:xfrm>
          <a:prstGeom prst="roundRect">
            <a:avLst>
              <a:gd fmla="val 16667" name="adj"/>
            </a:avLst>
          </a:prstGeom>
          <a:solidFill>
            <a:srgbClr val="C50A2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74"/>
          <p:cNvSpPr/>
          <p:nvPr/>
        </p:nvSpPr>
        <p:spPr>
          <a:xfrm>
            <a:off x="4176295" y="3456522"/>
            <a:ext cx="791400" cy="754200"/>
          </a:xfrm>
          <a:prstGeom prst="roundRect">
            <a:avLst>
              <a:gd fmla="val 16667" name="adj"/>
            </a:avLst>
          </a:prstGeom>
          <a:solidFill>
            <a:srgbClr val="00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74"/>
          <p:cNvSpPr/>
          <p:nvPr/>
        </p:nvSpPr>
        <p:spPr>
          <a:xfrm>
            <a:off x="5238114" y="3456522"/>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74"/>
          <p:cNvSpPr txBox="1"/>
          <p:nvPr/>
        </p:nvSpPr>
        <p:spPr>
          <a:xfrm>
            <a:off x="3114475" y="3613572"/>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#c50a25</a:t>
            </a:r>
            <a:endParaRPr sz="1000">
              <a:solidFill>
                <a:srgbClr val="FFFFFF"/>
              </a:solidFill>
            </a:endParaRPr>
          </a:p>
        </p:txBody>
      </p:sp>
      <p:sp>
        <p:nvSpPr>
          <p:cNvPr id="1169" name="Google Shape;1169;p74"/>
          <p:cNvSpPr txBox="1"/>
          <p:nvPr/>
        </p:nvSpPr>
        <p:spPr>
          <a:xfrm>
            <a:off x="4176300" y="3613572"/>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#000000</a:t>
            </a:r>
            <a:endParaRPr sz="1000">
              <a:solidFill>
                <a:srgbClr val="FFFFFF"/>
              </a:solidFill>
            </a:endParaRPr>
          </a:p>
        </p:txBody>
      </p:sp>
      <p:sp>
        <p:nvSpPr>
          <p:cNvPr id="1170" name="Google Shape;1170;p74"/>
          <p:cNvSpPr txBox="1"/>
          <p:nvPr/>
        </p:nvSpPr>
        <p:spPr>
          <a:xfrm>
            <a:off x="5238125" y="3613572"/>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000000"/>
                </a:solidFill>
              </a:rPr>
              <a:t>#f3f3f3</a:t>
            </a:r>
            <a:endParaRPr sz="1000">
              <a:solidFill>
                <a:srgbClr val="000000"/>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4" name="Shape 1174"/>
        <p:cNvGrpSpPr/>
        <p:nvPr/>
      </p:nvGrpSpPr>
      <p:grpSpPr>
        <a:xfrm>
          <a:off x="0" y="0"/>
          <a:ext cx="0" cy="0"/>
          <a:chOff x="0" y="0"/>
          <a:chExt cx="0" cy="0"/>
        </a:xfrm>
      </p:grpSpPr>
      <p:sp>
        <p:nvSpPr>
          <p:cNvPr id="1175" name="Google Shape;1175;p75"/>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1176" name="Google Shape;1176;p75"/>
          <p:cNvPicPr preferRelativeResize="0"/>
          <p:nvPr/>
        </p:nvPicPr>
        <p:blipFill rotWithShape="1">
          <a:blip r:embed="rId4">
            <a:alphaModFix/>
          </a:blip>
          <a:srcRect b="16540" l="0" r="0" t="16547"/>
          <a:stretch/>
        </p:blipFill>
        <p:spPr>
          <a:xfrm>
            <a:off x="510820" y="2688639"/>
            <a:ext cx="1606720" cy="1075075"/>
          </a:xfrm>
          <a:prstGeom prst="rect">
            <a:avLst/>
          </a:prstGeom>
          <a:noFill/>
          <a:ln>
            <a:noFill/>
          </a:ln>
        </p:spPr>
      </p:pic>
      <p:sp>
        <p:nvSpPr>
          <p:cNvPr id="1177" name="Google Shape;1177;p75">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1178" name="Google Shape;1178;p75">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1179" name="Google Shape;1179;p75">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1180" name="Google Shape;1180;p75">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1181" name="Google Shape;1181;p75"/>
          <p:cNvPicPr preferRelativeResize="0"/>
          <p:nvPr/>
        </p:nvPicPr>
        <p:blipFill rotWithShape="1">
          <a:blip r:embed="rId13">
            <a:alphaModFix/>
          </a:blip>
          <a:srcRect b="0" l="0" r="0" t="0"/>
          <a:stretch/>
        </p:blipFill>
        <p:spPr>
          <a:xfrm>
            <a:off x="2255077" y="2410850"/>
            <a:ext cx="1340595" cy="1340605"/>
          </a:xfrm>
          <a:prstGeom prst="rect">
            <a:avLst/>
          </a:prstGeom>
          <a:noFill/>
          <a:ln>
            <a:noFill/>
          </a:ln>
        </p:spPr>
      </p:pic>
      <p:pic>
        <p:nvPicPr>
          <p:cNvPr id="1182" name="Google Shape;1182;p75"/>
          <p:cNvPicPr preferRelativeResize="0"/>
          <p:nvPr/>
        </p:nvPicPr>
        <p:blipFill rotWithShape="1">
          <a:blip r:embed="rId14">
            <a:alphaModFix/>
          </a:blip>
          <a:srcRect b="6377" l="0" r="0" t="6377"/>
          <a:stretch/>
        </p:blipFill>
        <p:spPr>
          <a:xfrm>
            <a:off x="3774275" y="2532512"/>
            <a:ext cx="1448305" cy="1263590"/>
          </a:xfrm>
          <a:prstGeom prst="rect">
            <a:avLst/>
          </a:prstGeom>
          <a:noFill/>
          <a:ln>
            <a:noFill/>
          </a:ln>
        </p:spPr>
      </p:pic>
      <p:pic>
        <p:nvPicPr>
          <p:cNvPr id="1183" name="Google Shape;1183;p75"/>
          <p:cNvPicPr preferRelativeResize="0"/>
          <p:nvPr/>
        </p:nvPicPr>
        <p:blipFill rotWithShape="1">
          <a:blip r:embed="rId15">
            <a:alphaModFix/>
          </a:blip>
          <a:srcRect b="9256" l="0" r="0" t="9256"/>
          <a:stretch/>
        </p:blipFill>
        <p:spPr>
          <a:xfrm>
            <a:off x="5347337" y="2581527"/>
            <a:ext cx="1448285" cy="1180165"/>
          </a:xfrm>
          <a:prstGeom prst="rect">
            <a:avLst/>
          </a:prstGeom>
          <a:noFill/>
          <a:ln>
            <a:noFill/>
          </a:ln>
        </p:spPr>
      </p:pic>
      <p:pic>
        <p:nvPicPr>
          <p:cNvPr id="1184" name="Google Shape;1184;p75"/>
          <p:cNvPicPr preferRelativeResize="0"/>
          <p:nvPr/>
        </p:nvPicPr>
        <p:blipFill rotWithShape="1">
          <a:blip r:embed="rId16">
            <a:alphaModFix/>
          </a:blip>
          <a:srcRect b="14844" l="0" r="0" t="14837"/>
          <a:stretch/>
        </p:blipFill>
        <p:spPr>
          <a:xfrm>
            <a:off x="6836257" y="2523903"/>
            <a:ext cx="1796925" cy="1263600"/>
          </a:xfrm>
          <a:prstGeom prst="rect">
            <a:avLst/>
          </a:prstGeom>
          <a:noFill/>
          <a:ln>
            <a:noFill/>
          </a:ln>
        </p:spPr>
      </p:pic>
      <p:sp>
        <p:nvSpPr>
          <p:cNvPr id="1185" name="Google Shape;1185;p75">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1186" name="Google Shape;1186;p7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0" name="Shape 1190"/>
        <p:cNvGrpSpPr/>
        <p:nvPr/>
      </p:nvGrpSpPr>
      <p:grpSpPr>
        <a:xfrm>
          <a:off x="0" y="0"/>
          <a:ext cx="0" cy="0"/>
          <a:chOff x="0" y="0"/>
          <a:chExt cx="0" cy="0"/>
        </a:xfrm>
      </p:grpSpPr>
      <p:sp>
        <p:nvSpPr>
          <p:cNvPr id="1191" name="Google Shape;1191;p76"/>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1192" name="Google Shape;1192;p76"/>
          <p:cNvGrpSpPr/>
          <p:nvPr/>
        </p:nvGrpSpPr>
        <p:grpSpPr>
          <a:xfrm>
            <a:off x="5156078" y="3085736"/>
            <a:ext cx="474294" cy="551291"/>
            <a:chOff x="4727025" y="1332775"/>
            <a:chExt cx="59900" cy="69625"/>
          </a:xfrm>
        </p:grpSpPr>
        <p:sp>
          <p:nvSpPr>
            <p:cNvPr id="1193" name="Google Shape;1193;p7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7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 name="Google Shape;1195;p76"/>
          <p:cNvGrpSpPr/>
          <p:nvPr/>
        </p:nvGrpSpPr>
        <p:grpSpPr>
          <a:xfrm>
            <a:off x="5769734" y="2314340"/>
            <a:ext cx="555653" cy="557031"/>
            <a:chOff x="4820425" y="1329900"/>
            <a:chExt cx="70175" cy="70350"/>
          </a:xfrm>
        </p:grpSpPr>
        <p:sp>
          <p:nvSpPr>
            <p:cNvPr id="1196" name="Google Shape;1196;p7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7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7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7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 name="Google Shape;1200;p76"/>
          <p:cNvGrpSpPr/>
          <p:nvPr/>
        </p:nvGrpSpPr>
        <p:grpSpPr>
          <a:xfrm>
            <a:off x="6396103" y="2318845"/>
            <a:ext cx="582574" cy="533871"/>
            <a:chOff x="4903200" y="1331525"/>
            <a:chExt cx="73575" cy="67425"/>
          </a:xfrm>
        </p:grpSpPr>
        <p:sp>
          <p:nvSpPr>
            <p:cNvPr id="1201" name="Google Shape;1201;p7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7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 name="Google Shape;1203;p76"/>
          <p:cNvGrpSpPr/>
          <p:nvPr/>
        </p:nvGrpSpPr>
        <p:grpSpPr>
          <a:xfrm>
            <a:off x="5755581" y="3078709"/>
            <a:ext cx="583960" cy="565345"/>
            <a:chOff x="4815575" y="1416800"/>
            <a:chExt cx="73750" cy="71400"/>
          </a:xfrm>
        </p:grpSpPr>
        <p:sp>
          <p:nvSpPr>
            <p:cNvPr id="1204" name="Google Shape;1204;p7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7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7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 name="Google Shape;1207;p76"/>
          <p:cNvGrpSpPr/>
          <p:nvPr/>
        </p:nvGrpSpPr>
        <p:grpSpPr>
          <a:xfrm>
            <a:off x="6390362" y="3108896"/>
            <a:ext cx="589898" cy="504970"/>
            <a:chOff x="4902475" y="1418875"/>
            <a:chExt cx="74500" cy="63775"/>
          </a:xfrm>
        </p:grpSpPr>
        <p:sp>
          <p:nvSpPr>
            <p:cNvPr id="1208" name="Google Shape;1208;p7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76"/>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 name="Google Shape;1210;p76"/>
          <p:cNvGrpSpPr/>
          <p:nvPr/>
        </p:nvGrpSpPr>
        <p:grpSpPr>
          <a:xfrm>
            <a:off x="5765577" y="3826000"/>
            <a:ext cx="563967" cy="567127"/>
            <a:chOff x="4818100" y="1507675"/>
            <a:chExt cx="71225" cy="71625"/>
          </a:xfrm>
        </p:grpSpPr>
        <p:sp>
          <p:nvSpPr>
            <p:cNvPr id="1211" name="Google Shape;1211;p7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7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7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7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 name="Google Shape;1215;p76"/>
          <p:cNvGrpSpPr/>
          <p:nvPr/>
        </p:nvGrpSpPr>
        <p:grpSpPr>
          <a:xfrm>
            <a:off x="5079075" y="3829461"/>
            <a:ext cx="628301" cy="588505"/>
            <a:chOff x="4721450" y="1509475"/>
            <a:chExt cx="79350" cy="74325"/>
          </a:xfrm>
        </p:grpSpPr>
        <p:sp>
          <p:nvSpPr>
            <p:cNvPr id="1216" name="Google Shape;1216;p7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7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7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7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 name="Google Shape;1220;p76"/>
          <p:cNvGrpSpPr/>
          <p:nvPr/>
        </p:nvGrpSpPr>
        <p:grpSpPr>
          <a:xfrm>
            <a:off x="6424608" y="3814027"/>
            <a:ext cx="557038" cy="562772"/>
            <a:chOff x="4906800" y="1507500"/>
            <a:chExt cx="70350" cy="71075"/>
          </a:xfrm>
        </p:grpSpPr>
        <p:sp>
          <p:nvSpPr>
            <p:cNvPr id="1221" name="Google Shape;1221;p7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7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7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7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7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 name="Google Shape;1226;p76"/>
          <p:cNvGrpSpPr/>
          <p:nvPr/>
        </p:nvGrpSpPr>
        <p:grpSpPr>
          <a:xfrm>
            <a:off x="4462216" y="2340963"/>
            <a:ext cx="517934" cy="517934"/>
            <a:chOff x="3736598" y="2170606"/>
            <a:chExt cx="404889" cy="404889"/>
          </a:xfrm>
        </p:grpSpPr>
        <p:sp>
          <p:nvSpPr>
            <p:cNvPr id="1227" name="Google Shape;1227;p7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7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7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7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 name="Google Shape;1231;p76"/>
          <p:cNvGrpSpPr/>
          <p:nvPr/>
        </p:nvGrpSpPr>
        <p:grpSpPr>
          <a:xfrm>
            <a:off x="3729277" y="2341061"/>
            <a:ext cx="586986" cy="517740"/>
            <a:chOff x="3161917" y="2170682"/>
            <a:chExt cx="458870" cy="404737"/>
          </a:xfrm>
        </p:grpSpPr>
        <p:sp>
          <p:nvSpPr>
            <p:cNvPr id="1232" name="Google Shape;1232;p7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7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7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 name="Google Shape;1235;p76"/>
          <p:cNvGrpSpPr/>
          <p:nvPr/>
        </p:nvGrpSpPr>
        <p:grpSpPr>
          <a:xfrm>
            <a:off x="3752299" y="3102400"/>
            <a:ext cx="540943" cy="517963"/>
            <a:chOff x="3179914" y="2889488"/>
            <a:chExt cx="422876" cy="404911"/>
          </a:xfrm>
        </p:grpSpPr>
        <p:sp>
          <p:nvSpPr>
            <p:cNvPr id="1236" name="Google Shape;1236;p7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7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7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7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7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7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 name="Google Shape;1242;p76"/>
          <p:cNvGrpSpPr/>
          <p:nvPr/>
        </p:nvGrpSpPr>
        <p:grpSpPr>
          <a:xfrm>
            <a:off x="4453093" y="3102358"/>
            <a:ext cx="536180" cy="518047"/>
            <a:chOff x="3729467" y="2889422"/>
            <a:chExt cx="419153" cy="404977"/>
          </a:xfrm>
        </p:grpSpPr>
        <p:sp>
          <p:nvSpPr>
            <p:cNvPr id="1243" name="Google Shape;1243;p7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7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7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7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7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7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7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 name="Google Shape;1250;p76"/>
          <p:cNvGrpSpPr/>
          <p:nvPr/>
        </p:nvGrpSpPr>
        <p:grpSpPr>
          <a:xfrm>
            <a:off x="1990126" y="3445787"/>
            <a:ext cx="965351" cy="134611"/>
            <a:chOff x="4411970" y="2962952"/>
            <a:chExt cx="706544" cy="104212"/>
          </a:xfrm>
        </p:grpSpPr>
        <p:sp>
          <p:nvSpPr>
            <p:cNvPr id="1251" name="Google Shape;1251;p7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7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7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7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 name="Google Shape;1255;p76"/>
          <p:cNvGrpSpPr/>
          <p:nvPr/>
        </p:nvGrpSpPr>
        <p:grpSpPr>
          <a:xfrm>
            <a:off x="1990126" y="3041077"/>
            <a:ext cx="960158" cy="289172"/>
            <a:chOff x="4411970" y="2726085"/>
            <a:chExt cx="643107" cy="193659"/>
          </a:xfrm>
        </p:grpSpPr>
        <p:sp>
          <p:nvSpPr>
            <p:cNvPr id="1256" name="Google Shape;1256;p7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7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7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 name="Google Shape;1259;p76"/>
          <p:cNvGrpSpPr/>
          <p:nvPr/>
        </p:nvGrpSpPr>
        <p:grpSpPr>
          <a:xfrm>
            <a:off x="998624" y="3295400"/>
            <a:ext cx="811503" cy="252584"/>
            <a:chOff x="4411970" y="4340222"/>
            <a:chExt cx="779467" cy="242683"/>
          </a:xfrm>
        </p:grpSpPr>
        <p:sp>
          <p:nvSpPr>
            <p:cNvPr id="1260" name="Google Shape;1260;p7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7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7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 name="Google Shape;1263;p76"/>
          <p:cNvGrpSpPr/>
          <p:nvPr/>
        </p:nvGrpSpPr>
        <p:grpSpPr>
          <a:xfrm>
            <a:off x="1990126" y="2709308"/>
            <a:ext cx="965160" cy="216230"/>
            <a:chOff x="4411970" y="2468674"/>
            <a:chExt cx="747317" cy="167425"/>
          </a:xfrm>
        </p:grpSpPr>
        <p:sp>
          <p:nvSpPr>
            <p:cNvPr id="1264" name="Google Shape;1264;p7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7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 name="Google Shape;1266;p76"/>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7" name="Google Shape;1267;p76"/>
          <p:cNvGrpSpPr/>
          <p:nvPr/>
        </p:nvGrpSpPr>
        <p:grpSpPr>
          <a:xfrm>
            <a:off x="997692" y="2334687"/>
            <a:ext cx="1959041" cy="208784"/>
            <a:chOff x="6336019" y="3733725"/>
            <a:chExt cx="2566206" cy="351310"/>
          </a:xfrm>
        </p:grpSpPr>
        <p:sp>
          <p:nvSpPr>
            <p:cNvPr id="1268" name="Google Shape;1268;p76"/>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76"/>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76"/>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76"/>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 name="Google Shape;1272;p76"/>
          <p:cNvGrpSpPr/>
          <p:nvPr/>
        </p:nvGrpSpPr>
        <p:grpSpPr>
          <a:xfrm>
            <a:off x="1990126" y="3950602"/>
            <a:ext cx="946551" cy="153200"/>
            <a:chOff x="4404545" y="3301592"/>
            <a:chExt cx="782403" cy="129272"/>
          </a:xfrm>
        </p:grpSpPr>
        <p:sp>
          <p:nvSpPr>
            <p:cNvPr id="1273" name="Google Shape;1273;p7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76"/>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 name="Google Shape;1275;p76"/>
          <p:cNvGrpSpPr/>
          <p:nvPr/>
        </p:nvGrpSpPr>
        <p:grpSpPr>
          <a:xfrm>
            <a:off x="1990126" y="3695937"/>
            <a:ext cx="962257" cy="139127"/>
            <a:chOff x="4411970" y="3131459"/>
            <a:chExt cx="710520" cy="117397"/>
          </a:xfrm>
        </p:grpSpPr>
        <p:sp>
          <p:nvSpPr>
            <p:cNvPr id="1276" name="Google Shape;1276;p7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7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278" name="Google Shape;1278;p76"/>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9" name="Google Shape;1279;p76"/>
          <p:cNvGrpSpPr/>
          <p:nvPr/>
        </p:nvGrpSpPr>
        <p:grpSpPr>
          <a:xfrm>
            <a:off x="990271" y="3621603"/>
            <a:ext cx="823838" cy="458988"/>
            <a:chOff x="4411970" y="1801825"/>
            <a:chExt cx="734586" cy="409262"/>
          </a:xfrm>
        </p:grpSpPr>
        <p:sp>
          <p:nvSpPr>
            <p:cNvPr id="1280" name="Google Shape;1280;p7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7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 name="Google Shape;1282;p76"/>
          <p:cNvGrpSpPr/>
          <p:nvPr/>
        </p:nvGrpSpPr>
        <p:grpSpPr>
          <a:xfrm>
            <a:off x="3095243" y="2339173"/>
            <a:ext cx="521514" cy="521514"/>
            <a:chOff x="5681300" y="2527788"/>
            <a:chExt cx="805800" cy="805800"/>
          </a:xfrm>
        </p:grpSpPr>
        <p:sp>
          <p:nvSpPr>
            <p:cNvPr id="1283" name="Google Shape;1283;p76"/>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7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 name="Google Shape;1285;p76"/>
          <p:cNvGrpSpPr/>
          <p:nvPr/>
        </p:nvGrpSpPr>
        <p:grpSpPr>
          <a:xfrm>
            <a:off x="3089483" y="3094865"/>
            <a:ext cx="533033" cy="533033"/>
            <a:chOff x="4049800" y="640400"/>
            <a:chExt cx="858900" cy="858900"/>
          </a:xfrm>
        </p:grpSpPr>
        <p:sp>
          <p:nvSpPr>
            <p:cNvPr id="1286" name="Google Shape;1286;p76"/>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76"/>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 name="Google Shape;1288;p76"/>
          <p:cNvGrpSpPr/>
          <p:nvPr/>
        </p:nvGrpSpPr>
        <p:grpSpPr>
          <a:xfrm>
            <a:off x="3014966" y="3772543"/>
            <a:ext cx="682068" cy="682068"/>
            <a:chOff x="5080188" y="927900"/>
            <a:chExt cx="961200" cy="961200"/>
          </a:xfrm>
        </p:grpSpPr>
        <p:sp>
          <p:nvSpPr>
            <p:cNvPr id="1289" name="Google Shape;1289;p76"/>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76"/>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76"/>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76"/>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7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7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7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7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 name="Google Shape;1297;p76"/>
          <p:cNvGrpSpPr/>
          <p:nvPr/>
        </p:nvGrpSpPr>
        <p:grpSpPr>
          <a:xfrm>
            <a:off x="4478465" y="3869234"/>
            <a:ext cx="505650" cy="504006"/>
            <a:chOff x="6039282" y="1042577"/>
            <a:chExt cx="734315" cy="731929"/>
          </a:xfrm>
        </p:grpSpPr>
        <p:sp>
          <p:nvSpPr>
            <p:cNvPr id="1298" name="Google Shape;1298;p7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7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7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7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7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7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7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7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7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7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7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7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7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7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7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7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7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7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7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7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7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 name="Google Shape;1319;p76"/>
          <p:cNvGrpSpPr/>
          <p:nvPr/>
        </p:nvGrpSpPr>
        <p:grpSpPr>
          <a:xfrm>
            <a:off x="5091067" y="2298862"/>
            <a:ext cx="567744" cy="602136"/>
            <a:chOff x="1825800" y="1651625"/>
            <a:chExt cx="539989" cy="571775"/>
          </a:xfrm>
        </p:grpSpPr>
        <p:sp>
          <p:nvSpPr>
            <p:cNvPr id="1320" name="Google Shape;1320;p76"/>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76"/>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76"/>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7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 name="Google Shape;1324;p76"/>
          <p:cNvGrpSpPr/>
          <p:nvPr/>
        </p:nvGrpSpPr>
        <p:grpSpPr>
          <a:xfrm>
            <a:off x="3765995" y="3855579"/>
            <a:ext cx="508123" cy="507955"/>
            <a:chOff x="1897577" y="2802432"/>
            <a:chExt cx="492176" cy="492014"/>
          </a:xfrm>
        </p:grpSpPr>
        <p:sp>
          <p:nvSpPr>
            <p:cNvPr id="1325" name="Google Shape;1325;p76"/>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76"/>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76"/>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76"/>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76"/>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76"/>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76"/>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76"/>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76"/>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76"/>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76"/>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76"/>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 name="Google Shape;1337;p76"/>
          <p:cNvGrpSpPr/>
          <p:nvPr/>
        </p:nvGrpSpPr>
        <p:grpSpPr>
          <a:xfrm>
            <a:off x="997525" y="4169123"/>
            <a:ext cx="809227" cy="200842"/>
            <a:chOff x="2013045" y="4813233"/>
            <a:chExt cx="921986" cy="228854"/>
          </a:xfrm>
        </p:grpSpPr>
        <p:sp>
          <p:nvSpPr>
            <p:cNvPr id="1338" name="Google Shape;1338;p76"/>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76"/>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 name="Google Shape;1340;p76"/>
          <p:cNvGrpSpPr/>
          <p:nvPr/>
        </p:nvGrpSpPr>
        <p:grpSpPr>
          <a:xfrm>
            <a:off x="1005985" y="2656004"/>
            <a:ext cx="792421" cy="269941"/>
            <a:chOff x="1046767" y="4756633"/>
            <a:chExt cx="859646" cy="292841"/>
          </a:xfrm>
        </p:grpSpPr>
        <p:sp>
          <p:nvSpPr>
            <p:cNvPr id="1341" name="Google Shape;1341;p76"/>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76"/>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76"/>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4" name="Google Shape;1344;p76"/>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76"/>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76"/>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76"/>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8" name="Google Shape;1348;p76"/>
          <p:cNvGrpSpPr/>
          <p:nvPr/>
        </p:nvGrpSpPr>
        <p:grpSpPr>
          <a:xfrm>
            <a:off x="7141841" y="2550562"/>
            <a:ext cx="166473" cy="141497"/>
            <a:chOff x="4660325" y="1866850"/>
            <a:chExt cx="68350" cy="58100"/>
          </a:xfrm>
        </p:grpSpPr>
        <p:sp>
          <p:nvSpPr>
            <p:cNvPr id="1349" name="Google Shape;1349;p7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7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 name="Google Shape;1351;p76"/>
          <p:cNvGrpSpPr/>
          <p:nvPr/>
        </p:nvGrpSpPr>
        <p:grpSpPr>
          <a:xfrm>
            <a:off x="7451186" y="2576286"/>
            <a:ext cx="162515" cy="90049"/>
            <a:chOff x="4791775" y="1877500"/>
            <a:chExt cx="66725" cy="36975"/>
          </a:xfrm>
        </p:grpSpPr>
        <p:sp>
          <p:nvSpPr>
            <p:cNvPr id="1352" name="Google Shape;1352;p7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7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 name="Google Shape;1354;p76"/>
          <p:cNvGrpSpPr/>
          <p:nvPr/>
        </p:nvGrpSpPr>
        <p:grpSpPr>
          <a:xfrm>
            <a:off x="7772899" y="2576286"/>
            <a:ext cx="144979" cy="90049"/>
            <a:chOff x="4923925" y="1877500"/>
            <a:chExt cx="59525" cy="36975"/>
          </a:xfrm>
        </p:grpSpPr>
        <p:sp>
          <p:nvSpPr>
            <p:cNvPr id="1355" name="Google Shape;1355;p7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7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 name="Google Shape;1357;p76"/>
          <p:cNvGrpSpPr/>
          <p:nvPr/>
        </p:nvGrpSpPr>
        <p:grpSpPr>
          <a:xfrm>
            <a:off x="8067390" y="2558477"/>
            <a:ext cx="141447" cy="125667"/>
            <a:chOff x="5058450" y="1870100"/>
            <a:chExt cx="58075" cy="51600"/>
          </a:xfrm>
        </p:grpSpPr>
        <p:sp>
          <p:nvSpPr>
            <p:cNvPr id="1358" name="Google Shape;1358;p7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7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 name="Google Shape;1360;p76"/>
          <p:cNvGrpSpPr/>
          <p:nvPr/>
        </p:nvGrpSpPr>
        <p:grpSpPr>
          <a:xfrm>
            <a:off x="7481905" y="2980885"/>
            <a:ext cx="101077" cy="107645"/>
            <a:chOff x="4811425" y="2065025"/>
            <a:chExt cx="41500" cy="44200"/>
          </a:xfrm>
        </p:grpSpPr>
        <p:sp>
          <p:nvSpPr>
            <p:cNvPr id="1361" name="Google Shape;1361;p7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7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 name="Google Shape;1363;p76"/>
          <p:cNvGrpSpPr/>
          <p:nvPr/>
        </p:nvGrpSpPr>
        <p:grpSpPr>
          <a:xfrm>
            <a:off x="7774342" y="2981098"/>
            <a:ext cx="120867" cy="107218"/>
            <a:chOff x="4929875" y="2065025"/>
            <a:chExt cx="49625" cy="44025"/>
          </a:xfrm>
        </p:grpSpPr>
        <p:sp>
          <p:nvSpPr>
            <p:cNvPr id="1364" name="Google Shape;1364;p7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7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 name="Google Shape;1366;p76"/>
          <p:cNvGrpSpPr/>
          <p:nvPr/>
        </p:nvGrpSpPr>
        <p:grpSpPr>
          <a:xfrm>
            <a:off x="8103011" y="2984112"/>
            <a:ext cx="70206" cy="101191"/>
            <a:chOff x="5083925" y="2066350"/>
            <a:chExt cx="28825" cy="41550"/>
          </a:xfrm>
        </p:grpSpPr>
        <p:sp>
          <p:nvSpPr>
            <p:cNvPr id="1367" name="Google Shape;1367;p7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7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 name="Google Shape;1369;p76"/>
          <p:cNvGrpSpPr/>
          <p:nvPr/>
        </p:nvGrpSpPr>
        <p:grpSpPr>
          <a:xfrm>
            <a:off x="7134565" y="2999759"/>
            <a:ext cx="181026" cy="69896"/>
            <a:chOff x="4659775" y="2072775"/>
            <a:chExt cx="74325" cy="28700"/>
          </a:xfrm>
        </p:grpSpPr>
        <p:sp>
          <p:nvSpPr>
            <p:cNvPr id="1370" name="Google Shape;1370;p7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7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7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 name="Google Shape;1373;p76"/>
          <p:cNvGrpSpPr/>
          <p:nvPr/>
        </p:nvGrpSpPr>
        <p:grpSpPr>
          <a:xfrm>
            <a:off x="8054421" y="2790324"/>
            <a:ext cx="167387" cy="89197"/>
            <a:chOff x="4662475" y="1976500"/>
            <a:chExt cx="68725" cy="36625"/>
          </a:xfrm>
        </p:grpSpPr>
        <p:sp>
          <p:nvSpPr>
            <p:cNvPr id="1374" name="Google Shape;1374;p7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7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7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 name="Google Shape;1377;p76"/>
          <p:cNvGrpSpPr/>
          <p:nvPr/>
        </p:nvGrpSpPr>
        <p:grpSpPr>
          <a:xfrm>
            <a:off x="7751326" y="2793764"/>
            <a:ext cx="166899" cy="82317"/>
            <a:chOff x="4920150" y="1977875"/>
            <a:chExt cx="68525" cy="33800"/>
          </a:xfrm>
        </p:grpSpPr>
        <p:sp>
          <p:nvSpPr>
            <p:cNvPr id="1378" name="Google Shape;1378;p7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7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7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 name="Google Shape;1381;p76"/>
          <p:cNvGrpSpPr/>
          <p:nvPr/>
        </p:nvGrpSpPr>
        <p:grpSpPr>
          <a:xfrm>
            <a:off x="7162483" y="3197682"/>
            <a:ext cx="125190" cy="127859"/>
            <a:chOff x="4676550" y="2160575"/>
            <a:chExt cx="51400" cy="52500"/>
          </a:xfrm>
        </p:grpSpPr>
        <p:sp>
          <p:nvSpPr>
            <p:cNvPr id="1382" name="Google Shape;1382;p7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7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7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 name="Google Shape;1385;p76"/>
          <p:cNvGrpSpPr/>
          <p:nvPr/>
        </p:nvGrpSpPr>
        <p:grpSpPr>
          <a:xfrm>
            <a:off x="7459741" y="3204714"/>
            <a:ext cx="145405" cy="113794"/>
            <a:chOff x="4768325" y="2163475"/>
            <a:chExt cx="59700" cy="46725"/>
          </a:xfrm>
        </p:grpSpPr>
        <p:sp>
          <p:nvSpPr>
            <p:cNvPr id="1386" name="Google Shape;1386;p7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7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8" name="Google Shape;1388;p76"/>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76"/>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76"/>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76"/>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76"/>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76"/>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4" name="Google Shape;1394;p76"/>
          <p:cNvGrpSpPr/>
          <p:nvPr/>
        </p:nvGrpSpPr>
        <p:grpSpPr>
          <a:xfrm>
            <a:off x="7476059" y="3459808"/>
            <a:ext cx="112768" cy="106853"/>
            <a:chOff x="4768575" y="2253950"/>
            <a:chExt cx="46300" cy="43875"/>
          </a:xfrm>
        </p:grpSpPr>
        <p:sp>
          <p:nvSpPr>
            <p:cNvPr id="1395" name="Google Shape;1395;p7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7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 name="Google Shape;1397;p76"/>
          <p:cNvGrpSpPr/>
          <p:nvPr/>
        </p:nvGrpSpPr>
        <p:grpSpPr>
          <a:xfrm>
            <a:off x="7775682" y="3948834"/>
            <a:ext cx="118187" cy="146246"/>
            <a:chOff x="4960900" y="2433225"/>
            <a:chExt cx="48525" cy="60050"/>
          </a:xfrm>
        </p:grpSpPr>
        <p:sp>
          <p:nvSpPr>
            <p:cNvPr id="1398" name="Google Shape;1398;p7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7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 name="Google Shape;1400;p76"/>
          <p:cNvGrpSpPr/>
          <p:nvPr/>
        </p:nvGrpSpPr>
        <p:grpSpPr>
          <a:xfrm>
            <a:off x="7464247" y="4212895"/>
            <a:ext cx="136394" cy="143810"/>
            <a:chOff x="4854075" y="2527625"/>
            <a:chExt cx="56000" cy="59050"/>
          </a:xfrm>
        </p:grpSpPr>
        <p:sp>
          <p:nvSpPr>
            <p:cNvPr id="1401" name="Google Shape;1401;p7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7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3" name="Google Shape;1403;p76"/>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76"/>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76"/>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6" name="Google Shape;1406;p76"/>
          <p:cNvGrpSpPr/>
          <p:nvPr/>
        </p:nvGrpSpPr>
        <p:grpSpPr>
          <a:xfrm>
            <a:off x="8088458" y="3676639"/>
            <a:ext cx="99312" cy="160797"/>
            <a:chOff x="5059700" y="2334775"/>
            <a:chExt cx="40775" cy="66025"/>
          </a:xfrm>
        </p:grpSpPr>
        <p:sp>
          <p:nvSpPr>
            <p:cNvPr id="1407" name="Google Shape;1407;p7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7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7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7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7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7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7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7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7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 name="Google Shape;1416;p76"/>
          <p:cNvGrpSpPr/>
          <p:nvPr/>
        </p:nvGrpSpPr>
        <p:grpSpPr>
          <a:xfrm>
            <a:off x="8045622" y="3941771"/>
            <a:ext cx="184984" cy="160371"/>
            <a:chOff x="5037700" y="2430325"/>
            <a:chExt cx="75950" cy="65850"/>
          </a:xfrm>
        </p:grpSpPr>
        <p:sp>
          <p:nvSpPr>
            <p:cNvPr id="1417" name="Google Shape;1417;p7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7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 name="Google Shape;1419;p76"/>
          <p:cNvGrpSpPr/>
          <p:nvPr/>
        </p:nvGrpSpPr>
        <p:grpSpPr>
          <a:xfrm>
            <a:off x="7465128" y="3708223"/>
            <a:ext cx="173014" cy="97629"/>
            <a:chOff x="4756975" y="2341800"/>
            <a:chExt cx="91975" cy="51925"/>
          </a:xfrm>
        </p:grpSpPr>
        <p:sp>
          <p:nvSpPr>
            <p:cNvPr id="1420" name="Google Shape;1420;p7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7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7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7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7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7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7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7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7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7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7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7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7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7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7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7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7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7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7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7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 name="Google Shape;1440;p76"/>
          <p:cNvGrpSpPr/>
          <p:nvPr/>
        </p:nvGrpSpPr>
        <p:grpSpPr>
          <a:xfrm>
            <a:off x="7732065" y="4196920"/>
            <a:ext cx="212497" cy="175761"/>
            <a:chOff x="4943575" y="2516350"/>
            <a:chExt cx="98675" cy="81700"/>
          </a:xfrm>
        </p:grpSpPr>
        <p:sp>
          <p:nvSpPr>
            <p:cNvPr id="1441" name="Google Shape;1441;p7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7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7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7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7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7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7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7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7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7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7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7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7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7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7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7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7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7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7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7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7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7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7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7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7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7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7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7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7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7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7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7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7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7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7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7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7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7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7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7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7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7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7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7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7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7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7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7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7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7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7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7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7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7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7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7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7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7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7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7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7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7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7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7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7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7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7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7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7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7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7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7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7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7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7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7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7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7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9" name="Google Shape;1519;p76"/>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76"/>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76"/>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76"/>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7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7" name="Shape 1527"/>
        <p:cNvGrpSpPr/>
        <p:nvPr/>
      </p:nvGrpSpPr>
      <p:grpSpPr>
        <a:xfrm>
          <a:off x="0" y="0"/>
          <a:ext cx="0" cy="0"/>
          <a:chOff x="0" y="0"/>
          <a:chExt cx="0" cy="0"/>
        </a:xfrm>
      </p:grpSpPr>
      <p:grpSp>
        <p:nvGrpSpPr>
          <p:cNvPr id="1528" name="Google Shape;1528;p77"/>
          <p:cNvGrpSpPr/>
          <p:nvPr/>
        </p:nvGrpSpPr>
        <p:grpSpPr>
          <a:xfrm>
            <a:off x="719115" y="2852867"/>
            <a:ext cx="2622876" cy="1333540"/>
            <a:chOff x="238125" y="1038125"/>
            <a:chExt cx="7146800" cy="3633625"/>
          </a:xfrm>
        </p:grpSpPr>
        <p:sp>
          <p:nvSpPr>
            <p:cNvPr id="1529" name="Google Shape;1529;p7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7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7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7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7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7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7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7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7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7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7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7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7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7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7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7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7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7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7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7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7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7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7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7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7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7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7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7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7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7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7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7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7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7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7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7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7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7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7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7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7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7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7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7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7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7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7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7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7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7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7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7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7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7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7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7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7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7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7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7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7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7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7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7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7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7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7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7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7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7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7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7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7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7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7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7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7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7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7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7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7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7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7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7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7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7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7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7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7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7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7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7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7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7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7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7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7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7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7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7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7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7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7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7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7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7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7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7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7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7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7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7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7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7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7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7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7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7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7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7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7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7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7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7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7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7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7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7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7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7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7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7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7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7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7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7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7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7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7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7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7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7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7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7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7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7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7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7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7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7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7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7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7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7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7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7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7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7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7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7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7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7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7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7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7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7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7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7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7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7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7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7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7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7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7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7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7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7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7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7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7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7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7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7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7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7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7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7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7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7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7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7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7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7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7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7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7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7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7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7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7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7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7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7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7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7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7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7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7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7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7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7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7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7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7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7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7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7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7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7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7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7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7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7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7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7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7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7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7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7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7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7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7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7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7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7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7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7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7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7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7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7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7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7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7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7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7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7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7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7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7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7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7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7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7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7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7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7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7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7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7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7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7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7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7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7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7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7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7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7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7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7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7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7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7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7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7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7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7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7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7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7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7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7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7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7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7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7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7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7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7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7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7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7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7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7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7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7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7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7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7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7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7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7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7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7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7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7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7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7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7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7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7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7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7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7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7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7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7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7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7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7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7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7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7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7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7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7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7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7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7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7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7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7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7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7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7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7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7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7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7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7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7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7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7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7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7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7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7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7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7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7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7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7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7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7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7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7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7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7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7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7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7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7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7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7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7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7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7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7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7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7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7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7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7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7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7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7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7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7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7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7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7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7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7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7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7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7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7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7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7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7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7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7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7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7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7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7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7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7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7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7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7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7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7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7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7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7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7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7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7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7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7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7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7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7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7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7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7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7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7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7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7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7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7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7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7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7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7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7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7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7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7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7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7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7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7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7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7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7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7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7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7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7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7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7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7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7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7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7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7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7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7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7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7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7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7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7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7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7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7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7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7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7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7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7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7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7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7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7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7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7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7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7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7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7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7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7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7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7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7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7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7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7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7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7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7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7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7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7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7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7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7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7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7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7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7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7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7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7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7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7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7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7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7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7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7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7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7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7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7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7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7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7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7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7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7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7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7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7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7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7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7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7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7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7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7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7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7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7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7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7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7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7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7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7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7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7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7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7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7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7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7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7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7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7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7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7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7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7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7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7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7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7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7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7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7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7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7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7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7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7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7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7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7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7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7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7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7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7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7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7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7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7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7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7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1" name="Google Shape;3101;p77"/>
          <p:cNvGrpSpPr/>
          <p:nvPr/>
        </p:nvGrpSpPr>
        <p:grpSpPr>
          <a:xfrm>
            <a:off x="6647587" y="3567393"/>
            <a:ext cx="560636" cy="516497"/>
            <a:chOff x="6652051" y="3714143"/>
            <a:chExt cx="560636" cy="516497"/>
          </a:xfrm>
        </p:grpSpPr>
        <p:grpSp>
          <p:nvGrpSpPr>
            <p:cNvPr id="3102" name="Google Shape;3102;p77"/>
            <p:cNvGrpSpPr/>
            <p:nvPr/>
          </p:nvGrpSpPr>
          <p:grpSpPr>
            <a:xfrm>
              <a:off x="6669657" y="3716715"/>
              <a:ext cx="466768" cy="464314"/>
              <a:chOff x="3139766" y="765669"/>
              <a:chExt cx="886380" cy="881888"/>
            </a:xfrm>
          </p:grpSpPr>
          <p:grpSp>
            <p:nvGrpSpPr>
              <p:cNvPr id="3103" name="Google Shape;3103;p77"/>
              <p:cNvGrpSpPr/>
              <p:nvPr/>
            </p:nvGrpSpPr>
            <p:grpSpPr>
              <a:xfrm>
                <a:off x="3139766" y="765669"/>
                <a:ext cx="886380" cy="881888"/>
                <a:chOff x="3139766" y="765669"/>
                <a:chExt cx="886380" cy="881888"/>
              </a:xfrm>
            </p:grpSpPr>
            <p:sp>
              <p:nvSpPr>
                <p:cNvPr id="3104" name="Google Shape;3104;p77"/>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7"/>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7"/>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7"/>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7"/>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7"/>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7"/>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7"/>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7"/>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3" name="Google Shape;3113;p77"/>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7"/>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7"/>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7"/>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7" name="Google Shape;3117;p77"/>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8" name="Google Shape;3118;p77"/>
          <p:cNvGrpSpPr/>
          <p:nvPr/>
        </p:nvGrpSpPr>
        <p:grpSpPr>
          <a:xfrm>
            <a:off x="7646296" y="3047976"/>
            <a:ext cx="104231" cy="320340"/>
            <a:chOff x="7564426" y="3224343"/>
            <a:chExt cx="119985" cy="368801"/>
          </a:xfrm>
        </p:grpSpPr>
        <p:sp>
          <p:nvSpPr>
            <p:cNvPr id="3119" name="Google Shape;3119;p7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1" name="Google Shape;3121;p77"/>
          <p:cNvGrpSpPr/>
          <p:nvPr/>
        </p:nvGrpSpPr>
        <p:grpSpPr>
          <a:xfrm>
            <a:off x="7345785" y="3042077"/>
            <a:ext cx="189489" cy="332132"/>
            <a:chOff x="8370831" y="3202002"/>
            <a:chExt cx="218129" cy="382376"/>
          </a:xfrm>
        </p:grpSpPr>
        <p:sp>
          <p:nvSpPr>
            <p:cNvPr id="3122" name="Google Shape;3122;p7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4" name="Google Shape;3124;p77"/>
          <p:cNvGrpSpPr/>
          <p:nvPr/>
        </p:nvGrpSpPr>
        <p:grpSpPr>
          <a:xfrm>
            <a:off x="8069174" y="3453209"/>
            <a:ext cx="309429" cy="267000"/>
            <a:chOff x="6742064" y="3750480"/>
            <a:chExt cx="399315" cy="344560"/>
          </a:xfrm>
        </p:grpSpPr>
        <p:sp>
          <p:nvSpPr>
            <p:cNvPr id="3125" name="Google Shape;3125;p7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7" name="Google Shape;3127;p77"/>
          <p:cNvGrpSpPr/>
          <p:nvPr/>
        </p:nvGrpSpPr>
        <p:grpSpPr>
          <a:xfrm>
            <a:off x="7608193" y="3804257"/>
            <a:ext cx="180437" cy="281608"/>
            <a:chOff x="7248525" y="3739696"/>
            <a:chExt cx="230531" cy="359790"/>
          </a:xfrm>
        </p:grpSpPr>
        <p:sp>
          <p:nvSpPr>
            <p:cNvPr id="3128" name="Google Shape;3128;p7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0" name="Google Shape;3130;p77"/>
          <p:cNvGrpSpPr/>
          <p:nvPr/>
        </p:nvGrpSpPr>
        <p:grpSpPr>
          <a:xfrm>
            <a:off x="7854113" y="3447481"/>
            <a:ext cx="162896" cy="278710"/>
            <a:chOff x="7601242" y="3729267"/>
            <a:chExt cx="222566" cy="380803"/>
          </a:xfrm>
        </p:grpSpPr>
        <p:sp>
          <p:nvSpPr>
            <p:cNvPr id="3131" name="Google Shape;3131;p7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33" name="Google Shape;3133;p77"/>
          <p:cNvSpPr/>
          <p:nvPr/>
        </p:nvSpPr>
        <p:spPr>
          <a:xfrm>
            <a:off x="7820139" y="3059838"/>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34" name="Google Shape;3134;p77"/>
          <p:cNvGrpSpPr/>
          <p:nvPr/>
        </p:nvGrpSpPr>
        <p:grpSpPr>
          <a:xfrm>
            <a:off x="7343758" y="3448622"/>
            <a:ext cx="193543" cy="275990"/>
            <a:chOff x="8304647" y="3738687"/>
            <a:chExt cx="225076" cy="320956"/>
          </a:xfrm>
        </p:grpSpPr>
        <p:sp>
          <p:nvSpPr>
            <p:cNvPr id="3135" name="Google Shape;3135;p77"/>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8" name="Google Shape;3138;p77"/>
          <p:cNvGrpSpPr/>
          <p:nvPr/>
        </p:nvGrpSpPr>
        <p:grpSpPr>
          <a:xfrm>
            <a:off x="7616251" y="3448622"/>
            <a:ext cx="178492" cy="275990"/>
            <a:chOff x="8615101" y="3738687"/>
            <a:chExt cx="207573" cy="320956"/>
          </a:xfrm>
        </p:grpSpPr>
        <p:sp>
          <p:nvSpPr>
            <p:cNvPr id="3139" name="Google Shape;3139;p77"/>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42" name="Google Shape;3142;p77"/>
          <p:cNvSpPr/>
          <p:nvPr/>
        </p:nvSpPr>
        <p:spPr>
          <a:xfrm>
            <a:off x="8112690" y="3038505"/>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43" name="Google Shape;3143;p77"/>
          <p:cNvGrpSpPr/>
          <p:nvPr/>
        </p:nvGrpSpPr>
        <p:grpSpPr>
          <a:xfrm>
            <a:off x="7841782" y="3851282"/>
            <a:ext cx="187557" cy="187557"/>
            <a:chOff x="8565775" y="671075"/>
            <a:chExt cx="441000" cy="441000"/>
          </a:xfrm>
        </p:grpSpPr>
        <p:sp>
          <p:nvSpPr>
            <p:cNvPr id="3144" name="Google Shape;3144;p77"/>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7"/>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46" name="Google Shape;3146;p77"/>
          <p:cNvSpPr/>
          <p:nvPr/>
        </p:nvSpPr>
        <p:spPr>
          <a:xfrm>
            <a:off x="8127048" y="3847203"/>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7"/>
          <p:cNvSpPr/>
          <p:nvPr/>
        </p:nvSpPr>
        <p:spPr>
          <a:xfrm flipH="1">
            <a:off x="7351235" y="381365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48" name="Google Shape;3148;p77"/>
          <p:cNvGrpSpPr/>
          <p:nvPr/>
        </p:nvGrpSpPr>
        <p:grpSpPr>
          <a:xfrm>
            <a:off x="5996254" y="2923808"/>
            <a:ext cx="587865" cy="517731"/>
            <a:chOff x="6000718" y="3070557"/>
            <a:chExt cx="587865" cy="517731"/>
          </a:xfrm>
        </p:grpSpPr>
        <p:sp>
          <p:nvSpPr>
            <p:cNvPr id="3149" name="Google Shape;3149;p77"/>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7"/>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7"/>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7"/>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7"/>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7"/>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7"/>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7"/>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7"/>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7"/>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9" name="Google Shape;3159;p77"/>
          <p:cNvGrpSpPr/>
          <p:nvPr/>
        </p:nvGrpSpPr>
        <p:grpSpPr>
          <a:xfrm>
            <a:off x="6011059" y="3567468"/>
            <a:ext cx="557665" cy="516387"/>
            <a:chOff x="6015523" y="3714217"/>
            <a:chExt cx="557665" cy="516387"/>
          </a:xfrm>
        </p:grpSpPr>
        <p:grpSp>
          <p:nvGrpSpPr>
            <p:cNvPr id="3160" name="Google Shape;3160;p77"/>
            <p:cNvGrpSpPr/>
            <p:nvPr/>
          </p:nvGrpSpPr>
          <p:grpSpPr>
            <a:xfrm>
              <a:off x="6036094" y="3716980"/>
              <a:ext cx="529822" cy="510480"/>
              <a:chOff x="3148311" y="-545634"/>
              <a:chExt cx="1006118" cy="969572"/>
            </a:xfrm>
          </p:grpSpPr>
          <p:sp>
            <p:nvSpPr>
              <p:cNvPr id="3161" name="Google Shape;3161;p77"/>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7"/>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7"/>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7"/>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7"/>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7"/>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7"/>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7"/>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7"/>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7"/>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71" name="Google Shape;3171;p77"/>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2" name="Google Shape;3172;p77"/>
          <p:cNvGrpSpPr/>
          <p:nvPr/>
        </p:nvGrpSpPr>
        <p:grpSpPr>
          <a:xfrm>
            <a:off x="6639841" y="2926879"/>
            <a:ext cx="576302" cy="511871"/>
            <a:chOff x="6644304" y="3073628"/>
            <a:chExt cx="576302" cy="511871"/>
          </a:xfrm>
        </p:grpSpPr>
        <p:grpSp>
          <p:nvGrpSpPr>
            <p:cNvPr id="3173" name="Google Shape;3173;p77"/>
            <p:cNvGrpSpPr/>
            <p:nvPr/>
          </p:nvGrpSpPr>
          <p:grpSpPr>
            <a:xfrm>
              <a:off x="6712169" y="3073651"/>
              <a:ext cx="481611" cy="506713"/>
              <a:chOff x="1833536" y="-546641"/>
              <a:chExt cx="914567" cy="962419"/>
            </a:xfrm>
          </p:grpSpPr>
          <p:grpSp>
            <p:nvGrpSpPr>
              <p:cNvPr id="3174" name="Google Shape;3174;p77"/>
              <p:cNvGrpSpPr/>
              <p:nvPr/>
            </p:nvGrpSpPr>
            <p:grpSpPr>
              <a:xfrm>
                <a:off x="1833536" y="-524249"/>
                <a:ext cx="914567" cy="940027"/>
                <a:chOff x="1833536" y="-524249"/>
                <a:chExt cx="914567" cy="940027"/>
              </a:xfrm>
            </p:grpSpPr>
            <p:sp>
              <p:nvSpPr>
                <p:cNvPr id="3175" name="Google Shape;3175;p77"/>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7"/>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7"/>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7"/>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7"/>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80" name="Google Shape;3180;p77"/>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7"/>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7"/>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7"/>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84" name="Google Shape;3184;p7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5" name="Google Shape;3185;p77"/>
          <p:cNvGrpSpPr/>
          <p:nvPr/>
        </p:nvGrpSpPr>
        <p:grpSpPr>
          <a:xfrm>
            <a:off x="5904877" y="1016248"/>
            <a:ext cx="2435960" cy="1297725"/>
            <a:chOff x="233350" y="949250"/>
            <a:chExt cx="7137300" cy="3802300"/>
          </a:xfrm>
        </p:grpSpPr>
        <p:sp>
          <p:nvSpPr>
            <p:cNvPr id="3186" name="Google Shape;3186;p7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7" name="Google Shape;3237;p77"/>
          <p:cNvGrpSpPr/>
          <p:nvPr/>
        </p:nvGrpSpPr>
        <p:grpSpPr>
          <a:xfrm>
            <a:off x="698034" y="977939"/>
            <a:ext cx="2665073" cy="1317140"/>
            <a:chOff x="793334" y="1192826"/>
            <a:chExt cx="2665073" cy="1317140"/>
          </a:xfrm>
        </p:grpSpPr>
        <p:sp>
          <p:nvSpPr>
            <p:cNvPr id="3238" name="Google Shape;3238;p77"/>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7"/>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7"/>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7"/>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7"/>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7"/>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7"/>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7"/>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7"/>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7"/>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7"/>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7"/>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7"/>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7"/>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7"/>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7"/>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7"/>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7"/>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7"/>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7"/>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7"/>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7"/>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7"/>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7"/>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7"/>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7"/>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7"/>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7"/>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7"/>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7"/>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7"/>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7"/>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7"/>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7"/>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7"/>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7"/>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7"/>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7"/>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7"/>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7"/>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7"/>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7"/>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7"/>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7"/>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7"/>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7"/>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7"/>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7"/>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7"/>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7"/>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7"/>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7"/>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7"/>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7"/>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7"/>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7"/>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7"/>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7"/>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7"/>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7"/>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7"/>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7"/>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7"/>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7"/>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7"/>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7"/>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7"/>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7"/>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7"/>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7"/>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7"/>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7"/>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7"/>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7"/>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7"/>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7"/>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7"/>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7"/>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7"/>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7"/>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7"/>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7"/>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7"/>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7"/>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7"/>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7"/>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7"/>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7"/>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7"/>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7"/>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7"/>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7"/>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7"/>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7"/>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7"/>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7"/>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7"/>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7"/>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7"/>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7"/>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7"/>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7"/>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7"/>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7"/>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7"/>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7"/>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7"/>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7"/>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7"/>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7"/>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7"/>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7"/>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7"/>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7"/>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7"/>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7"/>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7"/>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7"/>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7"/>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7"/>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7"/>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7"/>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7"/>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7"/>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7"/>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7"/>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7"/>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7"/>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7"/>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7"/>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7"/>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7"/>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7"/>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7"/>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7"/>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7"/>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7"/>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7"/>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7"/>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7"/>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7"/>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7"/>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7"/>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7"/>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7"/>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7"/>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7"/>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7"/>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7"/>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7"/>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7"/>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7"/>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7"/>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7"/>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7"/>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7"/>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7"/>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7"/>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7"/>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7"/>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7"/>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7"/>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7"/>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7"/>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7"/>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7"/>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7"/>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7"/>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7"/>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7"/>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7"/>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7"/>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7"/>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7"/>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7"/>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7"/>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7"/>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7"/>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7"/>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7"/>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7"/>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7"/>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7"/>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7"/>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7"/>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7"/>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7"/>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7"/>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7"/>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7"/>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7"/>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7"/>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7"/>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7"/>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7"/>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7"/>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7"/>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7"/>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7"/>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7"/>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7"/>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7"/>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7"/>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7"/>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7"/>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7"/>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7"/>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7"/>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7"/>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7"/>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7"/>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7"/>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7"/>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7"/>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7"/>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7"/>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7"/>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7"/>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7"/>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7"/>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7"/>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7"/>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7"/>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7"/>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7"/>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7"/>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7"/>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7"/>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7"/>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7"/>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7"/>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7"/>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7"/>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7"/>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7"/>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7"/>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7"/>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7"/>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7"/>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7"/>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7"/>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7"/>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7"/>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7"/>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7"/>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7"/>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7"/>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7"/>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7"/>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7"/>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7"/>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7"/>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7"/>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7"/>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7"/>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7"/>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7"/>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7"/>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7"/>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7"/>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7"/>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7"/>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7"/>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7"/>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7"/>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7"/>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7"/>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7"/>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7"/>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7"/>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7"/>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7"/>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7"/>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7"/>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7"/>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7"/>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7"/>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7"/>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7"/>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7"/>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7"/>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7"/>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7"/>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7"/>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7"/>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7"/>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7"/>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7"/>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7"/>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7"/>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7"/>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7"/>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7"/>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7"/>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7"/>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7"/>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7"/>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7"/>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7"/>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7"/>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7"/>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7"/>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7"/>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7"/>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7"/>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7"/>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7"/>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7"/>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7"/>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7"/>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7"/>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7"/>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7"/>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7"/>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7"/>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7"/>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7"/>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7"/>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7"/>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7"/>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7"/>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7"/>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7"/>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7"/>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7"/>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7"/>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7"/>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7"/>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7"/>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7"/>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7"/>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7"/>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7"/>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7"/>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7"/>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7"/>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7"/>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7"/>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7"/>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7"/>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7"/>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7"/>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7"/>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7"/>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7"/>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7"/>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7"/>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7"/>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7"/>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7"/>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7"/>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7"/>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7"/>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7"/>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7"/>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7"/>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7"/>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7"/>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7"/>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7"/>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7"/>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7"/>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7"/>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7"/>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7"/>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7"/>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7"/>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7"/>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7"/>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7"/>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7"/>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7"/>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7"/>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7"/>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7"/>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7"/>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7"/>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7"/>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7"/>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7"/>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7"/>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7"/>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7"/>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7"/>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7"/>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7"/>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7"/>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7"/>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7"/>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7"/>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7"/>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7"/>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7"/>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7"/>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7"/>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7"/>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7"/>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7"/>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7"/>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7"/>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7"/>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7"/>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7"/>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7"/>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7"/>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7"/>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7"/>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7"/>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7"/>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7"/>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7"/>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7"/>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7"/>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7"/>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7"/>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7"/>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7"/>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7"/>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7"/>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7"/>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7"/>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7"/>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7"/>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7"/>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7"/>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7"/>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7"/>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7"/>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7"/>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7"/>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7"/>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7"/>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7"/>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7"/>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7"/>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7"/>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7"/>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7"/>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7"/>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7"/>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7"/>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7"/>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7"/>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7"/>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7"/>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7"/>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7"/>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7"/>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7"/>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7"/>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7"/>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7"/>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7"/>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7"/>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7"/>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7"/>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7"/>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7"/>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7"/>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7"/>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7"/>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7"/>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7"/>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7"/>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7"/>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7"/>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7"/>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7"/>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7"/>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7"/>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7"/>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7"/>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7"/>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7"/>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7"/>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7"/>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7"/>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7"/>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7"/>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7"/>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7"/>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7"/>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7"/>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7"/>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7"/>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7"/>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7"/>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7"/>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7"/>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7"/>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7"/>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7"/>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7"/>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7"/>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7"/>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7"/>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7"/>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7"/>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7"/>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7"/>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7"/>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7"/>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7"/>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7"/>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7"/>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7"/>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7"/>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7"/>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7"/>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7"/>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7"/>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7"/>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7"/>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7"/>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7"/>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7"/>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7"/>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7"/>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7"/>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7"/>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7"/>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7"/>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7"/>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7"/>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7"/>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7"/>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7"/>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7"/>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7"/>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7"/>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7"/>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7"/>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7"/>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7"/>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7"/>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7"/>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7"/>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7"/>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7"/>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7"/>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7"/>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7"/>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7"/>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7"/>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7"/>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7"/>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7"/>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7"/>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7"/>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7"/>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7"/>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7"/>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7"/>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7"/>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7"/>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7"/>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7"/>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7"/>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7"/>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7"/>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7"/>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7"/>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7"/>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7"/>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7"/>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7"/>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7"/>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7"/>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7"/>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7"/>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7"/>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7"/>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7"/>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7"/>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7"/>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7"/>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7"/>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7"/>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7"/>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7"/>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7"/>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7"/>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7"/>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7"/>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7"/>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7"/>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7"/>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7"/>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7"/>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7"/>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7"/>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7"/>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7"/>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7"/>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7"/>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7"/>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7"/>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7"/>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7"/>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7"/>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7"/>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7"/>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7"/>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7"/>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7"/>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7"/>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7"/>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7"/>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7"/>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7"/>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7"/>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7"/>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7"/>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7"/>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7"/>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7"/>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7"/>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7"/>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7"/>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7"/>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7"/>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7"/>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7"/>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7"/>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7"/>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7"/>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7"/>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7"/>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7"/>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7"/>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7"/>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7"/>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7"/>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7"/>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7"/>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7"/>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7"/>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7"/>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7"/>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7"/>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7"/>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7"/>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7"/>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7"/>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7"/>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7"/>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7"/>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7"/>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7"/>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7"/>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7"/>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7"/>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7"/>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7"/>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7"/>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7"/>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7"/>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7"/>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7"/>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7"/>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7"/>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7"/>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7"/>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7"/>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7"/>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7"/>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7"/>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7"/>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7"/>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7"/>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7"/>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7"/>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7"/>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7"/>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7"/>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7"/>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7"/>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7"/>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7"/>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7"/>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7"/>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7"/>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7"/>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7"/>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7"/>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7"/>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7"/>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7"/>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7"/>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7"/>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7"/>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7"/>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7"/>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7"/>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7"/>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7"/>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7"/>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7"/>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7"/>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7"/>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7"/>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7"/>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7"/>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7"/>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7"/>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7"/>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7"/>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7"/>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7"/>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7"/>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7"/>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7"/>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7"/>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7"/>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7"/>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7"/>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7"/>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7"/>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7"/>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7"/>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7"/>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7"/>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7"/>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7"/>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7"/>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7"/>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7"/>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7"/>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7"/>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7"/>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7"/>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7"/>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7"/>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7"/>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7"/>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7"/>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7"/>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7"/>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7"/>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7"/>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7"/>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7"/>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7"/>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7"/>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7"/>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7"/>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7"/>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7"/>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7"/>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7"/>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7"/>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7"/>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7"/>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7"/>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7"/>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7"/>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7"/>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7"/>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7"/>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7"/>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7"/>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7"/>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7"/>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7"/>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7"/>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7"/>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7"/>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7"/>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7"/>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7"/>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7"/>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7"/>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7"/>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7"/>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7"/>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7"/>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7"/>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7"/>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7"/>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7"/>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7"/>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7"/>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7"/>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7"/>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7"/>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7"/>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7"/>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7"/>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7"/>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7"/>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7"/>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7"/>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7"/>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7"/>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7"/>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7"/>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7"/>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7"/>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7"/>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7"/>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7"/>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7"/>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7"/>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7"/>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7"/>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7"/>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7"/>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7"/>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7"/>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7"/>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7"/>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7"/>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7"/>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7"/>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7"/>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7"/>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7"/>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7"/>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7"/>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7"/>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7"/>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7"/>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7"/>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7"/>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7"/>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7"/>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7"/>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7"/>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7"/>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7"/>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7"/>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7"/>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7"/>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7"/>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7"/>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7"/>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7"/>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7"/>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7"/>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7"/>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7"/>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7"/>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7"/>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7"/>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7"/>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7"/>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7"/>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7"/>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7"/>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7"/>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7"/>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7"/>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7"/>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7"/>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7"/>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7"/>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7"/>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7"/>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7"/>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7"/>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7"/>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7"/>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7"/>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7"/>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7"/>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7"/>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7"/>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7"/>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7"/>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7"/>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7"/>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7"/>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7"/>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7"/>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7"/>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7"/>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7"/>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7"/>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7"/>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7"/>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7"/>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7"/>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7"/>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7"/>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7"/>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7"/>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7"/>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7"/>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7"/>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7"/>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7"/>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7"/>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7"/>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7"/>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7"/>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7"/>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7"/>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7"/>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7"/>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7"/>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7"/>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7"/>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7"/>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7"/>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7"/>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7"/>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7"/>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7"/>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7"/>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7"/>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7"/>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7"/>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7"/>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7"/>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7"/>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7"/>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7"/>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7"/>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7"/>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7"/>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7"/>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7"/>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7"/>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7"/>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7"/>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7"/>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7"/>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7"/>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7"/>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7"/>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7"/>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7"/>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7"/>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7"/>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7"/>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7"/>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7"/>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7"/>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7"/>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7"/>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7"/>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7"/>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7"/>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7"/>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7"/>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7"/>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7"/>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7"/>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7"/>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7"/>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7"/>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7"/>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7"/>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7"/>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7"/>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7"/>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7"/>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7"/>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7"/>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7"/>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7"/>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7"/>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7"/>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7"/>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7"/>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7"/>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7"/>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7"/>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7"/>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7"/>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7"/>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7"/>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7"/>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7"/>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7"/>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7"/>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7"/>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7"/>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7"/>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7"/>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7"/>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7"/>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7"/>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7"/>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7"/>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7"/>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7"/>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7"/>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7"/>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7"/>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7"/>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7"/>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7"/>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7"/>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7"/>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7"/>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7"/>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7"/>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7"/>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7"/>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7"/>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7"/>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7"/>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7"/>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7"/>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7"/>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7"/>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7"/>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7"/>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7"/>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7"/>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7"/>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7"/>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7"/>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7"/>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7"/>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7"/>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7"/>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7"/>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7"/>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7"/>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7"/>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7"/>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7"/>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7"/>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7"/>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7"/>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7"/>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7"/>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7"/>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7"/>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7"/>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7"/>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7"/>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7"/>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7"/>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7"/>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7"/>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7"/>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7"/>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7"/>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7"/>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7"/>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7"/>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7"/>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7"/>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7"/>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7"/>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7"/>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7"/>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7"/>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7"/>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7"/>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7"/>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7"/>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7"/>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7"/>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7"/>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7"/>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7"/>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7"/>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7"/>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7"/>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7"/>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7"/>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7"/>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7"/>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7"/>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7"/>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7"/>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7"/>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7"/>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7"/>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7"/>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7"/>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7"/>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7"/>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7"/>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7"/>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7"/>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7"/>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7"/>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7"/>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7"/>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7"/>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7"/>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7"/>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7"/>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7"/>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7"/>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7"/>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7"/>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7"/>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7"/>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7"/>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7"/>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7"/>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7"/>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7"/>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7"/>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7"/>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7"/>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7"/>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7"/>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7"/>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7"/>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7"/>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7"/>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7"/>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7"/>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7"/>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7"/>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7"/>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7"/>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7"/>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7"/>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7"/>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7"/>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7"/>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7"/>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7"/>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7"/>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7"/>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7"/>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7"/>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7"/>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7"/>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7"/>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7"/>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7"/>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7"/>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7"/>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7"/>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7"/>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7"/>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7"/>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7"/>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7"/>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7"/>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7"/>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7"/>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7"/>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7"/>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7"/>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7"/>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7"/>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7"/>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7"/>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7"/>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7"/>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7"/>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7"/>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7"/>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7"/>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7"/>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7"/>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7"/>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7"/>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7"/>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7"/>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7"/>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7"/>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7"/>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7"/>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7"/>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7"/>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7"/>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7"/>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7"/>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7"/>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7"/>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7"/>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7"/>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7"/>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7"/>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7"/>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7"/>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7"/>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7"/>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7"/>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7"/>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7"/>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7"/>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7"/>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7"/>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7"/>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7"/>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7"/>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7"/>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7"/>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7"/>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7"/>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7"/>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7"/>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7"/>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7"/>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7"/>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7"/>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7"/>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7"/>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7"/>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7"/>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7"/>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7"/>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7"/>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7"/>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7"/>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7"/>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7"/>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7"/>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7"/>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7"/>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7"/>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7"/>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7"/>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7"/>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7"/>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7"/>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7"/>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7"/>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7"/>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7"/>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7"/>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7"/>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7"/>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7"/>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7"/>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7"/>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7"/>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7"/>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7"/>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7"/>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7"/>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7"/>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7"/>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7"/>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7"/>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7"/>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7"/>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7"/>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7"/>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7"/>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7"/>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7"/>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7"/>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7"/>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7"/>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7"/>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7"/>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7"/>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7"/>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7"/>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7"/>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7"/>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7"/>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7"/>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7"/>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7"/>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7"/>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7"/>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7"/>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7"/>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7"/>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7"/>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7"/>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7"/>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7"/>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7"/>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7"/>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7"/>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7"/>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7"/>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7"/>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7"/>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7"/>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7"/>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7"/>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7"/>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7"/>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7"/>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7"/>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7"/>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7"/>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7"/>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7"/>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7"/>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7"/>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7"/>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7"/>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7"/>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7"/>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7"/>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7"/>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7"/>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7"/>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7"/>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7"/>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7"/>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7"/>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7"/>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7"/>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7"/>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7"/>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7"/>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7"/>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7"/>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7"/>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7"/>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7"/>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7"/>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7"/>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7"/>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7"/>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7"/>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7"/>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7"/>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7"/>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7"/>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7"/>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7"/>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7"/>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7"/>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7"/>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7"/>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7"/>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7"/>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7"/>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7"/>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7"/>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7"/>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7"/>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7"/>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7"/>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7"/>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7"/>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7"/>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7"/>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7"/>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7"/>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7"/>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7"/>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7"/>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7"/>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7"/>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7"/>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7"/>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7"/>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7"/>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7"/>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7"/>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7"/>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7"/>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7"/>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7"/>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7"/>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7"/>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7"/>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7"/>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7"/>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7"/>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7"/>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7"/>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7"/>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7"/>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7"/>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7"/>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7"/>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7"/>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7"/>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7"/>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7"/>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7"/>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7"/>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7"/>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7"/>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7"/>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7"/>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7"/>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7"/>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7"/>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7"/>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7"/>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7"/>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7"/>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7"/>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7"/>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7"/>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7"/>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7"/>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7"/>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7"/>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7"/>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7"/>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7"/>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7"/>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7"/>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7"/>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7"/>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7"/>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7"/>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7"/>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7"/>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7"/>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7"/>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7"/>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7"/>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7"/>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7"/>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7"/>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7"/>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7"/>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7"/>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7"/>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7"/>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7"/>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7"/>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7"/>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7"/>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7"/>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7"/>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7"/>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7"/>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7"/>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7"/>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7"/>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7"/>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7"/>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7"/>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7"/>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7"/>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7"/>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7"/>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7"/>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7"/>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7"/>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7"/>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7"/>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7"/>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7"/>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7"/>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7"/>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7"/>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7"/>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7"/>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7"/>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7"/>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7"/>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7"/>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7"/>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7"/>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7"/>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7"/>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7"/>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7"/>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7"/>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7"/>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7"/>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7"/>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7"/>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7"/>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7"/>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7"/>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7"/>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7"/>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7"/>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7"/>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7"/>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7"/>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7"/>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7"/>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7"/>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7"/>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7"/>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7"/>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7"/>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7"/>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7"/>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7"/>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7"/>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7"/>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7"/>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7"/>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7"/>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7"/>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7"/>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7"/>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7"/>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7"/>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7"/>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7"/>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7"/>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7"/>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7"/>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7"/>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7"/>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7"/>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7"/>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7"/>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7"/>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7"/>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7"/>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7"/>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7"/>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7"/>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7"/>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7"/>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7"/>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7"/>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7"/>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7"/>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7"/>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7"/>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7"/>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7"/>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7"/>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7"/>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7"/>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7"/>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7"/>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7"/>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7"/>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7"/>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7"/>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7"/>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7"/>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7"/>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7"/>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7"/>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7"/>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7"/>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7"/>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7"/>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7"/>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7"/>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7"/>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7"/>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7"/>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7"/>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7"/>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7"/>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7"/>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7"/>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7"/>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7"/>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7"/>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7"/>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7"/>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7"/>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7"/>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7"/>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7"/>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7"/>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7"/>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7"/>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7"/>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7"/>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7"/>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7"/>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7"/>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7"/>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7"/>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7"/>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7"/>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7"/>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7"/>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7"/>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7"/>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7"/>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7"/>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7"/>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7"/>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7"/>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7"/>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7"/>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7"/>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7"/>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7"/>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7"/>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7"/>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7"/>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7"/>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7"/>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7"/>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7"/>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7"/>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7"/>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7"/>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7"/>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7"/>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7"/>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7"/>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7"/>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7"/>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7"/>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7"/>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7"/>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7"/>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7"/>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7"/>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7"/>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7"/>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7"/>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7"/>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7"/>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7"/>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7"/>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7"/>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7"/>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7"/>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7"/>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7"/>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7"/>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7"/>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7"/>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7"/>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7"/>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7"/>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7"/>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7"/>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7"/>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7"/>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7"/>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7"/>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7"/>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7"/>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7"/>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7"/>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7"/>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7"/>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7"/>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7"/>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7"/>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7"/>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7"/>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7"/>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7"/>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7"/>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7"/>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7"/>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7"/>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7"/>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7"/>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7"/>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7"/>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7"/>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7"/>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7"/>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7"/>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7"/>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7"/>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7"/>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7"/>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7"/>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7"/>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7"/>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7"/>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7"/>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7"/>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7"/>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7"/>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7"/>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7"/>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7"/>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7"/>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7"/>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7"/>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7"/>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7"/>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7"/>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7"/>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7"/>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7"/>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7"/>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7"/>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7"/>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7"/>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7"/>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7"/>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7"/>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7"/>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7"/>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7"/>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7"/>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7"/>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7"/>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7"/>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7"/>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7"/>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7"/>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7"/>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7"/>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7"/>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7"/>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7"/>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7"/>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7"/>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7"/>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7"/>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7"/>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7"/>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7"/>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7"/>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7"/>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7"/>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7"/>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7"/>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7"/>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7"/>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7"/>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7"/>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7"/>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7"/>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7"/>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7"/>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7"/>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7"/>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7"/>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7"/>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7"/>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7"/>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7"/>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7"/>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7"/>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7"/>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7"/>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7"/>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7"/>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7"/>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7"/>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7"/>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7"/>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7"/>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7"/>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7"/>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7"/>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7"/>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7"/>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7"/>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7"/>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7"/>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7"/>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7"/>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7"/>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7"/>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7"/>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7"/>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7"/>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7"/>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7"/>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7"/>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7"/>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7"/>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7"/>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7"/>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7"/>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7"/>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7"/>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7"/>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7"/>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7"/>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7"/>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7"/>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7"/>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7"/>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7"/>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7"/>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7"/>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7"/>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7"/>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7"/>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7"/>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7"/>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7"/>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7"/>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7"/>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7"/>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7"/>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7"/>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7"/>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7"/>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7"/>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7"/>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7"/>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7"/>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7"/>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7"/>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7"/>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7"/>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7"/>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7"/>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7"/>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7"/>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7"/>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7"/>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7"/>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7"/>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7"/>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7"/>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7"/>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7"/>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7"/>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7"/>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7"/>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7"/>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7"/>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7"/>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7"/>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7"/>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7"/>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7"/>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7"/>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7"/>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7"/>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7"/>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7"/>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7"/>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7"/>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7"/>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7"/>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7"/>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7"/>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7"/>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7"/>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7"/>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7"/>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7"/>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7"/>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7"/>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7"/>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7"/>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7"/>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7"/>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7"/>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7"/>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7"/>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7"/>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7"/>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7"/>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7"/>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7"/>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7"/>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7"/>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7"/>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7"/>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7"/>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7"/>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7"/>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7"/>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7"/>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7"/>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7"/>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7"/>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7"/>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7"/>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7"/>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7"/>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7"/>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7"/>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7"/>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7"/>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7"/>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7"/>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7"/>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7"/>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7"/>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7"/>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7"/>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7"/>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7"/>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7"/>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7"/>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7"/>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7"/>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7"/>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7"/>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7"/>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7"/>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7"/>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7"/>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7"/>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7"/>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7"/>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7"/>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7"/>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7"/>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7"/>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7"/>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7"/>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7"/>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7"/>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7"/>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7"/>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7"/>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7"/>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7"/>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7"/>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7"/>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7"/>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7"/>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7"/>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7"/>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7"/>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7"/>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7"/>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7"/>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7"/>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7"/>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7"/>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7"/>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7"/>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7"/>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7"/>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7"/>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7"/>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7"/>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7"/>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7"/>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7"/>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7"/>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7"/>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7"/>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7"/>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7"/>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7"/>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7"/>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7"/>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7"/>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7"/>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7"/>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7"/>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7"/>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7"/>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7"/>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7"/>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7"/>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7"/>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7"/>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7"/>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7"/>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7"/>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7"/>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7"/>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7"/>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7"/>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7"/>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7"/>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7"/>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7"/>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7"/>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7"/>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7"/>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7"/>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7"/>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7"/>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7"/>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7"/>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7"/>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7"/>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7"/>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7"/>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7"/>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7"/>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7"/>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7"/>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7"/>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7"/>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7"/>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7"/>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7"/>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7"/>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7"/>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7"/>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7"/>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7"/>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7"/>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7"/>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7"/>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7"/>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7"/>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7"/>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7"/>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7"/>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7"/>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7"/>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7"/>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7"/>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7"/>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7"/>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7"/>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7"/>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7"/>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7"/>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7"/>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7"/>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7"/>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7"/>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7"/>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7"/>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7"/>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7"/>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7"/>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7"/>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7"/>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7"/>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7"/>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7"/>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7"/>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7"/>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7"/>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7"/>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7"/>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7"/>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7"/>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7"/>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7"/>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7"/>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7"/>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7"/>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7"/>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7"/>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7"/>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7"/>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7"/>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7"/>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7"/>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7"/>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7"/>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7"/>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7"/>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7"/>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7"/>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7"/>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7"/>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7"/>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7"/>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7"/>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7"/>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7"/>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7"/>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7"/>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7"/>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7"/>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7"/>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7"/>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7"/>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7"/>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7"/>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7"/>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7"/>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7"/>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7"/>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7"/>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7"/>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7"/>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7"/>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7"/>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7"/>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7"/>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7"/>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7"/>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7"/>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7"/>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7"/>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7"/>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7"/>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7"/>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7"/>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7"/>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7"/>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7"/>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7"/>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7"/>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7"/>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7"/>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7"/>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7"/>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7"/>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7"/>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7"/>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7"/>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7"/>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7"/>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7"/>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7"/>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7"/>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7"/>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7"/>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7"/>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7"/>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7"/>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7"/>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7"/>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7"/>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7"/>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7"/>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7"/>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7"/>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7"/>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7"/>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7"/>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7"/>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7"/>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7"/>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7"/>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7"/>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7"/>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7"/>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7"/>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7"/>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7"/>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7"/>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7"/>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7"/>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7"/>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7"/>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7"/>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7"/>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7"/>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7"/>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7"/>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7"/>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7"/>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7"/>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7"/>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7"/>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7"/>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7"/>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7"/>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7"/>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7"/>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7"/>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7"/>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7"/>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7"/>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7"/>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7"/>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7"/>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7"/>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7"/>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7"/>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7"/>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7"/>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7"/>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7"/>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7"/>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7"/>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7"/>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7"/>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7"/>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7"/>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7"/>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7"/>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7"/>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7"/>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7"/>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7"/>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7"/>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7"/>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7"/>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7"/>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7"/>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7"/>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7"/>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7"/>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7"/>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7"/>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7"/>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7"/>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7"/>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7"/>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7"/>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7"/>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7"/>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7"/>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7"/>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7"/>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7"/>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7"/>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7"/>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7"/>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7"/>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7"/>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7"/>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7"/>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7"/>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7"/>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7"/>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7"/>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7"/>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7"/>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7"/>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7"/>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7"/>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7"/>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7"/>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7"/>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7"/>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7"/>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7"/>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7"/>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7"/>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7"/>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7"/>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7"/>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7"/>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7"/>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7"/>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7"/>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7"/>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7"/>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7"/>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7"/>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7"/>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7"/>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7"/>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7"/>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7"/>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7"/>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7"/>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7"/>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7"/>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7"/>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7"/>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7"/>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7"/>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7"/>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7"/>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7"/>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7"/>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7"/>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7"/>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7"/>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7"/>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7"/>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7"/>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7"/>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7"/>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7"/>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7"/>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7"/>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7"/>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7"/>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7"/>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7"/>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7"/>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7"/>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7"/>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7"/>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7"/>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7"/>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7"/>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7"/>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7"/>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7"/>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7"/>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7"/>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7"/>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7"/>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7"/>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7"/>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7"/>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7"/>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7"/>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7"/>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7"/>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7"/>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7"/>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7"/>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7"/>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7"/>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7"/>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7"/>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7"/>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7"/>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7"/>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7"/>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7"/>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7"/>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7"/>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7"/>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7"/>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7"/>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7"/>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7"/>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7"/>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7"/>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7"/>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7"/>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7"/>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7"/>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7"/>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7"/>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7"/>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7"/>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7"/>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7"/>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7"/>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7"/>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7"/>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7"/>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7"/>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7"/>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7"/>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7"/>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7"/>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7"/>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7"/>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7"/>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7"/>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7"/>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7"/>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7"/>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7"/>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7"/>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7"/>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7"/>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7"/>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7"/>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7"/>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7"/>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7"/>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7"/>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7"/>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7"/>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7"/>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7"/>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7"/>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7"/>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7"/>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7"/>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7"/>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7"/>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7"/>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7"/>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7"/>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7"/>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7"/>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7"/>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7"/>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7"/>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7"/>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7"/>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7"/>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7"/>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7"/>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7"/>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7"/>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7"/>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7"/>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7"/>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7"/>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7"/>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7"/>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7"/>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7"/>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7"/>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7"/>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7"/>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7"/>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7"/>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7"/>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7"/>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7"/>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7"/>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7"/>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7"/>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7"/>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7"/>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7"/>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7"/>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7"/>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7"/>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7"/>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7"/>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7"/>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7"/>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7"/>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7"/>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7"/>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7"/>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7"/>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7"/>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7"/>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7"/>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7"/>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7"/>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7"/>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7"/>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7"/>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7"/>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7"/>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7"/>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7"/>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7"/>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7"/>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7"/>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7"/>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7"/>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7"/>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7"/>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7"/>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7"/>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7"/>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7"/>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7"/>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7"/>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7"/>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7"/>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7"/>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7"/>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7"/>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7"/>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7"/>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7"/>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7"/>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7"/>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7"/>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7"/>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7"/>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7"/>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7"/>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7"/>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7"/>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7"/>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7"/>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7"/>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7"/>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7"/>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7"/>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7"/>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7"/>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7"/>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7"/>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7"/>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7"/>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7"/>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7"/>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7"/>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7"/>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7"/>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7"/>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7"/>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7"/>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7"/>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7"/>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7"/>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7"/>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7"/>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7"/>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7"/>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7"/>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7"/>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7"/>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7"/>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7"/>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7"/>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7"/>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7"/>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7"/>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7"/>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7"/>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7"/>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7"/>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7"/>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7"/>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7"/>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7"/>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7"/>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7"/>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7"/>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7"/>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7"/>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7"/>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7"/>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7"/>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7"/>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7"/>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7"/>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7"/>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7"/>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7"/>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7"/>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7"/>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7"/>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7"/>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7"/>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7"/>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7"/>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7"/>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7"/>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7"/>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7"/>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7"/>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7"/>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7"/>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7"/>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7"/>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7"/>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7"/>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7"/>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7"/>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7"/>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7"/>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7"/>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7"/>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7"/>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7"/>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7"/>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7"/>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7"/>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7"/>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7"/>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7"/>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7"/>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7"/>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7"/>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7"/>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7"/>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7"/>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7"/>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7"/>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7"/>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7"/>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7"/>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7"/>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7"/>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7"/>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7"/>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7"/>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7"/>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7"/>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7"/>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7"/>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7"/>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7"/>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7"/>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7"/>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7"/>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7"/>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7"/>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7"/>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7"/>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7"/>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7"/>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7"/>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7"/>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7"/>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7"/>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7"/>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7"/>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7"/>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7"/>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7"/>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7"/>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7"/>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7"/>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7"/>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7"/>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7"/>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7"/>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7"/>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7"/>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7"/>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7"/>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7"/>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7"/>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7"/>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7"/>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7"/>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7"/>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7"/>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7"/>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7"/>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7"/>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7"/>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7"/>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7"/>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7"/>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7"/>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7"/>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7"/>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7"/>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7"/>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7"/>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7"/>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7"/>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7"/>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7"/>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7"/>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7"/>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7"/>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7"/>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7"/>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7"/>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7"/>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7"/>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7"/>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7"/>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7"/>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7"/>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7"/>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7"/>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7"/>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7"/>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7"/>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7"/>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7"/>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7"/>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7"/>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7"/>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7"/>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7"/>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7"/>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7"/>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7"/>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7"/>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7"/>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7"/>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7"/>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7"/>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7"/>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7"/>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7"/>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7"/>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7"/>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7"/>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7"/>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7"/>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7"/>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7"/>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7"/>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7"/>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7"/>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7"/>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7"/>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7"/>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7"/>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7"/>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7"/>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7"/>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7"/>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7"/>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7"/>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7"/>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7"/>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7"/>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7"/>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7"/>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7"/>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7"/>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7"/>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7"/>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7"/>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7"/>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7"/>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7"/>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7"/>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7"/>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7"/>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7"/>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7"/>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7"/>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7"/>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7"/>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7"/>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7"/>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7"/>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7"/>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7"/>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7"/>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7"/>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7"/>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7"/>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7"/>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7"/>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7"/>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7"/>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7"/>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7"/>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7"/>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7"/>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7"/>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7"/>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7"/>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7"/>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7"/>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7"/>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7"/>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7"/>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7"/>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7"/>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7"/>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7"/>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7"/>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7"/>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7"/>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7"/>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7"/>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7"/>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7"/>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7"/>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7"/>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7"/>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7"/>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7"/>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7"/>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7"/>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7"/>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7"/>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7"/>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7"/>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7"/>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7"/>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7"/>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7"/>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7"/>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7"/>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7"/>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7"/>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7"/>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7"/>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7"/>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7"/>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7"/>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7"/>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7"/>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7"/>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7"/>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7"/>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7"/>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7"/>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7"/>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7"/>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7"/>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7"/>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7"/>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7"/>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7"/>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7"/>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7"/>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7"/>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7"/>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7"/>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7"/>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7"/>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7"/>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7"/>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7"/>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7"/>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7"/>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7"/>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7"/>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7"/>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7"/>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7"/>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7"/>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7"/>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7"/>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7"/>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7"/>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7"/>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7"/>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7"/>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7"/>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7"/>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7"/>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7"/>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7"/>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7"/>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7"/>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7"/>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7"/>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7"/>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7"/>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7"/>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7"/>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7"/>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7"/>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7"/>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7"/>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7"/>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7"/>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7"/>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7"/>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7"/>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7"/>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7"/>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7"/>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7"/>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7"/>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7"/>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7"/>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7"/>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7"/>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7"/>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7"/>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7"/>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7"/>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7"/>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7"/>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7"/>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7"/>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7"/>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7"/>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7"/>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7"/>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7"/>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7"/>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7"/>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7"/>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7"/>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7"/>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7"/>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7"/>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7"/>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7"/>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7"/>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7"/>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7"/>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7"/>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7"/>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7"/>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7"/>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7"/>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7"/>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7"/>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7"/>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7"/>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7"/>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7"/>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7"/>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7"/>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7"/>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7"/>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7"/>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7"/>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7"/>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7"/>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7"/>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7"/>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7"/>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7"/>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7"/>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7"/>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7"/>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7"/>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7"/>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7"/>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7"/>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7"/>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7"/>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7"/>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7"/>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7"/>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7"/>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7"/>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7"/>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7"/>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7"/>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7"/>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7"/>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7"/>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7"/>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7"/>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7"/>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7"/>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7"/>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7"/>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7"/>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7"/>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7"/>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7"/>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7"/>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7"/>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7"/>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7"/>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7"/>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7"/>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7"/>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7"/>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7"/>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7"/>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7"/>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7"/>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7"/>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7"/>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7"/>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7"/>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7"/>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7"/>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7"/>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7"/>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7"/>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7"/>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7"/>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7"/>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7"/>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7"/>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7"/>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7"/>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7"/>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7"/>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7"/>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7"/>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7"/>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7"/>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7"/>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7"/>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7"/>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7"/>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7"/>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7"/>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7"/>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7"/>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7"/>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7"/>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7"/>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7"/>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7"/>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7"/>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7"/>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7"/>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7"/>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7"/>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7"/>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7"/>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7"/>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7"/>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7"/>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7"/>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7"/>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7"/>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7"/>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7"/>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7"/>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7"/>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7"/>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7"/>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7"/>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7"/>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7"/>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7"/>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7"/>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7"/>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7"/>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7"/>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7"/>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7"/>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7"/>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7"/>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7"/>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7"/>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7"/>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7"/>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7"/>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7"/>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7"/>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7"/>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7"/>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7"/>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7"/>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7"/>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7"/>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7"/>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7"/>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7"/>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7"/>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7"/>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7"/>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7"/>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7"/>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7"/>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7"/>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7"/>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7"/>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7"/>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7"/>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7"/>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7"/>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7"/>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7"/>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7"/>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7"/>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7"/>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7"/>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7"/>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7"/>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7"/>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7"/>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7"/>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7"/>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7"/>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7"/>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7"/>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7"/>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7"/>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7"/>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7"/>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7"/>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7"/>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7"/>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7"/>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7"/>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7"/>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7"/>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7"/>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7"/>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7"/>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7"/>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7"/>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7"/>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7"/>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7"/>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7"/>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7"/>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7"/>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7"/>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7"/>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7"/>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7"/>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7"/>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7"/>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7"/>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7"/>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7"/>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7"/>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7"/>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7"/>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7"/>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7"/>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7"/>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7"/>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7"/>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7"/>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7"/>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7"/>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7"/>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7"/>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7"/>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7"/>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7"/>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7"/>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7"/>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7"/>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7"/>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7"/>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7"/>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7"/>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7"/>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7"/>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7"/>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7"/>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7"/>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7"/>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7"/>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7"/>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7"/>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7"/>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7"/>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7"/>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7"/>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7"/>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7"/>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7"/>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7"/>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7"/>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7"/>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7"/>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7"/>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7"/>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7"/>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7"/>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7"/>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7"/>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7"/>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7"/>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7"/>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7"/>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7"/>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7"/>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7"/>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7"/>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7"/>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7"/>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7"/>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7"/>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7"/>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7"/>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7"/>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7"/>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7"/>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7"/>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7"/>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7"/>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7"/>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7"/>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7"/>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7"/>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7"/>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7"/>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7"/>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7"/>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7"/>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7"/>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7"/>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7"/>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7"/>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7"/>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7"/>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7"/>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7"/>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7"/>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7"/>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7"/>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7"/>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7"/>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7"/>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7"/>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7"/>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7"/>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7"/>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7"/>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7"/>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7"/>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7"/>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7"/>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7"/>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7"/>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7"/>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7"/>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7"/>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7"/>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7"/>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7"/>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7"/>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7"/>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7"/>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7"/>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7"/>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7"/>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7"/>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7"/>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7"/>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7"/>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7"/>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7"/>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7"/>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7"/>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7"/>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7"/>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7"/>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7"/>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7"/>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7"/>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7"/>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7"/>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7"/>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7"/>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7"/>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7"/>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7"/>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7"/>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7"/>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7"/>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7"/>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7"/>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7"/>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7"/>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7"/>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7"/>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7"/>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7"/>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7"/>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7"/>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7"/>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7"/>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7"/>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7"/>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7"/>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7"/>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7"/>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7"/>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7"/>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7"/>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7"/>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7"/>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7"/>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7"/>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7"/>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7"/>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7"/>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7"/>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7"/>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7"/>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7"/>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7"/>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7"/>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7"/>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7"/>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7"/>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7"/>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7"/>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7"/>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7"/>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7"/>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7"/>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7"/>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7"/>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7"/>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7"/>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7"/>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7"/>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7"/>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7"/>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7"/>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7"/>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7"/>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7"/>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7"/>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7"/>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7"/>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7"/>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7"/>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7"/>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7"/>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7"/>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7"/>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7"/>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7"/>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7"/>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7"/>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7"/>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7"/>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7"/>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7"/>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7"/>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7"/>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7"/>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7"/>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7"/>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7"/>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7"/>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7"/>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7"/>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7"/>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7"/>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7"/>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7"/>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7"/>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7"/>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7"/>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7"/>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7"/>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7"/>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7"/>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7"/>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7"/>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7"/>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7"/>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7"/>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7"/>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7"/>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7"/>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7"/>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7"/>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7"/>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7"/>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7"/>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7"/>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7"/>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7"/>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7"/>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7"/>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7"/>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7"/>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7"/>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7"/>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7"/>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7"/>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7"/>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7"/>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7"/>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7"/>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7"/>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7"/>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7"/>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7"/>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7"/>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7"/>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7"/>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7"/>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7"/>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7"/>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7"/>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7"/>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7"/>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7"/>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7"/>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7"/>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7"/>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7"/>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7"/>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7"/>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7"/>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7"/>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7"/>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7"/>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7"/>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7"/>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7"/>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7"/>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7"/>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7"/>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7"/>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7"/>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7"/>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7"/>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7"/>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7"/>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7"/>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7"/>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7"/>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7"/>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7"/>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7"/>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7"/>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7"/>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7"/>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7"/>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7"/>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7"/>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7"/>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7"/>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7"/>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7"/>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7"/>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7"/>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7"/>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7"/>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7"/>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7"/>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7"/>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7"/>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7"/>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7"/>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7"/>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7"/>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7"/>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7"/>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7"/>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7"/>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7"/>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7"/>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7"/>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7"/>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7"/>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7"/>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7"/>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7"/>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7"/>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7"/>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7"/>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7"/>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7"/>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7"/>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7"/>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7"/>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7"/>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7"/>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7"/>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7"/>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7"/>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7"/>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7"/>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7"/>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7"/>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7"/>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7"/>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7"/>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7"/>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7"/>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7"/>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7"/>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7"/>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7"/>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7"/>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7"/>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7"/>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7"/>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7"/>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7"/>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7"/>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7"/>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7"/>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7"/>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7"/>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7"/>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7"/>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7"/>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7"/>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7"/>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7"/>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7"/>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7"/>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7"/>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7"/>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7"/>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7"/>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7"/>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7"/>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7"/>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7"/>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7"/>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7"/>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7"/>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7"/>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7"/>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7"/>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7"/>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7"/>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7"/>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7"/>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7"/>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7"/>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7"/>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7"/>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7"/>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7"/>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7"/>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7"/>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7"/>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7"/>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7"/>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7"/>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7"/>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7"/>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7"/>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7"/>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7"/>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7"/>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7"/>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7"/>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7"/>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7"/>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7"/>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7"/>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7"/>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7"/>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7"/>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7"/>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7"/>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7"/>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7"/>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7"/>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7"/>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7"/>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7"/>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7"/>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7"/>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7"/>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7"/>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7"/>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7"/>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7"/>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7"/>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7"/>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7"/>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7"/>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7"/>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7"/>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7"/>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7"/>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7"/>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7"/>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7"/>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7"/>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7"/>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7"/>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7"/>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7"/>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7"/>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7"/>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7"/>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7"/>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7"/>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7"/>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7"/>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7"/>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7"/>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7"/>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7"/>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7"/>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7"/>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7"/>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7"/>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7"/>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7"/>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7"/>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7"/>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7"/>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7"/>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7"/>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7"/>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7"/>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7"/>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7"/>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7"/>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7"/>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7"/>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7"/>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7"/>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7"/>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7"/>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7"/>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7"/>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7"/>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7"/>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7"/>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7"/>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7"/>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7"/>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7"/>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7"/>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7"/>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7"/>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7"/>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7"/>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7"/>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7"/>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7"/>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7"/>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7"/>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7"/>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7"/>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7"/>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7"/>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7"/>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7"/>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7"/>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7"/>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7"/>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7"/>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7"/>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7"/>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7"/>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7"/>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7"/>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7"/>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7"/>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7"/>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7"/>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7"/>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7"/>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7"/>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7"/>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7"/>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7"/>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7"/>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7"/>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7"/>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7"/>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7"/>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7"/>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7"/>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7"/>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7"/>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7"/>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7"/>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7"/>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7"/>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7"/>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7"/>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7"/>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7"/>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7"/>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7"/>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7"/>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7"/>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7"/>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7"/>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7"/>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7"/>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7"/>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7"/>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7"/>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7"/>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7"/>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7"/>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7"/>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7"/>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7"/>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7"/>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7"/>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7"/>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7"/>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7"/>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7"/>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7"/>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7"/>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7"/>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7"/>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7"/>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7"/>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7"/>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7"/>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7"/>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7"/>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7"/>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7"/>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7"/>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7"/>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7"/>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7"/>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7"/>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7"/>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7"/>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7"/>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7"/>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7"/>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7"/>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7"/>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7"/>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7"/>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7"/>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7"/>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7"/>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7"/>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7"/>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7"/>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7"/>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7"/>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7"/>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7"/>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7"/>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7"/>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7"/>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7"/>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7"/>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7"/>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7"/>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7"/>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7"/>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7"/>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7"/>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7"/>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7"/>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7"/>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7"/>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7"/>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7"/>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7"/>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7"/>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7"/>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7"/>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7"/>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7"/>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7"/>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7"/>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7"/>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7"/>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7"/>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7"/>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7"/>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7"/>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7"/>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7"/>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7"/>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7"/>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7"/>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7"/>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7"/>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7"/>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7"/>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7"/>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7"/>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7"/>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7"/>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7"/>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7"/>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7"/>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7"/>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7"/>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7"/>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7"/>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7"/>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7"/>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7"/>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7"/>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7"/>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7"/>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7"/>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7"/>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7"/>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7"/>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7"/>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7"/>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7"/>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7"/>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7"/>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7"/>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7"/>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7"/>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7"/>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7"/>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7"/>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7"/>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7"/>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7"/>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7"/>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7"/>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7"/>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7"/>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7"/>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7"/>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7"/>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7"/>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7"/>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7"/>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7"/>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7"/>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7"/>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7"/>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7"/>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7"/>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7"/>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7"/>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7"/>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7"/>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7"/>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7"/>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7"/>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7"/>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7"/>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7"/>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7"/>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7"/>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7"/>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7"/>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7"/>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7"/>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7"/>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7"/>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7"/>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7"/>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7"/>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7"/>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7"/>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7"/>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7"/>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7"/>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7"/>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7"/>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7"/>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7"/>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7"/>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7"/>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7"/>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7"/>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7"/>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7"/>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7"/>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7"/>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7"/>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7"/>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7"/>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7"/>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7"/>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7"/>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7"/>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7"/>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7"/>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7"/>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7"/>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7"/>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7"/>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7"/>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7"/>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7"/>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7"/>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7"/>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7"/>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7"/>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7"/>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7"/>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7"/>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7"/>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7"/>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7"/>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7"/>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7"/>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7"/>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7"/>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7"/>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7"/>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7"/>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7"/>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7"/>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7"/>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7"/>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7"/>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7"/>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7"/>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7"/>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7"/>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7"/>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7"/>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7"/>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7"/>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7"/>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7"/>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7"/>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7"/>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7"/>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7"/>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7"/>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7"/>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7"/>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7"/>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7"/>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7"/>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7"/>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7"/>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7"/>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7"/>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7"/>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7"/>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7"/>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7"/>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7"/>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7"/>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7"/>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7"/>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7"/>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7"/>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7"/>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7"/>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7"/>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7"/>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7"/>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7"/>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7"/>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7"/>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7"/>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7"/>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7"/>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7"/>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7"/>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7"/>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7"/>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7"/>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7"/>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7"/>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7"/>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7"/>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7"/>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7"/>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7"/>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7"/>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7"/>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7"/>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7"/>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7"/>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7"/>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7"/>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7"/>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7"/>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7"/>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7"/>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7"/>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7"/>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7"/>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7"/>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7"/>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7"/>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7"/>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7"/>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7"/>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7"/>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7"/>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7"/>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7"/>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7"/>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7"/>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7"/>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7"/>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7"/>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7"/>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7"/>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7"/>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7"/>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7"/>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7"/>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7"/>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7"/>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7"/>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7"/>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7"/>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7"/>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7"/>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7"/>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7"/>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7"/>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7"/>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7"/>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7"/>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7"/>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7"/>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7"/>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7"/>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7"/>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7"/>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7"/>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7"/>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7"/>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7"/>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7"/>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7"/>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7"/>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7"/>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7"/>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7"/>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7"/>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7"/>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7"/>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7"/>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7"/>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7"/>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7"/>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7"/>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7"/>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7"/>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7"/>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7"/>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7"/>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7"/>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7"/>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7"/>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7"/>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7"/>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7"/>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7"/>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7"/>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7"/>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7"/>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7"/>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7"/>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7"/>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7"/>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7"/>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7"/>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7"/>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7"/>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7"/>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7"/>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7"/>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7"/>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7"/>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7"/>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7"/>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7"/>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7"/>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7"/>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7"/>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7"/>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7"/>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7"/>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7"/>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5" name="Google Shape;7205;p77"/>
          <p:cNvGrpSpPr/>
          <p:nvPr/>
        </p:nvGrpSpPr>
        <p:grpSpPr>
          <a:xfrm>
            <a:off x="3416804" y="902588"/>
            <a:ext cx="2310381" cy="1488888"/>
            <a:chOff x="229225" y="549050"/>
            <a:chExt cx="7161750" cy="4615275"/>
          </a:xfrm>
        </p:grpSpPr>
        <p:sp>
          <p:nvSpPr>
            <p:cNvPr id="7206" name="Google Shape;7206;p77"/>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7"/>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7"/>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7"/>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7"/>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7"/>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7"/>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7"/>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7"/>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7"/>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7"/>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7"/>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7"/>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7"/>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7"/>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7"/>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7"/>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7"/>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7"/>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7"/>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7"/>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7"/>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7"/>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7"/>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7"/>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7"/>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7"/>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7"/>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7"/>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7"/>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7"/>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7"/>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7"/>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7"/>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7"/>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7"/>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7"/>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7"/>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7"/>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7"/>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7"/>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7"/>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7"/>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7"/>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7"/>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7"/>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7"/>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7"/>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7"/>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7"/>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7"/>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7"/>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7"/>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7"/>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7"/>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7"/>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7"/>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7"/>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7"/>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7"/>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7"/>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7"/>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7"/>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7"/>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7"/>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7"/>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7"/>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7"/>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7"/>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7"/>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7"/>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7"/>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7"/>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7"/>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7"/>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7"/>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7"/>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7"/>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7"/>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7"/>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7"/>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7"/>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7"/>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7"/>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7"/>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7"/>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7"/>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7"/>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7"/>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7"/>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7"/>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7"/>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7"/>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7"/>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7"/>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7"/>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7"/>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7"/>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7"/>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7"/>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7"/>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7"/>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7"/>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7"/>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7"/>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7"/>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7"/>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7"/>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7"/>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7"/>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7"/>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7"/>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7"/>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7"/>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7"/>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7"/>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7"/>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3" name="Google Shape;7323;p77"/>
          <p:cNvGrpSpPr/>
          <p:nvPr/>
        </p:nvGrpSpPr>
        <p:grpSpPr>
          <a:xfrm>
            <a:off x="3514722" y="2832485"/>
            <a:ext cx="2310282" cy="1374222"/>
            <a:chOff x="238125" y="732525"/>
            <a:chExt cx="7130500" cy="4241425"/>
          </a:xfrm>
        </p:grpSpPr>
        <p:sp>
          <p:nvSpPr>
            <p:cNvPr id="7324" name="Google Shape;7324;p77"/>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7"/>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7"/>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7"/>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7"/>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7"/>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7"/>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7"/>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7"/>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7"/>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7"/>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7"/>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7"/>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7"/>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7"/>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7"/>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7"/>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7"/>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7"/>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7"/>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7"/>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7"/>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7"/>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7"/>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7"/>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7"/>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7"/>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7"/>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7"/>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7"/>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7"/>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7"/>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7"/>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7"/>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7"/>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7"/>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7"/>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7"/>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7"/>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7"/>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7"/>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7"/>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7"/>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7"/>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7"/>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7"/>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7"/>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7"/>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7"/>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7"/>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7"/>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7"/>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7"/>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7"/>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7"/>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7"/>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7"/>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7"/>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7"/>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7"/>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7"/>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7"/>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7"/>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7"/>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7"/>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7"/>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7"/>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7"/>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7"/>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7"/>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7"/>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7"/>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7"/>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7"/>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7"/>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7"/>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7"/>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7"/>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7"/>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7"/>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7"/>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7"/>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7"/>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7"/>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7"/>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7"/>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7"/>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7"/>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7"/>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7"/>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7"/>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7"/>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7"/>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7"/>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7"/>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7"/>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7"/>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7"/>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7"/>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7"/>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7"/>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7"/>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7"/>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7"/>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7"/>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7"/>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7"/>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7"/>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7"/>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7"/>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7"/>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7"/>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7"/>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7"/>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1" name="Shape 7441"/>
        <p:cNvGrpSpPr/>
        <p:nvPr/>
      </p:nvGrpSpPr>
      <p:grpSpPr>
        <a:xfrm>
          <a:off x="0" y="0"/>
          <a:ext cx="0" cy="0"/>
          <a:chOff x="0" y="0"/>
          <a:chExt cx="0" cy="0"/>
        </a:xfrm>
      </p:grpSpPr>
      <p:grpSp>
        <p:nvGrpSpPr>
          <p:cNvPr id="7442" name="Google Shape;7442;p78"/>
          <p:cNvGrpSpPr/>
          <p:nvPr/>
        </p:nvGrpSpPr>
        <p:grpSpPr>
          <a:xfrm>
            <a:off x="2100561" y="3398658"/>
            <a:ext cx="1102891" cy="760337"/>
            <a:chOff x="4967783" y="2151471"/>
            <a:chExt cx="3920692" cy="2702940"/>
          </a:xfrm>
        </p:grpSpPr>
        <p:grpSp>
          <p:nvGrpSpPr>
            <p:cNvPr id="7443" name="Google Shape;7443;p78"/>
            <p:cNvGrpSpPr/>
            <p:nvPr/>
          </p:nvGrpSpPr>
          <p:grpSpPr>
            <a:xfrm>
              <a:off x="5045709" y="2252109"/>
              <a:ext cx="3761071" cy="2501708"/>
              <a:chOff x="2691784" y="1805334"/>
              <a:chExt cx="3761071" cy="2501708"/>
            </a:xfrm>
          </p:grpSpPr>
          <p:sp>
            <p:nvSpPr>
              <p:cNvPr id="7444" name="Google Shape;7444;p78"/>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8"/>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8"/>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8"/>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8"/>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8"/>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8"/>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1" name="Google Shape;7451;p78"/>
            <p:cNvGrpSpPr/>
            <p:nvPr/>
          </p:nvGrpSpPr>
          <p:grpSpPr>
            <a:xfrm>
              <a:off x="4967783" y="2151471"/>
              <a:ext cx="3920692" cy="2702940"/>
              <a:chOff x="2613858" y="1704696"/>
              <a:chExt cx="3920692" cy="2702940"/>
            </a:xfrm>
          </p:grpSpPr>
          <p:sp>
            <p:nvSpPr>
              <p:cNvPr id="7452" name="Google Shape;7452;p78"/>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8"/>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8"/>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8"/>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8"/>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57" name="Google Shape;7457;p78"/>
          <p:cNvGrpSpPr/>
          <p:nvPr/>
        </p:nvGrpSpPr>
        <p:grpSpPr>
          <a:xfrm>
            <a:off x="3504470" y="1286935"/>
            <a:ext cx="1561911" cy="708580"/>
            <a:chOff x="3530532" y="1496185"/>
            <a:chExt cx="1561911" cy="708580"/>
          </a:xfrm>
        </p:grpSpPr>
        <p:grpSp>
          <p:nvGrpSpPr>
            <p:cNvPr id="7458" name="Google Shape;7458;p78"/>
            <p:cNvGrpSpPr/>
            <p:nvPr/>
          </p:nvGrpSpPr>
          <p:grpSpPr>
            <a:xfrm>
              <a:off x="3720318" y="1857562"/>
              <a:ext cx="1372125" cy="54"/>
              <a:chOff x="3720318" y="1857562"/>
              <a:chExt cx="1372125" cy="54"/>
            </a:xfrm>
          </p:grpSpPr>
          <p:cxnSp>
            <p:nvCxnSpPr>
              <p:cNvPr id="7459" name="Google Shape;7459;p78"/>
              <p:cNvCxnSpPr>
                <a:endCxn id="7460"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461" name="Google Shape;7461;p78"/>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462" name="Google Shape;7462;p78"/>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463" name="Google Shape;7463;p78"/>
              <p:cNvCxnSpPr>
                <a:stCxn id="7460"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464" name="Google Shape;7464;p78"/>
            <p:cNvGrpSpPr/>
            <p:nvPr/>
          </p:nvGrpSpPr>
          <p:grpSpPr>
            <a:xfrm>
              <a:off x="3567462" y="1496185"/>
              <a:ext cx="286500" cy="272914"/>
              <a:chOff x="3567462" y="1496185"/>
              <a:chExt cx="286500" cy="272914"/>
            </a:xfrm>
          </p:grpSpPr>
          <p:cxnSp>
            <p:nvCxnSpPr>
              <p:cNvPr id="7465" name="Google Shape;7465;p78"/>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466" name="Google Shape;7466;p78"/>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7" name="Google Shape;7467;p78"/>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8"/>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69" name="Google Shape;7469;p78"/>
            <p:cNvGrpSpPr/>
            <p:nvPr/>
          </p:nvGrpSpPr>
          <p:grpSpPr>
            <a:xfrm>
              <a:off x="3929014" y="1960574"/>
              <a:ext cx="286500" cy="242342"/>
              <a:chOff x="3929014" y="1960574"/>
              <a:chExt cx="286500" cy="242342"/>
            </a:xfrm>
          </p:grpSpPr>
          <p:cxnSp>
            <p:nvCxnSpPr>
              <p:cNvPr id="7470" name="Google Shape;7470;p78"/>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471" name="Google Shape;7471;p78"/>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2" name="Google Shape;7472;p78"/>
            <p:cNvGrpSpPr/>
            <p:nvPr/>
          </p:nvGrpSpPr>
          <p:grpSpPr>
            <a:xfrm>
              <a:off x="4290828" y="1496185"/>
              <a:ext cx="286500" cy="272914"/>
              <a:chOff x="4290828" y="1496185"/>
              <a:chExt cx="286500" cy="272914"/>
            </a:xfrm>
          </p:grpSpPr>
          <p:cxnSp>
            <p:nvCxnSpPr>
              <p:cNvPr id="7473" name="Google Shape;7473;p78"/>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474" name="Google Shape;7474;p78"/>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5" name="Google Shape;7475;p78"/>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8"/>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6" name="Google Shape;7476;p78"/>
            <p:cNvGrpSpPr/>
            <p:nvPr/>
          </p:nvGrpSpPr>
          <p:grpSpPr>
            <a:xfrm>
              <a:off x="4657726" y="1959674"/>
              <a:ext cx="286500" cy="245092"/>
              <a:chOff x="4657726" y="1959674"/>
              <a:chExt cx="286500" cy="245092"/>
            </a:xfrm>
          </p:grpSpPr>
          <p:cxnSp>
            <p:nvCxnSpPr>
              <p:cNvPr id="7477" name="Google Shape;7477;p78"/>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478" name="Google Shape;7478;p78"/>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79" name="Google Shape;7479;p78"/>
          <p:cNvGrpSpPr/>
          <p:nvPr/>
        </p:nvGrpSpPr>
        <p:grpSpPr>
          <a:xfrm>
            <a:off x="3486489" y="2149032"/>
            <a:ext cx="1597032" cy="378649"/>
            <a:chOff x="3512551" y="2358282"/>
            <a:chExt cx="1597032" cy="378649"/>
          </a:xfrm>
        </p:grpSpPr>
        <p:grpSp>
          <p:nvGrpSpPr>
            <p:cNvPr id="7480" name="Google Shape;7480;p78"/>
            <p:cNvGrpSpPr/>
            <p:nvPr/>
          </p:nvGrpSpPr>
          <p:grpSpPr>
            <a:xfrm>
              <a:off x="3738198" y="2553002"/>
              <a:ext cx="1145834" cy="117"/>
              <a:chOff x="3738198" y="2553002"/>
              <a:chExt cx="1145834" cy="117"/>
            </a:xfrm>
          </p:grpSpPr>
          <p:cxnSp>
            <p:nvCxnSpPr>
              <p:cNvPr id="7481" name="Google Shape;7481;p78"/>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482" name="Google Shape;7482;p78"/>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483" name="Google Shape;7483;p78"/>
              <p:cNvCxnSpPr>
                <a:stCxn id="7484" idx="6"/>
                <a:endCxn id="7485"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486" name="Google Shape;7486;p78"/>
            <p:cNvGrpSpPr/>
            <p:nvPr/>
          </p:nvGrpSpPr>
          <p:grpSpPr>
            <a:xfrm>
              <a:off x="3969644" y="2440153"/>
              <a:ext cx="225900" cy="296779"/>
              <a:chOff x="3969644" y="2440153"/>
              <a:chExt cx="225900" cy="296779"/>
            </a:xfrm>
          </p:grpSpPr>
          <p:cxnSp>
            <p:nvCxnSpPr>
              <p:cNvPr id="7487" name="Google Shape;7487;p78"/>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485" name="Google Shape;7485;p78"/>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8"/>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9" name="Google Shape;7489;p78"/>
            <p:cNvGrpSpPr/>
            <p:nvPr/>
          </p:nvGrpSpPr>
          <p:grpSpPr>
            <a:xfrm>
              <a:off x="4426818" y="2358282"/>
              <a:ext cx="225600" cy="307471"/>
              <a:chOff x="4426818" y="2358282"/>
              <a:chExt cx="225600" cy="307471"/>
            </a:xfrm>
          </p:grpSpPr>
          <p:cxnSp>
            <p:nvCxnSpPr>
              <p:cNvPr id="7490" name="Google Shape;7490;p78"/>
              <p:cNvCxnSpPr>
                <a:stCxn id="7491"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492" name="Google Shape;7492;p78"/>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8"/>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78"/>
            <p:cNvGrpSpPr/>
            <p:nvPr/>
          </p:nvGrpSpPr>
          <p:grpSpPr>
            <a:xfrm>
              <a:off x="4883984" y="2440153"/>
              <a:ext cx="225600" cy="296479"/>
              <a:chOff x="4883984" y="2440153"/>
              <a:chExt cx="225600" cy="296479"/>
            </a:xfrm>
          </p:grpSpPr>
          <p:cxnSp>
            <p:nvCxnSpPr>
              <p:cNvPr id="7494" name="Google Shape;7494;p78"/>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495" name="Google Shape;7495;p78"/>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8"/>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78"/>
            <p:cNvGrpSpPr/>
            <p:nvPr/>
          </p:nvGrpSpPr>
          <p:grpSpPr>
            <a:xfrm>
              <a:off x="3512551" y="2358356"/>
              <a:ext cx="225647" cy="307629"/>
              <a:chOff x="2182679" y="2005014"/>
              <a:chExt cx="792300" cy="1080158"/>
            </a:xfrm>
          </p:grpSpPr>
          <p:cxnSp>
            <p:nvCxnSpPr>
              <p:cNvPr id="7498" name="Google Shape;7498;p78"/>
              <p:cNvCxnSpPr>
                <a:stCxn id="7499"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484" name="Google Shape;7484;p78"/>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8"/>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00" name="Google Shape;7500;p78"/>
          <p:cNvGrpSpPr/>
          <p:nvPr/>
        </p:nvGrpSpPr>
        <p:grpSpPr>
          <a:xfrm>
            <a:off x="6846571" y="972829"/>
            <a:ext cx="1559809" cy="722610"/>
            <a:chOff x="634175" y="2986275"/>
            <a:chExt cx="3147949" cy="1458344"/>
          </a:xfrm>
        </p:grpSpPr>
        <p:cxnSp>
          <p:nvCxnSpPr>
            <p:cNvPr id="7501" name="Google Shape;7501;p78"/>
            <p:cNvCxnSpPr>
              <a:stCxn id="7502" idx="4"/>
              <a:endCxn id="7503"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504" name="Google Shape;7504;p78"/>
            <p:cNvCxnSpPr>
              <a:stCxn id="7503" idx="0"/>
              <a:endCxn id="7505"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506" name="Google Shape;7506;p78"/>
            <p:cNvCxnSpPr>
              <a:stCxn id="7505" idx="4"/>
              <a:endCxn id="7507"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508" name="Google Shape;7508;p78"/>
            <p:cNvCxnSpPr>
              <a:stCxn id="7507" idx="0"/>
              <a:endCxn id="7509"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509" name="Google Shape;7509;p78"/>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05" name="Google Shape;7505;p78"/>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02" name="Google Shape;7502;p78"/>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07" name="Google Shape;7507;p78"/>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03" name="Google Shape;7503;p78"/>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510" name="Google Shape;7510;p78"/>
          <p:cNvGrpSpPr/>
          <p:nvPr/>
        </p:nvGrpSpPr>
        <p:grpSpPr>
          <a:xfrm>
            <a:off x="3500361" y="2682737"/>
            <a:ext cx="1570719" cy="294123"/>
            <a:chOff x="998425" y="1182125"/>
            <a:chExt cx="1065400" cy="199500"/>
          </a:xfrm>
        </p:grpSpPr>
        <p:sp>
          <p:nvSpPr>
            <p:cNvPr id="7511" name="Google Shape;7511;p7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6" name="Google Shape;7516;p78"/>
          <p:cNvGrpSpPr/>
          <p:nvPr/>
        </p:nvGrpSpPr>
        <p:grpSpPr>
          <a:xfrm>
            <a:off x="6843617" y="1800224"/>
            <a:ext cx="1565716" cy="366729"/>
            <a:chOff x="1247650" y="2075423"/>
            <a:chExt cx="6648477" cy="1557238"/>
          </a:xfrm>
        </p:grpSpPr>
        <p:sp>
          <p:nvSpPr>
            <p:cNvPr id="7517" name="Google Shape;7517;p7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3" name="Google Shape;7523;p78"/>
          <p:cNvGrpSpPr/>
          <p:nvPr/>
        </p:nvGrpSpPr>
        <p:grpSpPr>
          <a:xfrm>
            <a:off x="6827929" y="2949039"/>
            <a:ext cx="1597061" cy="663440"/>
            <a:chOff x="6796238" y="3158297"/>
            <a:chExt cx="1630319" cy="677257"/>
          </a:xfrm>
        </p:grpSpPr>
        <p:cxnSp>
          <p:nvCxnSpPr>
            <p:cNvPr id="7524" name="Google Shape;7524;p78"/>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525" name="Google Shape;7525;p78"/>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526" name="Google Shape;7526;p78"/>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527" name="Google Shape;7527;p78"/>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528" name="Google Shape;7528;p78"/>
            <p:cNvGrpSpPr/>
            <p:nvPr/>
          </p:nvGrpSpPr>
          <p:grpSpPr>
            <a:xfrm>
              <a:off x="6796238" y="3311904"/>
              <a:ext cx="1630319" cy="377697"/>
              <a:chOff x="6796238" y="3311904"/>
              <a:chExt cx="1630319" cy="377697"/>
            </a:xfrm>
          </p:grpSpPr>
          <p:sp>
            <p:nvSpPr>
              <p:cNvPr id="7529" name="Google Shape;7529;p78"/>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8"/>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8"/>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32" name="Google Shape;7532;p78"/>
          <p:cNvGrpSpPr/>
          <p:nvPr/>
        </p:nvGrpSpPr>
        <p:grpSpPr>
          <a:xfrm>
            <a:off x="5349067" y="970431"/>
            <a:ext cx="1368606" cy="1593805"/>
            <a:chOff x="1839112" y="2209163"/>
            <a:chExt cx="1918159" cy="2233784"/>
          </a:xfrm>
        </p:grpSpPr>
        <p:sp>
          <p:nvSpPr>
            <p:cNvPr id="7533" name="Google Shape;7533;p78"/>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8"/>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8"/>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36" name="Google Shape;7536;p78"/>
            <p:cNvCxnSpPr>
              <a:stCxn id="7533" idx="6"/>
              <a:endCxn id="7534"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537" name="Google Shape;7537;p78"/>
            <p:cNvCxnSpPr>
              <a:stCxn id="7534" idx="4"/>
              <a:endCxn id="7538"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539" name="Google Shape;7539;p78"/>
            <p:cNvCxnSpPr>
              <a:stCxn id="7538" idx="6"/>
              <a:endCxn id="7535"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540" name="Google Shape;7540;p78"/>
            <p:cNvCxnSpPr>
              <a:stCxn id="7535" idx="4"/>
              <a:endCxn id="7541"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538" name="Google Shape;7538;p78"/>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8"/>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8"/>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43" name="Google Shape;7543;p78"/>
            <p:cNvCxnSpPr>
              <a:endCxn id="7542"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544" name="Google Shape;7544;p78"/>
          <p:cNvGrpSpPr/>
          <p:nvPr/>
        </p:nvGrpSpPr>
        <p:grpSpPr>
          <a:xfrm>
            <a:off x="3481440" y="976667"/>
            <a:ext cx="1637968" cy="154942"/>
            <a:chOff x="238125" y="2506075"/>
            <a:chExt cx="7115411" cy="673075"/>
          </a:xfrm>
        </p:grpSpPr>
        <p:sp>
          <p:nvSpPr>
            <p:cNvPr id="7545" name="Google Shape;7545;p7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0" name="Google Shape;7550;p78"/>
          <p:cNvGrpSpPr/>
          <p:nvPr/>
        </p:nvGrpSpPr>
        <p:grpSpPr>
          <a:xfrm>
            <a:off x="720125" y="1298264"/>
            <a:ext cx="2476762" cy="91743"/>
            <a:chOff x="1464850" y="436376"/>
            <a:chExt cx="6001362" cy="222300"/>
          </a:xfrm>
        </p:grpSpPr>
        <p:sp>
          <p:nvSpPr>
            <p:cNvPr id="7551" name="Google Shape;7551;p78"/>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8"/>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8"/>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8"/>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8"/>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56" name="Google Shape;7556;p78"/>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557" name="Google Shape;7557;p78"/>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558" name="Google Shape;7558;p78"/>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559" name="Google Shape;7559;p78"/>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560" name="Google Shape;7560;p78"/>
          <p:cNvGrpSpPr/>
          <p:nvPr/>
        </p:nvGrpSpPr>
        <p:grpSpPr>
          <a:xfrm>
            <a:off x="706392" y="2533730"/>
            <a:ext cx="1452710" cy="651923"/>
            <a:chOff x="803162" y="2667727"/>
            <a:chExt cx="1411906" cy="633611"/>
          </a:xfrm>
        </p:grpSpPr>
        <p:cxnSp>
          <p:nvCxnSpPr>
            <p:cNvPr id="7561" name="Google Shape;7561;p78"/>
            <p:cNvCxnSpPr>
              <a:stCxn id="7562" idx="2"/>
              <a:endCxn id="7563"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64" name="Google Shape;7564;p78"/>
            <p:cNvCxnSpPr>
              <a:stCxn id="7565" idx="0"/>
              <a:endCxn id="7562"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66" name="Google Shape;7566;p78"/>
            <p:cNvCxnSpPr>
              <a:stCxn id="7565" idx="2"/>
              <a:endCxn id="7567"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68" name="Google Shape;7568;p78"/>
            <p:cNvCxnSpPr>
              <a:stCxn id="7569" idx="0"/>
              <a:endCxn id="7565"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70" name="Google Shape;7570;p78"/>
            <p:cNvCxnSpPr>
              <a:stCxn id="7563" idx="2"/>
              <a:endCxn id="7571"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72" name="Google Shape;7572;p78"/>
            <p:cNvCxnSpPr>
              <a:stCxn id="7573" idx="0"/>
              <a:endCxn id="7563"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569" name="Google Shape;7569;p78"/>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67" name="Google Shape;7567;p78"/>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73" name="Google Shape;7573;p78"/>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71" name="Google Shape;7571;p78"/>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63" name="Google Shape;7563;p78"/>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65" name="Google Shape;7565;p78"/>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62" name="Google Shape;7562;p78"/>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574" name="Google Shape;7574;p78"/>
          <p:cNvGrpSpPr/>
          <p:nvPr/>
        </p:nvGrpSpPr>
        <p:grpSpPr>
          <a:xfrm>
            <a:off x="706394" y="969268"/>
            <a:ext cx="2518541" cy="209309"/>
            <a:chOff x="803163" y="1111966"/>
            <a:chExt cx="2447800" cy="203430"/>
          </a:xfrm>
        </p:grpSpPr>
        <p:grpSp>
          <p:nvGrpSpPr>
            <p:cNvPr id="7575" name="Google Shape;7575;p78"/>
            <p:cNvGrpSpPr/>
            <p:nvPr/>
          </p:nvGrpSpPr>
          <p:grpSpPr>
            <a:xfrm>
              <a:off x="1958180" y="1111966"/>
              <a:ext cx="588019" cy="121396"/>
              <a:chOff x="4808316" y="2800065"/>
              <a:chExt cx="1999386" cy="412910"/>
            </a:xfrm>
          </p:grpSpPr>
          <p:sp>
            <p:nvSpPr>
              <p:cNvPr id="7576" name="Google Shape;7576;p78"/>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7" name="Google Shape;7577;p78"/>
              <p:cNvGrpSpPr/>
              <p:nvPr/>
            </p:nvGrpSpPr>
            <p:grpSpPr>
              <a:xfrm>
                <a:off x="4808316" y="2800065"/>
                <a:ext cx="92400" cy="411825"/>
                <a:chOff x="845575" y="2563700"/>
                <a:chExt cx="92400" cy="411825"/>
              </a:xfrm>
            </p:grpSpPr>
            <p:cxnSp>
              <p:nvCxnSpPr>
                <p:cNvPr id="7578" name="Google Shape;7578;p7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79" name="Google Shape;7579;p7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580" name="Google Shape;7580;p78"/>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581" name="Google Shape;7581;p78"/>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2" name="Google Shape;7582;p78"/>
            <p:cNvGrpSpPr/>
            <p:nvPr/>
          </p:nvGrpSpPr>
          <p:grpSpPr>
            <a:xfrm>
              <a:off x="803163" y="1111974"/>
              <a:ext cx="591158" cy="121545"/>
              <a:chOff x="803163" y="1111974"/>
              <a:chExt cx="591158" cy="121545"/>
            </a:xfrm>
          </p:grpSpPr>
          <p:grpSp>
            <p:nvGrpSpPr>
              <p:cNvPr id="7583" name="Google Shape;7583;p78"/>
              <p:cNvGrpSpPr/>
              <p:nvPr/>
            </p:nvGrpSpPr>
            <p:grpSpPr>
              <a:xfrm>
                <a:off x="803163" y="1111974"/>
                <a:ext cx="27175" cy="121077"/>
                <a:chOff x="845575" y="2563700"/>
                <a:chExt cx="92400" cy="411825"/>
              </a:xfrm>
            </p:grpSpPr>
            <p:cxnSp>
              <p:nvCxnSpPr>
                <p:cNvPr id="7584" name="Google Shape;7584;p7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85" name="Google Shape;7585;p7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86" name="Google Shape;7586;p78"/>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7" name="Google Shape;7587;p78"/>
            <p:cNvGrpSpPr/>
            <p:nvPr/>
          </p:nvGrpSpPr>
          <p:grpSpPr>
            <a:xfrm>
              <a:off x="1381910" y="1194219"/>
              <a:ext cx="588341" cy="121177"/>
              <a:chOff x="1381910" y="1194219"/>
              <a:chExt cx="588341" cy="121177"/>
            </a:xfrm>
          </p:grpSpPr>
          <p:grpSp>
            <p:nvGrpSpPr>
              <p:cNvPr id="7588" name="Google Shape;7588;p78"/>
              <p:cNvGrpSpPr/>
              <p:nvPr/>
            </p:nvGrpSpPr>
            <p:grpSpPr>
              <a:xfrm rot="10800000">
                <a:off x="1381910" y="1194319"/>
                <a:ext cx="27175" cy="121077"/>
                <a:chOff x="2070100" y="2563700"/>
                <a:chExt cx="92400" cy="411825"/>
              </a:xfrm>
            </p:grpSpPr>
            <p:cxnSp>
              <p:nvCxnSpPr>
                <p:cNvPr id="7589" name="Google Shape;7589;p7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90" name="Google Shape;7590;p7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1" name="Google Shape;7591;p78"/>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2" name="Google Shape;7592;p78"/>
            <p:cNvGrpSpPr/>
            <p:nvPr/>
          </p:nvGrpSpPr>
          <p:grpSpPr>
            <a:xfrm>
              <a:off x="2532079" y="1194219"/>
              <a:ext cx="704927" cy="121177"/>
              <a:chOff x="2532079" y="1194219"/>
              <a:chExt cx="704927" cy="121177"/>
            </a:xfrm>
          </p:grpSpPr>
          <p:grpSp>
            <p:nvGrpSpPr>
              <p:cNvPr id="7593" name="Google Shape;7593;p78"/>
              <p:cNvGrpSpPr/>
              <p:nvPr/>
            </p:nvGrpSpPr>
            <p:grpSpPr>
              <a:xfrm rot="10800000">
                <a:off x="2532079" y="1194319"/>
                <a:ext cx="27175" cy="121077"/>
                <a:chOff x="2070100" y="2563700"/>
                <a:chExt cx="92400" cy="411825"/>
              </a:xfrm>
            </p:grpSpPr>
            <p:cxnSp>
              <p:nvCxnSpPr>
                <p:cNvPr id="7594" name="Google Shape;7594;p7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95" name="Google Shape;7595;p7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6" name="Google Shape;7596;p78"/>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97" name="Google Shape;7597;p78"/>
          <p:cNvGrpSpPr/>
          <p:nvPr/>
        </p:nvGrpSpPr>
        <p:grpSpPr>
          <a:xfrm>
            <a:off x="3499404" y="3665900"/>
            <a:ext cx="1567778" cy="491677"/>
            <a:chOff x="5194708" y="3484366"/>
            <a:chExt cx="3148148" cy="987304"/>
          </a:xfrm>
        </p:grpSpPr>
        <p:grpSp>
          <p:nvGrpSpPr>
            <p:cNvPr id="7598" name="Google Shape;7598;p78"/>
            <p:cNvGrpSpPr/>
            <p:nvPr/>
          </p:nvGrpSpPr>
          <p:grpSpPr>
            <a:xfrm>
              <a:off x="7531521" y="3484366"/>
              <a:ext cx="811335" cy="987304"/>
              <a:chOff x="3379425" y="1617275"/>
              <a:chExt cx="1090650" cy="1327200"/>
            </a:xfrm>
          </p:grpSpPr>
          <p:sp>
            <p:nvSpPr>
              <p:cNvPr id="7599" name="Google Shape;7599;p7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2" name="Google Shape;7602;p78"/>
            <p:cNvGrpSpPr/>
            <p:nvPr/>
          </p:nvGrpSpPr>
          <p:grpSpPr>
            <a:xfrm>
              <a:off x="6752546" y="3484366"/>
              <a:ext cx="811428" cy="987304"/>
              <a:chOff x="2332275" y="1617275"/>
              <a:chExt cx="1090775" cy="1327200"/>
            </a:xfrm>
          </p:grpSpPr>
          <p:sp>
            <p:nvSpPr>
              <p:cNvPr id="7603" name="Google Shape;7603;p7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6" name="Google Shape;7606;p78"/>
            <p:cNvGrpSpPr/>
            <p:nvPr/>
          </p:nvGrpSpPr>
          <p:grpSpPr>
            <a:xfrm>
              <a:off x="5973664" y="3484366"/>
              <a:ext cx="811335" cy="987304"/>
              <a:chOff x="1285250" y="1617275"/>
              <a:chExt cx="1090650" cy="1327200"/>
            </a:xfrm>
          </p:grpSpPr>
          <p:sp>
            <p:nvSpPr>
              <p:cNvPr id="7607" name="Google Shape;7607;p7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0" name="Google Shape;7610;p78"/>
            <p:cNvGrpSpPr/>
            <p:nvPr/>
          </p:nvGrpSpPr>
          <p:grpSpPr>
            <a:xfrm>
              <a:off x="5194708" y="3484366"/>
              <a:ext cx="811409" cy="987304"/>
              <a:chOff x="238125" y="1617275"/>
              <a:chExt cx="1090750" cy="1327200"/>
            </a:xfrm>
          </p:grpSpPr>
          <p:sp>
            <p:nvSpPr>
              <p:cNvPr id="7611" name="Google Shape;7611;p7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14" name="Google Shape;7614;p78"/>
          <p:cNvGrpSpPr/>
          <p:nvPr/>
        </p:nvGrpSpPr>
        <p:grpSpPr>
          <a:xfrm>
            <a:off x="3460013" y="3146311"/>
            <a:ext cx="1616964" cy="346256"/>
            <a:chOff x="1808063" y="4294338"/>
            <a:chExt cx="3370782" cy="721817"/>
          </a:xfrm>
        </p:grpSpPr>
        <p:sp>
          <p:nvSpPr>
            <p:cNvPr id="7615" name="Google Shape;7615;p7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5" name="Google Shape;7625;p78"/>
          <p:cNvGrpSpPr/>
          <p:nvPr/>
        </p:nvGrpSpPr>
        <p:grpSpPr>
          <a:xfrm>
            <a:off x="738225" y="3432340"/>
            <a:ext cx="1295882" cy="646587"/>
            <a:chOff x="834100" y="3642869"/>
            <a:chExt cx="1259483" cy="628426"/>
          </a:xfrm>
        </p:grpSpPr>
        <p:sp>
          <p:nvSpPr>
            <p:cNvPr id="7626" name="Google Shape;7626;p78"/>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8"/>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8"/>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8"/>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8"/>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8"/>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8"/>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8"/>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8"/>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8"/>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8"/>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8"/>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8"/>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8"/>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8"/>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8"/>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8"/>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8"/>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8"/>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8"/>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8"/>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8"/>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8"/>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8"/>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8"/>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1" name="Google Shape;7651;p78"/>
            <p:cNvGrpSpPr/>
            <p:nvPr/>
          </p:nvGrpSpPr>
          <p:grpSpPr>
            <a:xfrm>
              <a:off x="1360364" y="3847835"/>
              <a:ext cx="208119" cy="224359"/>
              <a:chOff x="1360769" y="3847100"/>
              <a:chExt cx="208119" cy="224359"/>
            </a:xfrm>
          </p:grpSpPr>
          <p:sp>
            <p:nvSpPr>
              <p:cNvPr id="7652" name="Google Shape;7652;p78"/>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8"/>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8"/>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8"/>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8"/>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8"/>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8"/>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8"/>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8"/>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8"/>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8"/>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8"/>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8"/>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8"/>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8"/>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8"/>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8"/>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8"/>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8"/>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8"/>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2" name="Google Shape;7672;p78"/>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8"/>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8"/>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8"/>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8"/>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8"/>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8"/>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8"/>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8"/>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8"/>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8"/>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8"/>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8"/>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8"/>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6" name="Google Shape;7686;p78"/>
          <p:cNvGrpSpPr/>
          <p:nvPr/>
        </p:nvGrpSpPr>
        <p:grpSpPr>
          <a:xfrm rot="5400000">
            <a:off x="5951338" y="3228837"/>
            <a:ext cx="164064" cy="1414916"/>
            <a:chOff x="4428249" y="1369375"/>
            <a:chExt cx="36905" cy="429569"/>
          </a:xfrm>
        </p:grpSpPr>
        <p:sp>
          <p:nvSpPr>
            <p:cNvPr id="7687" name="Google Shape;7687;p78"/>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8"/>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8"/>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8"/>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8"/>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8"/>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8"/>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8"/>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8"/>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8"/>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8"/>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8"/>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8"/>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8"/>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8"/>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8"/>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8"/>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8"/>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8"/>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8"/>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8"/>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8"/>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8"/>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8"/>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8"/>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8"/>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8"/>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8"/>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8"/>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8"/>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8"/>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8"/>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9" name="Google Shape;7719;p78"/>
          <p:cNvGrpSpPr/>
          <p:nvPr/>
        </p:nvGrpSpPr>
        <p:grpSpPr>
          <a:xfrm flipH="1" rot="10800000">
            <a:off x="5323767" y="2817380"/>
            <a:ext cx="1419207" cy="24808"/>
            <a:chOff x="219558" y="4738465"/>
            <a:chExt cx="5852400" cy="102300"/>
          </a:xfrm>
        </p:grpSpPr>
        <p:cxnSp>
          <p:nvCxnSpPr>
            <p:cNvPr id="7720" name="Google Shape;7720;p78"/>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721" name="Google Shape;7721;p78"/>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8"/>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8"/>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8"/>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8"/>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6" name="Google Shape;7726;p78"/>
          <p:cNvGrpSpPr/>
          <p:nvPr/>
        </p:nvGrpSpPr>
        <p:grpSpPr>
          <a:xfrm>
            <a:off x="5335086" y="3190444"/>
            <a:ext cx="1396570" cy="385016"/>
            <a:chOff x="5286284" y="2966544"/>
            <a:chExt cx="1396570" cy="385016"/>
          </a:xfrm>
        </p:grpSpPr>
        <p:cxnSp>
          <p:nvCxnSpPr>
            <p:cNvPr id="7727" name="Google Shape;7727;p78"/>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728" name="Google Shape;7728;p78"/>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729" name="Google Shape;7729;p78"/>
            <p:cNvGrpSpPr/>
            <p:nvPr/>
          </p:nvGrpSpPr>
          <p:grpSpPr>
            <a:xfrm>
              <a:off x="5287688" y="3173364"/>
              <a:ext cx="1395166" cy="74100"/>
              <a:chOff x="5287688" y="3173364"/>
              <a:chExt cx="1395166" cy="74100"/>
            </a:xfrm>
          </p:grpSpPr>
          <p:cxnSp>
            <p:nvCxnSpPr>
              <p:cNvPr id="7730" name="Google Shape;7730;p78"/>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731" name="Google Shape;7731;p78"/>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732" name="Google Shape;7732;p78"/>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33" name="Google Shape;7733;p78"/>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34" name="Google Shape;7734;p78"/>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35" name="Google Shape;7735;p78"/>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36" name="Google Shape;7736;p78"/>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37" name="Google Shape;7737;p78"/>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738" name="Google Shape;7738;p78"/>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739" name="Google Shape;7739;p78"/>
          <p:cNvGrpSpPr/>
          <p:nvPr/>
        </p:nvGrpSpPr>
        <p:grpSpPr>
          <a:xfrm>
            <a:off x="2021151" y="1609220"/>
            <a:ext cx="1182276" cy="662027"/>
            <a:chOff x="2029517" y="1732295"/>
            <a:chExt cx="1149068" cy="643432"/>
          </a:xfrm>
        </p:grpSpPr>
        <p:grpSp>
          <p:nvGrpSpPr>
            <p:cNvPr id="7740" name="Google Shape;7740;p78"/>
            <p:cNvGrpSpPr/>
            <p:nvPr/>
          </p:nvGrpSpPr>
          <p:grpSpPr>
            <a:xfrm>
              <a:off x="2708660" y="1746937"/>
              <a:ext cx="455427" cy="244429"/>
              <a:chOff x="2700693" y="1746937"/>
              <a:chExt cx="455427" cy="244429"/>
            </a:xfrm>
          </p:grpSpPr>
          <p:grpSp>
            <p:nvGrpSpPr>
              <p:cNvPr id="7741" name="Google Shape;7741;p78"/>
              <p:cNvGrpSpPr/>
              <p:nvPr/>
            </p:nvGrpSpPr>
            <p:grpSpPr>
              <a:xfrm>
                <a:off x="2905682" y="1782817"/>
                <a:ext cx="250438" cy="208549"/>
                <a:chOff x="2905682" y="1782817"/>
                <a:chExt cx="250438" cy="208549"/>
              </a:xfrm>
            </p:grpSpPr>
            <p:cxnSp>
              <p:nvCxnSpPr>
                <p:cNvPr id="7742" name="Google Shape;7742;p78"/>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43" name="Google Shape;7743;p78"/>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4" name="Google Shape;7744;p78"/>
              <p:cNvGrpSpPr/>
              <p:nvPr/>
            </p:nvGrpSpPr>
            <p:grpSpPr>
              <a:xfrm>
                <a:off x="2700693" y="1746937"/>
                <a:ext cx="449967" cy="72374"/>
                <a:chOff x="2700693" y="1746937"/>
                <a:chExt cx="449967" cy="72374"/>
              </a:xfrm>
            </p:grpSpPr>
            <p:cxnSp>
              <p:nvCxnSpPr>
                <p:cNvPr id="7745" name="Google Shape;7745;p78"/>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46" name="Google Shape;7746;p78"/>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47" name="Google Shape;7747;p78"/>
            <p:cNvGrpSpPr/>
            <p:nvPr/>
          </p:nvGrpSpPr>
          <p:grpSpPr>
            <a:xfrm>
              <a:off x="2029517" y="1732295"/>
              <a:ext cx="1149068" cy="643432"/>
              <a:chOff x="2029517" y="1732295"/>
              <a:chExt cx="1149068" cy="643432"/>
            </a:xfrm>
          </p:grpSpPr>
          <p:grpSp>
            <p:nvGrpSpPr>
              <p:cNvPr id="7748" name="Google Shape;7748;p78"/>
              <p:cNvGrpSpPr/>
              <p:nvPr/>
            </p:nvGrpSpPr>
            <p:grpSpPr>
              <a:xfrm>
                <a:off x="2703618" y="2103152"/>
                <a:ext cx="474966" cy="260017"/>
                <a:chOff x="2703618" y="2103152"/>
                <a:chExt cx="474966" cy="260017"/>
              </a:xfrm>
            </p:grpSpPr>
            <p:grpSp>
              <p:nvGrpSpPr>
                <p:cNvPr id="7749" name="Google Shape;7749;p78"/>
                <p:cNvGrpSpPr/>
                <p:nvPr/>
              </p:nvGrpSpPr>
              <p:grpSpPr>
                <a:xfrm>
                  <a:off x="2703618" y="2290640"/>
                  <a:ext cx="450291" cy="72529"/>
                  <a:chOff x="2703618" y="2290640"/>
                  <a:chExt cx="450291" cy="72529"/>
                </a:xfrm>
              </p:grpSpPr>
              <p:cxnSp>
                <p:nvCxnSpPr>
                  <p:cNvPr id="7750" name="Google Shape;7750;p78"/>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51" name="Google Shape;7751;p78"/>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2" name="Google Shape;7752;p78"/>
                <p:cNvGrpSpPr/>
                <p:nvPr/>
              </p:nvGrpSpPr>
              <p:grpSpPr>
                <a:xfrm>
                  <a:off x="2908607" y="2103152"/>
                  <a:ext cx="269977" cy="223538"/>
                  <a:chOff x="2908607" y="2103152"/>
                  <a:chExt cx="269977" cy="223538"/>
                </a:xfrm>
              </p:grpSpPr>
              <p:cxnSp>
                <p:nvCxnSpPr>
                  <p:cNvPr id="7753" name="Google Shape;7753;p78"/>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54" name="Google Shape;7754;p78"/>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55" name="Google Shape;7755;p78"/>
              <p:cNvGrpSpPr/>
              <p:nvPr/>
            </p:nvGrpSpPr>
            <p:grpSpPr>
              <a:xfrm>
                <a:off x="2029517" y="1732295"/>
                <a:ext cx="685827" cy="643432"/>
                <a:chOff x="2029517" y="1732295"/>
                <a:chExt cx="685827" cy="643432"/>
              </a:xfrm>
            </p:grpSpPr>
            <p:sp>
              <p:nvSpPr>
                <p:cNvPr id="7756" name="Google Shape;7756;p78"/>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7" name="Google Shape;7757;p78"/>
                <p:cNvGrpSpPr/>
                <p:nvPr/>
              </p:nvGrpSpPr>
              <p:grpSpPr>
                <a:xfrm>
                  <a:off x="2158948" y="1732295"/>
                  <a:ext cx="556396" cy="333108"/>
                  <a:chOff x="2158948" y="1732295"/>
                  <a:chExt cx="556396" cy="333108"/>
                </a:xfrm>
              </p:grpSpPr>
              <p:cxnSp>
                <p:nvCxnSpPr>
                  <p:cNvPr id="7758" name="Google Shape;7758;p78"/>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759" name="Google Shape;7759;p78"/>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0" name="Google Shape;7760;p78"/>
                <p:cNvGrpSpPr/>
                <p:nvPr/>
              </p:nvGrpSpPr>
              <p:grpSpPr>
                <a:xfrm>
                  <a:off x="2159908" y="2065057"/>
                  <a:ext cx="550884" cy="310670"/>
                  <a:chOff x="2159908" y="2065057"/>
                  <a:chExt cx="550884" cy="310670"/>
                </a:xfrm>
              </p:grpSpPr>
              <p:cxnSp>
                <p:nvCxnSpPr>
                  <p:cNvPr id="7761" name="Google Shape;7761;p78"/>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762" name="Google Shape;7762;p78"/>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763" name="Google Shape;7763;p78"/>
          <p:cNvGrpSpPr/>
          <p:nvPr/>
        </p:nvGrpSpPr>
        <p:grpSpPr>
          <a:xfrm>
            <a:off x="706400" y="1556833"/>
            <a:ext cx="962651" cy="810058"/>
            <a:chOff x="732462" y="1766083"/>
            <a:chExt cx="962651" cy="810058"/>
          </a:xfrm>
        </p:grpSpPr>
        <p:grpSp>
          <p:nvGrpSpPr>
            <p:cNvPr id="7764" name="Google Shape;7764;p78"/>
            <p:cNvGrpSpPr/>
            <p:nvPr/>
          </p:nvGrpSpPr>
          <p:grpSpPr>
            <a:xfrm>
              <a:off x="732462" y="1908333"/>
              <a:ext cx="339369" cy="524756"/>
              <a:chOff x="844912" y="1819635"/>
              <a:chExt cx="329836" cy="510016"/>
            </a:xfrm>
          </p:grpSpPr>
          <p:sp>
            <p:nvSpPr>
              <p:cNvPr id="7765" name="Google Shape;7765;p78"/>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8"/>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8"/>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8"/>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8"/>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8"/>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1" name="Google Shape;7771;p78"/>
            <p:cNvGrpSpPr/>
            <p:nvPr/>
          </p:nvGrpSpPr>
          <p:grpSpPr>
            <a:xfrm>
              <a:off x="1184858" y="2256650"/>
              <a:ext cx="510255" cy="319491"/>
              <a:chOff x="1284601" y="2158168"/>
              <a:chExt cx="495923" cy="310517"/>
            </a:xfrm>
          </p:grpSpPr>
          <p:sp>
            <p:nvSpPr>
              <p:cNvPr id="7772" name="Google Shape;7772;p78"/>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3" name="Google Shape;7773;p78"/>
              <p:cNvGrpSpPr/>
              <p:nvPr/>
            </p:nvGrpSpPr>
            <p:grpSpPr>
              <a:xfrm>
                <a:off x="1507666" y="2158168"/>
                <a:ext cx="272858" cy="310517"/>
                <a:chOff x="1507666" y="2158168"/>
                <a:chExt cx="272858" cy="310517"/>
              </a:xfrm>
            </p:grpSpPr>
            <p:grpSp>
              <p:nvGrpSpPr>
                <p:cNvPr id="7774" name="Google Shape;7774;p78"/>
                <p:cNvGrpSpPr/>
                <p:nvPr/>
              </p:nvGrpSpPr>
              <p:grpSpPr>
                <a:xfrm>
                  <a:off x="1507666" y="2176104"/>
                  <a:ext cx="166395" cy="273149"/>
                  <a:chOff x="1507666" y="2176104"/>
                  <a:chExt cx="166395" cy="273149"/>
                </a:xfrm>
              </p:grpSpPr>
              <p:sp>
                <p:nvSpPr>
                  <p:cNvPr id="7775" name="Google Shape;7775;p78"/>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8"/>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8"/>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8"/>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8"/>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8"/>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8"/>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2" name="Google Shape;7782;p78"/>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8"/>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84" name="Google Shape;7784;p78"/>
            <p:cNvGrpSpPr/>
            <p:nvPr/>
          </p:nvGrpSpPr>
          <p:grpSpPr>
            <a:xfrm>
              <a:off x="1184858" y="1766083"/>
              <a:ext cx="510255" cy="319491"/>
              <a:chOff x="1284601" y="1681380"/>
              <a:chExt cx="495923" cy="310517"/>
            </a:xfrm>
          </p:grpSpPr>
          <p:sp>
            <p:nvSpPr>
              <p:cNvPr id="7785" name="Google Shape;7785;p78"/>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6" name="Google Shape;7786;p78"/>
              <p:cNvGrpSpPr/>
              <p:nvPr/>
            </p:nvGrpSpPr>
            <p:grpSpPr>
              <a:xfrm>
                <a:off x="1507666" y="1681380"/>
                <a:ext cx="272858" cy="310517"/>
                <a:chOff x="1507666" y="1681380"/>
                <a:chExt cx="272858" cy="310517"/>
              </a:xfrm>
            </p:grpSpPr>
            <p:grpSp>
              <p:nvGrpSpPr>
                <p:cNvPr id="7787" name="Google Shape;7787;p78"/>
                <p:cNvGrpSpPr/>
                <p:nvPr/>
              </p:nvGrpSpPr>
              <p:grpSpPr>
                <a:xfrm>
                  <a:off x="1507666" y="1700120"/>
                  <a:ext cx="166395" cy="272984"/>
                  <a:chOff x="1507666" y="1700120"/>
                  <a:chExt cx="166395" cy="272984"/>
                </a:xfrm>
              </p:grpSpPr>
              <p:sp>
                <p:nvSpPr>
                  <p:cNvPr id="7788" name="Google Shape;7788;p78"/>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8"/>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8"/>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8"/>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8"/>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8"/>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8"/>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5" name="Google Shape;7795;p78"/>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8"/>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97" name="Google Shape;7797;p78"/>
          <p:cNvGrpSpPr/>
          <p:nvPr/>
        </p:nvGrpSpPr>
        <p:grpSpPr>
          <a:xfrm>
            <a:off x="6815341" y="2324262"/>
            <a:ext cx="1622269" cy="552443"/>
            <a:chOff x="6894650" y="2574740"/>
            <a:chExt cx="1445100" cy="492111"/>
          </a:xfrm>
        </p:grpSpPr>
        <p:sp>
          <p:nvSpPr>
            <p:cNvPr id="7798" name="Google Shape;7798;p78"/>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8"/>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8"/>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8"/>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8"/>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03" name="Google Shape;7803;p78"/>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804" name="Google Shape;7804;p78"/>
          <p:cNvGrpSpPr/>
          <p:nvPr/>
        </p:nvGrpSpPr>
        <p:grpSpPr>
          <a:xfrm>
            <a:off x="6834884" y="3698518"/>
            <a:ext cx="1583206" cy="475705"/>
            <a:chOff x="6953919" y="3907920"/>
            <a:chExt cx="1377300" cy="475705"/>
          </a:xfrm>
        </p:grpSpPr>
        <p:cxnSp>
          <p:nvCxnSpPr>
            <p:cNvPr id="7805" name="Google Shape;7805;p78"/>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806" name="Google Shape;7806;p78"/>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807" name="Google Shape;7807;p78"/>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808" name="Google Shape;7808;p78"/>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809" name="Google Shape;7809;p78"/>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810" name="Google Shape;7810;p78"/>
          <p:cNvGrpSpPr/>
          <p:nvPr/>
        </p:nvGrpSpPr>
        <p:grpSpPr>
          <a:xfrm>
            <a:off x="2338472" y="2459663"/>
            <a:ext cx="836286" cy="824529"/>
            <a:chOff x="2389399" y="2595741"/>
            <a:chExt cx="812796" cy="801369"/>
          </a:xfrm>
        </p:grpSpPr>
        <p:grpSp>
          <p:nvGrpSpPr>
            <p:cNvPr id="7811" name="Google Shape;7811;p78"/>
            <p:cNvGrpSpPr/>
            <p:nvPr/>
          </p:nvGrpSpPr>
          <p:grpSpPr>
            <a:xfrm>
              <a:off x="2492145" y="2881565"/>
              <a:ext cx="607300" cy="229751"/>
              <a:chOff x="2492145" y="2881565"/>
              <a:chExt cx="607300" cy="229751"/>
            </a:xfrm>
          </p:grpSpPr>
          <p:sp>
            <p:nvSpPr>
              <p:cNvPr id="7812" name="Google Shape;7812;p78"/>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8"/>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8"/>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5" name="Google Shape;7815;p78"/>
            <p:cNvGrpSpPr/>
            <p:nvPr/>
          </p:nvGrpSpPr>
          <p:grpSpPr>
            <a:xfrm>
              <a:off x="2389399" y="2595741"/>
              <a:ext cx="812796" cy="296825"/>
              <a:chOff x="2389399" y="2595741"/>
              <a:chExt cx="812796" cy="296825"/>
            </a:xfrm>
          </p:grpSpPr>
          <p:grpSp>
            <p:nvGrpSpPr>
              <p:cNvPr id="7816" name="Google Shape;7816;p78"/>
              <p:cNvGrpSpPr/>
              <p:nvPr/>
            </p:nvGrpSpPr>
            <p:grpSpPr>
              <a:xfrm>
                <a:off x="2389399" y="2595741"/>
                <a:ext cx="363638" cy="296825"/>
                <a:chOff x="2389399" y="2595741"/>
                <a:chExt cx="363638" cy="296825"/>
              </a:xfrm>
            </p:grpSpPr>
            <p:grpSp>
              <p:nvGrpSpPr>
                <p:cNvPr id="7817" name="Google Shape;7817;p78"/>
                <p:cNvGrpSpPr/>
                <p:nvPr/>
              </p:nvGrpSpPr>
              <p:grpSpPr>
                <a:xfrm>
                  <a:off x="2493852" y="2794333"/>
                  <a:ext cx="259185" cy="98232"/>
                  <a:chOff x="2493852" y="2794333"/>
                  <a:chExt cx="259185" cy="98232"/>
                </a:xfrm>
              </p:grpSpPr>
              <p:sp>
                <p:nvSpPr>
                  <p:cNvPr id="7818" name="Google Shape;7818;p78"/>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8"/>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8"/>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1" name="Google Shape;7821;p78"/>
                <p:cNvGrpSpPr/>
                <p:nvPr/>
              </p:nvGrpSpPr>
              <p:grpSpPr>
                <a:xfrm>
                  <a:off x="2389399" y="2595741"/>
                  <a:ext cx="224343" cy="182054"/>
                  <a:chOff x="2389399" y="2595741"/>
                  <a:chExt cx="224343" cy="182054"/>
                </a:xfrm>
              </p:grpSpPr>
              <p:sp>
                <p:nvSpPr>
                  <p:cNvPr id="7822" name="Google Shape;7822;p78"/>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8"/>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24" name="Google Shape;7824;p78"/>
              <p:cNvGrpSpPr/>
              <p:nvPr/>
            </p:nvGrpSpPr>
            <p:grpSpPr>
              <a:xfrm>
                <a:off x="2683630" y="2595741"/>
                <a:ext cx="224334" cy="296825"/>
                <a:chOff x="2683630" y="2595741"/>
                <a:chExt cx="224334" cy="296825"/>
              </a:xfrm>
            </p:grpSpPr>
            <p:grpSp>
              <p:nvGrpSpPr>
                <p:cNvPr id="7825" name="Google Shape;7825;p78"/>
                <p:cNvGrpSpPr/>
                <p:nvPr/>
              </p:nvGrpSpPr>
              <p:grpSpPr>
                <a:xfrm>
                  <a:off x="2788083" y="2794333"/>
                  <a:ext cx="15356" cy="98232"/>
                  <a:chOff x="2788083" y="2794333"/>
                  <a:chExt cx="15356" cy="98232"/>
                </a:xfrm>
              </p:grpSpPr>
              <p:sp>
                <p:nvSpPr>
                  <p:cNvPr id="7826" name="Google Shape;7826;p78"/>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8"/>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8"/>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78"/>
                <p:cNvGrpSpPr/>
                <p:nvPr/>
              </p:nvGrpSpPr>
              <p:grpSpPr>
                <a:xfrm>
                  <a:off x="2683630" y="2595741"/>
                  <a:ext cx="224334" cy="182054"/>
                  <a:chOff x="2683630" y="2595741"/>
                  <a:chExt cx="224334" cy="182054"/>
                </a:xfrm>
              </p:grpSpPr>
              <p:sp>
                <p:nvSpPr>
                  <p:cNvPr id="7830" name="Google Shape;7830;p78"/>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8"/>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32" name="Google Shape;7832;p78"/>
              <p:cNvGrpSpPr/>
              <p:nvPr/>
            </p:nvGrpSpPr>
            <p:grpSpPr>
              <a:xfrm>
                <a:off x="2838475" y="2595741"/>
                <a:ext cx="363719" cy="296825"/>
                <a:chOff x="2838475" y="2595741"/>
                <a:chExt cx="363719" cy="296825"/>
              </a:xfrm>
            </p:grpSpPr>
            <p:grpSp>
              <p:nvGrpSpPr>
                <p:cNvPr id="7833" name="Google Shape;7833;p78"/>
                <p:cNvGrpSpPr/>
                <p:nvPr/>
              </p:nvGrpSpPr>
              <p:grpSpPr>
                <a:xfrm>
                  <a:off x="2838475" y="2794333"/>
                  <a:ext cx="259185" cy="98232"/>
                  <a:chOff x="2838475" y="2794333"/>
                  <a:chExt cx="259185" cy="98232"/>
                </a:xfrm>
              </p:grpSpPr>
              <p:sp>
                <p:nvSpPr>
                  <p:cNvPr id="7834" name="Google Shape;7834;p78"/>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8"/>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8"/>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7" name="Google Shape;7837;p78"/>
                <p:cNvGrpSpPr/>
                <p:nvPr/>
              </p:nvGrpSpPr>
              <p:grpSpPr>
                <a:xfrm>
                  <a:off x="2977852" y="2595741"/>
                  <a:ext cx="224343" cy="182054"/>
                  <a:chOff x="2977852" y="2595741"/>
                  <a:chExt cx="224343" cy="182054"/>
                </a:xfrm>
              </p:grpSpPr>
              <p:sp>
                <p:nvSpPr>
                  <p:cNvPr id="7838" name="Google Shape;7838;p78"/>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8"/>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40" name="Google Shape;7840;p78"/>
            <p:cNvGrpSpPr/>
            <p:nvPr/>
          </p:nvGrpSpPr>
          <p:grpSpPr>
            <a:xfrm>
              <a:off x="2389399" y="3100241"/>
              <a:ext cx="812796" cy="296869"/>
              <a:chOff x="2389399" y="3100241"/>
              <a:chExt cx="812796" cy="296869"/>
            </a:xfrm>
          </p:grpSpPr>
          <p:grpSp>
            <p:nvGrpSpPr>
              <p:cNvPr id="7841" name="Google Shape;7841;p78"/>
              <p:cNvGrpSpPr/>
              <p:nvPr/>
            </p:nvGrpSpPr>
            <p:grpSpPr>
              <a:xfrm>
                <a:off x="2683630" y="3100241"/>
                <a:ext cx="224334" cy="296869"/>
                <a:chOff x="2683630" y="3100241"/>
                <a:chExt cx="224334" cy="296869"/>
              </a:xfrm>
            </p:grpSpPr>
            <p:grpSp>
              <p:nvGrpSpPr>
                <p:cNvPr id="7842" name="Google Shape;7842;p78"/>
                <p:cNvGrpSpPr/>
                <p:nvPr/>
              </p:nvGrpSpPr>
              <p:grpSpPr>
                <a:xfrm>
                  <a:off x="2788083" y="3100241"/>
                  <a:ext cx="15356" cy="98237"/>
                  <a:chOff x="2788083" y="3100241"/>
                  <a:chExt cx="15356" cy="98237"/>
                </a:xfrm>
              </p:grpSpPr>
              <p:sp>
                <p:nvSpPr>
                  <p:cNvPr id="7843" name="Google Shape;7843;p78"/>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8"/>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8"/>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6" name="Google Shape;7846;p78"/>
                <p:cNvGrpSpPr/>
                <p:nvPr/>
              </p:nvGrpSpPr>
              <p:grpSpPr>
                <a:xfrm>
                  <a:off x="2683630" y="3215065"/>
                  <a:ext cx="224334" cy="182045"/>
                  <a:chOff x="2683630" y="3215065"/>
                  <a:chExt cx="224334" cy="182045"/>
                </a:xfrm>
              </p:grpSpPr>
              <p:sp>
                <p:nvSpPr>
                  <p:cNvPr id="7847" name="Google Shape;7847;p78"/>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8"/>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49" name="Google Shape;7849;p78"/>
              <p:cNvGrpSpPr/>
              <p:nvPr/>
            </p:nvGrpSpPr>
            <p:grpSpPr>
              <a:xfrm>
                <a:off x="2389399" y="3100241"/>
                <a:ext cx="363638" cy="296869"/>
                <a:chOff x="2389399" y="3100241"/>
                <a:chExt cx="363638" cy="296869"/>
              </a:xfrm>
            </p:grpSpPr>
            <p:grpSp>
              <p:nvGrpSpPr>
                <p:cNvPr id="7850" name="Google Shape;7850;p78"/>
                <p:cNvGrpSpPr/>
                <p:nvPr/>
              </p:nvGrpSpPr>
              <p:grpSpPr>
                <a:xfrm>
                  <a:off x="2493852" y="3100241"/>
                  <a:ext cx="259185" cy="98237"/>
                  <a:chOff x="2493852" y="3100241"/>
                  <a:chExt cx="259185" cy="98237"/>
                </a:xfrm>
              </p:grpSpPr>
              <p:sp>
                <p:nvSpPr>
                  <p:cNvPr id="7851" name="Google Shape;7851;p78"/>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8"/>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8"/>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4" name="Google Shape;7854;p78"/>
                <p:cNvGrpSpPr/>
                <p:nvPr/>
              </p:nvGrpSpPr>
              <p:grpSpPr>
                <a:xfrm>
                  <a:off x="2389399" y="3215065"/>
                  <a:ext cx="224343" cy="182045"/>
                  <a:chOff x="2389399" y="3215065"/>
                  <a:chExt cx="224343" cy="182045"/>
                </a:xfrm>
              </p:grpSpPr>
              <p:sp>
                <p:nvSpPr>
                  <p:cNvPr id="7855" name="Google Shape;7855;p78"/>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8"/>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57" name="Google Shape;7857;p78"/>
              <p:cNvGrpSpPr/>
              <p:nvPr/>
            </p:nvGrpSpPr>
            <p:grpSpPr>
              <a:xfrm>
                <a:off x="2838475" y="3100241"/>
                <a:ext cx="363719" cy="296869"/>
                <a:chOff x="2838475" y="3100241"/>
                <a:chExt cx="363719" cy="296869"/>
              </a:xfrm>
            </p:grpSpPr>
            <p:grpSp>
              <p:nvGrpSpPr>
                <p:cNvPr id="7858" name="Google Shape;7858;p78"/>
                <p:cNvGrpSpPr/>
                <p:nvPr/>
              </p:nvGrpSpPr>
              <p:grpSpPr>
                <a:xfrm>
                  <a:off x="2838475" y="3100241"/>
                  <a:ext cx="259185" cy="98237"/>
                  <a:chOff x="2838475" y="3100241"/>
                  <a:chExt cx="259185" cy="98237"/>
                </a:xfrm>
              </p:grpSpPr>
              <p:sp>
                <p:nvSpPr>
                  <p:cNvPr id="7859" name="Google Shape;7859;p78"/>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8"/>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8"/>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2" name="Google Shape;7862;p78"/>
                <p:cNvGrpSpPr/>
                <p:nvPr/>
              </p:nvGrpSpPr>
              <p:grpSpPr>
                <a:xfrm>
                  <a:off x="2977852" y="3215065"/>
                  <a:ext cx="224343" cy="182045"/>
                  <a:chOff x="2977852" y="3215065"/>
                  <a:chExt cx="224343" cy="182045"/>
                </a:xfrm>
              </p:grpSpPr>
              <p:sp>
                <p:nvSpPr>
                  <p:cNvPr id="7863" name="Google Shape;7863;p78"/>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8"/>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68" name="Shape 7868"/>
        <p:cNvGrpSpPr/>
        <p:nvPr/>
      </p:nvGrpSpPr>
      <p:grpSpPr>
        <a:xfrm>
          <a:off x="0" y="0"/>
          <a:ext cx="0" cy="0"/>
          <a:chOff x="0" y="0"/>
          <a:chExt cx="0" cy="0"/>
        </a:xfrm>
      </p:grpSpPr>
      <p:grpSp>
        <p:nvGrpSpPr>
          <p:cNvPr id="7869" name="Google Shape;7869;p79"/>
          <p:cNvGrpSpPr/>
          <p:nvPr/>
        </p:nvGrpSpPr>
        <p:grpSpPr>
          <a:xfrm>
            <a:off x="702075" y="3155925"/>
            <a:ext cx="2390414" cy="1024800"/>
            <a:chOff x="728925" y="3296613"/>
            <a:chExt cx="2390414" cy="1024800"/>
          </a:xfrm>
        </p:grpSpPr>
        <p:grpSp>
          <p:nvGrpSpPr>
            <p:cNvPr id="7870" name="Google Shape;7870;p79"/>
            <p:cNvGrpSpPr/>
            <p:nvPr/>
          </p:nvGrpSpPr>
          <p:grpSpPr>
            <a:xfrm>
              <a:off x="728925" y="3619800"/>
              <a:ext cx="2390414" cy="500893"/>
              <a:chOff x="728925" y="3619800"/>
              <a:chExt cx="2390414" cy="500893"/>
            </a:xfrm>
          </p:grpSpPr>
          <p:sp>
            <p:nvSpPr>
              <p:cNvPr id="7871" name="Google Shape;7871;p79"/>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72" name="Google Shape;7872;p79"/>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873" name="Google Shape;7873;p79"/>
            <p:cNvGrpSpPr/>
            <p:nvPr/>
          </p:nvGrpSpPr>
          <p:grpSpPr>
            <a:xfrm>
              <a:off x="1348050" y="3296613"/>
              <a:ext cx="1706152" cy="1024800"/>
              <a:chOff x="1348050" y="3296613"/>
              <a:chExt cx="1706152" cy="1024800"/>
            </a:xfrm>
          </p:grpSpPr>
          <p:sp>
            <p:nvSpPr>
              <p:cNvPr id="7874" name="Google Shape;7874;p79"/>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75" name="Google Shape;7875;p79"/>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76" name="Google Shape;7876;p79"/>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77" name="Google Shape;7877;p79"/>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78" name="Google Shape;7878;p79"/>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879" name="Google Shape;7879;p79"/>
            <p:cNvGrpSpPr/>
            <p:nvPr/>
          </p:nvGrpSpPr>
          <p:grpSpPr>
            <a:xfrm>
              <a:off x="1455707" y="3654858"/>
              <a:ext cx="1491150" cy="417657"/>
              <a:chOff x="1455707" y="3654858"/>
              <a:chExt cx="1491150" cy="417657"/>
            </a:xfrm>
          </p:grpSpPr>
          <p:sp>
            <p:nvSpPr>
              <p:cNvPr id="7880" name="Google Shape;7880;p79"/>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9"/>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9"/>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9"/>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9"/>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9"/>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9"/>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9"/>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9"/>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9"/>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9"/>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9"/>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9"/>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9"/>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9"/>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9"/>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9"/>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9"/>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9"/>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9"/>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900" name="Google Shape;7900;p79"/>
          <p:cNvGraphicFramePr/>
          <p:nvPr/>
        </p:nvGraphicFramePr>
        <p:xfrm>
          <a:off x="5937775" y="2153837"/>
          <a:ext cx="3000000" cy="3000000"/>
        </p:xfrm>
        <a:graphic>
          <a:graphicData uri="http://schemas.openxmlformats.org/drawingml/2006/table">
            <a:tbl>
              <a:tblPr>
                <a:noFill/>
                <a:tableStyleId>{D886A143-5B8B-409E-85FC-669CE8CAFE8F}</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901" name="Google Shape;7901;p79"/>
          <p:cNvGrpSpPr/>
          <p:nvPr/>
        </p:nvGrpSpPr>
        <p:grpSpPr>
          <a:xfrm>
            <a:off x="710451" y="981601"/>
            <a:ext cx="2396505" cy="976502"/>
            <a:chOff x="749309" y="1112739"/>
            <a:chExt cx="2371603" cy="976502"/>
          </a:xfrm>
        </p:grpSpPr>
        <p:grpSp>
          <p:nvGrpSpPr>
            <p:cNvPr id="7902" name="Google Shape;7902;p79"/>
            <p:cNvGrpSpPr/>
            <p:nvPr/>
          </p:nvGrpSpPr>
          <p:grpSpPr>
            <a:xfrm>
              <a:off x="1092126" y="1112739"/>
              <a:ext cx="2028786" cy="975464"/>
              <a:chOff x="1092126" y="1112739"/>
              <a:chExt cx="2028786" cy="975464"/>
            </a:xfrm>
          </p:grpSpPr>
          <p:sp>
            <p:nvSpPr>
              <p:cNvPr id="7903" name="Google Shape;7903;p79"/>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9"/>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9"/>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9"/>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9"/>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9"/>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9"/>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9"/>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9"/>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9"/>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9"/>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9"/>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9"/>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9"/>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9"/>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9"/>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9"/>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9"/>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9"/>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9"/>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9"/>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9"/>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9"/>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9"/>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7" name="Google Shape;7927;p79"/>
            <p:cNvGrpSpPr/>
            <p:nvPr/>
          </p:nvGrpSpPr>
          <p:grpSpPr>
            <a:xfrm>
              <a:off x="749309" y="1112739"/>
              <a:ext cx="314700" cy="975464"/>
              <a:chOff x="749309" y="1112739"/>
              <a:chExt cx="314700" cy="975464"/>
            </a:xfrm>
          </p:grpSpPr>
          <p:sp>
            <p:nvSpPr>
              <p:cNvPr id="7928" name="Google Shape;7928;p79"/>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9"/>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9"/>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9"/>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2" name="Google Shape;7932;p7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936" name="Google Shape;7936;p79"/>
          <p:cNvGraphicFramePr/>
          <p:nvPr/>
        </p:nvGraphicFramePr>
        <p:xfrm>
          <a:off x="5937800" y="981587"/>
          <a:ext cx="3000000" cy="3000000"/>
        </p:xfrm>
        <a:graphic>
          <a:graphicData uri="http://schemas.openxmlformats.org/drawingml/2006/table">
            <a:tbl>
              <a:tblPr>
                <a:noFill/>
                <a:tableStyleId>{D886A143-5B8B-409E-85FC-669CE8CAFE8F}</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937" name="Google Shape;7937;p79"/>
          <p:cNvGraphicFramePr/>
          <p:nvPr/>
        </p:nvGraphicFramePr>
        <p:xfrm>
          <a:off x="3358663" y="2153837"/>
          <a:ext cx="3000000" cy="3000000"/>
        </p:xfrm>
        <a:graphic>
          <a:graphicData uri="http://schemas.openxmlformats.org/drawingml/2006/table">
            <a:tbl>
              <a:tblPr>
                <a:noFill/>
                <a:tableStyleId>{D886A143-5B8B-409E-85FC-669CE8CAFE8F}</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938" name="Google Shape;7938;p79"/>
          <p:cNvGrpSpPr/>
          <p:nvPr/>
        </p:nvGrpSpPr>
        <p:grpSpPr>
          <a:xfrm>
            <a:off x="3360649" y="3144798"/>
            <a:ext cx="2363377" cy="1047062"/>
            <a:chOff x="3358399" y="3285485"/>
            <a:chExt cx="2363377" cy="1047062"/>
          </a:xfrm>
        </p:grpSpPr>
        <p:grpSp>
          <p:nvGrpSpPr>
            <p:cNvPr id="7939" name="Google Shape;7939;p79"/>
            <p:cNvGrpSpPr/>
            <p:nvPr/>
          </p:nvGrpSpPr>
          <p:grpSpPr>
            <a:xfrm>
              <a:off x="3358412" y="3285485"/>
              <a:ext cx="2363244" cy="139500"/>
              <a:chOff x="3358412" y="3285485"/>
              <a:chExt cx="2363244" cy="139500"/>
            </a:xfrm>
          </p:grpSpPr>
          <p:sp>
            <p:nvSpPr>
              <p:cNvPr id="7940" name="Google Shape;7940;p79"/>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9"/>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9"/>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9"/>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9"/>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5" name="Google Shape;7945;p79"/>
            <p:cNvGrpSpPr/>
            <p:nvPr/>
          </p:nvGrpSpPr>
          <p:grpSpPr>
            <a:xfrm>
              <a:off x="3358412" y="3466996"/>
              <a:ext cx="2363244" cy="139500"/>
              <a:chOff x="3358412" y="3466996"/>
              <a:chExt cx="2363244" cy="139500"/>
            </a:xfrm>
          </p:grpSpPr>
          <p:sp>
            <p:nvSpPr>
              <p:cNvPr id="7946" name="Google Shape;7946;p79"/>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9"/>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9"/>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9"/>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9"/>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1" name="Google Shape;7951;p79"/>
            <p:cNvGrpSpPr/>
            <p:nvPr/>
          </p:nvGrpSpPr>
          <p:grpSpPr>
            <a:xfrm>
              <a:off x="3358412" y="3648507"/>
              <a:ext cx="2363244" cy="139500"/>
              <a:chOff x="3358412" y="3648507"/>
              <a:chExt cx="2363244" cy="139500"/>
            </a:xfrm>
          </p:grpSpPr>
          <p:sp>
            <p:nvSpPr>
              <p:cNvPr id="7952" name="Google Shape;7952;p79"/>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9"/>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9"/>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9"/>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9"/>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7" name="Google Shape;7957;p79"/>
            <p:cNvGrpSpPr/>
            <p:nvPr/>
          </p:nvGrpSpPr>
          <p:grpSpPr>
            <a:xfrm>
              <a:off x="3358412" y="3830018"/>
              <a:ext cx="2363244" cy="139500"/>
              <a:chOff x="3358412" y="3830018"/>
              <a:chExt cx="2363244" cy="139500"/>
            </a:xfrm>
          </p:grpSpPr>
          <p:sp>
            <p:nvSpPr>
              <p:cNvPr id="7958" name="Google Shape;7958;p79"/>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9"/>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9"/>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9"/>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9"/>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3" name="Google Shape;7963;p79"/>
            <p:cNvGrpSpPr/>
            <p:nvPr/>
          </p:nvGrpSpPr>
          <p:grpSpPr>
            <a:xfrm>
              <a:off x="3358399" y="4011514"/>
              <a:ext cx="2363377" cy="139537"/>
              <a:chOff x="3294800" y="4134603"/>
              <a:chExt cx="2638876" cy="152400"/>
            </a:xfrm>
          </p:grpSpPr>
          <p:sp>
            <p:nvSpPr>
              <p:cNvPr id="7964" name="Google Shape;7964;p79"/>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9"/>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9"/>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9"/>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9"/>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9" name="Google Shape;7969;p79"/>
            <p:cNvGrpSpPr/>
            <p:nvPr/>
          </p:nvGrpSpPr>
          <p:grpSpPr>
            <a:xfrm>
              <a:off x="3358399" y="4193010"/>
              <a:ext cx="2363377" cy="139537"/>
              <a:chOff x="3294800" y="4134603"/>
              <a:chExt cx="2638876" cy="152400"/>
            </a:xfrm>
          </p:grpSpPr>
          <p:sp>
            <p:nvSpPr>
              <p:cNvPr id="7970" name="Google Shape;7970;p79"/>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9"/>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9"/>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9"/>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9"/>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975" name="Google Shape;7975;p79"/>
          <p:cNvGraphicFramePr/>
          <p:nvPr/>
        </p:nvGraphicFramePr>
        <p:xfrm>
          <a:off x="711450" y="2153837"/>
          <a:ext cx="3000000" cy="3000000"/>
        </p:xfrm>
        <a:graphic>
          <a:graphicData uri="http://schemas.openxmlformats.org/drawingml/2006/table">
            <a:tbl>
              <a:tblPr>
                <a:noFill/>
                <a:tableStyleId>{D886A143-5B8B-409E-85FC-669CE8CAFE8F}</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976" name="Google Shape;7976;p79"/>
          <p:cNvGrpSpPr/>
          <p:nvPr/>
        </p:nvGrpSpPr>
        <p:grpSpPr>
          <a:xfrm>
            <a:off x="4161119" y="2557652"/>
            <a:ext cx="1302095" cy="60959"/>
            <a:chOff x="3558802" y="4011427"/>
            <a:chExt cx="1866000" cy="111300"/>
          </a:xfrm>
        </p:grpSpPr>
        <p:sp>
          <p:nvSpPr>
            <p:cNvPr id="7977" name="Google Shape;7977;p7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9"/>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79"/>
          <p:cNvGrpSpPr/>
          <p:nvPr/>
        </p:nvGrpSpPr>
        <p:grpSpPr>
          <a:xfrm>
            <a:off x="4706607" y="2839811"/>
            <a:ext cx="914340" cy="60959"/>
            <a:chOff x="3558802" y="4011427"/>
            <a:chExt cx="1866000" cy="111300"/>
          </a:xfrm>
        </p:grpSpPr>
        <p:sp>
          <p:nvSpPr>
            <p:cNvPr id="7980" name="Google Shape;7980;p7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9"/>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79"/>
          <p:cNvGrpSpPr/>
          <p:nvPr/>
        </p:nvGrpSpPr>
        <p:grpSpPr>
          <a:xfrm>
            <a:off x="5874449" y="3167609"/>
            <a:ext cx="2519825" cy="1001454"/>
            <a:chOff x="1906114" y="789980"/>
            <a:chExt cx="1487676" cy="606868"/>
          </a:xfrm>
        </p:grpSpPr>
        <p:cxnSp>
          <p:nvCxnSpPr>
            <p:cNvPr id="7983" name="Google Shape;7983;p79"/>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984" name="Google Shape;7984;p79"/>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985" name="Google Shape;7985;p79"/>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986" name="Google Shape;7986;p79"/>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7987" name="Google Shape;7987;p79"/>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7988" name="Google Shape;7988;p79"/>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7989" name="Google Shape;7989;p79"/>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7990" name="Google Shape;7990;p79"/>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9"/>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9"/>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9"/>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9"/>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9"/>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9"/>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7997" name="Google Shape;7997;p79"/>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7998" name="Google Shape;7998;p79"/>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7999" name="Google Shape;7999;p79"/>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0" name="Google Shape;8000;p79"/>
          <p:cNvGrpSpPr/>
          <p:nvPr/>
        </p:nvGrpSpPr>
        <p:grpSpPr>
          <a:xfrm>
            <a:off x="3355812" y="951645"/>
            <a:ext cx="2363393" cy="1005865"/>
            <a:chOff x="3292400" y="1193188"/>
            <a:chExt cx="2615240" cy="1131075"/>
          </a:xfrm>
        </p:grpSpPr>
        <p:sp>
          <p:nvSpPr>
            <p:cNvPr id="8001" name="Google Shape;8001;p79"/>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02" name="Google Shape;8002;p79"/>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03" name="Google Shape;8003;p79"/>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004" name="Google Shape;8004;p79"/>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005" name="Google Shape;8005;p79"/>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006" name="Google Shape;8006;p79"/>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007" name="Google Shape;8007;p79"/>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008" name="Google Shape;8008;p79"/>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009" name="Google Shape;8009;p79"/>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010" name="Google Shape;8010;p79"/>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011" name="Google Shape;8011;p79"/>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012" name="Google Shape;8012;p79"/>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013" name="Google Shape;8013;p79"/>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014" name="Google Shape;8014;p79"/>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015" name="Google Shape;8015;p79"/>
            <p:cNvGrpSpPr/>
            <p:nvPr/>
          </p:nvGrpSpPr>
          <p:grpSpPr>
            <a:xfrm>
              <a:off x="3748438" y="1378608"/>
              <a:ext cx="2159202" cy="903971"/>
              <a:chOff x="1683525" y="2179850"/>
              <a:chExt cx="4519050" cy="2134525"/>
            </a:xfrm>
          </p:grpSpPr>
          <p:sp>
            <p:nvSpPr>
              <p:cNvPr id="8016" name="Google Shape;8016;p7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17" name="Google Shape;8017;p7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18" name="Google Shape;8018;p7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19" name="Google Shape;8019;p7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20" name="Google Shape;8020;p7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21" name="Google Shape;8021;p7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22" name="Google Shape;8022;p7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23" name="Google Shape;8023;p7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24" name="Google Shape;8024;p7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25" name="Google Shape;8025;p7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26" name="Google Shape;8026;p7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27" name="Google Shape;8027;p7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1" name="Shape 8031"/>
        <p:cNvGrpSpPr/>
        <p:nvPr/>
      </p:nvGrpSpPr>
      <p:grpSpPr>
        <a:xfrm>
          <a:off x="0" y="0"/>
          <a:ext cx="0" cy="0"/>
          <a:chOff x="0" y="0"/>
          <a:chExt cx="0" cy="0"/>
        </a:xfrm>
      </p:grpSpPr>
      <p:grpSp>
        <p:nvGrpSpPr>
          <p:cNvPr id="8032" name="Google Shape;8032;p80"/>
          <p:cNvGrpSpPr/>
          <p:nvPr/>
        </p:nvGrpSpPr>
        <p:grpSpPr>
          <a:xfrm>
            <a:off x="4796684" y="970929"/>
            <a:ext cx="745431" cy="718863"/>
            <a:chOff x="4249973" y="1201875"/>
            <a:chExt cx="1958568" cy="1888762"/>
          </a:xfrm>
        </p:grpSpPr>
        <p:sp>
          <p:nvSpPr>
            <p:cNvPr id="8033" name="Google Shape;8033;p80"/>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4" name="Google Shape;8034;p80"/>
            <p:cNvGrpSpPr/>
            <p:nvPr/>
          </p:nvGrpSpPr>
          <p:grpSpPr>
            <a:xfrm>
              <a:off x="5853086" y="1789142"/>
              <a:ext cx="355454" cy="1048099"/>
              <a:chOff x="5576108" y="2016725"/>
              <a:chExt cx="565200" cy="1666560"/>
            </a:xfrm>
          </p:grpSpPr>
          <p:sp>
            <p:nvSpPr>
              <p:cNvPr id="8035" name="Google Shape;8035;p80"/>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36" name="Google Shape;8036;p8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7" name="Google Shape;8037;p80"/>
            <p:cNvGrpSpPr/>
            <p:nvPr/>
          </p:nvGrpSpPr>
          <p:grpSpPr>
            <a:xfrm>
              <a:off x="4869455" y="2691676"/>
              <a:ext cx="1013897" cy="398961"/>
              <a:chOff x="4012057" y="3451825"/>
              <a:chExt cx="1612175" cy="634379"/>
            </a:xfrm>
          </p:grpSpPr>
          <p:sp>
            <p:nvSpPr>
              <p:cNvPr id="8038" name="Google Shape;8038;p80"/>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39" name="Google Shape;8039;p8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0" name="Google Shape;8040;p80"/>
            <p:cNvGrpSpPr/>
            <p:nvPr/>
          </p:nvGrpSpPr>
          <p:grpSpPr>
            <a:xfrm>
              <a:off x="4276937" y="2155961"/>
              <a:ext cx="651965" cy="891358"/>
              <a:chOff x="3069908" y="2599997"/>
              <a:chExt cx="1036675" cy="1417328"/>
            </a:xfrm>
          </p:grpSpPr>
          <p:sp>
            <p:nvSpPr>
              <p:cNvPr id="8041" name="Google Shape;8041;p80"/>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42" name="Google Shape;8042;p8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80"/>
            <p:cNvGrpSpPr/>
            <p:nvPr/>
          </p:nvGrpSpPr>
          <p:grpSpPr>
            <a:xfrm>
              <a:off x="5054918" y="1201875"/>
              <a:ext cx="999548" cy="602711"/>
              <a:chOff x="4306958" y="1082925"/>
              <a:chExt cx="1589359" cy="958358"/>
            </a:xfrm>
          </p:grpSpPr>
          <p:sp>
            <p:nvSpPr>
              <p:cNvPr id="8044" name="Google Shape;8044;p80"/>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45" name="Google Shape;8045;p8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6" name="Google Shape;8046;p80"/>
            <p:cNvGrpSpPr/>
            <p:nvPr/>
          </p:nvGrpSpPr>
          <p:grpSpPr>
            <a:xfrm>
              <a:off x="4249973" y="1303451"/>
              <a:ext cx="799317" cy="841334"/>
              <a:chOff x="3027033" y="1244439"/>
              <a:chExt cx="1270977" cy="1337786"/>
            </a:xfrm>
          </p:grpSpPr>
          <p:sp>
            <p:nvSpPr>
              <p:cNvPr id="8047" name="Google Shape;8047;p80"/>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48" name="Google Shape;8048;p8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49" name="Google Shape;8049;p80"/>
          <p:cNvGrpSpPr/>
          <p:nvPr/>
        </p:nvGrpSpPr>
        <p:grpSpPr>
          <a:xfrm>
            <a:off x="713057" y="1849378"/>
            <a:ext cx="761767" cy="729896"/>
            <a:chOff x="2657744" y="2337745"/>
            <a:chExt cx="832987" cy="798137"/>
          </a:xfrm>
        </p:grpSpPr>
        <p:sp>
          <p:nvSpPr>
            <p:cNvPr id="8050" name="Google Shape;8050;p80"/>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0"/>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0"/>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6" name="Google Shape;8056;p80"/>
          <p:cNvGrpSpPr/>
          <p:nvPr/>
        </p:nvGrpSpPr>
        <p:grpSpPr>
          <a:xfrm>
            <a:off x="3224022" y="1852584"/>
            <a:ext cx="685569" cy="723586"/>
            <a:chOff x="3398134" y="2057755"/>
            <a:chExt cx="704087" cy="743130"/>
          </a:xfrm>
        </p:grpSpPr>
        <p:grpSp>
          <p:nvGrpSpPr>
            <p:cNvPr id="8057" name="Google Shape;8057;p80"/>
            <p:cNvGrpSpPr/>
            <p:nvPr/>
          </p:nvGrpSpPr>
          <p:grpSpPr>
            <a:xfrm>
              <a:off x="3398134" y="2290183"/>
              <a:ext cx="315300" cy="219900"/>
              <a:chOff x="3398134" y="2290183"/>
              <a:chExt cx="315300" cy="219900"/>
            </a:xfrm>
          </p:grpSpPr>
          <p:sp>
            <p:nvSpPr>
              <p:cNvPr id="8058" name="Google Shape;8058;p80"/>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59" name="Google Shape;8059;p80"/>
              <p:cNvCxnSpPr>
                <a:stCxn id="8058"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060" name="Google Shape;8060;p80"/>
            <p:cNvGrpSpPr/>
            <p:nvPr/>
          </p:nvGrpSpPr>
          <p:grpSpPr>
            <a:xfrm>
              <a:off x="3547823" y="2467358"/>
              <a:ext cx="219900" cy="333527"/>
              <a:chOff x="3547823" y="2467358"/>
              <a:chExt cx="219900" cy="333527"/>
            </a:xfrm>
          </p:grpSpPr>
          <p:sp>
            <p:nvSpPr>
              <p:cNvPr id="8061" name="Google Shape;8061;p80"/>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62" name="Google Shape;8062;p80"/>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063" name="Google Shape;8063;p80"/>
            <p:cNvGrpSpPr/>
            <p:nvPr/>
          </p:nvGrpSpPr>
          <p:grpSpPr>
            <a:xfrm>
              <a:off x="3734138" y="2467358"/>
              <a:ext cx="219900" cy="333527"/>
              <a:chOff x="3734138" y="2467358"/>
              <a:chExt cx="219900" cy="333527"/>
            </a:xfrm>
          </p:grpSpPr>
          <p:sp>
            <p:nvSpPr>
              <p:cNvPr id="8064" name="Google Shape;8064;p80"/>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65" name="Google Shape;8065;p80"/>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066" name="Google Shape;8066;p80"/>
            <p:cNvGrpSpPr/>
            <p:nvPr/>
          </p:nvGrpSpPr>
          <p:grpSpPr>
            <a:xfrm>
              <a:off x="3787560" y="2288011"/>
              <a:ext cx="314661" cy="219900"/>
              <a:chOff x="3787560" y="2288011"/>
              <a:chExt cx="314661" cy="219900"/>
            </a:xfrm>
          </p:grpSpPr>
          <p:sp>
            <p:nvSpPr>
              <p:cNvPr id="8067" name="Google Shape;8067;p80"/>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68" name="Google Shape;8068;p80"/>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069" name="Google Shape;8069;p80"/>
            <p:cNvGrpSpPr/>
            <p:nvPr/>
          </p:nvGrpSpPr>
          <p:grpSpPr>
            <a:xfrm>
              <a:off x="3637290" y="2057755"/>
              <a:ext cx="219900" cy="335499"/>
              <a:chOff x="3637290" y="2057755"/>
              <a:chExt cx="219900" cy="335499"/>
            </a:xfrm>
          </p:grpSpPr>
          <p:sp>
            <p:nvSpPr>
              <p:cNvPr id="8070" name="Google Shape;8070;p80"/>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071" name="Google Shape;8071;p80"/>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072" name="Google Shape;8072;p80"/>
          <p:cNvGrpSpPr/>
          <p:nvPr/>
        </p:nvGrpSpPr>
        <p:grpSpPr>
          <a:xfrm>
            <a:off x="4899244" y="1859280"/>
            <a:ext cx="710153" cy="710153"/>
            <a:chOff x="5007123" y="2079403"/>
            <a:chExt cx="687600" cy="687600"/>
          </a:xfrm>
        </p:grpSpPr>
        <p:sp>
          <p:nvSpPr>
            <p:cNvPr id="8073" name="Google Shape;8073;p80"/>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0"/>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0"/>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80"/>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7" name="Google Shape;8077;p80"/>
          <p:cNvGrpSpPr/>
          <p:nvPr/>
        </p:nvGrpSpPr>
        <p:grpSpPr>
          <a:xfrm>
            <a:off x="5708681" y="1853787"/>
            <a:ext cx="720998" cy="721183"/>
            <a:chOff x="5797446" y="2063053"/>
            <a:chExt cx="698100" cy="698280"/>
          </a:xfrm>
        </p:grpSpPr>
        <p:sp>
          <p:nvSpPr>
            <p:cNvPr id="8078" name="Google Shape;8078;p80"/>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0"/>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0"/>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0"/>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2" name="Google Shape;8082;p80"/>
          <p:cNvGrpSpPr/>
          <p:nvPr/>
        </p:nvGrpSpPr>
        <p:grpSpPr>
          <a:xfrm>
            <a:off x="8153828" y="3499392"/>
            <a:ext cx="280585" cy="673164"/>
            <a:chOff x="8075075" y="3754290"/>
            <a:chExt cx="255612" cy="613194"/>
          </a:xfrm>
        </p:grpSpPr>
        <p:grpSp>
          <p:nvGrpSpPr>
            <p:cNvPr id="8083" name="Google Shape;8083;p80"/>
            <p:cNvGrpSpPr/>
            <p:nvPr/>
          </p:nvGrpSpPr>
          <p:grpSpPr>
            <a:xfrm>
              <a:off x="8075075" y="3754290"/>
              <a:ext cx="255612" cy="613194"/>
              <a:chOff x="8075075" y="3754290"/>
              <a:chExt cx="255612" cy="613194"/>
            </a:xfrm>
          </p:grpSpPr>
          <p:sp>
            <p:nvSpPr>
              <p:cNvPr id="8084" name="Google Shape;8084;p80"/>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0"/>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6" name="Google Shape;8086;p80"/>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7" name="Google Shape;8087;p80"/>
          <p:cNvGrpSpPr/>
          <p:nvPr/>
        </p:nvGrpSpPr>
        <p:grpSpPr>
          <a:xfrm>
            <a:off x="5270887" y="3488188"/>
            <a:ext cx="470352" cy="683745"/>
            <a:chOff x="1697726" y="3244179"/>
            <a:chExt cx="788124" cy="1146069"/>
          </a:xfrm>
        </p:grpSpPr>
        <p:sp>
          <p:nvSpPr>
            <p:cNvPr id="8088" name="Google Shape;8088;p8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0" name="Google Shape;8090;p80"/>
          <p:cNvSpPr/>
          <p:nvPr/>
        </p:nvSpPr>
        <p:spPr>
          <a:xfrm>
            <a:off x="8128351" y="340219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1" name="Google Shape;8091;p80"/>
          <p:cNvGrpSpPr/>
          <p:nvPr/>
        </p:nvGrpSpPr>
        <p:grpSpPr>
          <a:xfrm>
            <a:off x="5892037" y="3499390"/>
            <a:ext cx="293891" cy="293845"/>
            <a:chOff x="6134814" y="3754290"/>
            <a:chExt cx="293891" cy="293845"/>
          </a:xfrm>
        </p:grpSpPr>
        <p:sp>
          <p:nvSpPr>
            <p:cNvPr id="8092" name="Google Shape;8092;p80"/>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0"/>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4" name="Google Shape;8094;p80"/>
          <p:cNvGrpSpPr/>
          <p:nvPr/>
        </p:nvGrpSpPr>
        <p:grpSpPr>
          <a:xfrm>
            <a:off x="5892037" y="3878061"/>
            <a:ext cx="293891" cy="293891"/>
            <a:chOff x="6134814" y="4086186"/>
            <a:chExt cx="293891" cy="293891"/>
          </a:xfrm>
        </p:grpSpPr>
        <p:sp>
          <p:nvSpPr>
            <p:cNvPr id="8095" name="Google Shape;8095;p80"/>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0"/>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7" name="Google Shape;8097;p80"/>
          <p:cNvSpPr/>
          <p:nvPr/>
        </p:nvSpPr>
        <p:spPr>
          <a:xfrm>
            <a:off x="6930464" y="349858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0"/>
          <p:cNvSpPr/>
          <p:nvPr/>
        </p:nvSpPr>
        <p:spPr>
          <a:xfrm rot="10800000">
            <a:off x="6336727" y="349632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9" name="Google Shape;8099;p80"/>
          <p:cNvGrpSpPr/>
          <p:nvPr/>
        </p:nvGrpSpPr>
        <p:grpSpPr>
          <a:xfrm>
            <a:off x="7817013" y="2706754"/>
            <a:ext cx="622883" cy="621944"/>
            <a:chOff x="1187048" y="238125"/>
            <a:chExt cx="5256397" cy="5248476"/>
          </a:xfrm>
        </p:grpSpPr>
        <p:sp>
          <p:nvSpPr>
            <p:cNvPr id="8100" name="Google Shape;8100;p8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0"/>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0"/>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0"/>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4" name="Google Shape;8104;p80"/>
          <p:cNvGrpSpPr/>
          <p:nvPr/>
        </p:nvGrpSpPr>
        <p:grpSpPr>
          <a:xfrm>
            <a:off x="2274118" y="2716363"/>
            <a:ext cx="1310987" cy="612407"/>
            <a:chOff x="238125" y="1188750"/>
            <a:chExt cx="7140450" cy="3335550"/>
          </a:xfrm>
        </p:grpSpPr>
        <p:sp>
          <p:nvSpPr>
            <p:cNvPr id="8105" name="Google Shape;8105;p8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0" name="Google Shape;8110;p80"/>
          <p:cNvGrpSpPr/>
          <p:nvPr/>
        </p:nvGrpSpPr>
        <p:grpSpPr>
          <a:xfrm>
            <a:off x="6599990" y="2706917"/>
            <a:ext cx="1110299" cy="621702"/>
            <a:chOff x="238125" y="1335475"/>
            <a:chExt cx="5418735" cy="3034175"/>
          </a:xfrm>
        </p:grpSpPr>
        <p:sp>
          <p:nvSpPr>
            <p:cNvPr id="8111" name="Google Shape;8111;p8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4" name="Google Shape;8114;p80"/>
          <p:cNvGrpSpPr/>
          <p:nvPr/>
        </p:nvGrpSpPr>
        <p:grpSpPr>
          <a:xfrm>
            <a:off x="5417649" y="2703814"/>
            <a:ext cx="1074451" cy="627181"/>
            <a:chOff x="5359127" y="2910889"/>
            <a:chExt cx="1097723" cy="640831"/>
          </a:xfrm>
        </p:grpSpPr>
        <p:grpSp>
          <p:nvGrpSpPr>
            <p:cNvPr id="8115" name="Google Shape;8115;p80"/>
            <p:cNvGrpSpPr/>
            <p:nvPr/>
          </p:nvGrpSpPr>
          <p:grpSpPr>
            <a:xfrm>
              <a:off x="5929791" y="3263088"/>
              <a:ext cx="527060" cy="287097"/>
              <a:chOff x="5929791" y="3263088"/>
              <a:chExt cx="527060" cy="287097"/>
            </a:xfrm>
          </p:grpSpPr>
          <p:sp>
            <p:nvSpPr>
              <p:cNvPr id="8116" name="Google Shape;8116;p80"/>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17" name="Google Shape;8117;p80"/>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18" name="Google Shape;8118;p80"/>
            <p:cNvGrpSpPr/>
            <p:nvPr/>
          </p:nvGrpSpPr>
          <p:grpSpPr>
            <a:xfrm>
              <a:off x="5359127" y="3263089"/>
              <a:ext cx="526428" cy="288631"/>
              <a:chOff x="5359127" y="3263089"/>
              <a:chExt cx="526428" cy="288631"/>
            </a:xfrm>
          </p:grpSpPr>
          <p:sp>
            <p:nvSpPr>
              <p:cNvPr id="8119" name="Google Shape;8119;p80"/>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20" name="Google Shape;8120;p80"/>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21" name="Google Shape;8121;p80"/>
            <p:cNvGrpSpPr/>
            <p:nvPr/>
          </p:nvGrpSpPr>
          <p:grpSpPr>
            <a:xfrm>
              <a:off x="5551525" y="2910889"/>
              <a:ext cx="520901" cy="610283"/>
              <a:chOff x="5551525" y="2910889"/>
              <a:chExt cx="520901" cy="610283"/>
            </a:xfrm>
          </p:grpSpPr>
          <p:sp>
            <p:nvSpPr>
              <p:cNvPr id="8122" name="Google Shape;8122;p80"/>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23" name="Google Shape;8123;p80"/>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24" name="Google Shape;8124;p80"/>
            <p:cNvGrpSpPr/>
            <p:nvPr/>
          </p:nvGrpSpPr>
          <p:grpSpPr>
            <a:xfrm>
              <a:off x="5743962" y="2919100"/>
              <a:ext cx="623674" cy="284502"/>
              <a:chOff x="5743962" y="2919100"/>
              <a:chExt cx="623674" cy="284502"/>
            </a:xfrm>
          </p:grpSpPr>
          <p:sp>
            <p:nvSpPr>
              <p:cNvPr id="8125" name="Google Shape;8125;p80"/>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26" name="Google Shape;8126;p80"/>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127" name="Google Shape;8127;p80"/>
          <p:cNvGrpSpPr/>
          <p:nvPr/>
        </p:nvGrpSpPr>
        <p:grpSpPr>
          <a:xfrm>
            <a:off x="7568863" y="1854526"/>
            <a:ext cx="874976" cy="719600"/>
            <a:chOff x="7608988" y="2093194"/>
            <a:chExt cx="817276" cy="672147"/>
          </a:xfrm>
        </p:grpSpPr>
        <p:cxnSp>
          <p:nvCxnSpPr>
            <p:cNvPr id="8128" name="Google Shape;8128;p80"/>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29" name="Google Shape;8129;p80"/>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30" name="Google Shape;8130;p80"/>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31" name="Google Shape;8131;p80"/>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32" name="Google Shape;8132;p80"/>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133" name="Google Shape;8133;p80"/>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134" name="Google Shape;8134;p80"/>
            <p:cNvGrpSpPr/>
            <p:nvPr/>
          </p:nvGrpSpPr>
          <p:grpSpPr>
            <a:xfrm>
              <a:off x="7721175" y="2093194"/>
              <a:ext cx="599587" cy="623846"/>
              <a:chOff x="7721175" y="2093194"/>
              <a:chExt cx="599587" cy="623846"/>
            </a:xfrm>
          </p:grpSpPr>
          <p:grpSp>
            <p:nvGrpSpPr>
              <p:cNvPr id="8135" name="Google Shape;8135;p80"/>
              <p:cNvGrpSpPr/>
              <p:nvPr/>
            </p:nvGrpSpPr>
            <p:grpSpPr>
              <a:xfrm>
                <a:off x="7721175" y="2093194"/>
                <a:ext cx="291605" cy="623846"/>
                <a:chOff x="9405575" y="2061418"/>
                <a:chExt cx="291605" cy="623846"/>
              </a:xfrm>
            </p:grpSpPr>
            <p:sp>
              <p:nvSpPr>
                <p:cNvPr id="8136" name="Google Shape;8136;p80"/>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0"/>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0"/>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0"/>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0"/>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0"/>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0"/>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3" name="Google Shape;8143;p80"/>
              <p:cNvGrpSpPr/>
              <p:nvPr/>
            </p:nvGrpSpPr>
            <p:grpSpPr>
              <a:xfrm flipH="1">
                <a:off x="8029157" y="2093194"/>
                <a:ext cx="291605" cy="623846"/>
                <a:chOff x="9405575" y="2061418"/>
                <a:chExt cx="291605" cy="623846"/>
              </a:xfrm>
            </p:grpSpPr>
            <p:sp>
              <p:nvSpPr>
                <p:cNvPr id="8144" name="Google Shape;8144;p80"/>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0"/>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0"/>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0"/>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0"/>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0"/>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0"/>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51" name="Google Shape;8151;p80"/>
          <p:cNvGrpSpPr/>
          <p:nvPr/>
        </p:nvGrpSpPr>
        <p:grpSpPr>
          <a:xfrm>
            <a:off x="4013299" y="970929"/>
            <a:ext cx="712557" cy="785901"/>
            <a:chOff x="4206459" y="1191441"/>
            <a:chExt cx="712557" cy="785901"/>
          </a:xfrm>
        </p:grpSpPr>
        <p:sp>
          <p:nvSpPr>
            <p:cNvPr id="8152" name="Google Shape;8152;p80"/>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0"/>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0"/>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0"/>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56" name="Google Shape;8156;p80"/>
            <p:cNvGrpSpPr/>
            <p:nvPr/>
          </p:nvGrpSpPr>
          <p:grpSpPr>
            <a:xfrm>
              <a:off x="4644280" y="1290523"/>
              <a:ext cx="143716" cy="29463"/>
              <a:chOff x="4644280" y="1290523"/>
              <a:chExt cx="143716" cy="29463"/>
            </a:xfrm>
          </p:grpSpPr>
          <p:sp>
            <p:nvSpPr>
              <p:cNvPr id="8157" name="Google Shape;8157;p80"/>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0"/>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0"/>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0"/>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1" name="Google Shape;8161;p80"/>
            <p:cNvGrpSpPr/>
            <p:nvPr/>
          </p:nvGrpSpPr>
          <p:grpSpPr>
            <a:xfrm>
              <a:off x="4356567" y="1191441"/>
              <a:ext cx="143690" cy="29488"/>
              <a:chOff x="4356567" y="1191441"/>
              <a:chExt cx="143690" cy="29488"/>
            </a:xfrm>
          </p:grpSpPr>
          <p:sp>
            <p:nvSpPr>
              <p:cNvPr id="8162" name="Google Shape;8162;p80"/>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0"/>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0"/>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0"/>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6" name="Google Shape;8166;p80"/>
            <p:cNvGrpSpPr/>
            <p:nvPr/>
          </p:nvGrpSpPr>
          <p:grpSpPr>
            <a:xfrm>
              <a:off x="4339009" y="1863727"/>
              <a:ext cx="143703" cy="29476"/>
              <a:chOff x="4339009" y="1863727"/>
              <a:chExt cx="143703" cy="29476"/>
            </a:xfrm>
          </p:grpSpPr>
          <p:sp>
            <p:nvSpPr>
              <p:cNvPr id="8167" name="Google Shape;8167;p80"/>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0"/>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0"/>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0"/>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1" name="Google Shape;8171;p80"/>
            <p:cNvGrpSpPr/>
            <p:nvPr/>
          </p:nvGrpSpPr>
          <p:grpSpPr>
            <a:xfrm>
              <a:off x="4206459" y="1607315"/>
              <a:ext cx="29539" cy="142899"/>
              <a:chOff x="4206459" y="1607315"/>
              <a:chExt cx="29539" cy="142899"/>
            </a:xfrm>
          </p:grpSpPr>
          <p:sp>
            <p:nvSpPr>
              <p:cNvPr id="8172" name="Google Shape;8172;p80"/>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0"/>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0"/>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0"/>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6" name="Google Shape;8176;p80"/>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0"/>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0"/>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0"/>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0" name="Google Shape;8180;p80"/>
            <p:cNvGrpSpPr/>
            <p:nvPr/>
          </p:nvGrpSpPr>
          <p:grpSpPr>
            <a:xfrm>
              <a:off x="4889463" y="1423737"/>
              <a:ext cx="29552" cy="142899"/>
              <a:chOff x="4889463" y="1423737"/>
              <a:chExt cx="29552" cy="142899"/>
            </a:xfrm>
          </p:grpSpPr>
          <p:sp>
            <p:nvSpPr>
              <p:cNvPr id="8181" name="Google Shape;8181;p80"/>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0"/>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0"/>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0"/>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5" name="Google Shape;8185;p80"/>
            <p:cNvGrpSpPr/>
            <p:nvPr/>
          </p:nvGrpSpPr>
          <p:grpSpPr>
            <a:xfrm>
              <a:off x="4771663" y="1876896"/>
              <a:ext cx="108651" cy="100447"/>
              <a:chOff x="4771663" y="1876896"/>
              <a:chExt cx="108651" cy="100447"/>
            </a:xfrm>
          </p:grpSpPr>
          <p:sp>
            <p:nvSpPr>
              <p:cNvPr id="8186" name="Google Shape;8186;p80"/>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0"/>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0"/>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0"/>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90" name="Google Shape;8190;p80"/>
          <p:cNvGrpSpPr/>
          <p:nvPr/>
        </p:nvGrpSpPr>
        <p:grpSpPr>
          <a:xfrm>
            <a:off x="4008774" y="1854151"/>
            <a:ext cx="791287" cy="720350"/>
            <a:chOff x="267375" y="1071875"/>
            <a:chExt cx="470500" cy="428550"/>
          </a:xfrm>
        </p:grpSpPr>
        <p:sp>
          <p:nvSpPr>
            <p:cNvPr id="8191" name="Google Shape;8191;p80"/>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0"/>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0"/>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0"/>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0"/>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0"/>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0"/>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0"/>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9" name="Google Shape;8199;p80"/>
          <p:cNvGrpSpPr/>
          <p:nvPr/>
        </p:nvGrpSpPr>
        <p:grpSpPr>
          <a:xfrm>
            <a:off x="709269" y="3498781"/>
            <a:ext cx="1408444" cy="673166"/>
            <a:chOff x="712664" y="3693287"/>
            <a:chExt cx="1460738" cy="698160"/>
          </a:xfrm>
        </p:grpSpPr>
        <p:grpSp>
          <p:nvGrpSpPr>
            <p:cNvPr id="8200" name="Google Shape;8200;p80"/>
            <p:cNvGrpSpPr/>
            <p:nvPr/>
          </p:nvGrpSpPr>
          <p:grpSpPr>
            <a:xfrm>
              <a:off x="1380079" y="4133090"/>
              <a:ext cx="234048" cy="258099"/>
              <a:chOff x="1380079" y="4133090"/>
              <a:chExt cx="234048" cy="258099"/>
            </a:xfrm>
          </p:grpSpPr>
          <p:sp>
            <p:nvSpPr>
              <p:cNvPr id="8201" name="Google Shape;8201;p80"/>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0"/>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0"/>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4" name="Google Shape;8204;p80"/>
            <p:cNvGrpSpPr/>
            <p:nvPr/>
          </p:nvGrpSpPr>
          <p:grpSpPr>
            <a:xfrm>
              <a:off x="884610" y="3864082"/>
              <a:ext cx="1118566" cy="527275"/>
              <a:chOff x="890961" y="3865463"/>
              <a:chExt cx="1115221" cy="525698"/>
            </a:xfrm>
          </p:grpSpPr>
          <p:sp>
            <p:nvSpPr>
              <p:cNvPr id="8205" name="Google Shape;8205;p80"/>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0"/>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0"/>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8" name="Google Shape;8208;p80"/>
            <p:cNvGrpSpPr/>
            <p:nvPr/>
          </p:nvGrpSpPr>
          <p:grpSpPr>
            <a:xfrm>
              <a:off x="712664" y="3693287"/>
              <a:ext cx="1460738" cy="698160"/>
              <a:chOff x="712664" y="3693025"/>
              <a:chExt cx="1460738" cy="698160"/>
            </a:xfrm>
          </p:grpSpPr>
          <p:sp>
            <p:nvSpPr>
              <p:cNvPr id="8209" name="Google Shape;8209;p80"/>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0"/>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0"/>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0"/>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0"/>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0"/>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15" name="Google Shape;8215;p80"/>
          <p:cNvGrpSpPr/>
          <p:nvPr/>
        </p:nvGrpSpPr>
        <p:grpSpPr>
          <a:xfrm>
            <a:off x="3146985" y="970929"/>
            <a:ext cx="795485" cy="738831"/>
            <a:chOff x="3348603" y="1236445"/>
            <a:chExt cx="749256" cy="695894"/>
          </a:xfrm>
        </p:grpSpPr>
        <p:grpSp>
          <p:nvGrpSpPr>
            <p:cNvPr id="8216" name="Google Shape;8216;p80"/>
            <p:cNvGrpSpPr/>
            <p:nvPr/>
          </p:nvGrpSpPr>
          <p:grpSpPr>
            <a:xfrm>
              <a:off x="3583779" y="1236445"/>
              <a:ext cx="293795" cy="285811"/>
              <a:chOff x="3750225" y="1774000"/>
              <a:chExt cx="149575" cy="145525"/>
            </a:xfrm>
          </p:grpSpPr>
          <p:sp>
            <p:nvSpPr>
              <p:cNvPr id="8217" name="Google Shape;8217;p8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9" name="Google Shape;8219;p80"/>
            <p:cNvGrpSpPr/>
            <p:nvPr/>
          </p:nvGrpSpPr>
          <p:grpSpPr>
            <a:xfrm>
              <a:off x="3775534" y="1462599"/>
              <a:ext cx="322325" cy="285958"/>
              <a:chOff x="3847850" y="1889150"/>
              <a:chExt cx="164100" cy="145600"/>
            </a:xfrm>
          </p:grpSpPr>
          <p:sp>
            <p:nvSpPr>
              <p:cNvPr id="8220" name="Google Shape;8220;p8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2" name="Google Shape;8222;p80"/>
            <p:cNvGrpSpPr/>
            <p:nvPr/>
          </p:nvGrpSpPr>
          <p:grpSpPr>
            <a:xfrm>
              <a:off x="3545329" y="1646528"/>
              <a:ext cx="293746" cy="285811"/>
              <a:chOff x="3730650" y="1982800"/>
              <a:chExt cx="149550" cy="145525"/>
            </a:xfrm>
          </p:grpSpPr>
          <p:sp>
            <p:nvSpPr>
              <p:cNvPr id="8223" name="Google Shape;8223;p8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5" name="Google Shape;8225;p80"/>
            <p:cNvGrpSpPr/>
            <p:nvPr/>
          </p:nvGrpSpPr>
          <p:grpSpPr>
            <a:xfrm>
              <a:off x="3348603" y="1415046"/>
              <a:ext cx="294384" cy="284387"/>
              <a:chOff x="3630494" y="1864938"/>
              <a:chExt cx="149875" cy="144800"/>
            </a:xfrm>
          </p:grpSpPr>
          <p:sp>
            <p:nvSpPr>
              <p:cNvPr id="8226" name="Google Shape;8226;p80"/>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0"/>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28" name="Google Shape;8228;p80"/>
          <p:cNvGrpSpPr/>
          <p:nvPr/>
        </p:nvGrpSpPr>
        <p:grpSpPr>
          <a:xfrm>
            <a:off x="2268512" y="3493825"/>
            <a:ext cx="1324924" cy="678083"/>
            <a:chOff x="2413923" y="3711366"/>
            <a:chExt cx="1374117" cy="703260"/>
          </a:xfrm>
        </p:grpSpPr>
        <p:grpSp>
          <p:nvGrpSpPr>
            <p:cNvPr id="8229" name="Google Shape;8229;p80"/>
            <p:cNvGrpSpPr/>
            <p:nvPr/>
          </p:nvGrpSpPr>
          <p:grpSpPr>
            <a:xfrm>
              <a:off x="2413923" y="3711366"/>
              <a:ext cx="1374117" cy="703260"/>
              <a:chOff x="2413923" y="3711366"/>
              <a:chExt cx="1374117" cy="703260"/>
            </a:xfrm>
          </p:grpSpPr>
          <p:sp>
            <p:nvSpPr>
              <p:cNvPr id="8230" name="Google Shape;8230;p80"/>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1" name="Google Shape;8231;p80"/>
              <p:cNvGrpSpPr/>
              <p:nvPr/>
            </p:nvGrpSpPr>
            <p:grpSpPr>
              <a:xfrm>
                <a:off x="2600284" y="3808654"/>
                <a:ext cx="234506" cy="138009"/>
                <a:chOff x="2600284" y="3808654"/>
                <a:chExt cx="234506" cy="138009"/>
              </a:xfrm>
            </p:grpSpPr>
            <p:sp>
              <p:nvSpPr>
                <p:cNvPr id="8232" name="Google Shape;8232;p80"/>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33" name="Google Shape;8233;p80"/>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34" name="Google Shape;8234;p80"/>
              <p:cNvGrpSpPr/>
              <p:nvPr/>
            </p:nvGrpSpPr>
            <p:grpSpPr>
              <a:xfrm>
                <a:off x="3359659" y="3805664"/>
                <a:ext cx="232294" cy="141000"/>
                <a:chOff x="3359659" y="3805664"/>
                <a:chExt cx="232294" cy="141000"/>
              </a:xfrm>
            </p:grpSpPr>
            <p:sp>
              <p:nvSpPr>
                <p:cNvPr id="8235" name="Google Shape;8235;p80"/>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36" name="Google Shape;8236;p80"/>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37" name="Google Shape;8237;p80"/>
              <p:cNvGrpSpPr/>
              <p:nvPr/>
            </p:nvGrpSpPr>
            <p:grpSpPr>
              <a:xfrm>
                <a:off x="3067316" y="3711366"/>
                <a:ext cx="66900" cy="166809"/>
                <a:chOff x="3067316" y="3711366"/>
                <a:chExt cx="66900" cy="166809"/>
              </a:xfrm>
            </p:grpSpPr>
            <p:sp>
              <p:nvSpPr>
                <p:cNvPr id="8238" name="Google Shape;8238;p80"/>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39" name="Google Shape;8239;p80"/>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40" name="Google Shape;8240;p80"/>
              <p:cNvGrpSpPr/>
              <p:nvPr/>
            </p:nvGrpSpPr>
            <p:grpSpPr>
              <a:xfrm>
                <a:off x="2413923" y="4058666"/>
                <a:ext cx="224119" cy="66900"/>
                <a:chOff x="2413923" y="4058666"/>
                <a:chExt cx="224119" cy="66900"/>
              </a:xfrm>
            </p:grpSpPr>
            <p:sp>
              <p:nvSpPr>
                <p:cNvPr id="8241" name="Google Shape;8241;p80"/>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42" name="Google Shape;8242;p80"/>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43" name="Google Shape;8243;p80"/>
              <p:cNvGrpSpPr/>
              <p:nvPr/>
            </p:nvGrpSpPr>
            <p:grpSpPr>
              <a:xfrm>
                <a:off x="3564643" y="4058666"/>
                <a:ext cx="223397" cy="66900"/>
                <a:chOff x="3564643" y="4058666"/>
                <a:chExt cx="223397" cy="66900"/>
              </a:xfrm>
            </p:grpSpPr>
            <p:sp>
              <p:nvSpPr>
                <p:cNvPr id="8244" name="Google Shape;8244;p80"/>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45" name="Google Shape;8245;p80"/>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246" name="Google Shape;8246;p80"/>
            <p:cNvGrpSpPr/>
            <p:nvPr/>
          </p:nvGrpSpPr>
          <p:grpSpPr>
            <a:xfrm>
              <a:off x="2633353" y="3965763"/>
              <a:ext cx="933975" cy="445687"/>
              <a:chOff x="2633353" y="3965763"/>
              <a:chExt cx="933975" cy="445687"/>
            </a:xfrm>
          </p:grpSpPr>
          <p:sp>
            <p:nvSpPr>
              <p:cNvPr id="8247" name="Google Shape;8247;p80"/>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80"/>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49" name="Google Shape;8249;p80"/>
          <p:cNvGrpSpPr/>
          <p:nvPr/>
        </p:nvGrpSpPr>
        <p:grpSpPr>
          <a:xfrm>
            <a:off x="6392784" y="1044372"/>
            <a:ext cx="1131087" cy="587383"/>
            <a:chOff x="238125" y="999450"/>
            <a:chExt cx="7140700" cy="3708225"/>
          </a:xfrm>
        </p:grpSpPr>
        <p:sp>
          <p:nvSpPr>
            <p:cNvPr id="8250" name="Google Shape;8250;p80"/>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0"/>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9" name="Google Shape;8259;p80"/>
          <p:cNvGrpSpPr/>
          <p:nvPr/>
        </p:nvGrpSpPr>
        <p:grpSpPr>
          <a:xfrm>
            <a:off x="3744234" y="3493867"/>
            <a:ext cx="1375854" cy="678131"/>
            <a:chOff x="3913765" y="3641905"/>
            <a:chExt cx="1522805" cy="750560"/>
          </a:xfrm>
        </p:grpSpPr>
        <p:grpSp>
          <p:nvGrpSpPr>
            <p:cNvPr id="8260" name="Google Shape;8260;p80"/>
            <p:cNvGrpSpPr/>
            <p:nvPr/>
          </p:nvGrpSpPr>
          <p:grpSpPr>
            <a:xfrm>
              <a:off x="3913765" y="3997002"/>
              <a:ext cx="1522805" cy="395463"/>
              <a:chOff x="3913765" y="3997002"/>
              <a:chExt cx="1522805" cy="395463"/>
            </a:xfrm>
          </p:grpSpPr>
          <p:grpSp>
            <p:nvGrpSpPr>
              <p:cNvPr id="8261" name="Google Shape;8261;p80"/>
              <p:cNvGrpSpPr/>
              <p:nvPr/>
            </p:nvGrpSpPr>
            <p:grpSpPr>
              <a:xfrm>
                <a:off x="3913765" y="4138659"/>
                <a:ext cx="507602" cy="253806"/>
                <a:chOff x="3913765" y="4138659"/>
                <a:chExt cx="507602" cy="253806"/>
              </a:xfrm>
            </p:grpSpPr>
            <p:sp>
              <p:nvSpPr>
                <p:cNvPr id="8262" name="Google Shape;8262;p80"/>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0"/>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264" name="Google Shape;8264;p80"/>
              <p:cNvGrpSpPr/>
              <p:nvPr/>
            </p:nvGrpSpPr>
            <p:grpSpPr>
              <a:xfrm>
                <a:off x="4421361" y="3997002"/>
                <a:ext cx="507618" cy="395463"/>
                <a:chOff x="4421361" y="3997002"/>
                <a:chExt cx="507618" cy="395463"/>
              </a:xfrm>
            </p:grpSpPr>
            <p:sp>
              <p:nvSpPr>
                <p:cNvPr id="8265" name="Google Shape;8265;p80"/>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0"/>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7" name="Google Shape;8267;p80"/>
              <p:cNvGrpSpPr/>
              <p:nvPr/>
            </p:nvGrpSpPr>
            <p:grpSpPr>
              <a:xfrm>
                <a:off x="4928973" y="4189418"/>
                <a:ext cx="507596" cy="203047"/>
                <a:chOff x="4928973" y="4189418"/>
                <a:chExt cx="507596" cy="203047"/>
              </a:xfrm>
            </p:grpSpPr>
            <p:sp>
              <p:nvSpPr>
                <p:cNvPr id="8268" name="Google Shape;8268;p80"/>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0"/>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70" name="Google Shape;8270;p80"/>
            <p:cNvGrpSpPr/>
            <p:nvPr/>
          </p:nvGrpSpPr>
          <p:grpSpPr>
            <a:xfrm>
              <a:off x="4482186" y="3641905"/>
              <a:ext cx="397605" cy="349784"/>
              <a:chOff x="2906375" y="1159725"/>
              <a:chExt cx="1860575" cy="1636800"/>
            </a:xfrm>
          </p:grpSpPr>
          <p:sp>
            <p:nvSpPr>
              <p:cNvPr id="8271" name="Google Shape;8271;p80"/>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0"/>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0"/>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0"/>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75" name="Google Shape;8275;p80"/>
          <p:cNvGrpSpPr/>
          <p:nvPr/>
        </p:nvGrpSpPr>
        <p:grpSpPr>
          <a:xfrm>
            <a:off x="6528943" y="1853793"/>
            <a:ext cx="940737" cy="721067"/>
            <a:chOff x="6599718" y="2068734"/>
            <a:chExt cx="940737" cy="721067"/>
          </a:xfrm>
        </p:grpSpPr>
        <p:sp>
          <p:nvSpPr>
            <p:cNvPr id="8276" name="Google Shape;8276;p80"/>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0"/>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0"/>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0"/>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80"/>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0"/>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2" name="Google Shape;8282;p80"/>
            <p:cNvGrpSpPr/>
            <p:nvPr/>
          </p:nvGrpSpPr>
          <p:grpSpPr>
            <a:xfrm>
              <a:off x="6836957" y="2068734"/>
              <a:ext cx="461892" cy="721067"/>
              <a:chOff x="6836957" y="2068734"/>
              <a:chExt cx="461892" cy="721067"/>
            </a:xfrm>
          </p:grpSpPr>
          <p:sp>
            <p:nvSpPr>
              <p:cNvPr id="8283" name="Google Shape;8283;p80"/>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0"/>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0"/>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0"/>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80"/>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0"/>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9" name="Google Shape;8289;p80"/>
              <p:cNvGrpSpPr/>
              <p:nvPr/>
            </p:nvGrpSpPr>
            <p:grpSpPr>
              <a:xfrm>
                <a:off x="6836957" y="2068734"/>
                <a:ext cx="461892" cy="721067"/>
                <a:chOff x="6836957" y="2068734"/>
                <a:chExt cx="461892" cy="721067"/>
              </a:xfrm>
            </p:grpSpPr>
            <p:sp>
              <p:nvSpPr>
                <p:cNvPr id="8290" name="Google Shape;8290;p80"/>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0"/>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0"/>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0"/>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0"/>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0"/>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0"/>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97" name="Google Shape;8297;p80"/>
          <p:cNvGrpSpPr/>
          <p:nvPr/>
        </p:nvGrpSpPr>
        <p:grpSpPr>
          <a:xfrm>
            <a:off x="2412262" y="1858139"/>
            <a:ext cx="712577" cy="712374"/>
            <a:chOff x="2559249" y="2069323"/>
            <a:chExt cx="685566" cy="685634"/>
          </a:xfrm>
        </p:grpSpPr>
        <p:sp>
          <p:nvSpPr>
            <p:cNvPr id="8298" name="Google Shape;8298;p80"/>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0"/>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0"/>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0"/>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0"/>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0"/>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0"/>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0"/>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0"/>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0"/>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0"/>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0"/>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0"/>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1" name="Google Shape;8311;p80"/>
          <p:cNvGrpSpPr/>
          <p:nvPr/>
        </p:nvGrpSpPr>
        <p:grpSpPr>
          <a:xfrm>
            <a:off x="7594699" y="970929"/>
            <a:ext cx="845645" cy="711911"/>
            <a:chOff x="951975" y="315800"/>
            <a:chExt cx="5860325" cy="4933550"/>
          </a:xfrm>
        </p:grpSpPr>
        <p:sp>
          <p:nvSpPr>
            <p:cNvPr id="8312" name="Google Shape;8312;p80"/>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0"/>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0"/>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0"/>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0"/>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0"/>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0"/>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0"/>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0" name="Google Shape;8320;p80"/>
          <p:cNvGrpSpPr/>
          <p:nvPr/>
        </p:nvGrpSpPr>
        <p:grpSpPr>
          <a:xfrm>
            <a:off x="3691828" y="2707037"/>
            <a:ext cx="1617932" cy="621724"/>
            <a:chOff x="3862800" y="3038525"/>
            <a:chExt cx="1329006" cy="510698"/>
          </a:xfrm>
        </p:grpSpPr>
        <p:sp>
          <p:nvSpPr>
            <p:cNvPr id="8321" name="Google Shape;8321;p80"/>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0"/>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3" name="Google Shape;8323;p80"/>
            <p:cNvGrpSpPr/>
            <p:nvPr/>
          </p:nvGrpSpPr>
          <p:grpSpPr>
            <a:xfrm>
              <a:off x="3967075" y="3040337"/>
              <a:ext cx="1019927" cy="402126"/>
              <a:chOff x="3967075" y="3040337"/>
              <a:chExt cx="1019927" cy="402126"/>
            </a:xfrm>
          </p:grpSpPr>
          <p:sp>
            <p:nvSpPr>
              <p:cNvPr id="8324" name="Google Shape;8324;p80"/>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0"/>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6" name="Google Shape;8326;p80"/>
            <p:cNvGrpSpPr/>
            <p:nvPr/>
          </p:nvGrpSpPr>
          <p:grpSpPr>
            <a:xfrm>
              <a:off x="4186700" y="3040337"/>
              <a:ext cx="390475" cy="183289"/>
              <a:chOff x="4186700" y="3040337"/>
              <a:chExt cx="390475" cy="183289"/>
            </a:xfrm>
          </p:grpSpPr>
          <p:sp>
            <p:nvSpPr>
              <p:cNvPr id="8327" name="Google Shape;8327;p80"/>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0"/>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9" name="Google Shape;8329;p80"/>
            <p:cNvGrpSpPr/>
            <p:nvPr/>
          </p:nvGrpSpPr>
          <p:grpSpPr>
            <a:xfrm>
              <a:off x="4073727" y="3040337"/>
              <a:ext cx="697794" cy="296263"/>
              <a:chOff x="4073727" y="3040337"/>
              <a:chExt cx="697794" cy="296263"/>
            </a:xfrm>
          </p:grpSpPr>
          <p:sp>
            <p:nvSpPr>
              <p:cNvPr id="8330" name="Google Shape;8330;p80"/>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0"/>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2" name="Google Shape;8332;p80"/>
            <p:cNvGrpSpPr/>
            <p:nvPr/>
          </p:nvGrpSpPr>
          <p:grpSpPr>
            <a:xfrm>
              <a:off x="3862800" y="3038525"/>
              <a:ext cx="1329006" cy="510698"/>
              <a:chOff x="3862800" y="3038525"/>
              <a:chExt cx="1329006" cy="510698"/>
            </a:xfrm>
          </p:grpSpPr>
          <p:sp>
            <p:nvSpPr>
              <p:cNvPr id="8333" name="Google Shape;8333;p80"/>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0"/>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35" name="Google Shape;8335;p80"/>
          <p:cNvGrpSpPr/>
          <p:nvPr/>
        </p:nvGrpSpPr>
        <p:grpSpPr>
          <a:xfrm>
            <a:off x="700150" y="970929"/>
            <a:ext cx="883205" cy="775176"/>
            <a:chOff x="649648" y="271400"/>
            <a:chExt cx="6215377" cy="5455143"/>
          </a:xfrm>
        </p:grpSpPr>
        <p:sp>
          <p:nvSpPr>
            <p:cNvPr id="8336" name="Google Shape;8336;p80"/>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0"/>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0"/>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0"/>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0"/>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0"/>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0"/>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0"/>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0"/>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0"/>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0"/>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80"/>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8" name="Google Shape;8348;p80"/>
          <p:cNvGrpSpPr/>
          <p:nvPr/>
        </p:nvGrpSpPr>
        <p:grpSpPr>
          <a:xfrm>
            <a:off x="2308452" y="970929"/>
            <a:ext cx="767704" cy="815489"/>
            <a:chOff x="2499700" y="1135950"/>
            <a:chExt cx="732402" cy="777990"/>
          </a:xfrm>
        </p:grpSpPr>
        <p:grpSp>
          <p:nvGrpSpPr>
            <p:cNvPr id="8349" name="Google Shape;8349;p80"/>
            <p:cNvGrpSpPr/>
            <p:nvPr/>
          </p:nvGrpSpPr>
          <p:grpSpPr>
            <a:xfrm>
              <a:off x="2499700" y="1135950"/>
              <a:ext cx="732402" cy="694705"/>
              <a:chOff x="2499700" y="1135950"/>
              <a:chExt cx="732402" cy="694705"/>
            </a:xfrm>
          </p:grpSpPr>
          <p:sp>
            <p:nvSpPr>
              <p:cNvPr id="8350" name="Google Shape;8350;p80"/>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0"/>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0"/>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0"/>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80"/>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80"/>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0"/>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80"/>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80"/>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80"/>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0"/>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0"/>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0"/>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0"/>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0"/>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80"/>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80"/>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0"/>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0"/>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0"/>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0"/>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80"/>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0"/>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0"/>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0"/>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0"/>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0"/>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7" name="Google Shape;8377;p80"/>
            <p:cNvGrpSpPr/>
            <p:nvPr/>
          </p:nvGrpSpPr>
          <p:grpSpPr>
            <a:xfrm>
              <a:off x="2517909" y="1188726"/>
              <a:ext cx="702702" cy="725214"/>
              <a:chOff x="2517909" y="1188726"/>
              <a:chExt cx="702702" cy="725214"/>
            </a:xfrm>
          </p:grpSpPr>
          <p:sp>
            <p:nvSpPr>
              <p:cNvPr id="8378" name="Google Shape;8378;p80"/>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0"/>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0"/>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0"/>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0"/>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83" name="Google Shape;8383;p80"/>
          <p:cNvGrpSpPr/>
          <p:nvPr/>
        </p:nvGrpSpPr>
        <p:grpSpPr>
          <a:xfrm>
            <a:off x="1654184" y="970929"/>
            <a:ext cx="583439" cy="870229"/>
            <a:chOff x="1716825" y="1121550"/>
            <a:chExt cx="622800" cy="928938"/>
          </a:xfrm>
        </p:grpSpPr>
        <p:grpSp>
          <p:nvGrpSpPr>
            <p:cNvPr id="8384" name="Google Shape;8384;p80"/>
            <p:cNvGrpSpPr/>
            <p:nvPr/>
          </p:nvGrpSpPr>
          <p:grpSpPr>
            <a:xfrm>
              <a:off x="1716825" y="1121550"/>
              <a:ext cx="622800" cy="928938"/>
              <a:chOff x="1716825" y="1121550"/>
              <a:chExt cx="622800" cy="928938"/>
            </a:xfrm>
          </p:grpSpPr>
          <p:cxnSp>
            <p:nvCxnSpPr>
              <p:cNvPr id="8385" name="Google Shape;8385;p80"/>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386" name="Google Shape;8386;p80"/>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7" name="Google Shape;8387;p80"/>
            <p:cNvGrpSpPr/>
            <p:nvPr/>
          </p:nvGrpSpPr>
          <p:grpSpPr>
            <a:xfrm>
              <a:off x="1768050" y="1172775"/>
              <a:ext cx="520200" cy="832000"/>
              <a:chOff x="1768050" y="1172775"/>
              <a:chExt cx="520200" cy="832000"/>
            </a:xfrm>
          </p:grpSpPr>
          <p:cxnSp>
            <p:nvCxnSpPr>
              <p:cNvPr id="8388" name="Google Shape;8388;p80"/>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389" name="Google Shape;8389;p80"/>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0" name="Google Shape;8390;p80"/>
            <p:cNvGrpSpPr/>
            <p:nvPr/>
          </p:nvGrpSpPr>
          <p:grpSpPr>
            <a:xfrm>
              <a:off x="1820100" y="1225475"/>
              <a:ext cx="416400" cy="729575"/>
              <a:chOff x="1820100" y="1225475"/>
              <a:chExt cx="416400" cy="729575"/>
            </a:xfrm>
          </p:grpSpPr>
          <p:cxnSp>
            <p:nvCxnSpPr>
              <p:cNvPr id="8391" name="Google Shape;8391;p80"/>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392" name="Google Shape;8392;p80"/>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3" name="Google Shape;8393;p80"/>
            <p:cNvGrpSpPr/>
            <p:nvPr/>
          </p:nvGrpSpPr>
          <p:grpSpPr>
            <a:xfrm>
              <a:off x="1874250" y="1278825"/>
              <a:ext cx="308100" cy="605275"/>
              <a:chOff x="1874250" y="1278825"/>
              <a:chExt cx="308100" cy="605275"/>
            </a:xfrm>
          </p:grpSpPr>
          <p:cxnSp>
            <p:nvCxnSpPr>
              <p:cNvPr id="8394" name="Google Shape;8394;p80"/>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395" name="Google Shape;8395;p80"/>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6" name="Google Shape;8396;p80"/>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7" name="Google Shape;8397;p80"/>
          <p:cNvGrpSpPr/>
          <p:nvPr/>
        </p:nvGrpSpPr>
        <p:grpSpPr>
          <a:xfrm>
            <a:off x="1574007" y="1857250"/>
            <a:ext cx="739072" cy="714152"/>
            <a:chOff x="4334725" y="1355875"/>
            <a:chExt cx="3106650" cy="3001900"/>
          </a:xfrm>
        </p:grpSpPr>
        <p:grpSp>
          <p:nvGrpSpPr>
            <p:cNvPr id="8398" name="Google Shape;8398;p80"/>
            <p:cNvGrpSpPr/>
            <p:nvPr/>
          </p:nvGrpSpPr>
          <p:grpSpPr>
            <a:xfrm>
              <a:off x="4516050" y="1724875"/>
              <a:ext cx="2693725" cy="2632900"/>
              <a:chOff x="4516050" y="1724875"/>
              <a:chExt cx="2693725" cy="2632900"/>
            </a:xfrm>
          </p:grpSpPr>
          <p:sp>
            <p:nvSpPr>
              <p:cNvPr id="8399" name="Google Shape;8399;p80"/>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0"/>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0"/>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2" name="Google Shape;8402;p80"/>
            <p:cNvGrpSpPr/>
            <p:nvPr/>
          </p:nvGrpSpPr>
          <p:grpSpPr>
            <a:xfrm>
              <a:off x="4334725" y="1355875"/>
              <a:ext cx="3106650" cy="2709650"/>
              <a:chOff x="4334725" y="1355875"/>
              <a:chExt cx="3106650" cy="2709650"/>
            </a:xfrm>
          </p:grpSpPr>
          <p:sp>
            <p:nvSpPr>
              <p:cNvPr id="8403" name="Google Shape;8403;p80"/>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0"/>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0"/>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06" name="Google Shape;8406;p80"/>
          <p:cNvGrpSpPr/>
          <p:nvPr/>
        </p:nvGrpSpPr>
        <p:grpSpPr>
          <a:xfrm>
            <a:off x="7690956" y="3488021"/>
            <a:ext cx="312074" cy="684173"/>
            <a:chOff x="7645573" y="3754300"/>
            <a:chExt cx="293855" cy="644170"/>
          </a:xfrm>
        </p:grpSpPr>
        <p:sp>
          <p:nvSpPr>
            <p:cNvPr id="8407" name="Google Shape;8407;p80"/>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0"/>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9" name="Google Shape;8409;p80"/>
          <p:cNvGrpSpPr/>
          <p:nvPr/>
        </p:nvGrpSpPr>
        <p:grpSpPr>
          <a:xfrm>
            <a:off x="5612944" y="970929"/>
            <a:ext cx="709011" cy="739359"/>
            <a:chOff x="5830645" y="1256617"/>
            <a:chExt cx="530340" cy="553040"/>
          </a:xfrm>
        </p:grpSpPr>
        <p:grpSp>
          <p:nvGrpSpPr>
            <p:cNvPr id="8410" name="Google Shape;8410;p80"/>
            <p:cNvGrpSpPr/>
            <p:nvPr/>
          </p:nvGrpSpPr>
          <p:grpSpPr>
            <a:xfrm>
              <a:off x="5830645" y="1256617"/>
              <a:ext cx="259743" cy="269909"/>
              <a:chOff x="5830645" y="1256617"/>
              <a:chExt cx="259743" cy="269909"/>
            </a:xfrm>
          </p:grpSpPr>
          <p:sp>
            <p:nvSpPr>
              <p:cNvPr id="8411" name="Google Shape;8411;p80"/>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0"/>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3" name="Google Shape;8413;p80"/>
            <p:cNvGrpSpPr/>
            <p:nvPr/>
          </p:nvGrpSpPr>
          <p:grpSpPr>
            <a:xfrm>
              <a:off x="6101293" y="1256617"/>
              <a:ext cx="259692" cy="269909"/>
              <a:chOff x="6101293" y="1256617"/>
              <a:chExt cx="259692" cy="269909"/>
            </a:xfrm>
          </p:grpSpPr>
          <p:sp>
            <p:nvSpPr>
              <p:cNvPr id="8414" name="Google Shape;8414;p80"/>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0"/>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6" name="Google Shape;8416;p80"/>
            <p:cNvGrpSpPr/>
            <p:nvPr/>
          </p:nvGrpSpPr>
          <p:grpSpPr>
            <a:xfrm>
              <a:off x="5830645" y="1539749"/>
              <a:ext cx="259692" cy="269909"/>
              <a:chOff x="5830645" y="1539749"/>
              <a:chExt cx="259692" cy="269909"/>
            </a:xfrm>
          </p:grpSpPr>
          <p:sp>
            <p:nvSpPr>
              <p:cNvPr id="8417" name="Google Shape;8417;p80"/>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0"/>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9" name="Google Shape;8419;p80"/>
            <p:cNvGrpSpPr/>
            <p:nvPr/>
          </p:nvGrpSpPr>
          <p:grpSpPr>
            <a:xfrm>
              <a:off x="6101293" y="1539749"/>
              <a:ext cx="259692" cy="269909"/>
              <a:chOff x="6101293" y="1539749"/>
              <a:chExt cx="259692" cy="269909"/>
            </a:xfrm>
          </p:grpSpPr>
          <p:sp>
            <p:nvSpPr>
              <p:cNvPr id="8420" name="Google Shape;8420;p80"/>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0"/>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22" name="Google Shape;8422;p80"/>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80"/>
          <p:cNvGrpSpPr/>
          <p:nvPr/>
        </p:nvGrpSpPr>
        <p:grpSpPr>
          <a:xfrm>
            <a:off x="714438" y="2707044"/>
            <a:ext cx="1452955" cy="621360"/>
            <a:chOff x="732422" y="2990152"/>
            <a:chExt cx="1337773" cy="572102"/>
          </a:xfrm>
        </p:grpSpPr>
        <p:sp>
          <p:nvSpPr>
            <p:cNvPr id="8424" name="Google Shape;8424;p80"/>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0"/>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0"/>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0"/>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0"/>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0"/>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33" name="Shape 8433"/>
        <p:cNvGrpSpPr/>
        <p:nvPr/>
      </p:nvGrpSpPr>
      <p:grpSpPr>
        <a:xfrm>
          <a:off x="0" y="0"/>
          <a:ext cx="0" cy="0"/>
          <a:chOff x="0" y="0"/>
          <a:chExt cx="0" cy="0"/>
        </a:xfrm>
      </p:grpSpPr>
      <p:grpSp>
        <p:nvGrpSpPr>
          <p:cNvPr id="8434" name="Google Shape;8434;p81"/>
          <p:cNvGrpSpPr/>
          <p:nvPr/>
        </p:nvGrpSpPr>
        <p:grpSpPr>
          <a:xfrm>
            <a:off x="708575" y="965865"/>
            <a:ext cx="1636117" cy="1526144"/>
            <a:chOff x="729238" y="1179665"/>
            <a:chExt cx="1636117" cy="1526144"/>
          </a:xfrm>
        </p:grpSpPr>
        <p:grpSp>
          <p:nvGrpSpPr>
            <p:cNvPr id="8435" name="Google Shape;8435;p81"/>
            <p:cNvGrpSpPr/>
            <p:nvPr/>
          </p:nvGrpSpPr>
          <p:grpSpPr>
            <a:xfrm>
              <a:off x="729238" y="1179665"/>
              <a:ext cx="80700" cy="1526144"/>
              <a:chOff x="729238" y="1179665"/>
              <a:chExt cx="80700" cy="1526144"/>
            </a:xfrm>
          </p:grpSpPr>
          <p:sp>
            <p:nvSpPr>
              <p:cNvPr id="8436" name="Google Shape;8436;p81"/>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1"/>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1"/>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1"/>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1"/>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1"/>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1"/>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1"/>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1"/>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1"/>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6" name="Google Shape;8446;p81"/>
            <p:cNvGrpSpPr/>
            <p:nvPr/>
          </p:nvGrpSpPr>
          <p:grpSpPr>
            <a:xfrm>
              <a:off x="903098" y="1179665"/>
              <a:ext cx="80700" cy="1526144"/>
              <a:chOff x="903098" y="1179665"/>
              <a:chExt cx="80700" cy="1526144"/>
            </a:xfrm>
          </p:grpSpPr>
          <p:sp>
            <p:nvSpPr>
              <p:cNvPr id="8447" name="Google Shape;8447;p81"/>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1"/>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1"/>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1"/>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1"/>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1"/>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1"/>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1"/>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1"/>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1"/>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7" name="Google Shape;8457;p81"/>
            <p:cNvGrpSpPr/>
            <p:nvPr/>
          </p:nvGrpSpPr>
          <p:grpSpPr>
            <a:xfrm>
              <a:off x="1076958" y="1179665"/>
              <a:ext cx="80700" cy="1526144"/>
              <a:chOff x="1076958" y="1179665"/>
              <a:chExt cx="80700" cy="1526144"/>
            </a:xfrm>
          </p:grpSpPr>
          <p:sp>
            <p:nvSpPr>
              <p:cNvPr id="8458" name="Google Shape;8458;p81"/>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1"/>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1"/>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1"/>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1"/>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1"/>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1"/>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1"/>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1"/>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1"/>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8" name="Google Shape;8468;p81"/>
            <p:cNvGrpSpPr/>
            <p:nvPr/>
          </p:nvGrpSpPr>
          <p:grpSpPr>
            <a:xfrm>
              <a:off x="1247707" y="1179665"/>
              <a:ext cx="80700" cy="1526144"/>
              <a:chOff x="1247707" y="1179665"/>
              <a:chExt cx="80700" cy="1526144"/>
            </a:xfrm>
          </p:grpSpPr>
          <p:sp>
            <p:nvSpPr>
              <p:cNvPr id="8469" name="Google Shape;8469;p81"/>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1"/>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1"/>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1"/>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1"/>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1"/>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1"/>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1"/>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1"/>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1"/>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9" name="Google Shape;8479;p81"/>
            <p:cNvGrpSpPr/>
            <p:nvPr/>
          </p:nvGrpSpPr>
          <p:grpSpPr>
            <a:xfrm>
              <a:off x="1421567" y="1179665"/>
              <a:ext cx="80700" cy="1526144"/>
              <a:chOff x="1421567" y="1179665"/>
              <a:chExt cx="80700" cy="1526144"/>
            </a:xfrm>
          </p:grpSpPr>
          <p:sp>
            <p:nvSpPr>
              <p:cNvPr id="8480" name="Google Shape;8480;p81"/>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1"/>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1"/>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1"/>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1"/>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1"/>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1"/>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1"/>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1"/>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1"/>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0" name="Google Shape;8490;p81"/>
            <p:cNvGrpSpPr/>
            <p:nvPr/>
          </p:nvGrpSpPr>
          <p:grpSpPr>
            <a:xfrm>
              <a:off x="1592327" y="1179665"/>
              <a:ext cx="80700" cy="1526144"/>
              <a:chOff x="1592327" y="1179665"/>
              <a:chExt cx="80700" cy="1526144"/>
            </a:xfrm>
          </p:grpSpPr>
          <p:sp>
            <p:nvSpPr>
              <p:cNvPr id="8491" name="Google Shape;8491;p81"/>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1"/>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1"/>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1"/>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1"/>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1"/>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1"/>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1"/>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1"/>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1"/>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1" name="Google Shape;8501;p81"/>
            <p:cNvGrpSpPr/>
            <p:nvPr/>
          </p:nvGrpSpPr>
          <p:grpSpPr>
            <a:xfrm>
              <a:off x="1766187" y="1179665"/>
              <a:ext cx="80700" cy="1526144"/>
              <a:chOff x="1766187" y="1179665"/>
              <a:chExt cx="80700" cy="1526144"/>
            </a:xfrm>
          </p:grpSpPr>
          <p:sp>
            <p:nvSpPr>
              <p:cNvPr id="8502" name="Google Shape;8502;p81"/>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1"/>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1"/>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1"/>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1"/>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1"/>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1"/>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1"/>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1"/>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1"/>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2" name="Google Shape;8512;p81"/>
            <p:cNvGrpSpPr/>
            <p:nvPr/>
          </p:nvGrpSpPr>
          <p:grpSpPr>
            <a:xfrm>
              <a:off x="1936935" y="1179665"/>
              <a:ext cx="80700" cy="1526144"/>
              <a:chOff x="1936935" y="1179665"/>
              <a:chExt cx="80700" cy="1526144"/>
            </a:xfrm>
          </p:grpSpPr>
          <p:sp>
            <p:nvSpPr>
              <p:cNvPr id="8513" name="Google Shape;8513;p81"/>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1"/>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1"/>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1"/>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1"/>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1"/>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1"/>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1"/>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1"/>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1"/>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3" name="Google Shape;8523;p81"/>
            <p:cNvGrpSpPr/>
            <p:nvPr/>
          </p:nvGrpSpPr>
          <p:grpSpPr>
            <a:xfrm>
              <a:off x="2110795" y="1179665"/>
              <a:ext cx="80700" cy="1526144"/>
              <a:chOff x="2110795" y="1179665"/>
              <a:chExt cx="80700" cy="1526144"/>
            </a:xfrm>
          </p:grpSpPr>
          <p:sp>
            <p:nvSpPr>
              <p:cNvPr id="8524" name="Google Shape;8524;p81"/>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1"/>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1"/>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1"/>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1"/>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1"/>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1"/>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1"/>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1"/>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1"/>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4" name="Google Shape;8534;p81"/>
            <p:cNvGrpSpPr/>
            <p:nvPr/>
          </p:nvGrpSpPr>
          <p:grpSpPr>
            <a:xfrm>
              <a:off x="2284655" y="1179665"/>
              <a:ext cx="80700" cy="1526144"/>
              <a:chOff x="2284655" y="1179665"/>
              <a:chExt cx="80700" cy="1526144"/>
            </a:xfrm>
          </p:grpSpPr>
          <p:sp>
            <p:nvSpPr>
              <p:cNvPr id="8535" name="Google Shape;8535;p81"/>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1"/>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1"/>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1"/>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1"/>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1"/>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1"/>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1"/>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1"/>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1"/>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45" name="Google Shape;8545;p81"/>
          <p:cNvGrpSpPr/>
          <p:nvPr/>
        </p:nvGrpSpPr>
        <p:grpSpPr>
          <a:xfrm>
            <a:off x="2603242" y="985003"/>
            <a:ext cx="1364248" cy="1102133"/>
            <a:chOff x="2623904" y="1198803"/>
            <a:chExt cx="1364248" cy="1102133"/>
          </a:xfrm>
        </p:grpSpPr>
        <p:grpSp>
          <p:nvGrpSpPr>
            <p:cNvPr id="8546" name="Google Shape;8546;p81"/>
            <p:cNvGrpSpPr/>
            <p:nvPr/>
          </p:nvGrpSpPr>
          <p:grpSpPr>
            <a:xfrm>
              <a:off x="2623907" y="1198803"/>
              <a:ext cx="1364245" cy="273000"/>
              <a:chOff x="2623907" y="1198803"/>
              <a:chExt cx="1364245" cy="273000"/>
            </a:xfrm>
          </p:grpSpPr>
          <p:sp>
            <p:nvSpPr>
              <p:cNvPr id="8547" name="Google Shape;8547;p81"/>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1"/>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1"/>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1"/>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1"/>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2" name="Google Shape;8552;p81"/>
            <p:cNvGrpSpPr/>
            <p:nvPr/>
          </p:nvGrpSpPr>
          <p:grpSpPr>
            <a:xfrm>
              <a:off x="2623904" y="1476964"/>
              <a:ext cx="1364245" cy="273000"/>
              <a:chOff x="2623904" y="1476964"/>
              <a:chExt cx="1364245" cy="273000"/>
            </a:xfrm>
          </p:grpSpPr>
          <p:sp>
            <p:nvSpPr>
              <p:cNvPr id="8553" name="Google Shape;8553;p81"/>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1"/>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1"/>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1"/>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1"/>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8" name="Google Shape;8558;p81"/>
            <p:cNvGrpSpPr/>
            <p:nvPr/>
          </p:nvGrpSpPr>
          <p:grpSpPr>
            <a:xfrm>
              <a:off x="2623907" y="1749775"/>
              <a:ext cx="1364245" cy="273000"/>
              <a:chOff x="2623907" y="1749775"/>
              <a:chExt cx="1364245" cy="273000"/>
            </a:xfrm>
          </p:grpSpPr>
          <p:sp>
            <p:nvSpPr>
              <p:cNvPr id="8559" name="Google Shape;8559;p81"/>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1"/>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1"/>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1"/>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1"/>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4" name="Google Shape;8564;p81"/>
            <p:cNvGrpSpPr/>
            <p:nvPr/>
          </p:nvGrpSpPr>
          <p:grpSpPr>
            <a:xfrm>
              <a:off x="2623904" y="2027936"/>
              <a:ext cx="1364245" cy="273000"/>
              <a:chOff x="2623904" y="2027936"/>
              <a:chExt cx="1364245" cy="273000"/>
            </a:xfrm>
          </p:grpSpPr>
          <p:sp>
            <p:nvSpPr>
              <p:cNvPr id="8565" name="Google Shape;8565;p81"/>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1"/>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1"/>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1"/>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1"/>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70" name="Google Shape;8570;p81"/>
          <p:cNvGrpSpPr/>
          <p:nvPr/>
        </p:nvGrpSpPr>
        <p:grpSpPr>
          <a:xfrm>
            <a:off x="2592703" y="2444186"/>
            <a:ext cx="1387541" cy="159124"/>
            <a:chOff x="3200660" y="2180272"/>
            <a:chExt cx="2563824" cy="378237"/>
          </a:xfrm>
        </p:grpSpPr>
        <p:sp>
          <p:nvSpPr>
            <p:cNvPr id="8571" name="Google Shape;8571;p8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81"/>
          <p:cNvGrpSpPr/>
          <p:nvPr/>
        </p:nvGrpSpPr>
        <p:grpSpPr>
          <a:xfrm>
            <a:off x="2589227" y="2722011"/>
            <a:ext cx="1390502" cy="159625"/>
            <a:chOff x="3530150" y="2790075"/>
            <a:chExt cx="1962600" cy="225300"/>
          </a:xfrm>
        </p:grpSpPr>
        <p:sp>
          <p:nvSpPr>
            <p:cNvPr id="8590" name="Google Shape;8590;p81"/>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1"/>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81"/>
          <p:cNvGrpSpPr/>
          <p:nvPr/>
        </p:nvGrpSpPr>
        <p:grpSpPr>
          <a:xfrm>
            <a:off x="2589880" y="3000337"/>
            <a:ext cx="1411629" cy="153761"/>
            <a:chOff x="3558802" y="4011427"/>
            <a:chExt cx="1866000" cy="111300"/>
          </a:xfrm>
        </p:grpSpPr>
        <p:sp>
          <p:nvSpPr>
            <p:cNvPr id="8593" name="Google Shape;8593;p8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1"/>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5" name="Google Shape;8595;p81"/>
          <p:cNvGrpSpPr/>
          <p:nvPr/>
        </p:nvGrpSpPr>
        <p:grpSpPr>
          <a:xfrm>
            <a:off x="2589573" y="2205736"/>
            <a:ext cx="1383503" cy="119749"/>
            <a:chOff x="3465975" y="2270276"/>
            <a:chExt cx="1986364" cy="171929"/>
          </a:xfrm>
        </p:grpSpPr>
        <p:sp>
          <p:nvSpPr>
            <p:cNvPr id="8596" name="Google Shape;8596;p8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1"/>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1"/>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1"/>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1"/>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1"/>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4" name="Google Shape;8604;p81"/>
          <p:cNvGrpSpPr/>
          <p:nvPr/>
        </p:nvGrpSpPr>
        <p:grpSpPr>
          <a:xfrm>
            <a:off x="2600580" y="3569387"/>
            <a:ext cx="1369531" cy="195460"/>
            <a:chOff x="723300" y="4253549"/>
            <a:chExt cx="2276482" cy="324900"/>
          </a:xfrm>
        </p:grpSpPr>
        <p:sp>
          <p:nvSpPr>
            <p:cNvPr id="8605" name="Google Shape;8605;p8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1"/>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81"/>
          <p:cNvGrpSpPr/>
          <p:nvPr/>
        </p:nvGrpSpPr>
        <p:grpSpPr>
          <a:xfrm>
            <a:off x="2590141" y="3270567"/>
            <a:ext cx="1389066" cy="180119"/>
            <a:chOff x="705948" y="3788465"/>
            <a:chExt cx="2308953" cy="299400"/>
          </a:xfrm>
        </p:grpSpPr>
        <p:sp>
          <p:nvSpPr>
            <p:cNvPr id="8611" name="Google Shape;8611;p81"/>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81"/>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1"/>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1"/>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1"/>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6" name="Google Shape;8616;p81"/>
          <p:cNvGrpSpPr/>
          <p:nvPr/>
        </p:nvGrpSpPr>
        <p:grpSpPr>
          <a:xfrm>
            <a:off x="2638078" y="3883547"/>
            <a:ext cx="1304609" cy="294074"/>
            <a:chOff x="2658741" y="4097347"/>
            <a:chExt cx="1304609" cy="294074"/>
          </a:xfrm>
        </p:grpSpPr>
        <p:grpSp>
          <p:nvGrpSpPr>
            <p:cNvPr id="8617" name="Google Shape;8617;p81"/>
            <p:cNvGrpSpPr/>
            <p:nvPr/>
          </p:nvGrpSpPr>
          <p:grpSpPr>
            <a:xfrm>
              <a:off x="2658741" y="4097347"/>
              <a:ext cx="118572" cy="294074"/>
              <a:chOff x="3343310" y="4475555"/>
              <a:chExt cx="127717" cy="316753"/>
            </a:xfrm>
          </p:grpSpPr>
          <p:sp>
            <p:nvSpPr>
              <p:cNvPr id="8618" name="Google Shape;8618;p8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0" name="Google Shape;8620;p81"/>
            <p:cNvGrpSpPr/>
            <p:nvPr/>
          </p:nvGrpSpPr>
          <p:grpSpPr>
            <a:xfrm>
              <a:off x="3815519" y="4098388"/>
              <a:ext cx="147831" cy="291991"/>
              <a:chOff x="3527539" y="4476677"/>
              <a:chExt cx="159232" cy="314510"/>
            </a:xfrm>
          </p:grpSpPr>
          <p:sp>
            <p:nvSpPr>
              <p:cNvPr id="8621" name="Google Shape;8621;p8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3" name="Google Shape;8623;p81"/>
            <p:cNvGrpSpPr/>
            <p:nvPr/>
          </p:nvGrpSpPr>
          <p:grpSpPr>
            <a:xfrm>
              <a:off x="3511696" y="4098388"/>
              <a:ext cx="147831" cy="291991"/>
              <a:chOff x="3527539" y="4476677"/>
              <a:chExt cx="159232" cy="314510"/>
            </a:xfrm>
          </p:grpSpPr>
          <p:sp>
            <p:nvSpPr>
              <p:cNvPr id="8624" name="Google Shape;8624;p8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6" name="Google Shape;8626;p81"/>
            <p:cNvGrpSpPr/>
            <p:nvPr/>
          </p:nvGrpSpPr>
          <p:grpSpPr>
            <a:xfrm>
              <a:off x="3207874" y="4098388"/>
              <a:ext cx="147831" cy="291991"/>
              <a:chOff x="3527539" y="4476677"/>
              <a:chExt cx="159232" cy="314510"/>
            </a:xfrm>
          </p:grpSpPr>
          <p:sp>
            <p:nvSpPr>
              <p:cNvPr id="8627" name="Google Shape;8627;p8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8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9" name="Google Shape;8629;p81"/>
            <p:cNvGrpSpPr/>
            <p:nvPr/>
          </p:nvGrpSpPr>
          <p:grpSpPr>
            <a:xfrm>
              <a:off x="2933305" y="4097347"/>
              <a:ext cx="118572" cy="294074"/>
              <a:chOff x="3343310" y="4475555"/>
              <a:chExt cx="127717" cy="316753"/>
            </a:xfrm>
          </p:grpSpPr>
          <p:sp>
            <p:nvSpPr>
              <p:cNvPr id="8630" name="Google Shape;8630;p8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32" name="Google Shape;8632;p81"/>
          <p:cNvGrpSpPr/>
          <p:nvPr/>
        </p:nvGrpSpPr>
        <p:grpSpPr>
          <a:xfrm>
            <a:off x="4256908" y="1866669"/>
            <a:ext cx="1433821" cy="191501"/>
            <a:chOff x="4273350" y="2080469"/>
            <a:chExt cx="1433821" cy="191501"/>
          </a:xfrm>
        </p:grpSpPr>
        <p:grpSp>
          <p:nvGrpSpPr>
            <p:cNvPr id="8633" name="Google Shape;8633;p81"/>
            <p:cNvGrpSpPr/>
            <p:nvPr/>
          </p:nvGrpSpPr>
          <p:grpSpPr>
            <a:xfrm>
              <a:off x="4273350" y="2080469"/>
              <a:ext cx="1433821" cy="0"/>
              <a:chOff x="5224975" y="2962250"/>
              <a:chExt cx="1544400" cy="0"/>
            </a:xfrm>
          </p:grpSpPr>
          <p:cxnSp>
            <p:nvCxnSpPr>
              <p:cNvPr id="8634" name="Google Shape;8634;p81"/>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635" name="Google Shape;8635;p81"/>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636" name="Google Shape;8636;p81"/>
            <p:cNvGrpSpPr/>
            <p:nvPr/>
          </p:nvGrpSpPr>
          <p:grpSpPr>
            <a:xfrm>
              <a:off x="4273350" y="2271969"/>
              <a:ext cx="1433821" cy="0"/>
              <a:chOff x="5224975" y="2962250"/>
              <a:chExt cx="1544400" cy="0"/>
            </a:xfrm>
          </p:grpSpPr>
          <p:cxnSp>
            <p:nvCxnSpPr>
              <p:cNvPr id="8637" name="Google Shape;8637;p81"/>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638" name="Google Shape;8638;p81"/>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639" name="Google Shape;8639;p81"/>
          <p:cNvGrpSpPr/>
          <p:nvPr/>
        </p:nvGrpSpPr>
        <p:grpSpPr>
          <a:xfrm>
            <a:off x="4258463" y="969236"/>
            <a:ext cx="1430711" cy="743389"/>
            <a:chOff x="5159450" y="1919950"/>
            <a:chExt cx="1541050" cy="862500"/>
          </a:xfrm>
        </p:grpSpPr>
        <p:sp>
          <p:nvSpPr>
            <p:cNvPr id="8640" name="Google Shape;8640;p8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641" name="Google Shape;8641;p81"/>
            <p:cNvGrpSpPr/>
            <p:nvPr/>
          </p:nvGrpSpPr>
          <p:grpSpPr>
            <a:xfrm>
              <a:off x="5159450" y="1919950"/>
              <a:ext cx="1541050" cy="862500"/>
              <a:chOff x="5159450" y="1919950"/>
              <a:chExt cx="1541050" cy="862500"/>
            </a:xfrm>
          </p:grpSpPr>
          <p:cxnSp>
            <p:nvCxnSpPr>
              <p:cNvPr id="8642" name="Google Shape;8642;p81"/>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643" name="Google Shape;8643;p81"/>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644" name="Google Shape;8644;p81"/>
          <p:cNvGrpSpPr/>
          <p:nvPr/>
        </p:nvGrpSpPr>
        <p:grpSpPr>
          <a:xfrm>
            <a:off x="4248577" y="2192564"/>
            <a:ext cx="1450484" cy="1052087"/>
            <a:chOff x="5230575" y="1554475"/>
            <a:chExt cx="2137150" cy="1550150"/>
          </a:xfrm>
        </p:grpSpPr>
        <p:sp>
          <p:nvSpPr>
            <p:cNvPr id="8645" name="Google Shape;8645;p81"/>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1"/>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1"/>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1"/>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1"/>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1"/>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1"/>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1"/>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1"/>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1"/>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1"/>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1"/>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1"/>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8" name="Google Shape;8658;p81"/>
          <p:cNvGrpSpPr/>
          <p:nvPr/>
        </p:nvGrpSpPr>
        <p:grpSpPr>
          <a:xfrm rot="10800000">
            <a:off x="4265127" y="3284753"/>
            <a:ext cx="1417383" cy="887946"/>
            <a:chOff x="5645403" y="2920021"/>
            <a:chExt cx="2650800" cy="2180614"/>
          </a:xfrm>
        </p:grpSpPr>
        <p:sp>
          <p:nvSpPr>
            <p:cNvPr id="8659" name="Google Shape;8659;p81"/>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60" name="Google Shape;8660;p81"/>
            <p:cNvCxnSpPr>
              <a:stCxn id="8659"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661" name="Google Shape;8661;p81"/>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62" name="Google Shape;8662;p81"/>
            <p:cNvCxnSpPr>
              <a:endCxn id="8661"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8663" name="Google Shape;8663;p81"/>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64" name="Google Shape;8664;p81"/>
            <p:cNvCxnSpPr>
              <a:stCxn id="8663"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665" name="Google Shape;8665;p81"/>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66" name="Google Shape;8666;p81"/>
            <p:cNvCxnSpPr>
              <a:endCxn id="8665"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667" name="Google Shape;8667;p81"/>
          <p:cNvGrpSpPr/>
          <p:nvPr/>
        </p:nvGrpSpPr>
        <p:grpSpPr>
          <a:xfrm>
            <a:off x="7365487" y="2188108"/>
            <a:ext cx="1071743" cy="1021579"/>
            <a:chOff x="7189833" y="2022667"/>
            <a:chExt cx="1251159" cy="1192597"/>
          </a:xfrm>
        </p:grpSpPr>
        <p:sp>
          <p:nvSpPr>
            <p:cNvPr id="8668" name="Google Shape;8668;p81"/>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1"/>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1"/>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1"/>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81"/>
          <p:cNvGrpSpPr/>
          <p:nvPr/>
        </p:nvGrpSpPr>
        <p:grpSpPr>
          <a:xfrm>
            <a:off x="706758" y="2614515"/>
            <a:ext cx="1695374" cy="1560837"/>
            <a:chOff x="727421" y="2828315"/>
            <a:chExt cx="1695374" cy="1560837"/>
          </a:xfrm>
        </p:grpSpPr>
        <p:grpSp>
          <p:nvGrpSpPr>
            <p:cNvPr id="8673" name="Google Shape;8673;p81"/>
            <p:cNvGrpSpPr/>
            <p:nvPr/>
          </p:nvGrpSpPr>
          <p:grpSpPr>
            <a:xfrm>
              <a:off x="819108" y="2882501"/>
              <a:ext cx="103104" cy="1426186"/>
              <a:chOff x="4674013" y="3100904"/>
              <a:chExt cx="122758" cy="1698043"/>
            </a:xfrm>
          </p:grpSpPr>
          <p:sp>
            <p:nvSpPr>
              <p:cNvPr id="8674" name="Google Shape;8674;p8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81"/>
            <p:cNvGrpSpPr/>
            <p:nvPr/>
          </p:nvGrpSpPr>
          <p:grpSpPr>
            <a:xfrm>
              <a:off x="1062475" y="2882501"/>
              <a:ext cx="103104" cy="1426186"/>
              <a:chOff x="4940438" y="3100904"/>
              <a:chExt cx="122758" cy="1698043"/>
            </a:xfrm>
          </p:grpSpPr>
          <p:sp>
            <p:nvSpPr>
              <p:cNvPr id="8682" name="Google Shape;8682;p8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9" name="Google Shape;8689;p81"/>
            <p:cNvGrpSpPr/>
            <p:nvPr/>
          </p:nvGrpSpPr>
          <p:grpSpPr>
            <a:xfrm>
              <a:off x="1299324" y="2882501"/>
              <a:ext cx="103104" cy="1426186"/>
              <a:chOff x="5206863" y="3100904"/>
              <a:chExt cx="122758" cy="1698043"/>
            </a:xfrm>
          </p:grpSpPr>
          <p:sp>
            <p:nvSpPr>
              <p:cNvPr id="8690" name="Google Shape;8690;p8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8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8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7" name="Google Shape;8697;p81"/>
            <p:cNvGrpSpPr/>
            <p:nvPr/>
          </p:nvGrpSpPr>
          <p:grpSpPr>
            <a:xfrm>
              <a:off x="1786057" y="2882501"/>
              <a:ext cx="103104" cy="1426186"/>
              <a:chOff x="6006138" y="3143629"/>
              <a:chExt cx="122758" cy="1698043"/>
            </a:xfrm>
          </p:grpSpPr>
          <p:sp>
            <p:nvSpPr>
              <p:cNvPr id="8698" name="Google Shape;8698;p8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5" name="Google Shape;8705;p81"/>
            <p:cNvGrpSpPr/>
            <p:nvPr/>
          </p:nvGrpSpPr>
          <p:grpSpPr>
            <a:xfrm>
              <a:off x="2029422" y="2882501"/>
              <a:ext cx="103104" cy="1426186"/>
              <a:chOff x="6805413" y="3100904"/>
              <a:chExt cx="122758" cy="1698043"/>
            </a:xfrm>
          </p:grpSpPr>
          <p:sp>
            <p:nvSpPr>
              <p:cNvPr id="8706" name="Google Shape;8706;p8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3" name="Google Shape;8713;p81"/>
            <p:cNvGrpSpPr/>
            <p:nvPr/>
          </p:nvGrpSpPr>
          <p:grpSpPr>
            <a:xfrm>
              <a:off x="727421" y="2828315"/>
              <a:ext cx="1695374" cy="1560837"/>
              <a:chOff x="734799" y="2782450"/>
              <a:chExt cx="1571100" cy="1577400"/>
            </a:xfrm>
          </p:grpSpPr>
          <p:cxnSp>
            <p:nvCxnSpPr>
              <p:cNvPr id="8714" name="Google Shape;8714;p81"/>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715" name="Google Shape;8715;p81"/>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716" name="Google Shape;8716;p81"/>
            <p:cNvGrpSpPr/>
            <p:nvPr/>
          </p:nvGrpSpPr>
          <p:grpSpPr>
            <a:xfrm>
              <a:off x="2272795" y="2882501"/>
              <a:ext cx="103104" cy="1426186"/>
              <a:chOff x="5206863" y="3100904"/>
              <a:chExt cx="122758" cy="1698043"/>
            </a:xfrm>
          </p:grpSpPr>
          <p:sp>
            <p:nvSpPr>
              <p:cNvPr id="8717" name="Google Shape;8717;p8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4" name="Google Shape;8724;p81"/>
            <p:cNvGrpSpPr/>
            <p:nvPr/>
          </p:nvGrpSpPr>
          <p:grpSpPr>
            <a:xfrm>
              <a:off x="1542694" y="2882501"/>
              <a:ext cx="103104" cy="1426186"/>
              <a:chOff x="6006138" y="3143629"/>
              <a:chExt cx="122758" cy="1698043"/>
            </a:xfrm>
          </p:grpSpPr>
          <p:sp>
            <p:nvSpPr>
              <p:cNvPr id="8725" name="Google Shape;8725;p8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32" name="Google Shape;8732;p81"/>
          <p:cNvGrpSpPr/>
          <p:nvPr/>
        </p:nvGrpSpPr>
        <p:grpSpPr>
          <a:xfrm>
            <a:off x="5915338" y="2192087"/>
            <a:ext cx="1248543" cy="1025319"/>
            <a:chOff x="5183758" y="1210600"/>
            <a:chExt cx="3605380" cy="2960783"/>
          </a:xfrm>
        </p:grpSpPr>
        <p:sp>
          <p:nvSpPr>
            <p:cNvPr id="8733" name="Google Shape;8733;p8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37" name="Google Shape;8737;p81"/>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738" name="Google Shape;8738;p81"/>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739" name="Google Shape;8739;p81"/>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740" name="Google Shape;8740;p81"/>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741" name="Google Shape;8741;p81"/>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2" name="Google Shape;8742;p81"/>
          <p:cNvGrpSpPr/>
          <p:nvPr/>
        </p:nvGrpSpPr>
        <p:grpSpPr>
          <a:xfrm>
            <a:off x="5772399" y="3330404"/>
            <a:ext cx="2664831" cy="843440"/>
            <a:chOff x="5916567" y="1099697"/>
            <a:chExt cx="2556683" cy="809211"/>
          </a:xfrm>
        </p:grpSpPr>
        <p:sp>
          <p:nvSpPr>
            <p:cNvPr id="8743" name="Google Shape;8743;p81"/>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1"/>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1"/>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1"/>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81"/>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81"/>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1"/>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1"/>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1" name="Google Shape;8751;p81"/>
          <p:cNvGrpSpPr/>
          <p:nvPr/>
        </p:nvGrpSpPr>
        <p:grpSpPr>
          <a:xfrm>
            <a:off x="5879940" y="979263"/>
            <a:ext cx="1299851" cy="1023338"/>
            <a:chOff x="5900602" y="1193063"/>
            <a:chExt cx="1299851" cy="1023338"/>
          </a:xfrm>
        </p:grpSpPr>
        <p:grpSp>
          <p:nvGrpSpPr>
            <p:cNvPr id="8752" name="Google Shape;8752;p81"/>
            <p:cNvGrpSpPr/>
            <p:nvPr/>
          </p:nvGrpSpPr>
          <p:grpSpPr>
            <a:xfrm>
              <a:off x="6743564" y="1193063"/>
              <a:ext cx="456889" cy="700379"/>
              <a:chOff x="6743564" y="1193063"/>
              <a:chExt cx="456889" cy="700379"/>
            </a:xfrm>
          </p:grpSpPr>
          <p:grpSp>
            <p:nvGrpSpPr>
              <p:cNvPr id="8753" name="Google Shape;8753;p81"/>
              <p:cNvGrpSpPr/>
              <p:nvPr/>
            </p:nvGrpSpPr>
            <p:grpSpPr>
              <a:xfrm>
                <a:off x="6743564" y="1690731"/>
                <a:ext cx="214402" cy="202710"/>
                <a:chOff x="6743564" y="1690731"/>
                <a:chExt cx="214402" cy="202710"/>
              </a:xfrm>
            </p:grpSpPr>
            <p:sp>
              <p:nvSpPr>
                <p:cNvPr id="8754" name="Google Shape;8754;p81"/>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1"/>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6" name="Google Shape;8756;p81"/>
              <p:cNvGrpSpPr/>
              <p:nvPr/>
            </p:nvGrpSpPr>
            <p:grpSpPr>
              <a:xfrm>
                <a:off x="6915505" y="1193063"/>
                <a:ext cx="284947" cy="589637"/>
                <a:chOff x="6915505" y="1193063"/>
                <a:chExt cx="284947" cy="589637"/>
              </a:xfrm>
            </p:grpSpPr>
            <p:sp>
              <p:nvSpPr>
                <p:cNvPr id="8757" name="Google Shape;8757;p8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58" name="Google Shape;8758;p81"/>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759" name="Google Shape;8759;p81"/>
            <p:cNvGrpSpPr/>
            <p:nvPr/>
          </p:nvGrpSpPr>
          <p:grpSpPr>
            <a:xfrm>
              <a:off x="6520337" y="1193063"/>
              <a:ext cx="341815" cy="801589"/>
              <a:chOff x="6520337" y="1193063"/>
              <a:chExt cx="341815" cy="801589"/>
            </a:xfrm>
          </p:grpSpPr>
          <p:grpSp>
            <p:nvGrpSpPr>
              <p:cNvPr id="8760" name="Google Shape;8760;p81"/>
              <p:cNvGrpSpPr/>
              <p:nvPr/>
            </p:nvGrpSpPr>
            <p:grpSpPr>
              <a:xfrm>
                <a:off x="6520337" y="1589527"/>
                <a:ext cx="213950" cy="405125"/>
                <a:chOff x="6520337" y="1589527"/>
                <a:chExt cx="213950" cy="405125"/>
              </a:xfrm>
            </p:grpSpPr>
            <p:sp>
              <p:nvSpPr>
                <p:cNvPr id="8761" name="Google Shape;8761;p8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1"/>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3" name="Google Shape;8763;p81"/>
              <p:cNvGrpSpPr/>
              <p:nvPr/>
            </p:nvGrpSpPr>
            <p:grpSpPr>
              <a:xfrm>
                <a:off x="6577204" y="1193063"/>
                <a:ext cx="284947" cy="453562"/>
                <a:chOff x="6577204" y="1193063"/>
                <a:chExt cx="284947" cy="453562"/>
              </a:xfrm>
            </p:grpSpPr>
            <p:sp>
              <p:nvSpPr>
                <p:cNvPr id="8764" name="Google Shape;8764;p8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65" name="Google Shape;8765;p81"/>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766" name="Google Shape;8766;p81"/>
            <p:cNvGrpSpPr/>
            <p:nvPr/>
          </p:nvGrpSpPr>
          <p:grpSpPr>
            <a:xfrm>
              <a:off x="6238903" y="1193063"/>
              <a:ext cx="300475" cy="901782"/>
              <a:chOff x="6238903" y="1193063"/>
              <a:chExt cx="300475" cy="901782"/>
            </a:xfrm>
          </p:grpSpPr>
          <p:grpSp>
            <p:nvGrpSpPr>
              <p:cNvPr id="8767" name="Google Shape;8767;p81"/>
              <p:cNvGrpSpPr/>
              <p:nvPr/>
            </p:nvGrpSpPr>
            <p:grpSpPr>
              <a:xfrm>
                <a:off x="6290865" y="1489315"/>
                <a:ext cx="248514" cy="605530"/>
                <a:chOff x="6290865" y="1489315"/>
                <a:chExt cx="248514" cy="605530"/>
              </a:xfrm>
            </p:grpSpPr>
            <p:sp>
              <p:nvSpPr>
                <p:cNvPr id="8768" name="Google Shape;8768;p8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1"/>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0" name="Google Shape;8770;p81"/>
              <p:cNvGrpSpPr/>
              <p:nvPr/>
            </p:nvGrpSpPr>
            <p:grpSpPr>
              <a:xfrm>
                <a:off x="6238903" y="1193063"/>
                <a:ext cx="284947" cy="327512"/>
                <a:chOff x="6238903" y="1193063"/>
                <a:chExt cx="284947" cy="327512"/>
              </a:xfrm>
            </p:grpSpPr>
            <p:sp>
              <p:nvSpPr>
                <p:cNvPr id="8771" name="Google Shape;8771;p8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72" name="Google Shape;8772;p81"/>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773" name="Google Shape;8773;p81"/>
            <p:cNvGrpSpPr/>
            <p:nvPr/>
          </p:nvGrpSpPr>
          <p:grpSpPr>
            <a:xfrm>
              <a:off x="5900602" y="1193063"/>
              <a:ext cx="444345" cy="1023338"/>
              <a:chOff x="5900602" y="1193063"/>
              <a:chExt cx="444345" cy="1023338"/>
            </a:xfrm>
          </p:grpSpPr>
          <p:grpSp>
            <p:nvGrpSpPr>
              <p:cNvPr id="8774" name="Google Shape;8774;p81"/>
              <p:cNvGrpSpPr/>
              <p:nvPr/>
            </p:nvGrpSpPr>
            <p:grpSpPr>
              <a:xfrm>
                <a:off x="6046501" y="1367785"/>
                <a:ext cx="298446" cy="848616"/>
                <a:chOff x="6046501" y="1367785"/>
                <a:chExt cx="298446" cy="848616"/>
              </a:xfrm>
            </p:grpSpPr>
            <p:sp>
              <p:nvSpPr>
                <p:cNvPr id="8775" name="Google Shape;8775;p8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1"/>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7" name="Google Shape;8777;p81"/>
              <p:cNvGrpSpPr/>
              <p:nvPr/>
            </p:nvGrpSpPr>
            <p:grpSpPr>
              <a:xfrm>
                <a:off x="5900602" y="1193063"/>
                <a:ext cx="284947" cy="182312"/>
                <a:chOff x="5900602" y="1193063"/>
                <a:chExt cx="284947" cy="182312"/>
              </a:xfrm>
            </p:grpSpPr>
            <p:sp>
              <p:nvSpPr>
                <p:cNvPr id="8778" name="Google Shape;8778;p8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79" name="Google Shape;8779;p81"/>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780" name="Google Shape;8780;p81"/>
          <p:cNvGrpSpPr/>
          <p:nvPr/>
        </p:nvGrpSpPr>
        <p:grpSpPr>
          <a:xfrm>
            <a:off x="7217822" y="979408"/>
            <a:ext cx="1219413" cy="1051365"/>
            <a:chOff x="7287122" y="1165658"/>
            <a:chExt cx="1219413" cy="1051365"/>
          </a:xfrm>
        </p:grpSpPr>
        <p:grpSp>
          <p:nvGrpSpPr>
            <p:cNvPr id="8781" name="Google Shape;8781;p81"/>
            <p:cNvGrpSpPr/>
            <p:nvPr/>
          </p:nvGrpSpPr>
          <p:grpSpPr>
            <a:xfrm>
              <a:off x="7287122" y="1969723"/>
              <a:ext cx="1219413" cy="247300"/>
              <a:chOff x="7287122" y="1969723"/>
              <a:chExt cx="1219413" cy="247300"/>
            </a:xfrm>
          </p:grpSpPr>
          <p:sp>
            <p:nvSpPr>
              <p:cNvPr id="8782" name="Google Shape;8782;p8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3" name="Google Shape;8783;p81"/>
              <p:cNvGrpSpPr/>
              <p:nvPr/>
            </p:nvGrpSpPr>
            <p:grpSpPr>
              <a:xfrm>
                <a:off x="7287122" y="2063892"/>
                <a:ext cx="1151753" cy="73428"/>
                <a:chOff x="7287122" y="2063892"/>
                <a:chExt cx="1151753" cy="73428"/>
              </a:xfrm>
            </p:grpSpPr>
            <p:sp>
              <p:nvSpPr>
                <p:cNvPr id="8784" name="Google Shape;8784;p8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85" name="Google Shape;8785;p81"/>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786" name="Google Shape;8786;p81"/>
            <p:cNvGrpSpPr/>
            <p:nvPr/>
          </p:nvGrpSpPr>
          <p:grpSpPr>
            <a:xfrm>
              <a:off x="7287122" y="1712201"/>
              <a:ext cx="1219403" cy="246767"/>
              <a:chOff x="7287122" y="1712201"/>
              <a:chExt cx="1219403" cy="246767"/>
            </a:xfrm>
          </p:grpSpPr>
          <p:sp>
            <p:nvSpPr>
              <p:cNvPr id="8787" name="Google Shape;8787;p8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8" name="Google Shape;8788;p81"/>
              <p:cNvGrpSpPr/>
              <p:nvPr/>
            </p:nvGrpSpPr>
            <p:grpSpPr>
              <a:xfrm>
                <a:off x="7287122" y="1842861"/>
                <a:ext cx="1005303" cy="73419"/>
                <a:chOff x="7287122" y="1842861"/>
                <a:chExt cx="1005303" cy="73419"/>
              </a:xfrm>
            </p:grpSpPr>
            <p:sp>
              <p:nvSpPr>
                <p:cNvPr id="8789" name="Google Shape;8789;p8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90" name="Google Shape;8790;p81"/>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791" name="Google Shape;8791;p81"/>
            <p:cNvGrpSpPr/>
            <p:nvPr/>
          </p:nvGrpSpPr>
          <p:grpSpPr>
            <a:xfrm>
              <a:off x="7287122" y="1447520"/>
              <a:ext cx="1219403" cy="286667"/>
              <a:chOff x="7287122" y="1447520"/>
              <a:chExt cx="1219403" cy="286667"/>
            </a:xfrm>
          </p:grpSpPr>
          <p:sp>
            <p:nvSpPr>
              <p:cNvPr id="8792" name="Google Shape;8792;p8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3" name="Google Shape;8793;p81"/>
              <p:cNvGrpSpPr/>
              <p:nvPr/>
            </p:nvGrpSpPr>
            <p:grpSpPr>
              <a:xfrm>
                <a:off x="7287122" y="1581977"/>
                <a:ext cx="852803" cy="73428"/>
                <a:chOff x="7287122" y="1581977"/>
                <a:chExt cx="852803" cy="73428"/>
              </a:xfrm>
            </p:grpSpPr>
            <p:sp>
              <p:nvSpPr>
                <p:cNvPr id="8794" name="Google Shape;8794;p8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95" name="Google Shape;8795;p81"/>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796" name="Google Shape;8796;p81"/>
            <p:cNvGrpSpPr/>
            <p:nvPr/>
          </p:nvGrpSpPr>
          <p:grpSpPr>
            <a:xfrm>
              <a:off x="7287122" y="1165658"/>
              <a:ext cx="1219403" cy="344253"/>
              <a:chOff x="7287122" y="1165658"/>
              <a:chExt cx="1219403" cy="344253"/>
            </a:xfrm>
          </p:grpSpPr>
          <p:sp>
            <p:nvSpPr>
              <p:cNvPr id="8797" name="Google Shape;8797;p8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8" name="Google Shape;8798;p81"/>
              <p:cNvGrpSpPr/>
              <p:nvPr/>
            </p:nvGrpSpPr>
            <p:grpSpPr>
              <a:xfrm>
                <a:off x="7287122" y="1341025"/>
                <a:ext cx="695703" cy="73419"/>
                <a:chOff x="7287122" y="1341025"/>
                <a:chExt cx="695703" cy="73419"/>
              </a:xfrm>
            </p:grpSpPr>
            <p:sp>
              <p:nvSpPr>
                <p:cNvPr id="8799" name="Google Shape;8799;p8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00" name="Google Shape;8800;p81"/>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04" name="Shape 8804"/>
        <p:cNvGrpSpPr/>
        <p:nvPr/>
      </p:nvGrpSpPr>
      <p:grpSpPr>
        <a:xfrm>
          <a:off x="0" y="0"/>
          <a:ext cx="0" cy="0"/>
          <a:chOff x="0" y="0"/>
          <a:chExt cx="0" cy="0"/>
        </a:xfrm>
      </p:grpSpPr>
      <p:sp>
        <p:nvSpPr>
          <p:cNvPr id="8805" name="Google Shape;8805;p82"/>
          <p:cNvSpPr txBox="1"/>
          <p:nvPr>
            <p:ph idx="4294967295" type="body"/>
          </p:nvPr>
        </p:nvSpPr>
        <p:spPr>
          <a:xfrm>
            <a:off x="828875" y="1176707"/>
            <a:ext cx="7525800" cy="76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chemeClr val="hlink"/>
                </a:solidFill>
                <a:uFill>
                  <a:noFill/>
                </a:uFill>
                <a:latin typeface="Arial"/>
                <a:ea typeface="Arial"/>
                <a:cs typeface="Arial"/>
                <a:sym typeface="Arial"/>
                <a:hlinkClick r:id="rId3"/>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8806" name="Google Shape;8806;p82"/>
          <p:cNvGrpSpPr/>
          <p:nvPr/>
        </p:nvGrpSpPr>
        <p:grpSpPr>
          <a:xfrm>
            <a:off x="845855" y="2307733"/>
            <a:ext cx="340168" cy="298978"/>
            <a:chOff x="892750" y="267400"/>
            <a:chExt cx="483125" cy="424625"/>
          </a:xfrm>
        </p:grpSpPr>
        <p:sp>
          <p:nvSpPr>
            <p:cNvPr id="8807" name="Google Shape;8807;p82"/>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08" name="Google Shape;8808;p82"/>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09" name="Google Shape;8809;p82"/>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10" name="Google Shape;8810;p82"/>
          <p:cNvGrpSpPr/>
          <p:nvPr/>
        </p:nvGrpSpPr>
        <p:grpSpPr>
          <a:xfrm>
            <a:off x="1284289" y="2287121"/>
            <a:ext cx="298996" cy="340204"/>
            <a:chOff x="1516475" y="238075"/>
            <a:chExt cx="424650" cy="483175"/>
          </a:xfrm>
        </p:grpSpPr>
        <p:sp>
          <p:nvSpPr>
            <p:cNvPr id="8811" name="Google Shape;8811;p82"/>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2" name="Google Shape;8812;p82"/>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13" name="Google Shape;8813;p82"/>
          <p:cNvGrpSpPr/>
          <p:nvPr/>
        </p:nvGrpSpPr>
        <p:grpSpPr>
          <a:xfrm>
            <a:off x="1677380" y="2367520"/>
            <a:ext cx="341488" cy="179405"/>
            <a:chOff x="2080675" y="352325"/>
            <a:chExt cx="485000" cy="254800"/>
          </a:xfrm>
        </p:grpSpPr>
        <p:sp>
          <p:nvSpPr>
            <p:cNvPr id="8814" name="Google Shape;8814;p82"/>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5" name="Google Shape;8815;p82"/>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16" name="Google Shape;8816;p82"/>
          <p:cNvGrpSpPr/>
          <p:nvPr/>
        </p:nvGrpSpPr>
        <p:grpSpPr>
          <a:xfrm>
            <a:off x="2126559" y="2287138"/>
            <a:ext cx="298996" cy="340168"/>
            <a:chOff x="2705375" y="238125"/>
            <a:chExt cx="424650" cy="483125"/>
          </a:xfrm>
        </p:grpSpPr>
        <p:sp>
          <p:nvSpPr>
            <p:cNvPr id="8817" name="Google Shape;8817;p82"/>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8" name="Google Shape;8818;p82"/>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9" name="Google Shape;8819;p82"/>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0" name="Google Shape;8820;p82"/>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21" name="Google Shape;8821;p82"/>
          <p:cNvGrpSpPr/>
          <p:nvPr/>
        </p:nvGrpSpPr>
        <p:grpSpPr>
          <a:xfrm>
            <a:off x="2542700" y="2287455"/>
            <a:ext cx="301161" cy="339535"/>
            <a:chOff x="3299850" y="238575"/>
            <a:chExt cx="427725" cy="482225"/>
          </a:xfrm>
        </p:grpSpPr>
        <p:sp>
          <p:nvSpPr>
            <p:cNvPr id="8822" name="Google Shape;8822;p82"/>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3" name="Google Shape;8823;p82"/>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4" name="Google Shape;8824;p82"/>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5" name="Google Shape;8825;p82"/>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6" name="Google Shape;8826;p82"/>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27" name="Google Shape;8827;p82"/>
          <p:cNvGrpSpPr/>
          <p:nvPr/>
        </p:nvGrpSpPr>
        <p:grpSpPr>
          <a:xfrm>
            <a:off x="2929622" y="2287138"/>
            <a:ext cx="352455" cy="340168"/>
            <a:chOff x="3857225" y="238125"/>
            <a:chExt cx="500575" cy="483125"/>
          </a:xfrm>
        </p:grpSpPr>
        <p:sp>
          <p:nvSpPr>
            <p:cNvPr id="8828" name="Google Shape;8828;p82"/>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9" name="Google Shape;8829;p82"/>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0" name="Google Shape;8830;p82"/>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1" name="Google Shape;8831;p82"/>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2" name="Google Shape;8832;p82"/>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3" name="Google Shape;8833;p82"/>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4" name="Google Shape;8834;p82"/>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35" name="Google Shape;8835;p82"/>
          <p:cNvSpPr/>
          <p:nvPr/>
        </p:nvSpPr>
        <p:spPr>
          <a:xfrm>
            <a:off x="3347096"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36" name="Google Shape;8836;p82"/>
          <p:cNvGrpSpPr/>
          <p:nvPr/>
        </p:nvGrpSpPr>
        <p:grpSpPr>
          <a:xfrm>
            <a:off x="3776398" y="2287165"/>
            <a:ext cx="340186" cy="340116"/>
            <a:chOff x="5053900" y="238200"/>
            <a:chExt cx="483150" cy="483050"/>
          </a:xfrm>
        </p:grpSpPr>
        <p:sp>
          <p:nvSpPr>
            <p:cNvPr id="8837" name="Google Shape;8837;p82"/>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8" name="Google Shape;8838;p82"/>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9" name="Google Shape;8839;p82"/>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0" name="Google Shape;8840;p82"/>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41" name="Google Shape;8841;p82"/>
          <p:cNvGrpSpPr/>
          <p:nvPr/>
        </p:nvGrpSpPr>
        <p:grpSpPr>
          <a:xfrm>
            <a:off x="4190348" y="2287138"/>
            <a:ext cx="340168" cy="340168"/>
            <a:chOff x="5648375" y="238125"/>
            <a:chExt cx="483125" cy="483125"/>
          </a:xfrm>
        </p:grpSpPr>
        <p:sp>
          <p:nvSpPr>
            <p:cNvPr id="8842" name="Google Shape;8842;p82"/>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3" name="Google Shape;8843;p82"/>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4" name="Google Shape;8844;p82"/>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5" name="Google Shape;8845;p82"/>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6" name="Google Shape;8846;p82"/>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7" name="Google Shape;8847;p82"/>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8" name="Google Shape;8848;p82"/>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9" name="Google Shape;8849;p82"/>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0" name="Google Shape;8850;p82"/>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1" name="Google Shape;8851;p82"/>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52" name="Google Shape;8852;p82"/>
          <p:cNvGrpSpPr/>
          <p:nvPr/>
        </p:nvGrpSpPr>
        <p:grpSpPr>
          <a:xfrm>
            <a:off x="4607035" y="2287138"/>
            <a:ext cx="340168" cy="340168"/>
            <a:chOff x="6242825" y="238125"/>
            <a:chExt cx="483125" cy="483125"/>
          </a:xfrm>
        </p:grpSpPr>
        <p:sp>
          <p:nvSpPr>
            <p:cNvPr id="8853" name="Google Shape;8853;p82"/>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4" name="Google Shape;8854;p82"/>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5" name="Google Shape;8855;p82"/>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56" name="Google Shape;8856;p82"/>
          <p:cNvGrpSpPr/>
          <p:nvPr/>
        </p:nvGrpSpPr>
        <p:grpSpPr>
          <a:xfrm>
            <a:off x="844156" y="2727362"/>
            <a:ext cx="343566" cy="298943"/>
            <a:chOff x="889275" y="861850"/>
            <a:chExt cx="487950" cy="424575"/>
          </a:xfrm>
        </p:grpSpPr>
        <p:sp>
          <p:nvSpPr>
            <p:cNvPr id="8857" name="Google Shape;8857;p82"/>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8" name="Google Shape;8858;p82"/>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9" name="Google Shape;8859;p82"/>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0" name="Google Shape;8860;p82"/>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61" name="Google Shape;8861;p82"/>
          <p:cNvSpPr/>
          <p:nvPr/>
        </p:nvSpPr>
        <p:spPr>
          <a:xfrm>
            <a:off x="1282125"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2" name="Google Shape;8862;p82"/>
          <p:cNvSpPr/>
          <p:nvPr/>
        </p:nvSpPr>
        <p:spPr>
          <a:xfrm>
            <a:off x="1677131"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63" name="Google Shape;8863;p82"/>
          <p:cNvGrpSpPr/>
          <p:nvPr/>
        </p:nvGrpSpPr>
        <p:grpSpPr>
          <a:xfrm>
            <a:off x="2105973" y="2706749"/>
            <a:ext cx="340168" cy="340168"/>
            <a:chOff x="2676100" y="832575"/>
            <a:chExt cx="483125" cy="483125"/>
          </a:xfrm>
        </p:grpSpPr>
        <p:sp>
          <p:nvSpPr>
            <p:cNvPr id="8864" name="Google Shape;8864;p82"/>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5" name="Google Shape;8865;p82"/>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6" name="Google Shape;8866;p82"/>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67" name="Google Shape;8867;p82"/>
          <p:cNvGrpSpPr/>
          <p:nvPr/>
        </p:nvGrpSpPr>
        <p:grpSpPr>
          <a:xfrm>
            <a:off x="2517477" y="2706749"/>
            <a:ext cx="351610" cy="340168"/>
            <a:chOff x="3270550" y="832575"/>
            <a:chExt cx="499375" cy="483125"/>
          </a:xfrm>
        </p:grpSpPr>
        <p:sp>
          <p:nvSpPr>
            <p:cNvPr id="8868" name="Google Shape;8868;p82"/>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9" name="Google Shape;8869;p82"/>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0" name="Google Shape;8870;p82"/>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71" name="Google Shape;8871;p82"/>
          <p:cNvGrpSpPr/>
          <p:nvPr/>
        </p:nvGrpSpPr>
        <p:grpSpPr>
          <a:xfrm>
            <a:off x="2935756" y="2717381"/>
            <a:ext cx="340186" cy="318904"/>
            <a:chOff x="3865000" y="847675"/>
            <a:chExt cx="483150" cy="452925"/>
          </a:xfrm>
        </p:grpSpPr>
        <p:sp>
          <p:nvSpPr>
            <p:cNvPr id="8872" name="Google Shape;8872;p82"/>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3" name="Google Shape;8873;p82"/>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4" name="Google Shape;8874;p82"/>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5" name="Google Shape;8875;p82"/>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76" name="Google Shape;8876;p82"/>
          <p:cNvGrpSpPr/>
          <p:nvPr/>
        </p:nvGrpSpPr>
        <p:grpSpPr>
          <a:xfrm>
            <a:off x="3351439" y="2727300"/>
            <a:ext cx="344798" cy="299066"/>
            <a:chOff x="4452900" y="861750"/>
            <a:chExt cx="489700" cy="424750"/>
          </a:xfrm>
        </p:grpSpPr>
        <p:sp>
          <p:nvSpPr>
            <p:cNvPr id="8877" name="Google Shape;8877;p82"/>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8" name="Google Shape;8878;p82"/>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9" name="Google Shape;8879;p82"/>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80" name="Google Shape;8880;p82"/>
          <p:cNvGrpSpPr/>
          <p:nvPr/>
        </p:nvGrpSpPr>
        <p:grpSpPr>
          <a:xfrm>
            <a:off x="3768671" y="2706758"/>
            <a:ext cx="355641" cy="340151"/>
            <a:chOff x="5049750" y="832600"/>
            <a:chExt cx="505100" cy="483100"/>
          </a:xfrm>
        </p:grpSpPr>
        <p:sp>
          <p:nvSpPr>
            <p:cNvPr id="8881" name="Google Shape;8881;p82"/>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2" name="Google Shape;8882;p82"/>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83" name="Google Shape;8883;p82"/>
          <p:cNvSpPr/>
          <p:nvPr/>
        </p:nvSpPr>
        <p:spPr>
          <a:xfrm>
            <a:off x="4188930"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84" name="Google Shape;8884;p82"/>
          <p:cNvGrpSpPr/>
          <p:nvPr/>
        </p:nvGrpSpPr>
        <p:grpSpPr>
          <a:xfrm>
            <a:off x="4627621" y="2706749"/>
            <a:ext cx="298996" cy="340168"/>
            <a:chOff x="6272100" y="832575"/>
            <a:chExt cx="424650" cy="483125"/>
          </a:xfrm>
        </p:grpSpPr>
        <p:sp>
          <p:nvSpPr>
            <p:cNvPr id="8885" name="Google Shape;8885;p82"/>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6" name="Google Shape;8886;p82"/>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87" name="Google Shape;8887;p82"/>
          <p:cNvGrpSpPr/>
          <p:nvPr/>
        </p:nvGrpSpPr>
        <p:grpSpPr>
          <a:xfrm>
            <a:off x="845828" y="3125798"/>
            <a:ext cx="340221" cy="340186"/>
            <a:chOff x="893650" y="1428000"/>
            <a:chExt cx="483200" cy="483150"/>
          </a:xfrm>
        </p:grpSpPr>
        <p:sp>
          <p:nvSpPr>
            <p:cNvPr id="8888" name="Google Shape;8888;p82"/>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9" name="Google Shape;8889;p82"/>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0" name="Google Shape;8890;p82"/>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1" name="Google Shape;8891;p82"/>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92" name="Google Shape;8892;p82"/>
          <p:cNvSpPr/>
          <p:nvPr/>
        </p:nvSpPr>
        <p:spPr>
          <a:xfrm>
            <a:off x="1263531"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3" name="Google Shape;8893;p82"/>
          <p:cNvSpPr/>
          <p:nvPr/>
        </p:nvSpPr>
        <p:spPr>
          <a:xfrm>
            <a:off x="1671076"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94" name="Google Shape;8894;p82"/>
          <p:cNvGrpSpPr/>
          <p:nvPr/>
        </p:nvGrpSpPr>
        <p:grpSpPr>
          <a:xfrm>
            <a:off x="2099646" y="3146463"/>
            <a:ext cx="352825" cy="298855"/>
            <a:chOff x="2676100" y="1456375"/>
            <a:chExt cx="501100" cy="424450"/>
          </a:xfrm>
        </p:grpSpPr>
        <p:sp>
          <p:nvSpPr>
            <p:cNvPr id="8895" name="Google Shape;8895;p82"/>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6" name="Google Shape;8896;p82"/>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7" name="Google Shape;8897;p82"/>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98" name="Google Shape;8898;p82"/>
          <p:cNvGrpSpPr/>
          <p:nvPr/>
        </p:nvGrpSpPr>
        <p:grpSpPr>
          <a:xfrm>
            <a:off x="2523170" y="3125806"/>
            <a:ext cx="340221" cy="340168"/>
            <a:chOff x="3270475" y="1427025"/>
            <a:chExt cx="483200" cy="483125"/>
          </a:xfrm>
        </p:grpSpPr>
        <p:sp>
          <p:nvSpPr>
            <p:cNvPr id="8899" name="Google Shape;8899;p82"/>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0" name="Google Shape;8900;p82"/>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1" name="Google Shape;8901;p82"/>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02" name="Google Shape;8902;p82"/>
          <p:cNvGrpSpPr/>
          <p:nvPr/>
        </p:nvGrpSpPr>
        <p:grpSpPr>
          <a:xfrm>
            <a:off x="2934083" y="3125780"/>
            <a:ext cx="343530" cy="340221"/>
            <a:chOff x="3860250" y="1427025"/>
            <a:chExt cx="487900" cy="483200"/>
          </a:xfrm>
        </p:grpSpPr>
        <p:sp>
          <p:nvSpPr>
            <p:cNvPr id="8903" name="Google Shape;8903;p82"/>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4" name="Google Shape;8904;p82"/>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5" name="Google Shape;8905;p82"/>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06" name="Google Shape;8906;p82"/>
          <p:cNvSpPr/>
          <p:nvPr/>
        </p:nvSpPr>
        <p:spPr>
          <a:xfrm>
            <a:off x="3353203"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7" name="Google Shape;8907;p82"/>
          <p:cNvSpPr/>
          <p:nvPr/>
        </p:nvSpPr>
        <p:spPr>
          <a:xfrm>
            <a:off x="3774142"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08" name="Google Shape;8908;p82"/>
          <p:cNvGrpSpPr/>
          <p:nvPr/>
        </p:nvGrpSpPr>
        <p:grpSpPr>
          <a:xfrm>
            <a:off x="4190322" y="3125806"/>
            <a:ext cx="340221" cy="340168"/>
            <a:chOff x="5648375" y="1427025"/>
            <a:chExt cx="483200" cy="483125"/>
          </a:xfrm>
        </p:grpSpPr>
        <p:sp>
          <p:nvSpPr>
            <p:cNvPr id="8909" name="Google Shape;8909;p82"/>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0" name="Google Shape;8910;p82"/>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11" name="Google Shape;8911;p82"/>
          <p:cNvGrpSpPr/>
          <p:nvPr/>
        </p:nvGrpSpPr>
        <p:grpSpPr>
          <a:xfrm>
            <a:off x="4604808" y="3125789"/>
            <a:ext cx="344622" cy="340204"/>
            <a:chOff x="6238300" y="1426975"/>
            <a:chExt cx="489450" cy="483175"/>
          </a:xfrm>
        </p:grpSpPr>
        <p:sp>
          <p:nvSpPr>
            <p:cNvPr id="8912" name="Google Shape;8912;p82"/>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3" name="Google Shape;8913;p82"/>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4" name="Google Shape;8914;p82"/>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15" name="Google Shape;8915;p82"/>
          <p:cNvSpPr/>
          <p:nvPr/>
        </p:nvSpPr>
        <p:spPr>
          <a:xfrm>
            <a:off x="865437"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16" name="Google Shape;8916;p82"/>
          <p:cNvGrpSpPr/>
          <p:nvPr/>
        </p:nvGrpSpPr>
        <p:grpSpPr>
          <a:xfrm>
            <a:off x="1263703" y="3544794"/>
            <a:ext cx="340168" cy="340186"/>
            <a:chOff x="1487200" y="2021475"/>
            <a:chExt cx="483125" cy="483150"/>
          </a:xfrm>
        </p:grpSpPr>
        <p:sp>
          <p:nvSpPr>
            <p:cNvPr id="8917" name="Google Shape;8917;p82"/>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8" name="Google Shape;8918;p82"/>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9" name="Google Shape;8919;p82"/>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0" name="Google Shape;8920;p82"/>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21" name="Google Shape;8921;p82"/>
          <p:cNvGrpSpPr/>
          <p:nvPr/>
        </p:nvGrpSpPr>
        <p:grpSpPr>
          <a:xfrm>
            <a:off x="1678040" y="3565398"/>
            <a:ext cx="340168" cy="298978"/>
            <a:chOff x="2081650" y="2050750"/>
            <a:chExt cx="483125" cy="424625"/>
          </a:xfrm>
        </p:grpSpPr>
        <p:sp>
          <p:nvSpPr>
            <p:cNvPr id="8922" name="Google Shape;8922;p82"/>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3" name="Google Shape;8923;p82"/>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4" name="Google Shape;8924;p82"/>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5" name="Google Shape;8925;p82"/>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6" name="Google Shape;8926;p82"/>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7" name="Google Shape;8927;p82"/>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28" name="Google Shape;8928;p82"/>
          <p:cNvGrpSpPr/>
          <p:nvPr/>
        </p:nvGrpSpPr>
        <p:grpSpPr>
          <a:xfrm>
            <a:off x="2105973" y="3588721"/>
            <a:ext cx="340168" cy="252332"/>
            <a:chOff x="2676100" y="2083800"/>
            <a:chExt cx="483125" cy="358375"/>
          </a:xfrm>
        </p:grpSpPr>
        <p:sp>
          <p:nvSpPr>
            <p:cNvPr id="8929" name="Google Shape;8929;p82"/>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0" name="Google Shape;8930;p82"/>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31" name="Google Shape;8931;p82"/>
          <p:cNvGrpSpPr/>
          <p:nvPr/>
        </p:nvGrpSpPr>
        <p:grpSpPr>
          <a:xfrm>
            <a:off x="2531487" y="3554766"/>
            <a:ext cx="323587" cy="320242"/>
            <a:chOff x="3282325" y="2035675"/>
            <a:chExt cx="459575" cy="454825"/>
          </a:xfrm>
        </p:grpSpPr>
        <p:sp>
          <p:nvSpPr>
            <p:cNvPr id="8932" name="Google Shape;8932;p82"/>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3" name="Google Shape;8933;p82"/>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4" name="Google Shape;8934;p82"/>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5" name="Google Shape;8935;p82"/>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36" name="Google Shape;8936;p82"/>
          <p:cNvSpPr/>
          <p:nvPr/>
        </p:nvSpPr>
        <p:spPr>
          <a:xfrm>
            <a:off x="2940184"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7" name="Google Shape;8937;p82"/>
          <p:cNvSpPr/>
          <p:nvPr/>
        </p:nvSpPr>
        <p:spPr>
          <a:xfrm>
            <a:off x="3373188"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38" name="Google Shape;8938;p82"/>
          <p:cNvGrpSpPr/>
          <p:nvPr/>
        </p:nvGrpSpPr>
        <p:grpSpPr>
          <a:xfrm>
            <a:off x="3776187" y="3544803"/>
            <a:ext cx="340608" cy="340168"/>
            <a:chOff x="5053900" y="2021500"/>
            <a:chExt cx="483750" cy="483125"/>
          </a:xfrm>
        </p:grpSpPr>
        <p:sp>
          <p:nvSpPr>
            <p:cNvPr id="8939" name="Google Shape;8939;p82"/>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0" name="Google Shape;8940;p82"/>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1" name="Google Shape;8941;p82"/>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2" name="Google Shape;8942;p82"/>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3" name="Google Shape;8943;p82"/>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4" name="Google Shape;8944;p82"/>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5" name="Google Shape;8945;p82"/>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6" name="Google Shape;8946;p82"/>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47" name="Google Shape;8947;p82"/>
          <p:cNvSpPr/>
          <p:nvPr/>
        </p:nvSpPr>
        <p:spPr>
          <a:xfrm>
            <a:off x="4249525"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48" name="Google Shape;8948;p82"/>
          <p:cNvGrpSpPr/>
          <p:nvPr/>
        </p:nvGrpSpPr>
        <p:grpSpPr>
          <a:xfrm>
            <a:off x="4601286" y="3547971"/>
            <a:ext cx="351663" cy="333831"/>
            <a:chOff x="6222125" y="2025975"/>
            <a:chExt cx="499450" cy="474125"/>
          </a:xfrm>
        </p:grpSpPr>
        <p:sp>
          <p:nvSpPr>
            <p:cNvPr id="8949" name="Google Shape;8949;p82"/>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0" name="Google Shape;8950;p82"/>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1" name="Google Shape;8951;p82"/>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52" name="Google Shape;8952;p82"/>
          <p:cNvGrpSpPr/>
          <p:nvPr/>
        </p:nvGrpSpPr>
        <p:grpSpPr>
          <a:xfrm>
            <a:off x="5058848" y="2364541"/>
            <a:ext cx="335504" cy="185953"/>
            <a:chOff x="896050" y="2725450"/>
            <a:chExt cx="476500" cy="264100"/>
          </a:xfrm>
        </p:grpSpPr>
        <p:sp>
          <p:nvSpPr>
            <p:cNvPr id="8953" name="Google Shape;8953;p82"/>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4" name="Google Shape;8954;p82"/>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5" name="Google Shape;8955;p82"/>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56" name="Google Shape;8956;p82"/>
          <p:cNvGrpSpPr/>
          <p:nvPr/>
        </p:nvGrpSpPr>
        <p:grpSpPr>
          <a:xfrm>
            <a:off x="5489588" y="2287425"/>
            <a:ext cx="340168" cy="340186"/>
            <a:chOff x="1487200" y="2615925"/>
            <a:chExt cx="483125" cy="483150"/>
          </a:xfrm>
        </p:grpSpPr>
        <p:sp>
          <p:nvSpPr>
            <p:cNvPr id="8957" name="Google Shape;8957;p82"/>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8" name="Google Shape;8958;p82"/>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9" name="Google Shape;8959;p82"/>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60" name="Google Shape;8960;p82"/>
          <p:cNvGrpSpPr/>
          <p:nvPr/>
        </p:nvGrpSpPr>
        <p:grpSpPr>
          <a:xfrm>
            <a:off x="5889537" y="2287425"/>
            <a:ext cx="353564" cy="340186"/>
            <a:chOff x="2077575" y="2615925"/>
            <a:chExt cx="502150" cy="483150"/>
          </a:xfrm>
        </p:grpSpPr>
        <p:sp>
          <p:nvSpPr>
            <p:cNvPr id="8961" name="Google Shape;8961;p82"/>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2" name="Google Shape;8962;p82"/>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3" name="Google Shape;8963;p82"/>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4" name="Google Shape;8964;p82"/>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65" name="Google Shape;8965;p82"/>
          <p:cNvGrpSpPr/>
          <p:nvPr/>
        </p:nvGrpSpPr>
        <p:grpSpPr>
          <a:xfrm>
            <a:off x="6313326" y="2303452"/>
            <a:ext cx="334536" cy="308132"/>
            <a:chOff x="2680100" y="2638725"/>
            <a:chExt cx="475125" cy="437625"/>
          </a:xfrm>
        </p:grpSpPr>
        <p:sp>
          <p:nvSpPr>
            <p:cNvPr id="8966" name="Google Shape;8966;p82"/>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7" name="Google Shape;8967;p82"/>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8" name="Google Shape;8968;p82"/>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9" name="Google Shape;8969;p82"/>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70" name="Google Shape;8970;p82"/>
          <p:cNvGrpSpPr/>
          <p:nvPr/>
        </p:nvGrpSpPr>
        <p:grpSpPr>
          <a:xfrm>
            <a:off x="6778965" y="2287425"/>
            <a:ext cx="239183" cy="340186"/>
            <a:chOff x="3342275" y="2615925"/>
            <a:chExt cx="339700" cy="483150"/>
          </a:xfrm>
        </p:grpSpPr>
        <p:sp>
          <p:nvSpPr>
            <p:cNvPr id="8971" name="Google Shape;8971;p82"/>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2" name="Google Shape;8972;p82"/>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73" name="Google Shape;8973;p82"/>
          <p:cNvSpPr/>
          <p:nvPr/>
        </p:nvSpPr>
        <p:spPr>
          <a:xfrm>
            <a:off x="7172212"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4" name="Google Shape;8974;p82"/>
          <p:cNvSpPr/>
          <p:nvPr/>
        </p:nvSpPr>
        <p:spPr>
          <a:xfrm>
            <a:off x="7565246"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5" name="Google Shape;8975;p82"/>
          <p:cNvSpPr/>
          <p:nvPr/>
        </p:nvSpPr>
        <p:spPr>
          <a:xfrm>
            <a:off x="7990101"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76" name="Google Shape;8976;p82"/>
          <p:cNvGrpSpPr/>
          <p:nvPr/>
        </p:nvGrpSpPr>
        <p:grpSpPr>
          <a:xfrm>
            <a:off x="6216571" y="3956426"/>
            <a:ext cx="339482" cy="339271"/>
            <a:chOff x="5648900" y="2616600"/>
            <a:chExt cx="482150" cy="481850"/>
          </a:xfrm>
        </p:grpSpPr>
        <p:sp>
          <p:nvSpPr>
            <p:cNvPr id="8977" name="Google Shape;8977;p82"/>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8" name="Google Shape;8978;p82"/>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79" name="Google Shape;8979;p82"/>
          <p:cNvGrpSpPr/>
          <p:nvPr/>
        </p:nvGrpSpPr>
        <p:grpSpPr>
          <a:xfrm>
            <a:off x="4535855" y="3963142"/>
            <a:ext cx="325626" cy="325694"/>
            <a:chOff x="6242825" y="2615925"/>
            <a:chExt cx="483125" cy="483225"/>
          </a:xfrm>
        </p:grpSpPr>
        <p:sp>
          <p:nvSpPr>
            <p:cNvPr id="8980" name="Google Shape;8980;p82"/>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1" name="Google Shape;8981;p82"/>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2" name="Google Shape;8982;p82"/>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3" name="Google Shape;8983;p82"/>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4" name="Google Shape;8984;p82"/>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85" name="Google Shape;8985;p82"/>
          <p:cNvSpPr/>
          <p:nvPr/>
        </p:nvSpPr>
        <p:spPr>
          <a:xfrm>
            <a:off x="5053509"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86" name="Google Shape;8986;p82"/>
          <p:cNvGrpSpPr/>
          <p:nvPr/>
        </p:nvGrpSpPr>
        <p:grpSpPr>
          <a:xfrm>
            <a:off x="5488629" y="2707036"/>
            <a:ext cx="342087" cy="340186"/>
            <a:chOff x="1487200" y="3210375"/>
            <a:chExt cx="485850" cy="483150"/>
          </a:xfrm>
        </p:grpSpPr>
        <p:sp>
          <p:nvSpPr>
            <p:cNvPr id="8987" name="Google Shape;8987;p82"/>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8" name="Google Shape;8988;p82"/>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9" name="Google Shape;8989;p82"/>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90" name="Google Shape;8990;p82"/>
          <p:cNvSpPr/>
          <p:nvPr/>
        </p:nvSpPr>
        <p:spPr>
          <a:xfrm>
            <a:off x="5895994"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1" name="Google Shape;8991;p82"/>
          <p:cNvSpPr/>
          <p:nvPr/>
        </p:nvSpPr>
        <p:spPr>
          <a:xfrm>
            <a:off x="6310174"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92" name="Google Shape;8992;p82"/>
          <p:cNvGrpSpPr/>
          <p:nvPr/>
        </p:nvGrpSpPr>
        <p:grpSpPr>
          <a:xfrm>
            <a:off x="6727988" y="2707027"/>
            <a:ext cx="341136" cy="340204"/>
            <a:chOff x="3269875" y="3210400"/>
            <a:chExt cx="484500" cy="483175"/>
          </a:xfrm>
        </p:grpSpPr>
        <p:sp>
          <p:nvSpPr>
            <p:cNvPr id="8993" name="Google Shape;8993;p82"/>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4" name="Google Shape;8994;p82"/>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95" name="Google Shape;8995;p82"/>
          <p:cNvGrpSpPr/>
          <p:nvPr/>
        </p:nvGrpSpPr>
        <p:grpSpPr>
          <a:xfrm>
            <a:off x="7227082" y="2706666"/>
            <a:ext cx="170216" cy="340925"/>
            <a:chOff x="3985700" y="3210375"/>
            <a:chExt cx="241750" cy="484200"/>
          </a:xfrm>
        </p:grpSpPr>
        <p:sp>
          <p:nvSpPr>
            <p:cNvPr id="8996" name="Google Shape;8996;p82"/>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7" name="Google Shape;8997;p82"/>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98" name="Google Shape;8998;p82"/>
          <p:cNvGrpSpPr/>
          <p:nvPr/>
        </p:nvGrpSpPr>
        <p:grpSpPr>
          <a:xfrm>
            <a:off x="7566351" y="2707678"/>
            <a:ext cx="339007" cy="338901"/>
            <a:chOff x="4460225" y="3211300"/>
            <a:chExt cx="481475" cy="481325"/>
          </a:xfrm>
        </p:grpSpPr>
        <p:sp>
          <p:nvSpPr>
            <p:cNvPr id="8999" name="Google Shape;8999;p82"/>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0" name="Google Shape;9000;p82"/>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01" name="Google Shape;9001;p82"/>
          <p:cNvSpPr/>
          <p:nvPr/>
        </p:nvSpPr>
        <p:spPr>
          <a:xfrm>
            <a:off x="7990101"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02" name="Google Shape;9002;p82"/>
          <p:cNvGrpSpPr/>
          <p:nvPr/>
        </p:nvGrpSpPr>
        <p:grpSpPr>
          <a:xfrm>
            <a:off x="6660413" y="3985756"/>
            <a:ext cx="342034" cy="280654"/>
            <a:chOff x="5647000" y="3252650"/>
            <a:chExt cx="485775" cy="398600"/>
          </a:xfrm>
        </p:grpSpPr>
        <p:sp>
          <p:nvSpPr>
            <p:cNvPr id="9003" name="Google Shape;9003;p82"/>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4" name="Google Shape;9004;p82"/>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5" name="Google Shape;9005;p82"/>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6" name="Google Shape;9006;p82"/>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7" name="Google Shape;9007;p82"/>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08" name="Google Shape;9008;p82"/>
          <p:cNvGrpSpPr/>
          <p:nvPr/>
        </p:nvGrpSpPr>
        <p:grpSpPr>
          <a:xfrm>
            <a:off x="4965853" y="3991768"/>
            <a:ext cx="326536" cy="268454"/>
            <a:chOff x="6242450" y="3252800"/>
            <a:chExt cx="484475" cy="398300"/>
          </a:xfrm>
        </p:grpSpPr>
        <p:sp>
          <p:nvSpPr>
            <p:cNvPr id="9009" name="Google Shape;9009;p82"/>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0" name="Google Shape;9010;p82"/>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1" name="Google Shape;9011;p82"/>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12" name="Google Shape;9012;p82"/>
          <p:cNvGrpSpPr/>
          <p:nvPr/>
        </p:nvGrpSpPr>
        <p:grpSpPr>
          <a:xfrm>
            <a:off x="5077111" y="3126102"/>
            <a:ext cx="298978" cy="340168"/>
            <a:chOff x="922025" y="3804850"/>
            <a:chExt cx="424625" cy="483125"/>
          </a:xfrm>
        </p:grpSpPr>
        <p:sp>
          <p:nvSpPr>
            <p:cNvPr id="9013" name="Google Shape;9013;p82"/>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4" name="Google Shape;9014;p82"/>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15" name="Google Shape;9015;p82"/>
          <p:cNvSpPr/>
          <p:nvPr/>
        </p:nvSpPr>
        <p:spPr>
          <a:xfrm>
            <a:off x="5485351"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16" name="Google Shape;9016;p82"/>
          <p:cNvGrpSpPr/>
          <p:nvPr/>
        </p:nvGrpSpPr>
        <p:grpSpPr>
          <a:xfrm>
            <a:off x="5909841" y="3126102"/>
            <a:ext cx="312955" cy="340168"/>
            <a:chOff x="2100300" y="3804850"/>
            <a:chExt cx="444475" cy="483125"/>
          </a:xfrm>
        </p:grpSpPr>
        <p:sp>
          <p:nvSpPr>
            <p:cNvPr id="9017" name="Google Shape;9017;p82"/>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8" name="Google Shape;9018;p82"/>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19" name="Google Shape;9019;p82"/>
          <p:cNvGrpSpPr/>
          <p:nvPr/>
        </p:nvGrpSpPr>
        <p:grpSpPr>
          <a:xfrm>
            <a:off x="6333463" y="3126102"/>
            <a:ext cx="294261" cy="340168"/>
            <a:chOff x="2708700" y="3804850"/>
            <a:chExt cx="417925" cy="483125"/>
          </a:xfrm>
        </p:grpSpPr>
        <p:sp>
          <p:nvSpPr>
            <p:cNvPr id="9020" name="Google Shape;9020;p82"/>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1" name="Google Shape;9021;p82"/>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2" name="Google Shape;9022;p82"/>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3" name="Google Shape;9023;p82"/>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24" name="Google Shape;9024;p82"/>
          <p:cNvSpPr/>
          <p:nvPr/>
        </p:nvSpPr>
        <p:spPr>
          <a:xfrm>
            <a:off x="6728094"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5" name="Google Shape;9025;p82"/>
          <p:cNvSpPr/>
          <p:nvPr/>
        </p:nvSpPr>
        <p:spPr>
          <a:xfrm>
            <a:off x="7154806"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26" name="Google Shape;9026;p82"/>
          <p:cNvGrpSpPr/>
          <p:nvPr/>
        </p:nvGrpSpPr>
        <p:grpSpPr>
          <a:xfrm>
            <a:off x="7570338" y="3127378"/>
            <a:ext cx="331033" cy="337616"/>
            <a:chOff x="4467450" y="3808475"/>
            <a:chExt cx="470150" cy="479500"/>
          </a:xfrm>
        </p:grpSpPr>
        <p:sp>
          <p:nvSpPr>
            <p:cNvPr id="9027" name="Google Shape;9027;p82"/>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8" name="Google Shape;9028;p82"/>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9" name="Google Shape;9029;p82"/>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0" name="Google Shape;9030;p82"/>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31" name="Google Shape;9031;p82"/>
          <p:cNvGrpSpPr/>
          <p:nvPr/>
        </p:nvGrpSpPr>
        <p:grpSpPr>
          <a:xfrm>
            <a:off x="7990685" y="3126102"/>
            <a:ext cx="340186" cy="340168"/>
            <a:chOff x="5053900" y="3804850"/>
            <a:chExt cx="483150" cy="483125"/>
          </a:xfrm>
        </p:grpSpPr>
        <p:sp>
          <p:nvSpPr>
            <p:cNvPr id="9032" name="Google Shape;9032;p82"/>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3" name="Google Shape;9033;p82"/>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4" name="Google Shape;9034;p82"/>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5" name="Google Shape;9035;p82"/>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36" name="Google Shape;9036;p82"/>
          <p:cNvGrpSpPr/>
          <p:nvPr/>
        </p:nvGrpSpPr>
        <p:grpSpPr>
          <a:xfrm>
            <a:off x="7106806" y="3956021"/>
            <a:ext cx="340168" cy="340168"/>
            <a:chOff x="5648375" y="3804850"/>
            <a:chExt cx="483125" cy="483125"/>
          </a:xfrm>
        </p:grpSpPr>
        <p:sp>
          <p:nvSpPr>
            <p:cNvPr id="9037" name="Google Shape;9037;p82"/>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8" name="Google Shape;9038;p82"/>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9" name="Google Shape;9039;p82"/>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0" name="Google Shape;9040;p82"/>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41" name="Google Shape;9041;p82"/>
          <p:cNvGrpSpPr/>
          <p:nvPr/>
        </p:nvGrpSpPr>
        <p:grpSpPr>
          <a:xfrm>
            <a:off x="5396761" y="3968278"/>
            <a:ext cx="280923" cy="315449"/>
            <a:chOff x="6276025" y="3812400"/>
            <a:chExt cx="416800" cy="468025"/>
          </a:xfrm>
        </p:grpSpPr>
        <p:sp>
          <p:nvSpPr>
            <p:cNvPr id="9042" name="Google Shape;9042;p82"/>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3" name="Google Shape;9043;p82"/>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4" name="Google Shape;9044;p82"/>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5" name="Google Shape;9045;p82"/>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46" name="Google Shape;9046;p82"/>
          <p:cNvGrpSpPr/>
          <p:nvPr/>
        </p:nvGrpSpPr>
        <p:grpSpPr>
          <a:xfrm>
            <a:off x="5055293" y="3545089"/>
            <a:ext cx="342615" cy="340186"/>
            <a:chOff x="890400" y="4399350"/>
            <a:chExt cx="486600" cy="483150"/>
          </a:xfrm>
        </p:grpSpPr>
        <p:sp>
          <p:nvSpPr>
            <p:cNvPr id="9047" name="Google Shape;9047;p82"/>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8" name="Google Shape;9048;p82"/>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9" name="Google Shape;9049;p82"/>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50" name="Google Shape;9050;p82"/>
          <p:cNvGrpSpPr/>
          <p:nvPr/>
        </p:nvGrpSpPr>
        <p:grpSpPr>
          <a:xfrm>
            <a:off x="5489588" y="3560368"/>
            <a:ext cx="340168" cy="309628"/>
            <a:chOff x="1487200" y="4421025"/>
            <a:chExt cx="483125" cy="439750"/>
          </a:xfrm>
        </p:grpSpPr>
        <p:sp>
          <p:nvSpPr>
            <p:cNvPr id="9051" name="Google Shape;9051;p82"/>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2" name="Google Shape;9052;p82"/>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3" name="Google Shape;9053;p82"/>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4" name="Google Shape;9054;p82"/>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55" name="Google Shape;9055;p82"/>
          <p:cNvGrpSpPr/>
          <p:nvPr/>
        </p:nvGrpSpPr>
        <p:grpSpPr>
          <a:xfrm>
            <a:off x="5893867" y="3545107"/>
            <a:ext cx="344903" cy="340151"/>
            <a:chOff x="2079300" y="4399325"/>
            <a:chExt cx="489850" cy="483100"/>
          </a:xfrm>
        </p:grpSpPr>
        <p:sp>
          <p:nvSpPr>
            <p:cNvPr id="9056" name="Google Shape;9056;p82"/>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7" name="Google Shape;9057;p82"/>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58" name="Google Shape;9058;p82"/>
          <p:cNvSpPr/>
          <p:nvPr/>
        </p:nvSpPr>
        <p:spPr>
          <a:xfrm>
            <a:off x="6330757"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59" name="Google Shape;9059;p82"/>
          <p:cNvGrpSpPr/>
          <p:nvPr/>
        </p:nvGrpSpPr>
        <p:grpSpPr>
          <a:xfrm>
            <a:off x="6760439" y="3545107"/>
            <a:ext cx="276236" cy="340151"/>
            <a:chOff x="3316000" y="4399325"/>
            <a:chExt cx="392325" cy="483100"/>
          </a:xfrm>
        </p:grpSpPr>
        <p:sp>
          <p:nvSpPr>
            <p:cNvPr id="9060" name="Google Shape;9060;p82"/>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1" name="Google Shape;9061;p82"/>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62" name="Google Shape;9062;p82"/>
          <p:cNvGrpSpPr/>
          <p:nvPr/>
        </p:nvGrpSpPr>
        <p:grpSpPr>
          <a:xfrm>
            <a:off x="7185179" y="3545089"/>
            <a:ext cx="254022" cy="340186"/>
            <a:chOff x="3926225" y="4399275"/>
            <a:chExt cx="360775" cy="483150"/>
          </a:xfrm>
        </p:grpSpPr>
        <p:sp>
          <p:nvSpPr>
            <p:cNvPr id="9063" name="Google Shape;9063;p82"/>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4" name="Google Shape;9064;p82"/>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65" name="Google Shape;9065;p82"/>
          <p:cNvSpPr/>
          <p:nvPr/>
        </p:nvSpPr>
        <p:spPr>
          <a:xfrm>
            <a:off x="7645633"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66" name="Google Shape;9066;p82"/>
          <p:cNvGrpSpPr/>
          <p:nvPr/>
        </p:nvGrpSpPr>
        <p:grpSpPr>
          <a:xfrm>
            <a:off x="7990738" y="3545151"/>
            <a:ext cx="340080" cy="340063"/>
            <a:chOff x="5053975" y="4399375"/>
            <a:chExt cx="483000" cy="482975"/>
          </a:xfrm>
        </p:grpSpPr>
        <p:sp>
          <p:nvSpPr>
            <p:cNvPr id="9067" name="Google Shape;9067;p82"/>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8" name="Google Shape;9068;p82"/>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9" name="Google Shape;9069;p82"/>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70" name="Google Shape;9070;p82"/>
          <p:cNvGrpSpPr/>
          <p:nvPr/>
        </p:nvGrpSpPr>
        <p:grpSpPr>
          <a:xfrm>
            <a:off x="7551334" y="3956042"/>
            <a:ext cx="340168" cy="340168"/>
            <a:chOff x="5648375" y="4399300"/>
            <a:chExt cx="483125" cy="483125"/>
          </a:xfrm>
        </p:grpSpPr>
        <p:sp>
          <p:nvSpPr>
            <p:cNvPr id="9071" name="Google Shape;9071;p82"/>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2" name="Google Shape;9072;p82"/>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73" name="Google Shape;9073;p82"/>
          <p:cNvGrpSpPr/>
          <p:nvPr/>
        </p:nvGrpSpPr>
        <p:grpSpPr>
          <a:xfrm>
            <a:off x="5782056" y="3974637"/>
            <a:ext cx="330007" cy="302744"/>
            <a:chOff x="6239575" y="4416275"/>
            <a:chExt cx="489625" cy="449175"/>
          </a:xfrm>
        </p:grpSpPr>
        <p:sp>
          <p:nvSpPr>
            <p:cNvPr id="9074" name="Google Shape;9074;p82"/>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5" name="Google Shape;9075;p82"/>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6" name="Google Shape;9076;p82"/>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77" name="Google Shape;9077;p82"/>
          <p:cNvGrpSpPr/>
          <p:nvPr/>
        </p:nvGrpSpPr>
        <p:grpSpPr>
          <a:xfrm>
            <a:off x="2885335" y="3971815"/>
            <a:ext cx="308234" cy="308234"/>
            <a:chOff x="892750" y="4993750"/>
            <a:chExt cx="483125" cy="483125"/>
          </a:xfrm>
        </p:grpSpPr>
        <p:sp>
          <p:nvSpPr>
            <p:cNvPr id="9078" name="Google Shape;9078;p82"/>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9" name="Google Shape;9079;p82"/>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0" name="Google Shape;9080;p82"/>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81" name="Google Shape;9081;p82"/>
          <p:cNvGrpSpPr/>
          <p:nvPr/>
        </p:nvGrpSpPr>
        <p:grpSpPr>
          <a:xfrm>
            <a:off x="1292053" y="3979188"/>
            <a:ext cx="293982" cy="293982"/>
            <a:chOff x="2676100" y="4993750"/>
            <a:chExt cx="483125" cy="483125"/>
          </a:xfrm>
        </p:grpSpPr>
        <p:sp>
          <p:nvSpPr>
            <p:cNvPr id="9082" name="Google Shape;9082;p82"/>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3" name="Google Shape;9083;p82"/>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4" name="Google Shape;9084;p82"/>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85" name="Google Shape;9085;p82"/>
          <p:cNvGrpSpPr/>
          <p:nvPr/>
        </p:nvGrpSpPr>
        <p:grpSpPr>
          <a:xfrm>
            <a:off x="4123160" y="3971815"/>
            <a:ext cx="308234" cy="308234"/>
            <a:chOff x="3270550" y="4993750"/>
            <a:chExt cx="483125" cy="483125"/>
          </a:xfrm>
        </p:grpSpPr>
        <p:sp>
          <p:nvSpPr>
            <p:cNvPr id="9086" name="Google Shape;9086;p82"/>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7" name="Google Shape;9087;p82"/>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8" name="Google Shape;9088;p82"/>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89" name="Google Shape;9089;p82"/>
          <p:cNvSpPr/>
          <p:nvPr/>
        </p:nvSpPr>
        <p:spPr>
          <a:xfrm>
            <a:off x="1690280" y="3978931"/>
            <a:ext cx="293997" cy="294073"/>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90" name="Google Shape;9090;p82"/>
          <p:cNvGrpSpPr/>
          <p:nvPr/>
        </p:nvGrpSpPr>
        <p:grpSpPr>
          <a:xfrm>
            <a:off x="2088818" y="3979142"/>
            <a:ext cx="293997" cy="294073"/>
            <a:chOff x="4459450" y="4993700"/>
            <a:chExt cx="483150" cy="483275"/>
          </a:xfrm>
        </p:grpSpPr>
        <p:sp>
          <p:nvSpPr>
            <p:cNvPr id="9091" name="Google Shape;9091;p82"/>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2" name="Google Shape;9092;p82"/>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93" name="Google Shape;9093;p82"/>
          <p:cNvGrpSpPr/>
          <p:nvPr/>
        </p:nvGrpSpPr>
        <p:grpSpPr>
          <a:xfrm>
            <a:off x="3297944" y="3971815"/>
            <a:ext cx="308234" cy="308234"/>
            <a:chOff x="1487200" y="4993750"/>
            <a:chExt cx="483125" cy="483125"/>
          </a:xfrm>
        </p:grpSpPr>
        <p:sp>
          <p:nvSpPr>
            <p:cNvPr id="9094" name="Google Shape;9094;p82"/>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5" name="Google Shape;9095;p82"/>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96" name="Google Shape;9096;p82"/>
          <p:cNvGrpSpPr/>
          <p:nvPr/>
        </p:nvGrpSpPr>
        <p:grpSpPr>
          <a:xfrm>
            <a:off x="3710554" y="3971815"/>
            <a:ext cx="308234" cy="308234"/>
            <a:chOff x="2081650" y="4993750"/>
            <a:chExt cx="483125" cy="483125"/>
          </a:xfrm>
        </p:grpSpPr>
        <p:sp>
          <p:nvSpPr>
            <p:cNvPr id="9097" name="Google Shape;9097;p82"/>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8" name="Google Shape;9098;p82"/>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99" name="Google Shape;9099;p82"/>
          <p:cNvGrpSpPr/>
          <p:nvPr/>
        </p:nvGrpSpPr>
        <p:grpSpPr>
          <a:xfrm>
            <a:off x="2487196" y="3979142"/>
            <a:ext cx="293997" cy="294073"/>
            <a:chOff x="5053900" y="4993700"/>
            <a:chExt cx="483150" cy="483275"/>
          </a:xfrm>
        </p:grpSpPr>
        <p:sp>
          <p:nvSpPr>
            <p:cNvPr id="9100" name="Google Shape;9100;p82"/>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1" name="Google Shape;9101;p82"/>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102" name="Google Shape;9102;p8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106" name="Shape 9106"/>
        <p:cNvGrpSpPr/>
        <p:nvPr/>
      </p:nvGrpSpPr>
      <p:grpSpPr>
        <a:xfrm>
          <a:off x="0" y="0"/>
          <a:ext cx="0" cy="0"/>
          <a:chOff x="0" y="0"/>
          <a:chExt cx="0" cy="0"/>
        </a:xfrm>
      </p:grpSpPr>
      <p:sp>
        <p:nvSpPr>
          <p:cNvPr id="9107" name="Google Shape;9107;p83"/>
          <p:cNvSpPr/>
          <p:nvPr/>
        </p:nvSpPr>
        <p:spPr>
          <a:xfrm>
            <a:off x="844100" y="1308173"/>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3"/>
          <p:cNvSpPr/>
          <p:nvPr/>
        </p:nvSpPr>
        <p:spPr>
          <a:xfrm>
            <a:off x="844104" y="1772778"/>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3"/>
          <p:cNvSpPr/>
          <p:nvPr/>
        </p:nvSpPr>
        <p:spPr>
          <a:xfrm>
            <a:off x="852434" y="2202562"/>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0" name="Google Shape;9110;p83"/>
          <p:cNvGrpSpPr/>
          <p:nvPr/>
        </p:nvGrpSpPr>
        <p:grpSpPr>
          <a:xfrm>
            <a:off x="2987728" y="1336070"/>
            <a:ext cx="371882" cy="373766"/>
            <a:chOff x="-41270450" y="1973375"/>
            <a:chExt cx="315850" cy="317450"/>
          </a:xfrm>
        </p:grpSpPr>
        <p:sp>
          <p:nvSpPr>
            <p:cNvPr id="9111" name="Google Shape;9111;p83"/>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3"/>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3"/>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3"/>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5" name="Google Shape;9115;p83"/>
          <p:cNvGrpSpPr/>
          <p:nvPr/>
        </p:nvGrpSpPr>
        <p:grpSpPr>
          <a:xfrm>
            <a:off x="3005407" y="1783026"/>
            <a:ext cx="395871" cy="372088"/>
            <a:chOff x="-41291625" y="2339025"/>
            <a:chExt cx="336225" cy="316025"/>
          </a:xfrm>
        </p:grpSpPr>
        <p:sp>
          <p:nvSpPr>
            <p:cNvPr id="9116" name="Google Shape;9116;p83"/>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3"/>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8" name="Google Shape;9118;p83"/>
          <p:cNvSpPr/>
          <p:nvPr/>
        </p:nvSpPr>
        <p:spPr>
          <a:xfrm>
            <a:off x="2982027" y="1970041"/>
            <a:ext cx="0" cy="29"/>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3"/>
          <p:cNvSpPr/>
          <p:nvPr/>
        </p:nvSpPr>
        <p:spPr>
          <a:xfrm>
            <a:off x="3016426" y="2215314"/>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3"/>
          <p:cNvSpPr/>
          <p:nvPr/>
        </p:nvSpPr>
        <p:spPr>
          <a:xfrm>
            <a:off x="1807487" y="2652012"/>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3"/>
          <p:cNvSpPr/>
          <p:nvPr/>
        </p:nvSpPr>
        <p:spPr>
          <a:xfrm>
            <a:off x="1759274" y="3082043"/>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3"/>
          <p:cNvSpPr/>
          <p:nvPr/>
        </p:nvSpPr>
        <p:spPr>
          <a:xfrm>
            <a:off x="1735189" y="3576077"/>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3"/>
          <p:cNvSpPr/>
          <p:nvPr/>
        </p:nvSpPr>
        <p:spPr>
          <a:xfrm>
            <a:off x="3953247" y="2652248"/>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4" name="Google Shape;9124;p83"/>
          <p:cNvGrpSpPr/>
          <p:nvPr/>
        </p:nvGrpSpPr>
        <p:grpSpPr>
          <a:xfrm>
            <a:off x="1229534" y="1308077"/>
            <a:ext cx="396931" cy="373147"/>
            <a:chOff x="-42804750" y="1949600"/>
            <a:chExt cx="337125" cy="316925"/>
          </a:xfrm>
        </p:grpSpPr>
        <p:sp>
          <p:nvSpPr>
            <p:cNvPr id="9125" name="Google Shape;9125;p83"/>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3"/>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3"/>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8" name="Google Shape;9128;p83"/>
          <p:cNvGrpSpPr/>
          <p:nvPr/>
        </p:nvGrpSpPr>
        <p:grpSpPr>
          <a:xfrm>
            <a:off x="1292211" y="1760773"/>
            <a:ext cx="335706" cy="364258"/>
            <a:chOff x="-42778750" y="2320125"/>
            <a:chExt cx="285125" cy="309375"/>
          </a:xfrm>
        </p:grpSpPr>
        <p:sp>
          <p:nvSpPr>
            <p:cNvPr id="9129" name="Google Shape;9129;p83"/>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3"/>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1" name="Google Shape;9131;p83"/>
          <p:cNvGrpSpPr/>
          <p:nvPr/>
        </p:nvGrpSpPr>
        <p:grpSpPr>
          <a:xfrm>
            <a:off x="1269879" y="2207778"/>
            <a:ext cx="375591" cy="374678"/>
            <a:chOff x="-42796875" y="2680675"/>
            <a:chExt cx="319000" cy="318225"/>
          </a:xfrm>
        </p:grpSpPr>
        <p:sp>
          <p:nvSpPr>
            <p:cNvPr id="9132" name="Google Shape;9132;p83"/>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3"/>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3"/>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3"/>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3"/>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7" name="Google Shape;9137;p83"/>
          <p:cNvSpPr/>
          <p:nvPr/>
        </p:nvSpPr>
        <p:spPr>
          <a:xfrm>
            <a:off x="3439644" y="1333692"/>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3"/>
          <p:cNvSpPr/>
          <p:nvPr/>
        </p:nvSpPr>
        <p:spPr>
          <a:xfrm>
            <a:off x="3459773" y="1815159"/>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3"/>
          <p:cNvSpPr/>
          <p:nvPr/>
        </p:nvSpPr>
        <p:spPr>
          <a:xfrm>
            <a:off x="3469303" y="2215314"/>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3"/>
          <p:cNvSpPr/>
          <p:nvPr/>
        </p:nvSpPr>
        <p:spPr>
          <a:xfrm>
            <a:off x="2230466" y="2652012"/>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3"/>
          <p:cNvSpPr/>
          <p:nvPr/>
        </p:nvSpPr>
        <p:spPr>
          <a:xfrm>
            <a:off x="2117481" y="3435574"/>
            <a:ext cx="29" cy="29"/>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2" name="Google Shape;9142;p83"/>
          <p:cNvGrpSpPr/>
          <p:nvPr/>
        </p:nvGrpSpPr>
        <p:grpSpPr>
          <a:xfrm>
            <a:off x="2168150" y="3086053"/>
            <a:ext cx="390426" cy="369586"/>
            <a:chOff x="-39055650" y="2315975"/>
            <a:chExt cx="331600" cy="313900"/>
          </a:xfrm>
        </p:grpSpPr>
        <p:sp>
          <p:nvSpPr>
            <p:cNvPr id="9143" name="Google Shape;9143;p83"/>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3"/>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5" name="Google Shape;9145;p83"/>
          <p:cNvSpPr/>
          <p:nvPr/>
        </p:nvSpPr>
        <p:spPr>
          <a:xfrm>
            <a:off x="2174857" y="3604055"/>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3"/>
          <p:cNvSpPr/>
          <p:nvPr/>
        </p:nvSpPr>
        <p:spPr>
          <a:xfrm>
            <a:off x="3995440" y="3071387"/>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7" name="Google Shape;9147;p83"/>
          <p:cNvGrpSpPr/>
          <p:nvPr/>
        </p:nvGrpSpPr>
        <p:grpSpPr>
          <a:xfrm>
            <a:off x="1659816" y="1308254"/>
            <a:ext cx="380241" cy="371793"/>
            <a:chOff x="-42430625" y="1949750"/>
            <a:chExt cx="322950" cy="315775"/>
          </a:xfrm>
        </p:grpSpPr>
        <p:sp>
          <p:nvSpPr>
            <p:cNvPr id="9148" name="Google Shape;9148;p83"/>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3"/>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3"/>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83"/>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2" name="Google Shape;9152;p83"/>
          <p:cNvSpPr/>
          <p:nvPr/>
        </p:nvSpPr>
        <p:spPr>
          <a:xfrm>
            <a:off x="1719036" y="1755820"/>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3"/>
          <p:cNvSpPr/>
          <p:nvPr/>
        </p:nvSpPr>
        <p:spPr>
          <a:xfrm>
            <a:off x="1696509" y="2188264"/>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3"/>
          <p:cNvSpPr/>
          <p:nvPr/>
        </p:nvSpPr>
        <p:spPr>
          <a:xfrm>
            <a:off x="3917021" y="1342493"/>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3"/>
          <p:cNvSpPr/>
          <p:nvPr/>
        </p:nvSpPr>
        <p:spPr>
          <a:xfrm>
            <a:off x="3936416" y="1781781"/>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3"/>
          <p:cNvSpPr/>
          <p:nvPr/>
        </p:nvSpPr>
        <p:spPr>
          <a:xfrm>
            <a:off x="3906859" y="2214107"/>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3"/>
          <p:cNvSpPr/>
          <p:nvPr/>
        </p:nvSpPr>
        <p:spPr>
          <a:xfrm>
            <a:off x="2616350" y="2648981"/>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8" name="Google Shape;9158;p83"/>
          <p:cNvGrpSpPr/>
          <p:nvPr/>
        </p:nvGrpSpPr>
        <p:grpSpPr>
          <a:xfrm>
            <a:off x="2623344" y="3084199"/>
            <a:ext cx="372824" cy="372058"/>
            <a:chOff x="-38686275" y="2314400"/>
            <a:chExt cx="316650" cy="316000"/>
          </a:xfrm>
        </p:grpSpPr>
        <p:sp>
          <p:nvSpPr>
            <p:cNvPr id="9159" name="Google Shape;9159;p83"/>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3"/>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1" name="Google Shape;9161;p83"/>
          <p:cNvGrpSpPr/>
          <p:nvPr/>
        </p:nvGrpSpPr>
        <p:grpSpPr>
          <a:xfrm>
            <a:off x="2621946" y="3576239"/>
            <a:ext cx="375620" cy="373736"/>
            <a:chOff x="-38686275" y="2682250"/>
            <a:chExt cx="319025" cy="317425"/>
          </a:xfrm>
        </p:grpSpPr>
        <p:sp>
          <p:nvSpPr>
            <p:cNvPr id="9162" name="Google Shape;9162;p83"/>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3"/>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83"/>
          <p:cNvGrpSpPr/>
          <p:nvPr/>
        </p:nvGrpSpPr>
        <p:grpSpPr>
          <a:xfrm>
            <a:off x="3940328" y="3574782"/>
            <a:ext cx="391368" cy="376650"/>
            <a:chOff x="-37534750" y="2668075"/>
            <a:chExt cx="332400" cy="319900"/>
          </a:xfrm>
        </p:grpSpPr>
        <p:sp>
          <p:nvSpPr>
            <p:cNvPr id="9165" name="Google Shape;9165;p83"/>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3"/>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7" name="Google Shape;9167;p83"/>
          <p:cNvSpPr/>
          <p:nvPr/>
        </p:nvSpPr>
        <p:spPr>
          <a:xfrm>
            <a:off x="2106751" y="1307496"/>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68" name="Google Shape;9168;p83"/>
          <p:cNvGrpSpPr/>
          <p:nvPr/>
        </p:nvGrpSpPr>
        <p:grpSpPr>
          <a:xfrm>
            <a:off x="2131694" y="1755917"/>
            <a:ext cx="375591" cy="374060"/>
            <a:chOff x="-42062025" y="2316000"/>
            <a:chExt cx="319000" cy="317700"/>
          </a:xfrm>
        </p:grpSpPr>
        <p:sp>
          <p:nvSpPr>
            <p:cNvPr id="9169" name="Google Shape;9169;p83"/>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3"/>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1" name="Google Shape;9171;p83"/>
          <p:cNvSpPr/>
          <p:nvPr/>
        </p:nvSpPr>
        <p:spPr>
          <a:xfrm>
            <a:off x="2135027" y="2187352"/>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2" name="Google Shape;9172;p83"/>
          <p:cNvGrpSpPr/>
          <p:nvPr/>
        </p:nvGrpSpPr>
        <p:grpSpPr>
          <a:xfrm>
            <a:off x="876569" y="2667020"/>
            <a:ext cx="330143" cy="368173"/>
            <a:chOff x="-40150450" y="1977325"/>
            <a:chExt cx="280400" cy="312700"/>
          </a:xfrm>
        </p:grpSpPr>
        <p:sp>
          <p:nvSpPr>
            <p:cNvPr id="9173" name="Google Shape;9173;p83"/>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3"/>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83"/>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3"/>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7" name="Google Shape;9177;p83"/>
          <p:cNvGrpSpPr/>
          <p:nvPr/>
        </p:nvGrpSpPr>
        <p:grpSpPr>
          <a:xfrm>
            <a:off x="870534" y="3126239"/>
            <a:ext cx="342211" cy="372824"/>
            <a:chOff x="-40160700" y="2339625"/>
            <a:chExt cx="290650" cy="316650"/>
          </a:xfrm>
        </p:grpSpPr>
        <p:sp>
          <p:nvSpPr>
            <p:cNvPr id="9178" name="Google Shape;9178;p83"/>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3"/>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3"/>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3"/>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2" name="Google Shape;9182;p83"/>
          <p:cNvGrpSpPr/>
          <p:nvPr/>
        </p:nvGrpSpPr>
        <p:grpSpPr>
          <a:xfrm>
            <a:off x="852359" y="3576695"/>
            <a:ext cx="375591" cy="372824"/>
            <a:chOff x="-40171725" y="2705875"/>
            <a:chExt cx="319000" cy="316650"/>
          </a:xfrm>
        </p:grpSpPr>
        <p:sp>
          <p:nvSpPr>
            <p:cNvPr id="9183" name="Google Shape;9183;p83"/>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3"/>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5" name="Google Shape;9185;p83"/>
          <p:cNvGrpSpPr/>
          <p:nvPr/>
        </p:nvGrpSpPr>
        <p:grpSpPr>
          <a:xfrm>
            <a:off x="3109957" y="2651151"/>
            <a:ext cx="272686" cy="373766"/>
            <a:chOff x="-38275925" y="1946600"/>
            <a:chExt cx="231600" cy="317450"/>
          </a:xfrm>
        </p:grpSpPr>
        <p:sp>
          <p:nvSpPr>
            <p:cNvPr id="9186" name="Google Shape;9186;p83"/>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3"/>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8" name="Google Shape;9188;p83"/>
          <p:cNvSpPr/>
          <p:nvPr/>
        </p:nvSpPr>
        <p:spPr>
          <a:xfrm>
            <a:off x="3057873" y="3082867"/>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3"/>
          <p:cNvSpPr/>
          <p:nvPr/>
        </p:nvSpPr>
        <p:spPr>
          <a:xfrm>
            <a:off x="3137950" y="3575768"/>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0" name="Google Shape;9190;p83"/>
          <p:cNvGrpSpPr/>
          <p:nvPr/>
        </p:nvGrpSpPr>
        <p:grpSpPr>
          <a:xfrm>
            <a:off x="2173841" y="4048593"/>
            <a:ext cx="382096" cy="371911"/>
            <a:chOff x="-37190575" y="1951325"/>
            <a:chExt cx="324525" cy="315875"/>
          </a:xfrm>
        </p:grpSpPr>
        <p:sp>
          <p:nvSpPr>
            <p:cNvPr id="9191" name="Google Shape;9191;p83"/>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3"/>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3"/>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3"/>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3"/>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6" name="Google Shape;9196;p83"/>
          <p:cNvSpPr/>
          <p:nvPr/>
        </p:nvSpPr>
        <p:spPr>
          <a:xfrm>
            <a:off x="2541596" y="1305641"/>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7" name="Google Shape;9197;p83"/>
          <p:cNvGrpSpPr/>
          <p:nvPr/>
        </p:nvGrpSpPr>
        <p:grpSpPr>
          <a:xfrm>
            <a:off x="2574144" y="1834744"/>
            <a:ext cx="373736" cy="293055"/>
            <a:chOff x="-41694200" y="2382950"/>
            <a:chExt cx="317425" cy="248900"/>
          </a:xfrm>
        </p:grpSpPr>
        <p:sp>
          <p:nvSpPr>
            <p:cNvPr id="9198" name="Google Shape;9198;p83"/>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3"/>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0" name="Google Shape;9200;p83"/>
          <p:cNvGrpSpPr/>
          <p:nvPr/>
        </p:nvGrpSpPr>
        <p:grpSpPr>
          <a:xfrm>
            <a:off x="2570967" y="2188052"/>
            <a:ext cx="375591" cy="373766"/>
            <a:chOff x="-41695775" y="2683025"/>
            <a:chExt cx="319000" cy="317450"/>
          </a:xfrm>
        </p:grpSpPr>
        <p:sp>
          <p:nvSpPr>
            <p:cNvPr id="9201" name="Google Shape;9201;p83"/>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3"/>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3"/>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4" name="Google Shape;9204;p83"/>
          <p:cNvGrpSpPr/>
          <p:nvPr/>
        </p:nvGrpSpPr>
        <p:grpSpPr>
          <a:xfrm>
            <a:off x="1313266" y="2680822"/>
            <a:ext cx="342211" cy="375620"/>
            <a:chOff x="-39792875" y="1971800"/>
            <a:chExt cx="290650" cy="319025"/>
          </a:xfrm>
        </p:grpSpPr>
        <p:sp>
          <p:nvSpPr>
            <p:cNvPr id="9205" name="Google Shape;9205;p83"/>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3"/>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7" name="Google Shape;9207;p83"/>
          <p:cNvSpPr/>
          <p:nvPr/>
        </p:nvSpPr>
        <p:spPr>
          <a:xfrm>
            <a:off x="1296433" y="3576475"/>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8" name="Google Shape;9208;p83"/>
          <p:cNvGrpSpPr/>
          <p:nvPr/>
        </p:nvGrpSpPr>
        <p:grpSpPr>
          <a:xfrm>
            <a:off x="3490328" y="2653006"/>
            <a:ext cx="383950" cy="372618"/>
            <a:chOff x="-37956150" y="1948175"/>
            <a:chExt cx="326100" cy="316475"/>
          </a:xfrm>
        </p:grpSpPr>
        <p:sp>
          <p:nvSpPr>
            <p:cNvPr id="9209" name="Google Shape;9209;p83"/>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3"/>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3"/>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2" name="Google Shape;9212;p83"/>
          <p:cNvGrpSpPr/>
          <p:nvPr/>
        </p:nvGrpSpPr>
        <p:grpSpPr>
          <a:xfrm>
            <a:off x="1323705" y="3129047"/>
            <a:ext cx="324609" cy="374825"/>
            <a:chOff x="-39783425" y="2337925"/>
            <a:chExt cx="275700" cy="318350"/>
          </a:xfrm>
        </p:grpSpPr>
        <p:sp>
          <p:nvSpPr>
            <p:cNvPr id="9213" name="Google Shape;9213;p83"/>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3"/>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5" name="Google Shape;9215;p83"/>
          <p:cNvGrpSpPr/>
          <p:nvPr/>
        </p:nvGrpSpPr>
        <p:grpSpPr>
          <a:xfrm>
            <a:off x="3497847" y="3160259"/>
            <a:ext cx="375620" cy="243015"/>
            <a:chOff x="-37953000" y="2379000"/>
            <a:chExt cx="319025" cy="206400"/>
          </a:xfrm>
        </p:grpSpPr>
        <p:sp>
          <p:nvSpPr>
            <p:cNvPr id="9216" name="Google Shape;9216;p83"/>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3"/>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3"/>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3"/>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3"/>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1" name="Google Shape;9221;p83"/>
          <p:cNvSpPr/>
          <p:nvPr/>
        </p:nvSpPr>
        <p:spPr>
          <a:xfrm>
            <a:off x="3490950" y="3575768"/>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3"/>
          <p:cNvSpPr/>
          <p:nvPr/>
        </p:nvSpPr>
        <p:spPr>
          <a:xfrm>
            <a:off x="2669201" y="4047649"/>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3"/>
          <p:cNvSpPr txBox="1"/>
          <p:nvPr>
            <p:ph idx="4294967295" type="title"/>
          </p:nvPr>
        </p:nvSpPr>
        <p:spPr>
          <a:xfrm>
            <a:off x="849675" y="722092"/>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224" name="Google Shape;9224;p83"/>
          <p:cNvSpPr txBox="1"/>
          <p:nvPr>
            <p:ph idx="4294967295" type="title"/>
          </p:nvPr>
        </p:nvSpPr>
        <p:spPr>
          <a:xfrm>
            <a:off x="4858400" y="722092"/>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9225" name="Google Shape;9225;p83"/>
          <p:cNvSpPr/>
          <p:nvPr/>
        </p:nvSpPr>
        <p:spPr>
          <a:xfrm>
            <a:off x="486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6" name="Google Shape;9226;p83"/>
          <p:cNvGrpSpPr/>
          <p:nvPr/>
        </p:nvGrpSpPr>
        <p:grpSpPr>
          <a:xfrm>
            <a:off x="4865594" y="1782519"/>
            <a:ext cx="354107" cy="355063"/>
            <a:chOff x="-28467625" y="2331750"/>
            <a:chExt cx="296150" cy="296950"/>
          </a:xfrm>
        </p:grpSpPr>
        <p:sp>
          <p:nvSpPr>
            <p:cNvPr id="9227" name="Google Shape;9227;p83"/>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3"/>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9" name="Google Shape;9229;p83"/>
          <p:cNvGrpSpPr/>
          <p:nvPr/>
        </p:nvGrpSpPr>
        <p:grpSpPr>
          <a:xfrm>
            <a:off x="4879719" y="2225601"/>
            <a:ext cx="325858" cy="351327"/>
            <a:chOff x="-28461325" y="2701925"/>
            <a:chExt cx="272525" cy="293825"/>
          </a:xfrm>
        </p:grpSpPr>
        <p:sp>
          <p:nvSpPr>
            <p:cNvPr id="9230" name="Google Shape;9230;p83"/>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3"/>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3"/>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3" name="Google Shape;9233;p83"/>
          <p:cNvGrpSpPr/>
          <p:nvPr/>
        </p:nvGrpSpPr>
        <p:grpSpPr>
          <a:xfrm>
            <a:off x="7103910" y="1399238"/>
            <a:ext cx="354107" cy="226974"/>
            <a:chOff x="-26585200" y="2025375"/>
            <a:chExt cx="296150" cy="189825"/>
          </a:xfrm>
        </p:grpSpPr>
        <p:sp>
          <p:nvSpPr>
            <p:cNvPr id="9234" name="Google Shape;9234;p83"/>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3"/>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3"/>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3"/>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3"/>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9" name="Google Shape;9239;p83"/>
          <p:cNvGrpSpPr/>
          <p:nvPr/>
        </p:nvGrpSpPr>
        <p:grpSpPr>
          <a:xfrm>
            <a:off x="7104373" y="1783461"/>
            <a:ext cx="353180" cy="353180"/>
            <a:chOff x="-26584425" y="2340425"/>
            <a:chExt cx="295375" cy="295375"/>
          </a:xfrm>
        </p:grpSpPr>
        <p:sp>
          <p:nvSpPr>
            <p:cNvPr id="9240" name="Google Shape;9240;p83"/>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3"/>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3"/>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3"/>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3"/>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5" name="Google Shape;9245;p83"/>
          <p:cNvGrpSpPr/>
          <p:nvPr/>
        </p:nvGrpSpPr>
        <p:grpSpPr>
          <a:xfrm>
            <a:off x="7099202" y="2224555"/>
            <a:ext cx="363523" cy="353419"/>
            <a:chOff x="-26585200" y="2710400"/>
            <a:chExt cx="304025" cy="295575"/>
          </a:xfrm>
        </p:grpSpPr>
        <p:sp>
          <p:nvSpPr>
            <p:cNvPr id="9246" name="Google Shape;9246;p83"/>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3"/>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3"/>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3"/>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3"/>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3"/>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3"/>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3"/>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3"/>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3"/>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3"/>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3"/>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8" name="Google Shape;9258;p83"/>
          <p:cNvGrpSpPr/>
          <p:nvPr/>
        </p:nvGrpSpPr>
        <p:grpSpPr>
          <a:xfrm>
            <a:off x="5754337" y="2666033"/>
            <a:ext cx="354136" cy="353210"/>
            <a:chOff x="-24709875" y="1970225"/>
            <a:chExt cx="296175" cy="295400"/>
          </a:xfrm>
        </p:grpSpPr>
        <p:sp>
          <p:nvSpPr>
            <p:cNvPr id="9259" name="Google Shape;9259;p83"/>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3"/>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1" name="Google Shape;9261;p83"/>
          <p:cNvGrpSpPr/>
          <p:nvPr/>
        </p:nvGrpSpPr>
        <p:grpSpPr>
          <a:xfrm>
            <a:off x="5786352" y="3112911"/>
            <a:ext cx="290107" cy="354107"/>
            <a:chOff x="-24683100" y="2340425"/>
            <a:chExt cx="242625" cy="296150"/>
          </a:xfrm>
        </p:grpSpPr>
        <p:sp>
          <p:nvSpPr>
            <p:cNvPr id="9262" name="Google Shape;9262;p83"/>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3"/>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3"/>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3"/>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6" name="Google Shape;9266;p83"/>
          <p:cNvSpPr/>
          <p:nvPr/>
        </p:nvSpPr>
        <p:spPr>
          <a:xfrm>
            <a:off x="578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7" name="Google Shape;9267;p83"/>
          <p:cNvGrpSpPr/>
          <p:nvPr/>
        </p:nvGrpSpPr>
        <p:grpSpPr>
          <a:xfrm>
            <a:off x="7992594" y="2666033"/>
            <a:ext cx="360713" cy="353210"/>
            <a:chOff x="-22881800" y="1971800"/>
            <a:chExt cx="301675" cy="295400"/>
          </a:xfrm>
        </p:grpSpPr>
        <p:sp>
          <p:nvSpPr>
            <p:cNvPr id="9268" name="Google Shape;9268;p83"/>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3"/>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83"/>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3"/>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3"/>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3"/>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4" name="Google Shape;9274;p83"/>
          <p:cNvSpPr/>
          <p:nvPr/>
        </p:nvSpPr>
        <p:spPr>
          <a:xfrm>
            <a:off x="532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3"/>
          <p:cNvSpPr/>
          <p:nvPr/>
        </p:nvSpPr>
        <p:spPr>
          <a:xfrm>
            <a:off x="530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6" name="Google Shape;9276;p83"/>
          <p:cNvGrpSpPr/>
          <p:nvPr/>
        </p:nvGrpSpPr>
        <p:grpSpPr>
          <a:xfrm>
            <a:off x="5368939" y="2224196"/>
            <a:ext cx="227930" cy="354136"/>
            <a:chOff x="-28043900" y="2701925"/>
            <a:chExt cx="190625" cy="296175"/>
          </a:xfrm>
        </p:grpSpPr>
        <p:sp>
          <p:nvSpPr>
            <p:cNvPr id="9277" name="Google Shape;9277;p83"/>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3"/>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3"/>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3"/>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83"/>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2" name="Google Shape;9282;p83"/>
          <p:cNvGrpSpPr/>
          <p:nvPr/>
        </p:nvGrpSpPr>
        <p:grpSpPr>
          <a:xfrm>
            <a:off x="7541805" y="1336135"/>
            <a:ext cx="354136" cy="353180"/>
            <a:chOff x="-26215025" y="1971025"/>
            <a:chExt cx="296175" cy="295375"/>
          </a:xfrm>
        </p:grpSpPr>
        <p:sp>
          <p:nvSpPr>
            <p:cNvPr id="9283" name="Google Shape;9283;p83"/>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3"/>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3"/>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3"/>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3"/>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3"/>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3"/>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3"/>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1" name="Google Shape;9291;p83"/>
          <p:cNvGrpSpPr/>
          <p:nvPr/>
        </p:nvGrpSpPr>
        <p:grpSpPr>
          <a:xfrm>
            <a:off x="7541327" y="1783924"/>
            <a:ext cx="355093" cy="352253"/>
            <a:chOff x="-26215825" y="2341200"/>
            <a:chExt cx="296975" cy="294600"/>
          </a:xfrm>
        </p:grpSpPr>
        <p:sp>
          <p:nvSpPr>
            <p:cNvPr id="9292" name="Google Shape;9292;p83"/>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3"/>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4" name="Google Shape;9294;p83"/>
          <p:cNvGrpSpPr/>
          <p:nvPr/>
        </p:nvGrpSpPr>
        <p:grpSpPr>
          <a:xfrm>
            <a:off x="7573357" y="2224674"/>
            <a:ext cx="291033" cy="353180"/>
            <a:chOff x="-26179575" y="2710600"/>
            <a:chExt cx="243400" cy="295375"/>
          </a:xfrm>
        </p:grpSpPr>
        <p:sp>
          <p:nvSpPr>
            <p:cNvPr id="9295" name="Google Shape;9295;p83"/>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3"/>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3"/>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8" name="Google Shape;9298;p83"/>
          <p:cNvGrpSpPr/>
          <p:nvPr/>
        </p:nvGrpSpPr>
        <p:grpSpPr>
          <a:xfrm>
            <a:off x="6212417" y="2666048"/>
            <a:ext cx="337187" cy="353180"/>
            <a:chOff x="-24328675" y="1971025"/>
            <a:chExt cx="282000" cy="295375"/>
          </a:xfrm>
        </p:grpSpPr>
        <p:sp>
          <p:nvSpPr>
            <p:cNvPr id="9299" name="Google Shape;9299;p83"/>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3"/>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1" name="Google Shape;9301;p83"/>
          <p:cNvGrpSpPr/>
          <p:nvPr/>
        </p:nvGrpSpPr>
        <p:grpSpPr>
          <a:xfrm>
            <a:off x="6214778" y="3113374"/>
            <a:ext cx="332464" cy="353180"/>
            <a:chOff x="-24330250" y="2340425"/>
            <a:chExt cx="278050" cy="295375"/>
          </a:xfrm>
        </p:grpSpPr>
        <p:sp>
          <p:nvSpPr>
            <p:cNvPr id="9302" name="Google Shape;9302;p83"/>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3"/>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3"/>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3"/>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3"/>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3"/>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3"/>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9" name="Google Shape;9309;p83"/>
          <p:cNvGrpSpPr/>
          <p:nvPr/>
        </p:nvGrpSpPr>
        <p:grpSpPr>
          <a:xfrm>
            <a:off x="6204420" y="3554587"/>
            <a:ext cx="353180" cy="353180"/>
            <a:chOff x="-24338900" y="2710600"/>
            <a:chExt cx="295375" cy="295375"/>
          </a:xfrm>
        </p:grpSpPr>
        <p:sp>
          <p:nvSpPr>
            <p:cNvPr id="9310" name="Google Shape;9310;p83"/>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3"/>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2" name="Google Shape;9312;p83"/>
          <p:cNvGrpSpPr/>
          <p:nvPr/>
        </p:nvGrpSpPr>
        <p:grpSpPr>
          <a:xfrm>
            <a:off x="7995419" y="3113972"/>
            <a:ext cx="355063" cy="351984"/>
            <a:chOff x="-22859750" y="2335900"/>
            <a:chExt cx="296950" cy="294375"/>
          </a:xfrm>
        </p:grpSpPr>
        <p:sp>
          <p:nvSpPr>
            <p:cNvPr id="9313" name="Google Shape;9313;p83"/>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3"/>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3"/>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6" name="Google Shape;9316;p83"/>
          <p:cNvGrpSpPr/>
          <p:nvPr/>
        </p:nvGrpSpPr>
        <p:grpSpPr>
          <a:xfrm>
            <a:off x="5774767" y="1336120"/>
            <a:ext cx="311749" cy="353210"/>
            <a:chOff x="-27710725" y="1959200"/>
            <a:chExt cx="260725" cy="295400"/>
          </a:xfrm>
        </p:grpSpPr>
        <p:sp>
          <p:nvSpPr>
            <p:cNvPr id="9317" name="Google Shape;9317;p83"/>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3"/>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9" name="Google Shape;9319;p83"/>
          <p:cNvGrpSpPr/>
          <p:nvPr/>
        </p:nvGrpSpPr>
        <p:grpSpPr>
          <a:xfrm>
            <a:off x="5752631" y="1844666"/>
            <a:ext cx="356020" cy="230770"/>
            <a:chOff x="-27728850" y="2382950"/>
            <a:chExt cx="297750" cy="193000"/>
          </a:xfrm>
        </p:grpSpPr>
        <p:sp>
          <p:nvSpPr>
            <p:cNvPr id="9320" name="Google Shape;9320;p83"/>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3"/>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3"/>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3" name="Google Shape;9323;p83"/>
          <p:cNvSpPr/>
          <p:nvPr/>
        </p:nvSpPr>
        <p:spPr>
          <a:xfrm>
            <a:off x="575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3"/>
          <p:cNvSpPr/>
          <p:nvPr/>
        </p:nvSpPr>
        <p:spPr>
          <a:xfrm>
            <a:off x="798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5" name="Google Shape;9325;p83"/>
          <p:cNvGrpSpPr/>
          <p:nvPr/>
        </p:nvGrpSpPr>
        <p:grpSpPr>
          <a:xfrm>
            <a:off x="7983975" y="1792877"/>
            <a:ext cx="354136" cy="334348"/>
            <a:chOff x="-25844850" y="2357750"/>
            <a:chExt cx="296175" cy="279625"/>
          </a:xfrm>
        </p:grpSpPr>
        <p:sp>
          <p:nvSpPr>
            <p:cNvPr id="9326" name="Google Shape;9326;p83"/>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3"/>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3"/>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3"/>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3"/>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3"/>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2" name="Google Shape;9332;p83"/>
          <p:cNvSpPr/>
          <p:nvPr/>
        </p:nvSpPr>
        <p:spPr>
          <a:xfrm>
            <a:off x="798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3" name="Google Shape;9333;p83"/>
          <p:cNvGrpSpPr/>
          <p:nvPr/>
        </p:nvGrpSpPr>
        <p:grpSpPr>
          <a:xfrm>
            <a:off x="6712883" y="2666033"/>
            <a:ext cx="228887" cy="353210"/>
            <a:chOff x="-23917525" y="1970225"/>
            <a:chExt cx="191425" cy="295400"/>
          </a:xfrm>
        </p:grpSpPr>
        <p:sp>
          <p:nvSpPr>
            <p:cNvPr id="9334" name="Google Shape;9334;p83"/>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3"/>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83"/>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7" name="Google Shape;9337;p83"/>
          <p:cNvGrpSpPr/>
          <p:nvPr/>
        </p:nvGrpSpPr>
        <p:grpSpPr>
          <a:xfrm>
            <a:off x="6668164" y="3112911"/>
            <a:ext cx="318325" cy="354107"/>
            <a:chOff x="-23952175" y="2340425"/>
            <a:chExt cx="266225" cy="296150"/>
          </a:xfrm>
        </p:grpSpPr>
        <p:sp>
          <p:nvSpPr>
            <p:cNvPr id="9338" name="Google Shape;9338;p83"/>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3"/>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0" name="Google Shape;9340;p83"/>
          <p:cNvSpPr/>
          <p:nvPr/>
        </p:nvSpPr>
        <p:spPr>
          <a:xfrm>
            <a:off x="664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1" name="Google Shape;9341;p83"/>
          <p:cNvGrpSpPr/>
          <p:nvPr/>
        </p:nvGrpSpPr>
        <p:grpSpPr>
          <a:xfrm>
            <a:off x="8053336" y="3553167"/>
            <a:ext cx="239230" cy="356020"/>
            <a:chOff x="-22811700" y="2700350"/>
            <a:chExt cx="200075" cy="297750"/>
          </a:xfrm>
        </p:grpSpPr>
        <p:sp>
          <p:nvSpPr>
            <p:cNvPr id="9342" name="Google Shape;9342;p83"/>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3"/>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3"/>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5" name="Google Shape;9345;p83"/>
          <p:cNvGrpSpPr/>
          <p:nvPr/>
        </p:nvGrpSpPr>
        <p:grpSpPr>
          <a:xfrm>
            <a:off x="6201787" y="1335656"/>
            <a:ext cx="355063" cy="354136"/>
            <a:chOff x="-27358650" y="1961575"/>
            <a:chExt cx="296950" cy="296175"/>
          </a:xfrm>
        </p:grpSpPr>
        <p:sp>
          <p:nvSpPr>
            <p:cNvPr id="9346" name="Google Shape;9346;p83"/>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3"/>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8" name="Google Shape;9348;p83"/>
          <p:cNvSpPr/>
          <p:nvPr/>
        </p:nvSpPr>
        <p:spPr>
          <a:xfrm>
            <a:off x="624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3"/>
          <p:cNvSpPr/>
          <p:nvPr/>
        </p:nvSpPr>
        <p:spPr>
          <a:xfrm>
            <a:off x="620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0" name="Google Shape;9350;p83"/>
          <p:cNvGrpSpPr/>
          <p:nvPr/>
        </p:nvGrpSpPr>
        <p:grpSpPr>
          <a:xfrm>
            <a:off x="7100357" y="2666048"/>
            <a:ext cx="354136" cy="353180"/>
            <a:chOff x="-23599325" y="1971025"/>
            <a:chExt cx="296175" cy="295375"/>
          </a:xfrm>
        </p:grpSpPr>
        <p:sp>
          <p:nvSpPr>
            <p:cNvPr id="9351" name="Google Shape;9351;p83"/>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3"/>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3" name="Google Shape;9353;p83"/>
          <p:cNvSpPr/>
          <p:nvPr/>
        </p:nvSpPr>
        <p:spPr>
          <a:xfrm>
            <a:off x="710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83"/>
          <p:cNvSpPr/>
          <p:nvPr/>
        </p:nvSpPr>
        <p:spPr>
          <a:xfrm>
            <a:off x="709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3"/>
          <p:cNvSpPr/>
          <p:nvPr/>
        </p:nvSpPr>
        <p:spPr>
          <a:xfrm>
            <a:off x="620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6" name="Google Shape;9356;p83"/>
          <p:cNvGrpSpPr/>
          <p:nvPr/>
        </p:nvGrpSpPr>
        <p:grpSpPr>
          <a:xfrm>
            <a:off x="6644801" y="1335776"/>
            <a:ext cx="360713" cy="353897"/>
            <a:chOff x="-26993200" y="1961775"/>
            <a:chExt cx="301675" cy="295975"/>
          </a:xfrm>
        </p:grpSpPr>
        <p:sp>
          <p:nvSpPr>
            <p:cNvPr id="9357" name="Google Shape;9357;p83"/>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3"/>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3"/>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0" name="Google Shape;9360;p83"/>
          <p:cNvGrpSpPr/>
          <p:nvPr/>
        </p:nvGrpSpPr>
        <p:grpSpPr>
          <a:xfrm>
            <a:off x="6669761" y="1783461"/>
            <a:ext cx="310792" cy="353180"/>
            <a:chOff x="-26970350" y="2332550"/>
            <a:chExt cx="259925" cy="295375"/>
          </a:xfrm>
        </p:grpSpPr>
        <p:sp>
          <p:nvSpPr>
            <p:cNvPr id="9361" name="Google Shape;9361;p83"/>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3"/>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3" name="Google Shape;9363;p83"/>
          <p:cNvGrpSpPr/>
          <p:nvPr/>
        </p:nvGrpSpPr>
        <p:grpSpPr>
          <a:xfrm>
            <a:off x="6649046" y="2256226"/>
            <a:ext cx="352223" cy="290077"/>
            <a:chOff x="-26986100" y="2735800"/>
            <a:chExt cx="294575" cy="242600"/>
          </a:xfrm>
        </p:grpSpPr>
        <p:sp>
          <p:nvSpPr>
            <p:cNvPr id="9364" name="Google Shape;9364;p83"/>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3"/>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83"/>
          <p:cNvGrpSpPr/>
          <p:nvPr/>
        </p:nvGrpSpPr>
        <p:grpSpPr>
          <a:xfrm>
            <a:off x="7548093" y="2665569"/>
            <a:ext cx="355063" cy="354136"/>
            <a:chOff x="-23229925" y="1970225"/>
            <a:chExt cx="296950" cy="296175"/>
          </a:xfrm>
        </p:grpSpPr>
        <p:sp>
          <p:nvSpPr>
            <p:cNvPr id="9367" name="Google Shape;9367;p83"/>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3"/>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83"/>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3"/>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1" name="Google Shape;9371;p83"/>
          <p:cNvGrpSpPr/>
          <p:nvPr/>
        </p:nvGrpSpPr>
        <p:grpSpPr>
          <a:xfrm>
            <a:off x="7590466" y="3112432"/>
            <a:ext cx="270318" cy="355063"/>
            <a:chOff x="-23177950" y="2340425"/>
            <a:chExt cx="226075" cy="296950"/>
          </a:xfrm>
        </p:grpSpPr>
        <p:sp>
          <p:nvSpPr>
            <p:cNvPr id="9372" name="Google Shape;9372;p83"/>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3"/>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4" name="Google Shape;9374;p83"/>
          <p:cNvGrpSpPr/>
          <p:nvPr/>
        </p:nvGrpSpPr>
        <p:grpSpPr>
          <a:xfrm>
            <a:off x="7548556" y="3554109"/>
            <a:ext cx="354136" cy="354136"/>
            <a:chOff x="-23229150" y="2710600"/>
            <a:chExt cx="296175" cy="296175"/>
          </a:xfrm>
        </p:grpSpPr>
        <p:sp>
          <p:nvSpPr>
            <p:cNvPr id="9375" name="Google Shape;9375;p83"/>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3"/>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7" name="Google Shape;9377;p83"/>
          <p:cNvSpPr/>
          <p:nvPr/>
        </p:nvSpPr>
        <p:spPr>
          <a:xfrm>
            <a:off x="665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3"/>
          <p:cNvSpPr/>
          <p:nvPr/>
        </p:nvSpPr>
        <p:spPr>
          <a:xfrm>
            <a:off x="488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9" name="Google Shape;9379;p83"/>
          <p:cNvGrpSpPr/>
          <p:nvPr/>
        </p:nvGrpSpPr>
        <p:grpSpPr>
          <a:xfrm>
            <a:off x="4865631" y="3123732"/>
            <a:ext cx="356946" cy="332464"/>
            <a:chOff x="-25477800" y="2357750"/>
            <a:chExt cx="298525" cy="278050"/>
          </a:xfrm>
        </p:grpSpPr>
        <p:sp>
          <p:nvSpPr>
            <p:cNvPr id="9380" name="Google Shape;9380;p83"/>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3"/>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2" name="Google Shape;9382;p83"/>
          <p:cNvSpPr/>
          <p:nvPr/>
        </p:nvSpPr>
        <p:spPr>
          <a:xfrm>
            <a:off x="486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3"/>
          <p:cNvSpPr/>
          <p:nvPr/>
        </p:nvSpPr>
        <p:spPr>
          <a:xfrm>
            <a:off x="530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4" name="Google Shape;9384;p83"/>
          <p:cNvGrpSpPr/>
          <p:nvPr/>
        </p:nvGrpSpPr>
        <p:grpSpPr>
          <a:xfrm>
            <a:off x="5308265" y="3112911"/>
            <a:ext cx="353180" cy="354107"/>
            <a:chOff x="-25104475" y="2340425"/>
            <a:chExt cx="295375" cy="296150"/>
          </a:xfrm>
        </p:grpSpPr>
        <p:sp>
          <p:nvSpPr>
            <p:cNvPr id="9385" name="Google Shape;9385;p83"/>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3"/>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3"/>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3"/>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3"/>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3"/>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3"/>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3"/>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3"/>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4" name="Google Shape;9394;p83"/>
          <p:cNvSpPr/>
          <p:nvPr/>
        </p:nvSpPr>
        <p:spPr>
          <a:xfrm>
            <a:off x="530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98" name="Shape 9398"/>
        <p:cNvGrpSpPr/>
        <p:nvPr/>
      </p:nvGrpSpPr>
      <p:grpSpPr>
        <a:xfrm>
          <a:off x="0" y="0"/>
          <a:ext cx="0" cy="0"/>
          <a:chOff x="0" y="0"/>
          <a:chExt cx="0" cy="0"/>
        </a:xfrm>
      </p:grpSpPr>
      <p:sp>
        <p:nvSpPr>
          <p:cNvPr id="9399" name="Google Shape;9399;p84"/>
          <p:cNvSpPr txBox="1"/>
          <p:nvPr>
            <p:ph idx="4294967295" type="title"/>
          </p:nvPr>
        </p:nvSpPr>
        <p:spPr>
          <a:xfrm>
            <a:off x="849675" y="7159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400" name="Google Shape;9400;p84"/>
          <p:cNvSpPr txBox="1"/>
          <p:nvPr>
            <p:ph idx="4294967295" type="title"/>
          </p:nvPr>
        </p:nvSpPr>
        <p:spPr>
          <a:xfrm>
            <a:off x="4858400" y="7159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401" name="Google Shape;9401;p84"/>
          <p:cNvGrpSpPr/>
          <p:nvPr/>
        </p:nvGrpSpPr>
        <p:grpSpPr>
          <a:xfrm>
            <a:off x="854368" y="1313920"/>
            <a:ext cx="366269" cy="366240"/>
            <a:chOff x="-65131525" y="1914325"/>
            <a:chExt cx="316650" cy="316625"/>
          </a:xfrm>
        </p:grpSpPr>
        <p:sp>
          <p:nvSpPr>
            <p:cNvPr id="9402" name="Google Shape;9402;p84"/>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4"/>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4" name="Google Shape;9404;p84"/>
          <p:cNvGrpSpPr/>
          <p:nvPr/>
        </p:nvGrpSpPr>
        <p:grpSpPr>
          <a:xfrm>
            <a:off x="854368" y="1794207"/>
            <a:ext cx="366269" cy="366269"/>
            <a:chOff x="-65131525" y="2281350"/>
            <a:chExt cx="316650" cy="316650"/>
          </a:xfrm>
        </p:grpSpPr>
        <p:sp>
          <p:nvSpPr>
            <p:cNvPr id="9405" name="Google Shape;9405;p84"/>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4"/>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84"/>
          <p:cNvGrpSpPr/>
          <p:nvPr/>
        </p:nvGrpSpPr>
        <p:grpSpPr>
          <a:xfrm>
            <a:off x="857564" y="2259206"/>
            <a:ext cx="359878" cy="367165"/>
            <a:chOff x="-65129950" y="2646800"/>
            <a:chExt cx="311125" cy="317425"/>
          </a:xfrm>
        </p:grpSpPr>
        <p:sp>
          <p:nvSpPr>
            <p:cNvPr id="9408" name="Google Shape;9408;p84"/>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4"/>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0" name="Google Shape;9410;p84"/>
          <p:cNvGrpSpPr/>
          <p:nvPr/>
        </p:nvGrpSpPr>
        <p:grpSpPr>
          <a:xfrm>
            <a:off x="3060897" y="1312532"/>
            <a:ext cx="368987" cy="369016"/>
            <a:chOff x="-63252250" y="1930850"/>
            <a:chExt cx="319000" cy="319025"/>
          </a:xfrm>
        </p:grpSpPr>
        <p:sp>
          <p:nvSpPr>
            <p:cNvPr id="9411" name="Google Shape;9411;p84"/>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4"/>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3" name="Google Shape;9413;p84"/>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4" name="Google Shape;9414;p84"/>
          <p:cNvGrpSpPr/>
          <p:nvPr/>
        </p:nvGrpSpPr>
        <p:grpSpPr>
          <a:xfrm>
            <a:off x="3061808" y="2258743"/>
            <a:ext cx="367165" cy="368091"/>
            <a:chOff x="-63250675" y="2664125"/>
            <a:chExt cx="317425" cy="318225"/>
          </a:xfrm>
        </p:grpSpPr>
        <p:sp>
          <p:nvSpPr>
            <p:cNvPr id="9415" name="Google Shape;9415;p84"/>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4"/>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7" name="Google Shape;9417;p84"/>
          <p:cNvGrpSpPr/>
          <p:nvPr/>
        </p:nvGrpSpPr>
        <p:grpSpPr>
          <a:xfrm>
            <a:off x="1738471" y="2735150"/>
            <a:ext cx="363522" cy="361266"/>
            <a:chOff x="-61354075" y="1940500"/>
            <a:chExt cx="314275" cy="312325"/>
          </a:xfrm>
        </p:grpSpPr>
        <p:sp>
          <p:nvSpPr>
            <p:cNvPr id="9418" name="Google Shape;9418;p84"/>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4"/>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4"/>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4"/>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2" name="Google Shape;9422;p84"/>
          <p:cNvGrpSpPr/>
          <p:nvPr/>
        </p:nvGrpSpPr>
        <p:grpSpPr>
          <a:xfrm>
            <a:off x="1737098" y="3183702"/>
            <a:ext cx="366269" cy="336195"/>
            <a:chOff x="-61354875" y="2322300"/>
            <a:chExt cx="316650" cy="290650"/>
          </a:xfrm>
        </p:grpSpPr>
        <p:sp>
          <p:nvSpPr>
            <p:cNvPr id="9423" name="Google Shape;9423;p84"/>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4"/>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4"/>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6" name="Google Shape;9426;p84"/>
          <p:cNvGrpSpPr/>
          <p:nvPr/>
        </p:nvGrpSpPr>
        <p:grpSpPr>
          <a:xfrm>
            <a:off x="1737098" y="3611266"/>
            <a:ext cx="366269" cy="366269"/>
            <a:chOff x="-61354875" y="2671225"/>
            <a:chExt cx="316650" cy="316650"/>
          </a:xfrm>
        </p:grpSpPr>
        <p:sp>
          <p:nvSpPr>
            <p:cNvPr id="9427" name="Google Shape;9427;p84"/>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84"/>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84"/>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84"/>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84"/>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2" name="Google Shape;9432;p84"/>
          <p:cNvGrpSpPr/>
          <p:nvPr/>
        </p:nvGrpSpPr>
        <p:grpSpPr>
          <a:xfrm>
            <a:off x="3952502" y="2731001"/>
            <a:ext cx="368987" cy="369566"/>
            <a:chOff x="-59502375" y="1904375"/>
            <a:chExt cx="319000" cy="319500"/>
          </a:xfrm>
        </p:grpSpPr>
        <p:sp>
          <p:nvSpPr>
            <p:cNvPr id="9433" name="Google Shape;9433;p84"/>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4"/>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84"/>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6" name="Google Shape;9436;p84"/>
          <p:cNvGrpSpPr/>
          <p:nvPr/>
        </p:nvGrpSpPr>
        <p:grpSpPr>
          <a:xfrm>
            <a:off x="1298621" y="1315207"/>
            <a:ext cx="368987" cy="363666"/>
            <a:chOff x="-64774725" y="1916550"/>
            <a:chExt cx="319000" cy="314400"/>
          </a:xfrm>
        </p:grpSpPr>
        <p:sp>
          <p:nvSpPr>
            <p:cNvPr id="9437" name="Google Shape;9437;p84"/>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84"/>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9" name="Google Shape;9439;p84"/>
          <p:cNvGrpSpPr/>
          <p:nvPr/>
        </p:nvGrpSpPr>
        <p:grpSpPr>
          <a:xfrm>
            <a:off x="1299979" y="1792386"/>
            <a:ext cx="366269" cy="369913"/>
            <a:chOff x="-64764500" y="2280550"/>
            <a:chExt cx="316650" cy="319800"/>
          </a:xfrm>
        </p:grpSpPr>
        <p:sp>
          <p:nvSpPr>
            <p:cNvPr id="9440" name="Google Shape;9440;p84"/>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4"/>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2" name="Google Shape;9442;p84"/>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3" name="Google Shape;9443;p84"/>
          <p:cNvGrpSpPr/>
          <p:nvPr/>
        </p:nvGrpSpPr>
        <p:grpSpPr>
          <a:xfrm>
            <a:off x="3512023" y="1352163"/>
            <a:ext cx="365344" cy="289753"/>
            <a:chOff x="-62882850" y="1999375"/>
            <a:chExt cx="315850" cy="250500"/>
          </a:xfrm>
        </p:grpSpPr>
        <p:sp>
          <p:nvSpPr>
            <p:cNvPr id="9444" name="Google Shape;9444;p84"/>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4"/>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6" name="Google Shape;9446;p84"/>
          <p:cNvGrpSpPr/>
          <p:nvPr/>
        </p:nvGrpSpPr>
        <p:grpSpPr>
          <a:xfrm>
            <a:off x="3503362" y="1793745"/>
            <a:ext cx="382665" cy="367194"/>
            <a:chOff x="-62890750" y="2296300"/>
            <a:chExt cx="330825" cy="317450"/>
          </a:xfrm>
        </p:grpSpPr>
        <p:sp>
          <p:nvSpPr>
            <p:cNvPr id="9447" name="Google Shape;9447;p84"/>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4"/>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4"/>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0" name="Google Shape;9450;p84"/>
          <p:cNvGrpSpPr/>
          <p:nvPr/>
        </p:nvGrpSpPr>
        <p:grpSpPr>
          <a:xfrm>
            <a:off x="3512023" y="2259206"/>
            <a:ext cx="365344" cy="367165"/>
            <a:chOff x="-62882850" y="2664925"/>
            <a:chExt cx="315850" cy="317425"/>
          </a:xfrm>
        </p:grpSpPr>
        <p:sp>
          <p:nvSpPr>
            <p:cNvPr id="9451" name="Google Shape;9451;p84"/>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4"/>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3" name="Google Shape;9453;p84"/>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4" name="Google Shape;9454;p84"/>
          <p:cNvGrpSpPr/>
          <p:nvPr/>
        </p:nvGrpSpPr>
        <p:grpSpPr>
          <a:xfrm>
            <a:off x="2183172" y="3171846"/>
            <a:ext cx="366269" cy="359907"/>
            <a:chOff x="-60988625" y="2310475"/>
            <a:chExt cx="316650" cy="311150"/>
          </a:xfrm>
        </p:grpSpPr>
        <p:sp>
          <p:nvSpPr>
            <p:cNvPr id="9455" name="Google Shape;9455;p84"/>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4"/>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4"/>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4"/>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4"/>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84"/>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1" name="Google Shape;9461;p84"/>
          <p:cNvGrpSpPr/>
          <p:nvPr/>
        </p:nvGrpSpPr>
        <p:grpSpPr>
          <a:xfrm>
            <a:off x="2183634" y="3610009"/>
            <a:ext cx="365344" cy="368785"/>
            <a:chOff x="-60987050" y="2671400"/>
            <a:chExt cx="315850" cy="318825"/>
          </a:xfrm>
        </p:grpSpPr>
        <p:sp>
          <p:nvSpPr>
            <p:cNvPr id="9462" name="Google Shape;9462;p84"/>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84"/>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4" name="Google Shape;9464;p84"/>
          <p:cNvGrpSpPr/>
          <p:nvPr/>
        </p:nvGrpSpPr>
        <p:grpSpPr>
          <a:xfrm>
            <a:off x="3952500" y="3172771"/>
            <a:ext cx="368987" cy="358056"/>
            <a:chOff x="-59481900" y="2290800"/>
            <a:chExt cx="319000" cy="309550"/>
          </a:xfrm>
        </p:grpSpPr>
        <p:sp>
          <p:nvSpPr>
            <p:cNvPr id="9465" name="Google Shape;9465;p84"/>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4"/>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4"/>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4"/>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4"/>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4"/>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1" name="Google Shape;9471;p84"/>
          <p:cNvGrpSpPr/>
          <p:nvPr/>
        </p:nvGrpSpPr>
        <p:grpSpPr>
          <a:xfrm>
            <a:off x="1741805" y="1313544"/>
            <a:ext cx="368987" cy="366992"/>
            <a:chOff x="-64401400" y="1914475"/>
            <a:chExt cx="319000" cy="317275"/>
          </a:xfrm>
        </p:grpSpPr>
        <p:sp>
          <p:nvSpPr>
            <p:cNvPr id="9472" name="Google Shape;9472;p84"/>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4"/>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4"/>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5" name="Google Shape;9475;p84"/>
          <p:cNvGrpSpPr/>
          <p:nvPr/>
        </p:nvGrpSpPr>
        <p:grpSpPr>
          <a:xfrm>
            <a:off x="1806493" y="1794583"/>
            <a:ext cx="239610" cy="365517"/>
            <a:chOff x="-64343900" y="2282125"/>
            <a:chExt cx="207150" cy="316000"/>
          </a:xfrm>
        </p:grpSpPr>
        <p:sp>
          <p:nvSpPr>
            <p:cNvPr id="9476" name="Google Shape;9476;p84"/>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4"/>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8" name="Google Shape;9478;p84"/>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9" name="Google Shape;9479;p84"/>
          <p:cNvGrpSpPr/>
          <p:nvPr/>
        </p:nvGrpSpPr>
        <p:grpSpPr>
          <a:xfrm>
            <a:off x="3986941" y="1313804"/>
            <a:ext cx="318873" cy="366471"/>
            <a:chOff x="-62496925" y="1931475"/>
            <a:chExt cx="275675" cy="316825"/>
          </a:xfrm>
        </p:grpSpPr>
        <p:sp>
          <p:nvSpPr>
            <p:cNvPr id="9480" name="Google Shape;9480;p84"/>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4"/>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2" name="Google Shape;9482;p84"/>
          <p:cNvGrpSpPr/>
          <p:nvPr/>
        </p:nvGrpSpPr>
        <p:grpSpPr>
          <a:xfrm>
            <a:off x="3963691" y="1793629"/>
            <a:ext cx="365373" cy="367426"/>
            <a:chOff x="-62516625" y="2297875"/>
            <a:chExt cx="315875" cy="317650"/>
          </a:xfrm>
        </p:grpSpPr>
        <p:sp>
          <p:nvSpPr>
            <p:cNvPr id="9483" name="Google Shape;9483;p84"/>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4"/>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5" name="Google Shape;9485;p84"/>
          <p:cNvGrpSpPr/>
          <p:nvPr/>
        </p:nvGrpSpPr>
        <p:grpSpPr>
          <a:xfrm>
            <a:off x="3962332" y="2275588"/>
            <a:ext cx="368091" cy="334402"/>
            <a:chOff x="-62518200" y="2692475"/>
            <a:chExt cx="318225" cy="289100"/>
          </a:xfrm>
        </p:grpSpPr>
        <p:sp>
          <p:nvSpPr>
            <p:cNvPr id="9486" name="Google Shape;9486;p84"/>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4"/>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8" name="Google Shape;9488;p84"/>
          <p:cNvGrpSpPr/>
          <p:nvPr/>
        </p:nvGrpSpPr>
        <p:grpSpPr>
          <a:xfrm>
            <a:off x="2648986" y="2733112"/>
            <a:ext cx="309793" cy="365344"/>
            <a:chOff x="-60597975" y="1939525"/>
            <a:chExt cx="267825" cy="315850"/>
          </a:xfrm>
        </p:grpSpPr>
        <p:sp>
          <p:nvSpPr>
            <p:cNvPr id="9489" name="Google Shape;9489;p84"/>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4"/>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1" name="Google Shape;9491;p84"/>
          <p:cNvGrpSpPr/>
          <p:nvPr/>
        </p:nvGrpSpPr>
        <p:grpSpPr>
          <a:xfrm>
            <a:off x="2619389" y="3167537"/>
            <a:ext cx="368987" cy="368525"/>
            <a:chOff x="-60620800" y="2304600"/>
            <a:chExt cx="319000" cy="318600"/>
          </a:xfrm>
        </p:grpSpPr>
        <p:sp>
          <p:nvSpPr>
            <p:cNvPr id="9492" name="Google Shape;9492;p84"/>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4"/>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4"/>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5" name="Google Shape;9495;p84"/>
          <p:cNvGrpSpPr/>
          <p:nvPr/>
        </p:nvGrpSpPr>
        <p:grpSpPr>
          <a:xfrm>
            <a:off x="2620748" y="3663188"/>
            <a:ext cx="366269" cy="262426"/>
            <a:chOff x="-60621600" y="2716100"/>
            <a:chExt cx="316650" cy="226875"/>
          </a:xfrm>
        </p:grpSpPr>
        <p:sp>
          <p:nvSpPr>
            <p:cNvPr id="9496" name="Google Shape;9496;p84"/>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4"/>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8" name="Google Shape;9498;p84"/>
          <p:cNvGrpSpPr/>
          <p:nvPr/>
        </p:nvGrpSpPr>
        <p:grpSpPr>
          <a:xfrm>
            <a:off x="3957965" y="3611281"/>
            <a:ext cx="358056" cy="366240"/>
            <a:chOff x="-59475600" y="2658625"/>
            <a:chExt cx="309550" cy="316625"/>
          </a:xfrm>
        </p:grpSpPr>
        <p:sp>
          <p:nvSpPr>
            <p:cNvPr id="9499" name="Google Shape;9499;p84"/>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4"/>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84"/>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4"/>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4"/>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4"/>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4"/>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6" name="Google Shape;9506;p84"/>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4"/>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8" name="Google Shape;9508;p84"/>
          <p:cNvGrpSpPr/>
          <p:nvPr/>
        </p:nvGrpSpPr>
        <p:grpSpPr>
          <a:xfrm>
            <a:off x="2233086" y="2259206"/>
            <a:ext cx="263294" cy="367165"/>
            <a:chOff x="-63987100" y="2646800"/>
            <a:chExt cx="227625" cy="317425"/>
          </a:xfrm>
        </p:grpSpPr>
        <p:sp>
          <p:nvSpPr>
            <p:cNvPr id="9509" name="Google Shape;9509;p84"/>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4"/>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1" name="Google Shape;9511;p84"/>
          <p:cNvGrpSpPr/>
          <p:nvPr/>
        </p:nvGrpSpPr>
        <p:grpSpPr>
          <a:xfrm>
            <a:off x="852428" y="2730827"/>
            <a:ext cx="358056" cy="369913"/>
            <a:chOff x="-62148000" y="1930075"/>
            <a:chExt cx="309550" cy="319800"/>
          </a:xfrm>
        </p:grpSpPr>
        <p:sp>
          <p:nvSpPr>
            <p:cNvPr id="9512" name="Google Shape;9512;p84"/>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4"/>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4" name="Google Shape;9514;p84"/>
          <p:cNvGrpSpPr/>
          <p:nvPr/>
        </p:nvGrpSpPr>
        <p:grpSpPr>
          <a:xfrm>
            <a:off x="849695" y="3169113"/>
            <a:ext cx="363522" cy="365373"/>
            <a:chOff x="-62150375" y="2297875"/>
            <a:chExt cx="314275" cy="315875"/>
          </a:xfrm>
        </p:grpSpPr>
        <p:sp>
          <p:nvSpPr>
            <p:cNvPr id="9515" name="Google Shape;9515;p84"/>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4"/>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4"/>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4"/>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4"/>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0" name="Google Shape;9520;p84"/>
          <p:cNvGrpSpPr/>
          <p:nvPr/>
        </p:nvGrpSpPr>
        <p:grpSpPr>
          <a:xfrm>
            <a:off x="848322" y="3610356"/>
            <a:ext cx="366269" cy="368091"/>
            <a:chOff x="-62150375" y="2664925"/>
            <a:chExt cx="316650" cy="318225"/>
          </a:xfrm>
        </p:grpSpPr>
        <p:sp>
          <p:nvSpPr>
            <p:cNvPr id="9521" name="Google Shape;9521;p84"/>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84"/>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4"/>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4"/>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84"/>
          <p:cNvGrpSpPr/>
          <p:nvPr/>
        </p:nvGrpSpPr>
        <p:grpSpPr>
          <a:xfrm>
            <a:off x="3065911" y="2731333"/>
            <a:ext cx="367165" cy="368901"/>
            <a:chOff x="-60254550" y="1938025"/>
            <a:chExt cx="317425" cy="318925"/>
          </a:xfrm>
        </p:grpSpPr>
        <p:sp>
          <p:nvSpPr>
            <p:cNvPr id="9526" name="Google Shape;9526;p84"/>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4"/>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4"/>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4"/>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0" name="Google Shape;9530;p84"/>
          <p:cNvGrpSpPr/>
          <p:nvPr/>
        </p:nvGrpSpPr>
        <p:grpSpPr>
          <a:xfrm>
            <a:off x="3094149" y="3609907"/>
            <a:ext cx="310690" cy="368987"/>
            <a:chOff x="-60232500" y="2671225"/>
            <a:chExt cx="268600" cy="319000"/>
          </a:xfrm>
        </p:grpSpPr>
        <p:sp>
          <p:nvSpPr>
            <p:cNvPr id="9531" name="Google Shape;9531;p84"/>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4"/>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3" name="Google Shape;9533;p84"/>
          <p:cNvGrpSpPr/>
          <p:nvPr/>
        </p:nvGrpSpPr>
        <p:grpSpPr>
          <a:xfrm>
            <a:off x="2179643" y="4058541"/>
            <a:ext cx="365373" cy="368987"/>
            <a:chOff x="-59100700" y="1911950"/>
            <a:chExt cx="315875" cy="319000"/>
          </a:xfrm>
        </p:grpSpPr>
        <p:sp>
          <p:nvSpPr>
            <p:cNvPr id="9534" name="Google Shape;9534;p84"/>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4"/>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4"/>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4"/>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4"/>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4"/>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4"/>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4"/>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4"/>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4"/>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4" name="Google Shape;9544;p84"/>
          <p:cNvGrpSpPr/>
          <p:nvPr/>
        </p:nvGrpSpPr>
        <p:grpSpPr>
          <a:xfrm>
            <a:off x="2621810" y="1314021"/>
            <a:ext cx="379918" cy="366038"/>
            <a:chOff x="-63665750" y="1914325"/>
            <a:chExt cx="328450" cy="316450"/>
          </a:xfrm>
        </p:grpSpPr>
        <p:sp>
          <p:nvSpPr>
            <p:cNvPr id="9545" name="Google Shape;9545;p84"/>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4"/>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7" name="Google Shape;9547;p84"/>
          <p:cNvGrpSpPr/>
          <p:nvPr/>
        </p:nvGrpSpPr>
        <p:grpSpPr>
          <a:xfrm>
            <a:off x="2626814" y="1793065"/>
            <a:ext cx="369913" cy="368554"/>
            <a:chOff x="-63666550" y="2278975"/>
            <a:chExt cx="319800" cy="318625"/>
          </a:xfrm>
        </p:grpSpPr>
        <p:sp>
          <p:nvSpPr>
            <p:cNvPr id="9548" name="Google Shape;9548;p84"/>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4"/>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0" name="Google Shape;9550;p84"/>
          <p:cNvGrpSpPr/>
          <p:nvPr/>
        </p:nvGrpSpPr>
        <p:grpSpPr>
          <a:xfrm>
            <a:off x="2624081" y="2259090"/>
            <a:ext cx="375378" cy="367397"/>
            <a:chOff x="-63669700" y="2646600"/>
            <a:chExt cx="324525" cy="317625"/>
          </a:xfrm>
        </p:grpSpPr>
        <p:sp>
          <p:nvSpPr>
            <p:cNvPr id="9551" name="Google Shape;9551;p84"/>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4"/>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3" name="Google Shape;9553;p84"/>
          <p:cNvGrpSpPr/>
          <p:nvPr/>
        </p:nvGrpSpPr>
        <p:grpSpPr>
          <a:xfrm>
            <a:off x="1286361" y="2732418"/>
            <a:ext cx="366269" cy="366732"/>
            <a:chOff x="-61784125" y="1931250"/>
            <a:chExt cx="316650" cy="317050"/>
          </a:xfrm>
        </p:grpSpPr>
        <p:sp>
          <p:nvSpPr>
            <p:cNvPr id="9554" name="Google Shape;9554;p84"/>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84"/>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4"/>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4"/>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8" name="Google Shape;9558;p84"/>
          <p:cNvGrpSpPr/>
          <p:nvPr/>
        </p:nvGrpSpPr>
        <p:grpSpPr>
          <a:xfrm>
            <a:off x="1286360" y="3168665"/>
            <a:ext cx="366269" cy="366269"/>
            <a:chOff x="-61783350" y="2297100"/>
            <a:chExt cx="316650" cy="316650"/>
          </a:xfrm>
        </p:grpSpPr>
        <p:sp>
          <p:nvSpPr>
            <p:cNvPr id="9559" name="Google Shape;9559;p84"/>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4"/>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1" name="Google Shape;9561;p84"/>
          <p:cNvGrpSpPr/>
          <p:nvPr/>
        </p:nvGrpSpPr>
        <p:grpSpPr>
          <a:xfrm>
            <a:off x="1286360" y="3609748"/>
            <a:ext cx="366269" cy="369305"/>
            <a:chOff x="-61782550" y="2664925"/>
            <a:chExt cx="316650" cy="319275"/>
          </a:xfrm>
        </p:grpSpPr>
        <p:sp>
          <p:nvSpPr>
            <p:cNvPr id="9562" name="Google Shape;9562;p84"/>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4"/>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4"/>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84"/>
          <p:cNvGrpSpPr/>
          <p:nvPr/>
        </p:nvGrpSpPr>
        <p:grpSpPr>
          <a:xfrm>
            <a:off x="3508137" y="2741136"/>
            <a:ext cx="367165" cy="349294"/>
            <a:chOff x="-59889100" y="1945025"/>
            <a:chExt cx="317425" cy="301975"/>
          </a:xfrm>
        </p:grpSpPr>
        <p:sp>
          <p:nvSpPr>
            <p:cNvPr id="9566" name="Google Shape;9566;p84"/>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4"/>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4"/>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4"/>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0" name="Google Shape;9570;p84"/>
          <p:cNvGrpSpPr/>
          <p:nvPr/>
        </p:nvGrpSpPr>
        <p:grpSpPr>
          <a:xfrm>
            <a:off x="3040249" y="3168589"/>
            <a:ext cx="366648" cy="366420"/>
            <a:chOff x="6479471" y="2079003"/>
            <a:chExt cx="348923" cy="348706"/>
          </a:xfrm>
        </p:grpSpPr>
        <p:sp>
          <p:nvSpPr>
            <p:cNvPr id="9571" name="Google Shape;9571;p84"/>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2" name="Google Shape;9572;p84"/>
            <p:cNvGrpSpPr/>
            <p:nvPr/>
          </p:nvGrpSpPr>
          <p:grpSpPr>
            <a:xfrm>
              <a:off x="6520582" y="2079003"/>
              <a:ext cx="307811" cy="348706"/>
              <a:chOff x="-60218325" y="2304850"/>
              <a:chExt cx="279625" cy="316775"/>
            </a:xfrm>
          </p:grpSpPr>
          <p:sp>
            <p:nvSpPr>
              <p:cNvPr id="9573" name="Google Shape;9573;p84"/>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4"/>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4"/>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4"/>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4"/>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4"/>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4"/>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580" name="Google Shape;9580;p84"/>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1" name="Google Shape;9581;p84"/>
          <p:cNvGrpSpPr/>
          <p:nvPr/>
        </p:nvGrpSpPr>
        <p:grpSpPr>
          <a:xfrm>
            <a:off x="3507226" y="3611671"/>
            <a:ext cx="368987" cy="365459"/>
            <a:chOff x="-59889100" y="2671925"/>
            <a:chExt cx="319000" cy="315950"/>
          </a:xfrm>
        </p:grpSpPr>
        <p:sp>
          <p:nvSpPr>
            <p:cNvPr id="9582" name="Google Shape;9582;p84"/>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84"/>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4"/>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4"/>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6" name="Google Shape;9586;p84"/>
          <p:cNvGrpSpPr/>
          <p:nvPr/>
        </p:nvGrpSpPr>
        <p:grpSpPr>
          <a:xfrm>
            <a:off x="2620204" y="4054176"/>
            <a:ext cx="367165" cy="366269"/>
            <a:chOff x="-59092025" y="2296300"/>
            <a:chExt cx="317425" cy="316650"/>
          </a:xfrm>
        </p:grpSpPr>
        <p:sp>
          <p:nvSpPr>
            <p:cNvPr id="9587" name="Google Shape;9587;p84"/>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4"/>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9" name="Google Shape;9589;p84"/>
          <p:cNvGrpSpPr/>
          <p:nvPr/>
        </p:nvGrpSpPr>
        <p:grpSpPr>
          <a:xfrm>
            <a:off x="4865611" y="1305095"/>
            <a:ext cx="353174" cy="347599"/>
            <a:chOff x="683125" y="1955275"/>
            <a:chExt cx="299325" cy="294600"/>
          </a:xfrm>
        </p:grpSpPr>
        <p:sp>
          <p:nvSpPr>
            <p:cNvPr id="9590" name="Google Shape;9590;p84"/>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4"/>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4"/>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4"/>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4" name="Google Shape;9594;p84"/>
          <p:cNvGrpSpPr/>
          <p:nvPr/>
        </p:nvGrpSpPr>
        <p:grpSpPr>
          <a:xfrm>
            <a:off x="4866541" y="1755653"/>
            <a:ext cx="351315" cy="349486"/>
            <a:chOff x="685475" y="2318350"/>
            <a:chExt cx="297750" cy="296200"/>
          </a:xfrm>
        </p:grpSpPr>
        <p:sp>
          <p:nvSpPr>
            <p:cNvPr id="9595" name="Google Shape;9595;p84"/>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4"/>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84"/>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8" name="Google Shape;9598;p84"/>
          <p:cNvGrpSpPr/>
          <p:nvPr/>
        </p:nvGrpSpPr>
        <p:grpSpPr>
          <a:xfrm>
            <a:off x="7094699" y="1304859"/>
            <a:ext cx="309517" cy="348071"/>
            <a:chOff x="2523000" y="1954875"/>
            <a:chExt cx="262325" cy="295000"/>
          </a:xfrm>
        </p:grpSpPr>
        <p:sp>
          <p:nvSpPr>
            <p:cNvPr id="9599" name="Google Shape;9599;p84"/>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4"/>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1" name="Google Shape;9601;p84"/>
          <p:cNvGrpSpPr/>
          <p:nvPr/>
        </p:nvGrpSpPr>
        <p:grpSpPr>
          <a:xfrm>
            <a:off x="7073800" y="1756125"/>
            <a:ext cx="351315" cy="348542"/>
            <a:chOff x="2508825" y="2318350"/>
            <a:chExt cx="297750" cy="295400"/>
          </a:xfrm>
        </p:grpSpPr>
        <p:sp>
          <p:nvSpPr>
            <p:cNvPr id="9602" name="Google Shape;9602;p84"/>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4"/>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4" name="Google Shape;9604;p84"/>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5" name="Google Shape;9605;p84"/>
          <p:cNvGrpSpPr/>
          <p:nvPr/>
        </p:nvGrpSpPr>
        <p:grpSpPr>
          <a:xfrm>
            <a:off x="5747373" y="2670178"/>
            <a:ext cx="347599" cy="348513"/>
            <a:chOff x="4321150" y="1946600"/>
            <a:chExt cx="294600" cy="295375"/>
          </a:xfrm>
        </p:grpSpPr>
        <p:sp>
          <p:nvSpPr>
            <p:cNvPr id="9606" name="Google Shape;9606;p84"/>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4"/>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4"/>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9" name="Google Shape;9609;p84"/>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4"/>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4"/>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4"/>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3" name="Google Shape;9613;p84"/>
          <p:cNvGrpSpPr/>
          <p:nvPr/>
        </p:nvGrpSpPr>
        <p:grpSpPr>
          <a:xfrm>
            <a:off x="5309921" y="1756125"/>
            <a:ext cx="352230" cy="348542"/>
            <a:chOff x="1049375" y="2318350"/>
            <a:chExt cx="298525" cy="295400"/>
          </a:xfrm>
        </p:grpSpPr>
        <p:sp>
          <p:nvSpPr>
            <p:cNvPr id="9614" name="Google Shape;9614;p84"/>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84"/>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4"/>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84"/>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8" name="Google Shape;9618;p84"/>
          <p:cNvGrpSpPr/>
          <p:nvPr/>
        </p:nvGrpSpPr>
        <p:grpSpPr>
          <a:xfrm>
            <a:off x="5310393" y="2196576"/>
            <a:ext cx="351286" cy="351286"/>
            <a:chOff x="1049375" y="2680675"/>
            <a:chExt cx="297725" cy="297725"/>
          </a:xfrm>
        </p:grpSpPr>
        <p:sp>
          <p:nvSpPr>
            <p:cNvPr id="9619" name="Google Shape;9619;p84"/>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4"/>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1" name="Google Shape;9621;p84"/>
          <p:cNvGrpSpPr/>
          <p:nvPr/>
        </p:nvGrpSpPr>
        <p:grpSpPr>
          <a:xfrm>
            <a:off x="7523845" y="1304623"/>
            <a:ext cx="348513" cy="348542"/>
            <a:chOff x="2872725" y="1954475"/>
            <a:chExt cx="295375" cy="295400"/>
          </a:xfrm>
        </p:grpSpPr>
        <p:sp>
          <p:nvSpPr>
            <p:cNvPr id="9622" name="Google Shape;9622;p84"/>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4"/>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4"/>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5" name="Google Shape;9625;p84"/>
          <p:cNvGrpSpPr/>
          <p:nvPr/>
        </p:nvGrpSpPr>
        <p:grpSpPr>
          <a:xfrm>
            <a:off x="7545216" y="1755196"/>
            <a:ext cx="305771" cy="350401"/>
            <a:chOff x="2890050" y="2318350"/>
            <a:chExt cx="259150" cy="296975"/>
          </a:xfrm>
        </p:grpSpPr>
        <p:sp>
          <p:nvSpPr>
            <p:cNvPr id="9626" name="Google Shape;9626;p84"/>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84"/>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8" name="Google Shape;9628;p84"/>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9" name="Google Shape;9629;p84"/>
          <p:cNvGrpSpPr/>
          <p:nvPr/>
        </p:nvGrpSpPr>
        <p:grpSpPr>
          <a:xfrm>
            <a:off x="6187732" y="2670650"/>
            <a:ext cx="347569" cy="347569"/>
            <a:chOff x="4685050" y="1945825"/>
            <a:chExt cx="294575" cy="294575"/>
          </a:xfrm>
        </p:grpSpPr>
        <p:sp>
          <p:nvSpPr>
            <p:cNvPr id="9630" name="Google Shape;9630;p84"/>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4"/>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4"/>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4"/>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4"/>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5" name="Google Shape;9635;p84"/>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4"/>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37" name="Google Shape;9637;p84"/>
          <p:cNvGrpSpPr/>
          <p:nvPr/>
        </p:nvGrpSpPr>
        <p:grpSpPr>
          <a:xfrm>
            <a:off x="7958004" y="3159625"/>
            <a:ext cx="348513" cy="347599"/>
            <a:chOff x="6131900" y="2301825"/>
            <a:chExt cx="295375" cy="294600"/>
          </a:xfrm>
        </p:grpSpPr>
        <p:sp>
          <p:nvSpPr>
            <p:cNvPr id="9638" name="Google Shape;9638;p84"/>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4"/>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4"/>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4"/>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2" name="Google Shape;9642;p84"/>
          <p:cNvGrpSpPr/>
          <p:nvPr/>
        </p:nvGrpSpPr>
        <p:grpSpPr>
          <a:xfrm>
            <a:off x="5753997" y="1304166"/>
            <a:ext cx="351315" cy="349457"/>
            <a:chOff x="1412450" y="1954475"/>
            <a:chExt cx="297750" cy="296175"/>
          </a:xfrm>
        </p:grpSpPr>
        <p:sp>
          <p:nvSpPr>
            <p:cNvPr id="9643" name="Google Shape;9643;p84"/>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84"/>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5" name="Google Shape;9645;p84"/>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6" name="Google Shape;9646;p84"/>
          <p:cNvGrpSpPr/>
          <p:nvPr/>
        </p:nvGrpSpPr>
        <p:grpSpPr>
          <a:xfrm>
            <a:off x="5753997" y="2196694"/>
            <a:ext cx="351315" cy="351050"/>
            <a:chOff x="1413250" y="2680675"/>
            <a:chExt cx="297750" cy="297525"/>
          </a:xfrm>
        </p:grpSpPr>
        <p:sp>
          <p:nvSpPr>
            <p:cNvPr id="9647" name="Google Shape;9647;p84"/>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4"/>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4"/>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4"/>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1" name="Google Shape;9651;p84"/>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4"/>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4"/>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4" name="Google Shape;9654;p84"/>
          <p:cNvGrpSpPr/>
          <p:nvPr/>
        </p:nvGrpSpPr>
        <p:grpSpPr>
          <a:xfrm>
            <a:off x="6630407" y="2670311"/>
            <a:ext cx="350371" cy="348247"/>
            <a:chOff x="5045775" y="1946400"/>
            <a:chExt cx="296950" cy="295150"/>
          </a:xfrm>
        </p:grpSpPr>
        <p:sp>
          <p:nvSpPr>
            <p:cNvPr id="9655" name="Google Shape;9655;p84"/>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84"/>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7" name="Google Shape;9657;p84"/>
          <p:cNvGrpSpPr/>
          <p:nvPr/>
        </p:nvGrpSpPr>
        <p:grpSpPr>
          <a:xfrm>
            <a:off x="6629006" y="3179138"/>
            <a:ext cx="353174" cy="308573"/>
            <a:chOff x="5046550" y="2327025"/>
            <a:chExt cx="299325" cy="261525"/>
          </a:xfrm>
        </p:grpSpPr>
        <p:sp>
          <p:nvSpPr>
            <p:cNvPr id="9658" name="Google Shape;9658;p84"/>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4"/>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4"/>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1" name="Google Shape;9661;p84"/>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2" name="Google Shape;9662;p84"/>
          <p:cNvGrpSpPr/>
          <p:nvPr/>
        </p:nvGrpSpPr>
        <p:grpSpPr>
          <a:xfrm>
            <a:off x="7956604" y="3608476"/>
            <a:ext cx="351315" cy="348513"/>
            <a:chOff x="6167350" y="2672800"/>
            <a:chExt cx="297750" cy="295375"/>
          </a:xfrm>
        </p:grpSpPr>
        <p:sp>
          <p:nvSpPr>
            <p:cNvPr id="9663" name="Google Shape;9663;p84"/>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4"/>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4"/>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84"/>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84"/>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8" name="Google Shape;9668;p84"/>
          <p:cNvGrpSpPr/>
          <p:nvPr/>
        </p:nvGrpSpPr>
        <p:grpSpPr>
          <a:xfrm>
            <a:off x="6197601" y="1303709"/>
            <a:ext cx="347599" cy="350371"/>
            <a:chOff x="1777925" y="1953700"/>
            <a:chExt cx="294600" cy="296950"/>
          </a:xfrm>
        </p:grpSpPr>
        <p:sp>
          <p:nvSpPr>
            <p:cNvPr id="9669" name="Google Shape;9669;p84"/>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4"/>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4"/>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84"/>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3" name="Google Shape;9673;p84"/>
          <p:cNvGrpSpPr/>
          <p:nvPr/>
        </p:nvGrpSpPr>
        <p:grpSpPr>
          <a:xfrm>
            <a:off x="6213411" y="1756597"/>
            <a:ext cx="315977" cy="347599"/>
            <a:chOff x="1790525" y="2319150"/>
            <a:chExt cx="267800" cy="294600"/>
          </a:xfrm>
        </p:grpSpPr>
        <p:sp>
          <p:nvSpPr>
            <p:cNvPr id="9674" name="Google Shape;9674;p84"/>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4"/>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6" name="Google Shape;9676;p84"/>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7" name="Google Shape;9677;p84"/>
          <p:cNvGrpSpPr/>
          <p:nvPr/>
        </p:nvGrpSpPr>
        <p:grpSpPr>
          <a:xfrm>
            <a:off x="4866386" y="2670163"/>
            <a:ext cx="349457" cy="348542"/>
            <a:chOff x="3599700" y="1954475"/>
            <a:chExt cx="296175" cy="295400"/>
          </a:xfrm>
        </p:grpSpPr>
        <p:sp>
          <p:nvSpPr>
            <p:cNvPr id="9678" name="Google Shape;9678;p84"/>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4"/>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4"/>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1" name="Google Shape;9681;p84"/>
          <p:cNvGrpSpPr/>
          <p:nvPr/>
        </p:nvGrpSpPr>
        <p:grpSpPr>
          <a:xfrm>
            <a:off x="4867316" y="3159626"/>
            <a:ext cx="347599" cy="347599"/>
            <a:chOff x="3601275" y="2319150"/>
            <a:chExt cx="294600" cy="294600"/>
          </a:xfrm>
        </p:grpSpPr>
        <p:sp>
          <p:nvSpPr>
            <p:cNvPr id="9682" name="Google Shape;9682;p84"/>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4"/>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4" name="Google Shape;9684;p84"/>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5" name="Google Shape;9685;p84"/>
          <p:cNvGrpSpPr/>
          <p:nvPr/>
        </p:nvGrpSpPr>
        <p:grpSpPr>
          <a:xfrm>
            <a:off x="7087019" y="2669721"/>
            <a:ext cx="328071" cy="349427"/>
            <a:chOff x="5421475" y="1945825"/>
            <a:chExt cx="278050" cy="296150"/>
          </a:xfrm>
        </p:grpSpPr>
        <p:sp>
          <p:nvSpPr>
            <p:cNvPr id="9686" name="Google Shape;9686;p84"/>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4"/>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4"/>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4"/>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84"/>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84"/>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84"/>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84"/>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4" name="Google Shape;9694;p84"/>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5" name="Google Shape;9695;p84"/>
          <p:cNvGrpSpPr/>
          <p:nvPr/>
        </p:nvGrpSpPr>
        <p:grpSpPr>
          <a:xfrm>
            <a:off x="7075869" y="3670273"/>
            <a:ext cx="350371" cy="224918"/>
            <a:chOff x="5411225" y="2726350"/>
            <a:chExt cx="296950" cy="190625"/>
          </a:xfrm>
        </p:grpSpPr>
        <p:sp>
          <p:nvSpPr>
            <p:cNvPr id="9696" name="Google Shape;9696;p84"/>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84"/>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8" name="Google Shape;9698;p84"/>
          <p:cNvGrpSpPr/>
          <p:nvPr/>
        </p:nvGrpSpPr>
        <p:grpSpPr>
          <a:xfrm>
            <a:off x="6185904" y="4059546"/>
            <a:ext cx="351286" cy="326390"/>
            <a:chOff x="6524150" y="1938725"/>
            <a:chExt cx="297725" cy="276625"/>
          </a:xfrm>
        </p:grpSpPr>
        <p:sp>
          <p:nvSpPr>
            <p:cNvPr id="9699" name="Google Shape;9699;p84"/>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4"/>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84"/>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84"/>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3" name="Google Shape;9703;p84"/>
          <p:cNvGrpSpPr/>
          <p:nvPr/>
        </p:nvGrpSpPr>
        <p:grpSpPr>
          <a:xfrm>
            <a:off x="6631047" y="1756007"/>
            <a:ext cx="363380" cy="348778"/>
            <a:chOff x="2140225" y="2318650"/>
            <a:chExt cx="307975" cy="295600"/>
          </a:xfrm>
        </p:grpSpPr>
        <p:sp>
          <p:nvSpPr>
            <p:cNvPr id="9704" name="Google Shape;9704;p84"/>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4"/>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6" name="Google Shape;9706;p84"/>
          <p:cNvGrpSpPr/>
          <p:nvPr/>
        </p:nvGrpSpPr>
        <p:grpSpPr>
          <a:xfrm>
            <a:off x="6636607" y="2197505"/>
            <a:ext cx="352259" cy="349427"/>
            <a:chOff x="2139425" y="2682250"/>
            <a:chExt cx="298550" cy="296150"/>
          </a:xfrm>
        </p:grpSpPr>
        <p:sp>
          <p:nvSpPr>
            <p:cNvPr id="9707" name="Google Shape;9707;p84"/>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84"/>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4"/>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4"/>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1" name="Google Shape;9711;p84"/>
          <p:cNvGrpSpPr/>
          <p:nvPr/>
        </p:nvGrpSpPr>
        <p:grpSpPr>
          <a:xfrm>
            <a:off x="5301219" y="2711991"/>
            <a:ext cx="350401" cy="264888"/>
            <a:chOff x="3962775" y="1990700"/>
            <a:chExt cx="296975" cy="224500"/>
          </a:xfrm>
        </p:grpSpPr>
        <p:sp>
          <p:nvSpPr>
            <p:cNvPr id="9712" name="Google Shape;9712;p84"/>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4"/>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4"/>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4"/>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6" name="Google Shape;9716;p84"/>
          <p:cNvGrpSpPr/>
          <p:nvPr/>
        </p:nvGrpSpPr>
        <p:grpSpPr>
          <a:xfrm>
            <a:off x="5301691" y="3158697"/>
            <a:ext cx="349457" cy="349457"/>
            <a:chOff x="3963575" y="2317575"/>
            <a:chExt cx="296175" cy="296175"/>
          </a:xfrm>
        </p:grpSpPr>
        <p:sp>
          <p:nvSpPr>
            <p:cNvPr id="9717" name="Google Shape;9717;p84"/>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4"/>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4"/>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4"/>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4"/>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4"/>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4"/>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84"/>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4"/>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4"/>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4"/>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4"/>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4"/>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4"/>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4"/>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4"/>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3" name="Google Shape;9733;p84"/>
          <p:cNvGrpSpPr/>
          <p:nvPr/>
        </p:nvGrpSpPr>
        <p:grpSpPr>
          <a:xfrm>
            <a:off x="5301691" y="3608476"/>
            <a:ext cx="349457" cy="348513"/>
            <a:chOff x="3962775" y="2683025"/>
            <a:chExt cx="296175" cy="295375"/>
          </a:xfrm>
        </p:grpSpPr>
        <p:sp>
          <p:nvSpPr>
            <p:cNvPr id="9734" name="Google Shape;9734;p84"/>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84"/>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84"/>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7" name="Google Shape;9737;p84"/>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8" name="Google Shape;9738;p84"/>
          <p:cNvGrpSpPr/>
          <p:nvPr/>
        </p:nvGrpSpPr>
        <p:grpSpPr>
          <a:xfrm>
            <a:off x="7516228" y="3159168"/>
            <a:ext cx="348513" cy="348513"/>
            <a:chOff x="5775900" y="2308125"/>
            <a:chExt cx="295375" cy="295375"/>
          </a:xfrm>
        </p:grpSpPr>
        <p:sp>
          <p:nvSpPr>
            <p:cNvPr id="9739" name="Google Shape;9739;p84"/>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4"/>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4"/>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4"/>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4"/>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4" name="Google Shape;9744;p84"/>
          <p:cNvGrpSpPr/>
          <p:nvPr/>
        </p:nvGrpSpPr>
        <p:grpSpPr>
          <a:xfrm>
            <a:off x="7537142" y="3608004"/>
            <a:ext cx="306686" cy="349457"/>
            <a:chOff x="5794025" y="2673575"/>
            <a:chExt cx="259925" cy="296175"/>
          </a:xfrm>
        </p:grpSpPr>
        <p:sp>
          <p:nvSpPr>
            <p:cNvPr id="9745" name="Google Shape;9745;p84"/>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4"/>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7" name="Google Shape;9747;p84"/>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4"/>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9" name="Google Shape;9749;p84"/>
          <p:cNvGrpSpPr/>
          <p:nvPr/>
        </p:nvGrpSpPr>
        <p:grpSpPr>
          <a:xfrm>
            <a:off x="6637536" y="1304166"/>
            <a:ext cx="350401" cy="349457"/>
            <a:chOff x="2141000" y="1954475"/>
            <a:chExt cx="296975" cy="296175"/>
          </a:xfrm>
        </p:grpSpPr>
        <p:sp>
          <p:nvSpPr>
            <p:cNvPr id="9750" name="Google Shape;9750;p84"/>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4"/>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4"/>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84"/>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757" name="Shape 9757"/>
        <p:cNvGrpSpPr/>
        <p:nvPr/>
      </p:nvGrpSpPr>
      <p:grpSpPr>
        <a:xfrm>
          <a:off x="0" y="0"/>
          <a:ext cx="0" cy="0"/>
          <a:chOff x="0" y="0"/>
          <a:chExt cx="0" cy="0"/>
        </a:xfrm>
      </p:grpSpPr>
      <p:sp>
        <p:nvSpPr>
          <p:cNvPr id="9758" name="Google Shape;9758;p85"/>
          <p:cNvSpPr txBox="1"/>
          <p:nvPr>
            <p:ph idx="4294967295" type="title"/>
          </p:nvPr>
        </p:nvSpPr>
        <p:spPr>
          <a:xfrm>
            <a:off x="849675" y="715988"/>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759" name="Google Shape;9759;p85"/>
          <p:cNvSpPr txBox="1"/>
          <p:nvPr>
            <p:ph idx="4294967295" type="title"/>
          </p:nvPr>
        </p:nvSpPr>
        <p:spPr>
          <a:xfrm>
            <a:off x="4858400" y="715988"/>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9760" name="Google Shape;9760;p85"/>
          <p:cNvGrpSpPr/>
          <p:nvPr/>
        </p:nvGrpSpPr>
        <p:grpSpPr>
          <a:xfrm>
            <a:off x="882957" y="1306638"/>
            <a:ext cx="292442" cy="355741"/>
            <a:chOff x="-35830350" y="1912725"/>
            <a:chExt cx="241050" cy="293225"/>
          </a:xfrm>
        </p:grpSpPr>
        <p:sp>
          <p:nvSpPr>
            <p:cNvPr id="9761" name="Google Shape;9761;p85"/>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85"/>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85"/>
          <p:cNvGrpSpPr/>
          <p:nvPr/>
        </p:nvGrpSpPr>
        <p:grpSpPr>
          <a:xfrm>
            <a:off x="851444" y="1766235"/>
            <a:ext cx="355468" cy="353587"/>
            <a:chOff x="-35854750" y="2272675"/>
            <a:chExt cx="293000" cy="291450"/>
          </a:xfrm>
        </p:grpSpPr>
        <p:sp>
          <p:nvSpPr>
            <p:cNvPr id="9764" name="Google Shape;9764;p85"/>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5"/>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5"/>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7" name="Google Shape;9767;p85"/>
          <p:cNvGrpSpPr/>
          <p:nvPr/>
        </p:nvGrpSpPr>
        <p:grpSpPr>
          <a:xfrm>
            <a:off x="850958" y="2220821"/>
            <a:ext cx="356438" cy="354558"/>
            <a:chOff x="-35853975" y="2631825"/>
            <a:chExt cx="293800" cy="292250"/>
          </a:xfrm>
        </p:grpSpPr>
        <p:sp>
          <p:nvSpPr>
            <p:cNvPr id="9768" name="Google Shape;9768;p85"/>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5"/>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85"/>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5"/>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5"/>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3" name="Google Shape;9773;p85"/>
          <p:cNvGrpSpPr/>
          <p:nvPr/>
        </p:nvGrpSpPr>
        <p:grpSpPr>
          <a:xfrm>
            <a:off x="3089562" y="1307714"/>
            <a:ext cx="353587" cy="353587"/>
            <a:chOff x="-34032200" y="1916675"/>
            <a:chExt cx="291450" cy="291450"/>
          </a:xfrm>
        </p:grpSpPr>
        <p:sp>
          <p:nvSpPr>
            <p:cNvPr id="9774" name="Google Shape;9774;p85"/>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5"/>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85"/>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5"/>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8" name="Google Shape;9778;p85"/>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9" name="Google Shape;9779;p85"/>
          <p:cNvGrpSpPr/>
          <p:nvPr/>
        </p:nvGrpSpPr>
        <p:grpSpPr>
          <a:xfrm>
            <a:off x="3089092" y="2220821"/>
            <a:ext cx="354527" cy="354558"/>
            <a:chOff x="-34032200" y="2634975"/>
            <a:chExt cx="292225" cy="292250"/>
          </a:xfrm>
        </p:grpSpPr>
        <p:sp>
          <p:nvSpPr>
            <p:cNvPr id="9780" name="Google Shape;9780;p85"/>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85"/>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85"/>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3" name="Google Shape;9783;p85"/>
          <p:cNvGrpSpPr/>
          <p:nvPr/>
        </p:nvGrpSpPr>
        <p:grpSpPr>
          <a:xfrm>
            <a:off x="1739487" y="2687069"/>
            <a:ext cx="358379" cy="354527"/>
            <a:chOff x="-32245875" y="1938725"/>
            <a:chExt cx="295400" cy="292225"/>
          </a:xfrm>
        </p:grpSpPr>
        <p:sp>
          <p:nvSpPr>
            <p:cNvPr id="9784" name="Google Shape;9784;p85"/>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85"/>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5"/>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7" name="Google Shape;9787;p85"/>
          <p:cNvGrpSpPr/>
          <p:nvPr/>
        </p:nvGrpSpPr>
        <p:grpSpPr>
          <a:xfrm>
            <a:off x="1736150" y="3156468"/>
            <a:ext cx="365052" cy="352162"/>
            <a:chOff x="-32243500" y="2299850"/>
            <a:chExt cx="300900" cy="290275"/>
          </a:xfrm>
        </p:grpSpPr>
        <p:sp>
          <p:nvSpPr>
            <p:cNvPr id="9788" name="Google Shape;9788;p85"/>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85"/>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0" name="Google Shape;9790;p85"/>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1" name="Google Shape;9791;p85"/>
          <p:cNvGrpSpPr/>
          <p:nvPr/>
        </p:nvGrpSpPr>
        <p:grpSpPr>
          <a:xfrm>
            <a:off x="1299432" y="1306759"/>
            <a:ext cx="354527" cy="355498"/>
            <a:chOff x="-35495600" y="1912725"/>
            <a:chExt cx="292225" cy="293025"/>
          </a:xfrm>
        </p:grpSpPr>
        <p:sp>
          <p:nvSpPr>
            <p:cNvPr id="9792" name="Google Shape;9792;p85"/>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5"/>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5"/>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5" name="Google Shape;9795;p85"/>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6" name="Google Shape;9796;p85"/>
          <p:cNvGrpSpPr/>
          <p:nvPr/>
        </p:nvGrpSpPr>
        <p:grpSpPr>
          <a:xfrm>
            <a:off x="1299432" y="2221307"/>
            <a:ext cx="354527" cy="353587"/>
            <a:chOff x="-35495600" y="2631825"/>
            <a:chExt cx="292225" cy="291450"/>
          </a:xfrm>
        </p:grpSpPr>
        <p:sp>
          <p:nvSpPr>
            <p:cNvPr id="9797" name="Google Shape;9797;p85"/>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5"/>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5"/>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85"/>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1" name="Google Shape;9801;p85"/>
          <p:cNvGrpSpPr/>
          <p:nvPr/>
        </p:nvGrpSpPr>
        <p:grpSpPr>
          <a:xfrm>
            <a:off x="3537081" y="1307714"/>
            <a:ext cx="353587" cy="353587"/>
            <a:chOff x="-33673825" y="1916675"/>
            <a:chExt cx="291450" cy="291450"/>
          </a:xfrm>
        </p:grpSpPr>
        <p:sp>
          <p:nvSpPr>
            <p:cNvPr id="9802" name="Google Shape;9802;p85"/>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85"/>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85"/>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85"/>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6" name="Google Shape;9806;p85"/>
          <p:cNvGrpSpPr/>
          <p:nvPr/>
        </p:nvGrpSpPr>
        <p:grpSpPr>
          <a:xfrm>
            <a:off x="3534700" y="1765295"/>
            <a:ext cx="358349" cy="355468"/>
            <a:chOff x="-33676975" y="2275050"/>
            <a:chExt cx="295375" cy="293000"/>
          </a:xfrm>
        </p:grpSpPr>
        <p:sp>
          <p:nvSpPr>
            <p:cNvPr id="9807" name="Google Shape;9807;p85"/>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5"/>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5"/>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0" name="Google Shape;9810;p85"/>
          <p:cNvGrpSpPr/>
          <p:nvPr/>
        </p:nvGrpSpPr>
        <p:grpSpPr>
          <a:xfrm>
            <a:off x="3537081" y="2220594"/>
            <a:ext cx="353587" cy="355013"/>
            <a:chOff x="-33673825" y="2634975"/>
            <a:chExt cx="291450" cy="292625"/>
          </a:xfrm>
        </p:grpSpPr>
        <p:sp>
          <p:nvSpPr>
            <p:cNvPr id="9811" name="Google Shape;9811;p85"/>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85"/>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3" name="Google Shape;9813;p85"/>
          <p:cNvGrpSpPr/>
          <p:nvPr/>
        </p:nvGrpSpPr>
        <p:grpSpPr>
          <a:xfrm>
            <a:off x="2205089" y="2687509"/>
            <a:ext cx="329687" cy="353648"/>
            <a:chOff x="-31874100" y="1939525"/>
            <a:chExt cx="271750" cy="291500"/>
          </a:xfrm>
        </p:grpSpPr>
        <p:sp>
          <p:nvSpPr>
            <p:cNvPr id="9814" name="Google Shape;9814;p85"/>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5"/>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6" name="Google Shape;9816;p85"/>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7" name="Google Shape;9817;p85"/>
          <p:cNvGrpSpPr/>
          <p:nvPr/>
        </p:nvGrpSpPr>
        <p:grpSpPr>
          <a:xfrm>
            <a:off x="2186451" y="3616531"/>
            <a:ext cx="366963" cy="352768"/>
            <a:chOff x="-31889075" y="2658950"/>
            <a:chExt cx="302475" cy="290775"/>
          </a:xfrm>
        </p:grpSpPr>
        <p:sp>
          <p:nvSpPr>
            <p:cNvPr id="9818" name="Google Shape;9818;p85"/>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85"/>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20" name="Google Shape;9820;p85"/>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1" name="Google Shape;9821;p85"/>
          <p:cNvGrpSpPr/>
          <p:nvPr/>
        </p:nvGrpSpPr>
        <p:grpSpPr>
          <a:xfrm>
            <a:off x="1747421" y="1306759"/>
            <a:ext cx="354527" cy="355498"/>
            <a:chOff x="-35136450" y="1912725"/>
            <a:chExt cx="292225" cy="293025"/>
          </a:xfrm>
        </p:grpSpPr>
        <p:sp>
          <p:nvSpPr>
            <p:cNvPr id="9822" name="Google Shape;9822;p85"/>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5"/>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5"/>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5" name="Google Shape;9825;p85"/>
          <p:cNvGrpSpPr/>
          <p:nvPr/>
        </p:nvGrpSpPr>
        <p:grpSpPr>
          <a:xfrm>
            <a:off x="1747891" y="1765978"/>
            <a:ext cx="353587" cy="354103"/>
            <a:chOff x="-35134875" y="2272675"/>
            <a:chExt cx="291450" cy="291875"/>
          </a:xfrm>
        </p:grpSpPr>
        <p:sp>
          <p:nvSpPr>
            <p:cNvPr id="9826" name="Google Shape;9826;p85"/>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5"/>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5"/>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5"/>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0" name="Google Shape;9830;p85"/>
          <p:cNvGrpSpPr/>
          <p:nvPr/>
        </p:nvGrpSpPr>
        <p:grpSpPr>
          <a:xfrm>
            <a:off x="1789458" y="2221307"/>
            <a:ext cx="270453" cy="353587"/>
            <a:chOff x="-35101800" y="2631050"/>
            <a:chExt cx="222925" cy="291450"/>
          </a:xfrm>
        </p:grpSpPr>
        <p:sp>
          <p:nvSpPr>
            <p:cNvPr id="9831" name="Google Shape;9831;p85"/>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5"/>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5"/>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5"/>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5" name="Google Shape;9835;p85"/>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6" name="Google Shape;9836;p85"/>
          <p:cNvGrpSpPr/>
          <p:nvPr/>
        </p:nvGrpSpPr>
        <p:grpSpPr>
          <a:xfrm>
            <a:off x="3977510" y="1765295"/>
            <a:ext cx="353587" cy="355468"/>
            <a:chOff x="-33314675" y="2275050"/>
            <a:chExt cx="291450" cy="293000"/>
          </a:xfrm>
        </p:grpSpPr>
        <p:sp>
          <p:nvSpPr>
            <p:cNvPr id="9837" name="Google Shape;9837;p85"/>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85"/>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85"/>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40" name="Google Shape;9840;p85"/>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1" name="Google Shape;9841;p85"/>
          <p:cNvGrpSpPr/>
          <p:nvPr/>
        </p:nvGrpSpPr>
        <p:grpSpPr>
          <a:xfrm>
            <a:off x="2639701" y="2687555"/>
            <a:ext cx="353587" cy="353557"/>
            <a:chOff x="-31523625" y="1939525"/>
            <a:chExt cx="291450" cy="291425"/>
          </a:xfrm>
        </p:grpSpPr>
        <p:sp>
          <p:nvSpPr>
            <p:cNvPr id="9842" name="Google Shape;9842;p85"/>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5"/>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85"/>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85"/>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85"/>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85"/>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85"/>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5"/>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85"/>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85"/>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85"/>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3" name="Google Shape;9853;p85"/>
          <p:cNvGrpSpPr/>
          <p:nvPr/>
        </p:nvGrpSpPr>
        <p:grpSpPr>
          <a:xfrm>
            <a:off x="2638746" y="3155755"/>
            <a:ext cx="355498" cy="353587"/>
            <a:chOff x="-31523625" y="2298675"/>
            <a:chExt cx="293025" cy="291450"/>
          </a:xfrm>
        </p:grpSpPr>
        <p:sp>
          <p:nvSpPr>
            <p:cNvPr id="9854" name="Google Shape;9854;p85"/>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5"/>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85"/>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7" name="Google Shape;9857;p85"/>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85"/>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9" name="Google Shape;9859;p85"/>
          <p:cNvGrpSpPr/>
          <p:nvPr/>
        </p:nvGrpSpPr>
        <p:grpSpPr>
          <a:xfrm>
            <a:off x="2205934" y="1307729"/>
            <a:ext cx="331598" cy="353557"/>
            <a:chOff x="-34767825" y="1914325"/>
            <a:chExt cx="273325" cy="291425"/>
          </a:xfrm>
        </p:grpSpPr>
        <p:sp>
          <p:nvSpPr>
            <p:cNvPr id="9860" name="Google Shape;9860;p85"/>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5"/>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5"/>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3" name="Google Shape;9863;p85"/>
          <p:cNvGrpSpPr/>
          <p:nvPr/>
        </p:nvGrpSpPr>
        <p:grpSpPr>
          <a:xfrm>
            <a:off x="2193513" y="1765280"/>
            <a:ext cx="356438" cy="355498"/>
            <a:chOff x="-34778075" y="2272675"/>
            <a:chExt cx="293800" cy="293025"/>
          </a:xfrm>
        </p:grpSpPr>
        <p:sp>
          <p:nvSpPr>
            <p:cNvPr id="9864" name="Google Shape;9864;p85"/>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85"/>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5"/>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7" name="Google Shape;9867;p85"/>
          <p:cNvGrpSpPr/>
          <p:nvPr/>
        </p:nvGrpSpPr>
        <p:grpSpPr>
          <a:xfrm>
            <a:off x="2194939" y="2221307"/>
            <a:ext cx="353587" cy="353587"/>
            <a:chOff x="-34776500" y="2631825"/>
            <a:chExt cx="291450" cy="291450"/>
          </a:xfrm>
        </p:grpSpPr>
        <p:sp>
          <p:nvSpPr>
            <p:cNvPr id="9868" name="Google Shape;9868;p85"/>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85"/>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85"/>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1" name="Google Shape;9871;p85"/>
          <p:cNvGrpSpPr/>
          <p:nvPr/>
        </p:nvGrpSpPr>
        <p:grpSpPr>
          <a:xfrm>
            <a:off x="853628" y="2685160"/>
            <a:ext cx="354527" cy="358349"/>
            <a:chOff x="-32956300" y="1915900"/>
            <a:chExt cx="292225" cy="295375"/>
          </a:xfrm>
        </p:grpSpPr>
        <p:sp>
          <p:nvSpPr>
            <p:cNvPr id="9872" name="Google Shape;9872;p85"/>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5"/>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4" name="Google Shape;9874;p85"/>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5"/>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6" name="Google Shape;9876;p85"/>
          <p:cNvGrpSpPr/>
          <p:nvPr/>
        </p:nvGrpSpPr>
        <p:grpSpPr>
          <a:xfrm>
            <a:off x="3081101" y="2687555"/>
            <a:ext cx="356438" cy="353557"/>
            <a:chOff x="-31166825" y="1939525"/>
            <a:chExt cx="293800" cy="291425"/>
          </a:xfrm>
        </p:grpSpPr>
        <p:sp>
          <p:nvSpPr>
            <p:cNvPr id="9877" name="Google Shape;9877;p85"/>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5"/>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5"/>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5"/>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5"/>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5"/>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85"/>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85"/>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5"/>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5"/>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5"/>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8" name="Google Shape;9888;p85"/>
          <p:cNvGrpSpPr/>
          <p:nvPr/>
        </p:nvGrpSpPr>
        <p:grpSpPr>
          <a:xfrm>
            <a:off x="3082057" y="3155482"/>
            <a:ext cx="354527" cy="354133"/>
            <a:chOff x="-31165250" y="2298675"/>
            <a:chExt cx="292225" cy="291900"/>
          </a:xfrm>
        </p:grpSpPr>
        <p:sp>
          <p:nvSpPr>
            <p:cNvPr id="9889" name="Google Shape;9889;p85"/>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85"/>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5"/>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2" name="Google Shape;9892;p85"/>
          <p:cNvGrpSpPr/>
          <p:nvPr/>
        </p:nvGrpSpPr>
        <p:grpSpPr>
          <a:xfrm>
            <a:off x="3082542" y="3616136"/>
            <a:ext cx="353557" cy="353557"/>
            <a:chOff x="-31164450" y="2657050"/>
            <a:chExt cx="291425" cy="291425"/>
          </a:xfrm>
        </p:grpSpPr>
        <p:sp>
          <p:nvSpPr>
            <p:cNvPr id="9893" name="Google Shape;9893;p85"/>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5"/>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5"/>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85"/>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7" name="Google Shape;9897;p85"/>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8" name="Google Shape;9898;p85"/>
          <p:cNvGrpSpPr/>
          <p:nvPr/>
        </p:nvGrpSpPr>
        <p:grpSpPr>
          <a:xfrm>
            <a:off x="2632987" y="1307366"/>
            <a:ext cx="358349" cy="354285"/>
            <a:chOff x="-34421275" y="1912725"/>
            <a:chExt cx="295375" cy="292025"/>
          </a:xfrm>
        </p:grpSpPr>
        <p:sp>
          <p:nvSpPr>
            <p:cNvPr id="9899" name="Google Shape;9899;p85"/>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85"/>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1" name="Google Shape;9901;p85"/>
          <p:cNvGrpSpPr/>
          <p:nvPr/>
        </p:nvGrpSpPr>
        <p:grpSpPr>
          <a:xfrm>
            <a:off x="2632032" y="1765280"/>
            <a:ext cx="360260" cy="355498"/>
            <a:chOff x="-34418125" y="2271100"/>
            <a:chExt cx="296950" cy="293025"/>
          </a:xfrm>
        </p:grpSpPr>
        <p:sp>
          <p:nvSpPr>
            <p:cNvPr id="9902" name="Google Shape;9902;p85"/>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5"/>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5"/>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5"/>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5"/>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7" name="Google Shape;9907;p85"/>
          <p:cNvGrpSpPr/>
          <p:nvPr/>
        </p:nvGrpSpPr>
        <p:grpSpPr>
          <a:xfrm>
            <a:off x="2632987" y="2221307"/>
            <a:ext cx="358349" cy="353587"/>
            <a:chOff x="-34421275" y="2631050"/>
            <a:chExt cx="295375" cy="291450"/>
          </a:xfrm>
        </p:grpSpPr>
        <p:sp>
          <p:nvSpPr>
            <p:cNvPr id="9908" name="Google Shape;9908;p85"/>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85"/>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5"/>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5"/>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2" name="Google Shape;9912;p85"/>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5"/>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5"/>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5" name="Google Shape;9915;p85"/>
          <p:cNvGrpSpPr/>
          <p:nvPr/>
        </p:nvGrpSpPr>
        <p:grpSpPr>
          <a:xfrm>
            <a:off x="3537620" y="2688025"/>
            <a:ext cx="353587" cy="352617"/>
            <a:chOff x="-30805300" y="1938725"/>
            <a:chExt cx="291450" cy="290650"/>
          </a:xfrm>
        </p:grpSpPr>
        <p:sp>
          <p:nvSpPr>
            <p:cNvPr id="9916" name="Google Shape;9916;p85"/>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85"/>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8" name="Google Shape;9918;p85"/>
          <p:cNvGrpSpPr/>
          <p:nvPr/>
        </p:nvGrpSpPr>
        <p:grpSpPr>
          <a:xfrm>
            <a:off x="3538105" y="3155952"/>
            <a:ext cx="352617" cy="353193"/>
            <a:chOff x="-30805300" y="2298675"/>
            <a:chExt cx="290650" cy="291125"/>
          </a:xfrm>
        </p:grpSpPr>
        <p:sp>
          <p:nvSpPr>
            <p:cNvPr id="9919" name="Google Shape;9919;p85"/>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5"/>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5"/>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85"/>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3" name="Google Shape;9923;p85"/>
          <p:cNvGrpSpPr/>
          <p:nvPr/>
        </p:nvGrpSpPr>
        <p:grpSpPr>
          <a:xfrm>
            <a:off x="3537635" y="3616136"/>
            <a:ext cx="353557" cy="353557"/>
            <a:chOff x="-30806075" y="2657050"/>
            <a:chExt cx="291425" cy="291425"/>
          </a:xfrm>
        </p:grpSpPr>
        <p:sp>
          <p:nvSpPr>
            <p:cNvPr id="9924" name="Google Shape;9924;p85"/>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85"/>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85"/>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7" name="Google Shape;9927;p85"/>
          <p:cNvGrpSpPr/>
          <p:nvPr/>
        </p:nvGrpSpPr>
        <p:grpSpPr>
          <a:xfrm>
            <a:off x="2639681" y="4073943"/>
            <a:ext cx="353557" cy="353557"/>
            <a:chOff x="-30064925" y="2332550"/>
            <a:chExt cx="291425" cy="291425"/>
          </a:xfrm>
        </p:grpSpPr>
        <p:sp>
          <p:nvSpPr>
            <p:cNvPr id="9928" name="Google Shape;9928;p85"/>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85"/>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5"/>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1" name="Google Shape;9931;p85"/>
          <p:cNvGrpSpPr/>
          <p:nvPr/>
        </p:nvGrpSpPr>
        <p:grpSpPr>
          <a:xfrm>
            <a:off x="3983068" y="2683443"/>
            <a:ext cx="348855" cy="347879"/>
            <a:chOff x="2821450" y="2957850"/>
            <a:chExt cx="259275" cy="258550"/>
          </a:xfrm>
        </p:grpSpPr>
        <p:sp>
          <p:nvSpPr>
            <p:cNvPr id="9932" name="Google Shape;9932;p85"/>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5"/>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5"/>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9935" name="Google Shape;9935;p85"/>
          <p:cNvGrpSpPr/>
          <p:nvPr/>
        </p:nvGrpSpPr>
        <p:grpSpPr>
          <a:xfrm>
            <a:off x="4858100" y="1304461"/>
            <a:ext cx="361090" cy="361090"/>
            <a:chOff x="-57970450" y="1903275"/>
            <a:chExt cx="318225" cy="318225"/>
          </a:xfrm>
        </p:grpSpPr>
        <p:sp>
          <p:nvSpPr>
            <p:cNvPr id="9936" name="Google Shape;9936;p85"/>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5"/>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5"/>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5"/>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0" name="Google Shape;9940;p85"/>
          <p:cNvGrpSpPr/>
          <p:nvPr/>
        </p:nvGrpSpPr>
        <p:grpSpPr>
          <a:xfrm>
            <a:off x="4880000" y="1780418"/>
            <a:ext cx="317290" cy="359303"/>
            <a:chOff x="-57950750" y="2296300"/>
            <a:chExt cx="279625" cy="316650"/>
          </a:xfrm>
        </p:grpSpPr>
        <p:sp>
          <p:nvSpPr>
            <p:cNvPr id="9941" name="Google Shape;9941;p85"/>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5"/>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5"/>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5"/>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5" name="Google Shape;9945;p85"/>
          <p:cNvGrpSpPr/>
          <p:nvPr/>
        </p:nvGrpSpPr>
        <p:grpSpPr>
          <a:xfrm>
            <a:off x="4858214" y="2232094"/>
            <a:ext cx="360863" cy="360211"/>
            <a:chOff x="-57969675" y="2687750"/>
            <a:chExt cx="318025" cy="317450"/>
          </a:xfrm>
        </p:grpSpPr>
        <p:sp>
          <p:nvSpPr>
            <p:cNvPr id="9946" name="Google Shape;9946;p85"/>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5"/>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5"/>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85"/>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0" name="Google Shape;9950;p85"/>
          <p:cNvGrpSpPr/>
          <p:nvPr/>
        </p:nvGrpSpPr>
        <p:grpSpPr>
          <a:xfrm>
            <a:off x="7067397" y="1304461"/>
            <a:ext cx="363785" cy="361090"/>
            <a:chOff x="-56012425" y="1903275"/>
            <a:chExt cx="320600" cy="318225"/>
          </a:xfrm>
        </p:grpSpPr>
        <p:sp>
          <p:nvSpPr>
            <p:cNvPr id="9951" name="Google Shape;9951;p85"/>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5"/>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3" name="Google Shape;9953;p85"/>
          <p:cNvGrpSpPr/>
          <p:nvPr/>
        </p:nvGrpSpPr>
        <p:grpSpPr>
          <a:xfrm>
            <a:off x="7068290" y="1778631"/>
            <a:ext cx="361998" cy="361998"/>
            <a:chOff x="-56010850" y="2294725"/>
            <a:chExt cx="319025" cy="319025"/>
          </a:xfrm>
        </p:grpSpPr>
        <p:sp>
          <p:nvSpPr>
            <p:cNvPr id="9954" name="Google Shape;9954;p85"/>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5"/>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5"/>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5"/>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8" name="Google Shape;9958;p85"/>
          <p:cNvGrpSpPr/>
          <p:nvPr/>
        </p:nvGrpSpPr>
        <p:grpSpPr>
          <a:xfrm>
            <a:off x="7068305" y="2231215"/>
            <a:ext cx="361969" cy="361090"/>
            <a:chOff x="-56010050" y="2686975"/>
            <a:chExt cx="319000" cy="318225"/>
          </a:xfrm>
        </p:grpSpPr>
        <p:sp>
          <p:nvSpPr>
            <p:cNvPr id="9959" name="Google Shape;9959;p85"/>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5"/>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5"/>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85"/>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3" name="Google Shape;9963;p85"/>
          <p:cNvGrpSpPr/>
          <p:nvPr/>
        </p:nvGrpSpPr>
        <p:grpSpPr>
          <a:xfrm>
            <a:off x="5753801" y="2684124"/>
            <a:ext cx="361998" cy="361090"/>
            <a:chOff x="-54081175" y="1903275"/>
            <a:chExt cx="319025" cy="318225"/>
          </a:xfrm>
        </p:grpSpPr>
        <p:sp>
          <p:nvSpPr>
            <p:cNvPr id="9964" name="Google Shape;9964;p85"/>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5"/>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6" name="Google Shape;9966;p85"/>
          <p:cNvGrpSpPr/>
          <p:nvPr/>
        </p:nvGrpSpPr>
        <p:grpSpPr>
          <a:xfrm>
            <a:off x="5776154" y="3137587"/>
            <a:ext cx="317290" cy="360211"/>
            <a:chOff x="-54063050" y="2296300"/>
            <a:chExt cx="279625" cy="317450"/>
          </a:xfrm>
        </p:grpSpPr>
        <p:sp>
          <p:nvSpPr>
            <p:cNvPr id="9967" name="Google Shape;9967;p85"/>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85"/>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5"/>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5"/>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1" name="Google Shape;9971;p85"/>
          <p:cNvGrpSpPr/>
          <p:nvPr/>
        </p:nvGrpSpPr>
        <p:grpSpPr>
          <a:xfrm>
            <a:off x="5776154" y="3601649"/>
            <a:ext cx="317290" cy="361033"/>
            <a:chOff x="-54061475" y="2685450"/>
            <a:chExt cx="279625" cy="318175"/>
          </a:xfrm>
        </p:grpSpPr>
        <p:sp>
          <p:nvSpPr>
            <p:cNvPr id="9972" name="Google Shape;9972;p85"/>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5"/>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85"/>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5"/>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6" name="Google Shape;9976;p85"/>
          <p:cNvGrpSpPr/>
          <p:nvPr/>
        </p:nvGrpSpPr>
        <p:grpSpPr>
          <a:xfrm>
            <a:off x="8029690" y="2693967"/>
            <a:ext cx="275278" cy="361969"/>
            <a:chOff x="-52074300" y="1911950"/>
            <a:chExt cx="242600" cy="319000"/>
          </a:xfrm>
        </p:grpSpPr>
        <p:sp>
          <p:nvSpPr>
            <p:cNvPr id="9977" name="Google Shape;9977;p85"/>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5"/>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5"/>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85"/>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1" name="Google Shape;9981;p85"/>
          <p:cNvGrpSpPr/>
          <p:nvPr/>
        </p:nvGrpSpPr>
        <p:grpSpPr>
          <a:xfrm>
            <a:off x="5287689" y="1305369"/>
            <a:ext cx="361998" cy="361090"/>
            <a:chOff x="-57578225" y="1904075"/>
            <a:chExt cx="319025" cy="318225"/>
          </a:xfrm>
        </p:grpSpPr>
        <p:sp>
          <p:nvSpPr>
            <p:cNvPr id="9982" name="Google Shape;9982;p85"/>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5"/>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5"/>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5"/>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6" name="Google Shape;9986;p85"/>
          <p:cNvGrpSpPr/>
          <p:nvPr/>
        </p:nvGrpSpPr>
        <p:grpSpPr>
          <a:xfrm>
            <a:off x="5310042" y="1778631"/>
            <a:ext cx="317290" cy="361090"/>
            <a:chOff x="-57558525" y="2294725"/>
            <a:chExt cx="279625" cy="318225"/>
          </a:xfrm>
        </p:grpSpPr>
        <p:sp>
          <p:nvSpPr>
            <p:cNvPr id="9987" name="Google Shape;9987;p85"/>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5"/>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5"/>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5"/>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5"/>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2" name="Google Shape;9992;p85"/>
          <p:cNvGrpSpPr/>
          <p:nvPr/>
        </p:nvGrpSpPr>
        <p:grpSpPr>
          <a:xfrm>
            <a:off x="5285901" y="2231215"/>
            <a:ext cx="365572" cy="361969"/>
            <a:chOff x="-57579800" y="2686975"/>
            <a:chExt cx="322175" cy="319000"/>
          </a:xfrm>
        </p:grpSpPr>
        <p:sp>
          <p:nvSpPr>
            <p:cNvPr id="9993" name="Google Shape;9993;p85"/>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5"/>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5" name="Google Shape;9995;p85"/>
          <p:cNvGrpSpPr/>
          <p:nvPr/>
        </p:nvGrpSpPr>
        <p:grpSpPr>
          <a:xfrm>
            <a:off x="7510682" y="1778631"/>
            <a:ext cx="367359" cy="361090"/>
            <a:chOff x="-55620975" y="2294725"/>
            <a:chExt cx="323750" cy="318225"/>
          </a:xfrm>
        </p:grpSpPr>
        <p:sp>
          <p:nvSpPr>
            <p:cNvPr id="9996" name="Google Shape;9996;p85"/>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5"/>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5"/>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5"/>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5"/>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5"/>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2" name="Google Shape;10002;p85"/>
          <p:cNvGrpSpPr/>
          <p:nvPr/>
        </p:nvGrpSpPr>
        <p:grpSpPr>
          <a:xfrm>
            <a:off x="7512923" y="2231130"/>
            <a:ext cx="362877" cy="361175"/>
            <a:chOff x="-55620175" y="2686900"/>
            <a:chExt cx="319800" cy="318300"/>
          </a:xfrm>
        </p:grpSpPr>
        <p:sp>
          <p:nvSpPr>
            <p:cNvPr id="10003" name="Google Shape;10003;p85"/>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5"/>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5"/>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5"/>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7" name="Google Shape;10007;p85"/>
          <p:cNvGrpSpPr/>
          <p:nvPr/>
        </p:nvGrpSpPr>
        <p:grpSpPr>
          <a:xfrm>
            <a:off x="6198887" y="2684124"/>
            <a:ext cx="361969" cy="361090"/>
            <a:chOff x="-53690500" y="1903275"/>
            <a:chExt cx="319000" cy="318225"/>
          </a:xfrm>
        </p:grpSpPr>
        <p:sp>
          <p:nvSpPr>
            <p:cNvPr id="10008" name="Google Shape;10008;p85"/>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5"/>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5"/>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5"/>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2" name="Google Shape;10012;p85"/>
          <p:cNvGrpSpPr/>
          <p:nvPr/>
        </p:nvGrpSpPr>
        <p:grpSpPr>
          <a:xfrm>
            <a:off x="6221226" y="3137587"/>
            <a:ext cx="317290" cy="359303"/>
            <a:chOff x="-53670800" y="2296300"/>
            <a:chExt cx="279625" cy="316650"/>
          </a:xfrm>
        </p:grpSpPr>
        <p:sp>
          <p:nvSpPr>
            <p:cNvPr id="10013" name="Google Shape;10013;p85"/>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5"/>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5"/>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5"/>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7" name="Google Shape;10017;p85"/>
          <p:cNvGrpSpPr/>
          <p:nvPr/>
        </p:nvGrpSpPr>
        <p:grpSpPr>
          <a:xfrm>
            <a:off x="6198887" y="3602925"/>
            <a:ext cx="361969" cy="361544"/>
            <a:chOff x="-53690500" y="2686575"/>
            <a:chExt cx="319000" cy="318625"/>
          </a:xfrm>
        </p:grpSpPr>
        <p:sp>
          <p:nvSpPr>
            <p:cNvPr id="10018" name="Google Shape;10018;p85"/>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85"/>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5"/>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5"/>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2" name="Google Shape;10022;p85"/>
          <p:cNvGrpSpPr/>
          <p:nvPr/>
        </p:nvGrpSpPr>
        <p:grpSpPr>
          <a:xfrm>
            <a:off x="8008669" y="3145785"/>
            <a:ext cx="317319" cy="360948"/>
            <a:chOff x="-52092425" y="2303525"/>
            <a:chExt cx="279650" cy="318100"/>
          </a:xfrm>
        </p:grpSpPr>
        <p:sp>
          <p:nvSpPr>
            <p:cNvPr id="10023" name="Google Shape;10023;p85"/>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5"/>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5"/>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5"/>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5"/>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8" name="Google Shape;10028;p85"/>
          <p:cNvGrpSpPr/>
          <p:nvPr/>
        </p:nvGrpSpPr>
        <p:grpSpPr>
          <a:xfrm>
            <a:off x="5727728" y="1306249"/>
            <a:ext cx="363756" cy="361090"/>
            <a:chOff x="-57189125" y="1904850"/>
            <a:chExt cx="320575" cy="318225"/>
          </a:xfrm>
        </p:grpSpPr>
        <p:sp>
          <p:nvSpPr>
            <p:cNvPr id="10029" name="Google Shape;10029;p85"/>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5"/>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5"/>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5"/>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85"/>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4" name="Google Shape;10034;p85"/>
          <p:cNvGrpSpPr/>
          <p:nvPr/>
        </p:nvGrpSpPr>
        <p:grpSpPr>
          <a:xfrm>
            <a:off x="5728621" y="1800985"/>
            <a:ext cx="361969" cy="316411"/>
            <a:chOff x="-57187550" y="2314425"/>
            <a:chExt cx="319000" cy="278850"/>
          </a:xfrm>
        </p:grpSpPr>
        <p:sp>
          <p:nvSpPr>
            <p:cNvPr id="10035" name="Google Shape;10035;p85"/>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5"/>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5"/>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5"/>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9" name="Google Shape;10039;p85"/>
          <p:cNvGrpSpPr/>
          <p:nvPr/>
        </p:nvGrpSpPr>
        <p:grpSpPr>
          <a:xfrm>
            <a:off x="5745585" y="2230534"/>
            <a:ext cx="328042" cy="361771"/>
            <a:chOff x="-57172600" y="2686375"/>
            <a:chExt cx="289100" cy="318825"/>
          </a:xfrm>
        </p:grpSpPr>
        <p:sp>
          <p:nvSpPr>
            <p:cNvPr id="10040" name="Google Shape;10040;p85"/>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5"/>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2" name="Google Shape;10042;p85"/>
          <p:cNvGrpSpPr/>
          <p:nvPr/>
        </p:nvGrpSpPr>
        <p:grpSpPr>
          <a:xfrm>
            <a:off x="7958434" y="1304461"/>
            <a:ext cx="361090" cy="359303"/>
            <a:chOff x="-55225575" y="1903275"/>
            <a:chExt cx="318225" cy="316650"/>
          </a:xfrm>
        </p:grpSpPr>
        <p:sp>
          <p:nvSpPr>
            <p:cNvPr id="10043" name="Google Shape;10043;p85"/>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5"/>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5"/>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5"/>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5"/>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8" name="Google Shape;10048;p85"/>
          <p:cNvGrpSpPr/>
          <p:nvPr/>
        </p:nvGrpSpPr>
        <p:grpSpPr>
          <a:xfrm>
            <a:off x="7969611" y="1780418"/>
            <a:ext cx="338736" cy="359303"/>
            <a:chOff x="-55217700" y="2296300"/>
            <a:chExt cx="298525" cy="316650"/>
          </a:xfrm>
        </p:grpSpPr>
        <p:sp>
          <p:nvSpPr>
            <p:cNvPr id="10049" name="Google Shape;10049;p85"/>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5"/>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85"/>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5"/>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3" name="Google Shape;10053;p85"/>
          <p:cNvGrpSpPr/>
          <p:nvPr/>
        </p:nvGrpSpPr>
        <p:grpSpPr>
          <a:xfrm>
            <a:off x="7957541" y="2233002"/>
            <a:ext cx="362877" cy="359303"/>
            <a:chOff x="-55229525" y="2688550"/>
            <a:chExt cx="319800" cy="316650"/>
          </a:xfrm>
        </p:grpSpPr>
        <p:sp>
          <p:nvSpPr>
            <p:cNvPr id="10054" name="Google Shape;10054;p85"/>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5"/>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85"/>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5"/>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8" name="Google Shape;10058;p85"/>
          <p:cNvGrpSpPr/>
          <p:nvPr/>
        </p:nvGrpSpPr>
        <p:grpSpPr>
          <a:xfrm>
            <a:off x="6653760" y="2684124"/>
            <a:ext cx="338765" cy="361090"/>
            <a:chOff x="-53288825" y="1903275"/>
            <a:chExt cx="298550" cy="318225"/>
          </a:xfrm>
        </p:grpSpPr>
        <p:sp>
          <p:nvSpPr>
            <p:cNvPr id="10059" name="Google Shape;10059;p85"/>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5"/>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5"/>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2" name="Google Shape;10062;p85"/>
          <p:cNvGrpSpPr/>
          <p:nvPr/>
        </p:nvGrpSpPr>
        <p:grpSpPr>
          <a:xfrm>
            <a:off x="6642143" y="3135800"/>
            <a:ext cx="361998" cy="361090"/>
            <a:chOff x="-53299850" y="2294725"/>
            <a:chExt cx="319025" cy="318225"/>
          </a:xfrm>
        </p:grpSpPr>
        <p:sp>
          <p:nvSpPr>
            <p:cNvPr id="10063" name="Google Shape;10063;p85"/>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5"/>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5" name="Google Shape;10065;p85"/>
          <p:cNvGrpSpPr/>
          <p:nvPr/>
        </p:nvGrpSpPr>
        <p:grpSpPr>
          <a:xfrm>
            <a:off x="6664936" y="3604259"/>
            <a:ext cx="316411" cy="360211"/>
            <a:chOff x="-53278575" y="2687750"/>
            <a:chExt cx="278850" cy="317450"/>
          </a:xfrm>
        </p:grpSpPr>
        <p:sp>
          <p:nvSpPr>
            <p:cNvPr id="10066" name="Google Shape;10066;p85"/>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5"/>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5"/>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85"/>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0" name="Google Shape;10070;p85"/>
          <p:cNvGrpSpPr/>
          <p:nvPr/>
        </p:nvGrpSpPr>
        <p:grpSpPr>
          <a:xfrm>
            <a:off x="7986330" y="3603947"/>
            <a:ext cx="361998" cy="362310"/>
            <a:chOff x="-52101875" y="2687475"/>
            <a:chExt cx="319025" cy="319300"/>
          </a:xfrm>
        </p:grpSpPr>
        <p:sp>
          <p:nvSpPr>
            <p:cNvPr id="10071" name="Google Shape;10071;p85"/>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5"/>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5"/>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5"/>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5" name="Google Shape;10075;p85"/>
          <p:cNvGrpSpPr/>
          <p:nvPr/>
        </p:nvGrpSpPr>
        <p:grpSpPr>
          <a:xfrm>
            <a:off x="6201079" y="1305369"/>
            <a:ext cx="317290" cy="361090"/>
            <a:chOff x="-56774050" y="1904075"/>
            <a:chExt cx="279625" cy="318225"/>
          </a:xfrm>
        </p:grpSpPr>
        <p:sp>
          <p:nvSpPr>
            <p:cNvPr id="10076" name="Google Shape;10076;p85"/>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5"/>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8" name="Google Shape;10078;p85"/>
          <p:cNvGrpSpPr/>
          <p:nvPr/>
        </p:nvGrpSpPr>
        <p:grpSpPr>
          <a:xfrm>
            <a:off x="6201079" y="1778631"/>
            <a:ext cx="317290" cy="361090"/>
            <a:chOff x="-56774850" y="2294725"/>
            <a:chExt cx="279625" cy="318225"/>
          </a:xfrm>
        </p:grpSpPr>
        <p:sp>
          <p:nvSpPr>
            <p:cNvPr id="10079" name="Google Shape;10079;p85"/>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5"/>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5"/>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2" name="Google Shape;10082;p85"/>
          <p:cNvGrpSpPr/>
          <p:nvPr/>
        </p:nvGrpSpPr>
        <p:grpSpPr>
          <a:xfrm>
            <a:off x="6222086" y="2231215"/>
            <a:ext cx="275278" cy="360182"/>
            <a:chOff x="-56756725" y="2686975"/>
            <a:chExt cx="242600" cy="317425"/>
          </a:xfrm>
        </p:grpSpPr>
        <p:sp>
          <p:nvSpPr>
            <p:cNvPr id="10083" name="Google Shape;10083;p85"/>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5"/>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5"/>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6" name="Google Shape;10086;p85"/>
          <p:cNvGrpSpPr/>
          <p:nvPr/>
        </p:nvGrpSpPr>
        <p:grpSpPr>
          <a:xfrm>
            <a:off x="4870518" y="2684124"/>
            <a:ext cx="337346" cy="361998"/>
            <a:chOff x="-54826975" y="1903275"/>
            <a:chExt cx="297300" cy="319025"/>
          </a:xfrm>
        </p:grpSpPr>
        <p:sp>
          <p:nvSpPr>
            <p:cNvPr id="10087" name="Google Shape;10087;p85"/>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5"/>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5"/>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0" name="Google Shape;10090;p85"/>
          <p:cNvGrpSpPr/>
          <p:nvPr/>
        </p:nvGrpSpPr>
        <p:grpSpPr>
          <a:xfrm>
            <a:off x="4858206" y="3137587"/>
            <a:ext cx="361969" cy="359274"/>
            <a:chOff x="-54836500" y="2296300"/>
            <a:chExt cx="319000" cy="316625"/>
          </a:xfrm>
        </p:grpSpPr>
        <p:sp>
          <p:nvSpPr>
            <p:cNvPr id="10091" name="Google Shape;10091;p85"/>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5"/>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5"/>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5"/>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5" name="Google Shape;10095;p85"/>
          <p:cNvGrpSpPr/>
          <p:nvPr/>
        </p:nvGrpSpPr>
        <p:grpSpPr>
          <a:xfrm>
            <a:off x="4879652" y="3604259"/>
            <a:ext cx="319078" cy="361090"/>
            <a:chOff x="-54817600" y="2687750"/>
            <a:chExt cx="281200" cy="318225"/>
          </a:xfrm>
        </p:grpSpPr>
        <p:sp>
          <p:nvSpPr>
            <p:cNvPr id="10096" name="Google Shape;10096;p85"/>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5"/>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85"/>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85"/>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0" name="Google Shape;10100;p85"/>
          <p:cNvGrpSpPr/>
          <p:nvPr/>
        </p:nvGrpSpPr>
        <p:grpSpPr>
          <a:xfrm>
            <a:off x="7110476" y="2684124"/>
            <a:ext cx="317290" cy="359303"/>
            <a:chOff x="-52887125" y="1903275"/>
            <a:chExt cx="279625" cy="316650"/>
          </a:xfrm>
        </p:grpSpPr>
        <p:sp>
          <p:nvSpPr>
            <p:cNvPr id="10101" name="Google Shape;10101;p85"/>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85"/>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3" name="Google Shape;10103;p85"/>
          <p:cNvGrpSpPr/>
          <p:nvPr/>
        </p:nvGrpSpPr>
        <p:grpSpPr>
          <a:xfrm>
            <a:off x="7089030" y="3134920"/>
            <a:ext cx="360182" cy="361969"/>
            <a:chOff x="-52906025" y="2293950"/>
            <a:chExt cx="317425" cy="319000"/>
          </a:xfrm>
        </p:grpSpPr>
        <p:sp>
          <p:nvSpPr>
            <p:cNvPr id="10104" name="Google Shape;10104;p85"/>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5"/>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5"/>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7" name="Google Shape;10107;p85"/>
          <p:cNvGrpSpPr/>
          <p:nvPr/>
        </p:nvGrpSpPr>
        <p:grpSpPr>
          <a:xfrm>
            <a:off x="7110476" y="3603379"/>
            <a:ext cx="317290" cy="361090"/>
            <a:chOff x="-52887125" y="2686975"/>
            <a:chExt cx="279625" cy="318225"/>
          </a:xfrm>
        </p:grpSpPr>
        <p:sp>
          <p:nvSpPr>
            <p:cNvPr id="10108" name="Google Shape;10108;p85"/>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5"/>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5"/>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5"/>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2" name="Google Shape;10112;p85"/>
          <p:cNvGrpSpPr/>
          <p:nvPr/>
        </p:nvGrpSpPr>
        <p:grpSpPr>
          <a:xfrm>
            <a:off x="6220848" y="4062998"/>
            <a:ext cx="318170" cy="359303"/>
            <a:chOff x="-51722225" y="1915100"/>
            <a:chExt cx="280400" cy="316650"/>
          </a:xfrm>
        </p:grpSpPr>
        <p:sp>
          <p:nvSpPr>
            <p:cNvPr id="10113" name="Google Shape;10113;p85"/>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5"/>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5"/>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5"/>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7" name="Google Shape;10117;p85"/>
          <p:cNvGrpSpPr/>
          <p:nvPr/>
        </p:nvGrpSpPr>
        <p:grpSpPr>
          <a:xfrm>
            <a:off x="6616678" y="1303695"/>
            <a:ext cx="370905" cy="360976"/>
            <a:chOff x="-56407800" y="1902600"/>
            <a:chExt cx="326875" cy="318125"/>
          </a:xfrm>
        </p:grpSpPr>
        <p:sp>
          <p:nvSpPr>
            <p:cNvPr id="10118" name="Google Shape;10118;p85"/>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5"/>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5"/>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1" name="Google Shape;10121;p85"/>
          <p:cNvGrpSpPr/>
          <p:nvPr/>
        </p:nvGrpSpPr>
        <p:grpSpPr>
          <a:xfrm>
            <a:off x="6622479" y="1790262"/>
            <a:ext cx="359303" cy="338736"/>
            <a:chOff x="-56401500" y="2304975"/>
            <a:chExt cx="316650" cy="298525"/>
          </a:xfrm>
        </p:grpSpPr>
        <p:sp>
          <p:nvSpPr>
            <p:cNvPr id="10122" name="Google Shape;10122;p85"/>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5"/>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5"/>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5"/>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6" name="Google Shape;10126;p85"/>
          <p:cNvGrpSpPr/>
          <p:nvPr/>
        </p:nvGrpSpPr>
        <p:grpSpPr>
          <a:xfrm>
            <a:off x="5328863" y="2682337"/>
            <a:ext cx="319985" cy="361090"/>
            <a:chOff x="-54426150" y="1901700"/>
            <a:chExt cx="282000" cy="318225"/>
          </a:xfrm>
        </p:grpSpPr>
        <p:sp>
          <p:nvSpPr>
            <p:cNvPr id="10127" name="Google Shape;10127;p85"/>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5"/>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5"/>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5"/>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1" name="Google Shape;10131;p85"/>
          <p:cNvGrpSpPr/>
          <p:nvPr/>
        </p:nvGrpSpPr>
        <p:grpSpPr>
          <a:xfrm>
            <a:off x="5328863" y="3135800"/>
            <a:ext cx="319985" cy="361998"/>
            <a:chOff x="-54426150" y="2294725"/>
            <a:chExt cx="282000" cy="319025"/>
          </a:xfrm>
        </p:grpSpPr>
        <p:sp>
          <p:nvSpPr>
            <p:cNvPr id="10132" name="Google Shape;10132;p85"/>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5"/>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5"/>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5"/>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5"/>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7" name="Google Shape;10137;p85"/>
          <p:cNvGrpSpPr/>
          <p:nvPr/>
        </p:nvGrpSpPr>
        <p:grpSpPr>
          <a:xfrm>
            <a:off x="5327076" y="3603379"/>
            <a:ext cx="323560" cy="361969"/>
            <a:chOff x="-54427725" y="2686975"/>
            <a:chExt cx="285150" cy="319000"/>
          </a:xfrm>
        </p:grpSpPr>
        <p:sp>
          <p:nvSpPr>
            <p:cNvPr id="10138" name="Google Shape;10138;p85"/>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5"/>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5"/>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5"/>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5"/>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3" name="Google Shape;10143;p85"/>
          <p:cNvGrpSpPr/>
          <p:nvPr/>
        </p:nvGrpSpPr>
        <p:grpSpPr>
          <a:xfrm>
            <a:off x="7533634" y="2684351"/>
            <a:ext cx="359303" cy="359984"/>
            <a:chOff x="-52513800" y="1903475"/>
            <a:chExt cx="316650" cy="317250"/>
          </a:xfrm>
        </p:grpSpPr>
        <p:sp>
          <p:nvSpPr>
            <p:cNvPr id="10144" name="Google Shape;10144;p85"/>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5"/>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6" name="Google Shape;10146;p85"/>
          <p:cNvGrpSpPr/>
          <p:nvPr/>
        </p:nvGrpSpPr>
        <p:grpSpPr>
          <a:xfrm>
            <a:off x="7543464" y="3136708"/>
            <a:ext cx="339644" cy="360182"/>
            <a:chOff x="-52505925" y="2295525"/>
            <a:chExt cx="299325" cy="317425"/>
          </a:xfrm>
        </p:grpSpPr>
        <p:sp>
          <p:nvSpPr>
            <p:cNvPr id="10147" name="Google Shape;10147;p85"/>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5"/>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5"/>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5"/>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1" name="Google Shape;10151;p85"/>
          <p:cNvGrpSpPr/>
          <p:nvPr/>
        </p:nvGrpSpPr>
        <p:grpSpPr>
          <a:xfrm>
            <a:off x="7554641" y="3603379"/>
            <a:ext cx="317290" cy="361090"/>
            <a:chOff x="-52494100" y="2686975"/>
            <a:chExt cx="279625" cy="318225"/>
          </a:xfrm>
        </p:grpSpPr>
        <p:sp>
          <p:nvSpPr>
            <p:cNvPr id="10152" name="Google Shape;10152;p85"/>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5"/>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5"/>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5"/>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6" name="Google Shape;10156;p85"/>
          <p:cNvGrpSpPr/>
          <p:nvPr/>
        </p:nvGrpSpPr>
        <p:grpSpPr>
          <a:xfrm>
            <a:off x="6665412" y="4064322"/>
            <a:ext cx="315503" cy="361090"/>
            <a:chOff x="-51708850" y="2305750"/>
            <a:chExt cx="278050" cy="318225"/>
          </a:xfrm>
        </p:grpSpPr>
        <p:sp>
          <p:nvSpPr>
            <p:cNvPr id="10157" name="Google Shape;10157;p85"/>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5"/>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85"/>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0" name="Google Shape;10160;p85"/>
          <p:cNvGrpSpPr/>
          <p:nvPr/>
        </p:nvGrpSpPr>
        <p:grpSpPr>
          <a:xfrm>
            <a:off x="7536807" y="1306109"/>
            <a:ext cx="319089" cy="362073"/>
            <a:chOff x="1044400" y="2917425"/>
            <a:chExt cx="248125" cy="281550"/>
          </a:xfrm>
        </p:grpSpPr>
        <p:sp>
          <p:nvSpPr>
            <p:cNvPr id="10161" name="Google Shape;10161;p85"/>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5"/>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5"/>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5"/>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5"/>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10166" name="Google Shape;10166;p85"/>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0167" name="Google Shape;10167;p85"/>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10168" name="Google Shape;10168;p85"/>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5"/>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0" name="Google Shape;10170;p85"/>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74" name="Shape 10174"/>
        <p:cNvGrpSpPr/>
        <p:nvPr/>
      </p:nvGrpSpPr>
      <p:grpSpPr>
        <a:xfrm>
          <a:off x="0" y="0"/>
          <a:ext cx="0" cy="0"/>
          <a:chOff x="0" y="0"/>
          <a:chExt cx="0" cy="0"/>
        </a:xfrm>
      </p:grpSpPr>
      <p:sp>
        <p:nvSpPr>
          <p:cNvPr id="10175" name="Google Shape;10175;p86"/>
          <p:cNvSpPr txBox="1"/>
          <p:nvPr>
            <p:ph idx="4294967295" type="title"/>
          </p:nvPr>
        </p:nvSpPr>
        <p:spPr>
          <a:xfrm>
            <a:off x="849675" y="7152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176" name="Google Shape;10176;p86"/>
          <p:cNvSpPr txBox="1"/>
          <p:nvPr>
            <p:ph idx="4294967295" type="title"/>
          </p:nvPr>
        </p:nvSpPr>
        <p:spPr>
          <a:xfrm>
            <a:off x="4858400" y="7152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0177" name="Google Shape;10177;p86"/>
          <p:cNvGrpSpPr/>
          <p:nvPr/>
        </p:nvGrpSpPr>
        <p:grpSpPr>
          <a:xfrm>
            <a:off x="889109" y="1303003"/>
            <a:ext cx="278288" cy="357036"/>
            <a:chOff x="-50489600" y="1947400"/>
            <a:chExt cx="233150" cy="299125"/>
          </a:xfrm>
        </p:grpSpPr>
        <p:sp>
          <p:nvSpPr>
            <p:cNvPr id="10178" name="Google Shape;10178;p86"/>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6"/>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86"/>
          <p:cNvGrpSpPr/>
          <p:nvPr/>
        </p:nvGrpSpPr>
        <p:grpSpPr>
          <a:xfrm>
            <a:off x="849616" y="1757960"/>
            <a:ext cx="357274" cy="358199"/>
            <a:chOff x="-50523475" y="2316000"/>
            <a:chExt cx="299325" cy="300100"/>
          </a:xfrm>
        </p:grpSpPr>
        <p:sp>
          <p:nvSpPr>
            <p:cNvPr id="10181" name="Google Shape;10181;p86"/>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6"/>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3" name="Google Shape;10183;p86"/>
          <p:cNvGrpSpPr/>
          <p:nvPr/>
        </p:nvGrpSpPr>
        <p:grpSpPr>
          <a:xfrm>
            <a:off x="848213" y="2207269"/>
            <a:ext cx="360079" cy="357304"/>
            <a:chOff x="-50524250" y="2686150"/>
            <a:chExt cx="301675" cy="299350"/>
          </a:xfrm>
        </p:grpSpPr>
        <p:sp>
          <p:nvSpPr>
            <p:cNvPr id="10184" name="Google Shape;10184;p86"/>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6"/>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6"/>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6"/>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6"/>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6"/>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0" name="Google Shape;10190;p86"/>
          <p:cNvGrpSpPr/>
          <p:nvPr/>
        </p:nvGrpSpPr>
        <p:grpSpPr>
          <a:xfrm>
            <a:off x="3070976" y="1333082"/>
            <a:ext cx="358199" cy="359154"/>
            <a:chOff x="-48633950" y="1972600"/>
            <a:chExt cx="300100" cy="300900"/>
          </a:xfrm>
        </p:grpSpPr>
        <p:sp>
          <p:nvSpPr>
            <p:cNvPr id="10191" name="Google Shape;10191;p86"/>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6"/>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86"/>
          <p:cNvGrpSpPr/>
          <p:nvPr/>
        </p:nvGrpSpPr>
        <p:grpSpPr>
          <a:xfrm>
            <a:off x="3071439" y="2237377"/>
            <a:ext cx="357274" cy="357274"/>
            <a:chOff x="-48633175" y="2711375"/>
            <a:chExt cx="299325" cy="299325"/>
          </a:xfrm>
        </p:grpSpPr>
        <p:sp>
          <p:nvSpPr>
            <p:cNvPr id="10194" name="Google Shape;10194;p86"/>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6"/>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6" name="Google Shape;10196;p86"/>
          <p:cNvGrpSpPr/>
          <p:nvPr/>
        </p:nvGrpSpPr>
        <p:grpSpPr>
          <a:xfrm>
            <a:off x="1757928" y="2689329"/>
            <a:ext cx="314006" cy="358229"/>
            <a:chOff x="-46753100" y="1965500"/>
            <a:chExt cx="263075" cy="300125"/>
          </a:xfrm>
        </p:grpSpPr>
        <p:sp>
          <p:nvSpPr>
            <p:cNvPr id="10197" name="Google Shape;10197;p86"/>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6"/>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9" name="Google Shape;10199;p86"/>
          <p:cNvGrpSpPr/>
          <p:nvPr/>
        </p:nvGrpSpPr>
        <p:grpSpPr>
          <a:xfrm>
            <a:off x="1735354" y="3156542"/>
            <a:ext cx="359154" cy="315916"/>
            <a:chOff x="-46772025" y="2350650"/>
            <a:chExt cx="300900" cy="264675"/>
          </a:xfrm>
        </p:grpSpPr>
        <p:sp>
          <p:nvSpPr>
            <p:cNvPr id="10200" name="Google Shape;10200;p86"/>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6"/>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2" name="Google Shape;10202;p86"/>
          <p:cNvGrpSpPr/>
          <p:nvPr/>
        </p:nvGrpSpPr>
        <p:grpSpPr>
          <a:xfrm>
            <a:off x="1735354" y="3590820"/>
            <a:ext cx="359154" cy="359154"/>
            <a:chOff x="-46772025" y="2701925"/>
            <a:chExt cx="300900" cy="300900"/>
          </a:xfrm>
        </p:grpSpPr>
        <p:sp>
          <p:nvSpPr>
            <p:cNvPr id="10203" name="Google Shape;10203;p86"/>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6"/>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5" name="Google Shape;10205;p86"/>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6" name="Google Shape;10206;p86"/>
          <p:cNvGrpSpPr/>
          <p:nvPr/>
        </p:nvGrpSpPr>
        <p:grpSpPr>
          <a:xfrm>
            <a:off x="1293035" y="1303928"/>
            <a:ext cx="358199" cy="359154"/>
            <a:chOff x="-50154075" y="1948175"/>
            <a:chExt cx="300100" cy="300900"/>
          </a:xfrm>
        </p:grpSpPr>
        <p:sp>
          <p:nvSpPr>
            <p:cNvPr id="10207" name="Google Shape;10207;p86"/>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6"/>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9" name="Google Shape;10209;p86"/>
          <p:cNvGrpSpPr/>
          <p:nvPr/>
        </p:nvGrpSpPr>
        <p:grpSpPr>
          <a:xfrm>
            <a:off x="1293035" y="1758885"/>
            <a:ext cx="358199" cy="358229"/>
            <a:chOff x="-50154850" y="2316775"/>
            <a:chExt cx="300100" cy="300125"/>
          </a:xfrm>
        </p:grpSpPr>
        <p:sp>
          <p:nvSpPr>
            <p:cNvPr id="10210" name="Google Shape;10210;p86"/>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6"/>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2" name="Google Shape;10212;p86"/>
          <p:cNvGrpSpPr/>
          <p:nvPr/>
        </p:nvGrpSpPr>
        <p:grpSpPr>
          <a:xfrm>
            <a:off x="1288813" y="2205896"/>
            <a:ext cx="366644" cy="356558"/>
            <a:chOff x="-50158000" y="2685000"/>
            <a:chExt cx="307175" cy="298725"/>
          </a:xfrm>
        </p:grpSpPr>
        <p:sp>
          <p:nvSpPr>
            <p:cNvPr id="10213" name="Google Shape;10213;p86"/>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6"/>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5" name="Google Shape;10215;p86"/>
          <p:cNvGrpSpPr/>
          <p:nvPr/>
        </p:nvGrpSpPr>
        <p:grpSpPr>
          <a:xfrm>
            <a:off x="3070499" y="1788993"/>
            <a:ext cx="359154" cy="361004"/>
            <a:chOff x="-48634750" y="2342000"/>
            <a:chExt cx="300900" cy="302450"/>
          </a:xfrm>
        </p:grpSpPr>
        <p:sp>
          <p:nvSpPr>
            <p:cNvPr id="10216" name="Google Shape;10216;p86"/>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6"/>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6"/>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6"/>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6"/>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6"/>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6"/>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6"/>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4" name="Google Shape;10224;p86"/>
          <p:cNvGrpSpPr/>
          <p:nvPr/>
        </p:nvGrpSpPr>
        <p:grpSpPr>
          <a:xfrm>
            <a:off x="3521599" y="1334007"/>
            <a:ext cx="361004" cy="358229"/>
            <a:chOff x="-48266125" y="1973375"/>
            <a:chExt cx="302450" cy="300125"/>
          </a:xfrm>
        </p:grpSpPr>
        <p:sp>
          <p:nvSpPr>
            <p:cNvPr id="10225" name="Google Shape;10225;p86"/>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6"/>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6"/>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6"/>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6"/>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86"/>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1" name="Google Shape;10231;p86"/>
          <p:cNvGrpSpPr/>
          <p:nvPr/>
        </p:nvGrpSpPr>
        <p:grpSpPr>
          <a:xfrm>
            <a:off x="3548844" y="1789769"/>
            <a:ext cx="306516" cy="358349"/>
            <a:chOff x="-48237000" y="2342650"/>
            <a:chExt cx="256800" cy="300225"/>
          </a:xfrm>
        </p:grpSpPr>
        <p:sp>
          <p:nvSpPr>
            <p:cNvPr id="10232" name="Google Shape;10232;p86"/>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6"/>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6"/>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5" name="Google Shape;10235;p86"/>
          <p:cNvGrpSpPr/>
          <p:nvPr/>
        </p:nvGrpSpPr>
        <p:grpSpPr>
          <a:xfrm>
            <a:off x="2180338" y="2690046"/>
            <a:ext cx="361034" cy="355633"/>
            <a:chOff x="-46404975" y="1966100"/>
            <a:chExt cx="302475" cy="297950"/>
          </a:xfrm>
        </p:grpSpPr>
        <p:sp>
          <p:nvSpPr>
            <p:cNvPr id="10236" name="Google Shape;10236;p86"/>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6"/>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6"/>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6"/>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0" name="Google Shape;10240;p86"/>
          <p:cNvGrpSpPr/>
          <p:nvPr/>
        </p:nvGrpSpPr>
        <p:grpSpPr>
          <a:xfrm>
            <a:off x="2181740" y="3135863"/>
            <a:ext cx="358229" cy="358199"/>
            <a:chOff x="-46401050" y="2333325"/>
            <a:chExt cx="300125" cy="300100"/>
          </a:xfrm>
        </p:grpSpPr>
        <p:sp>
          <p:nvSpPr>
            <p:cNvPr id="10241" name="Google Shape;10241;p86"/>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6"/>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6"/>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6"/>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5" name="Google Shape;10245;p86"/>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6" name="Google Shape;10246;p86"/>
          <p:cNvGrpSpPr/>
          <p:nvPr/>
        </p:nvGrpSpPr>
        <p:grpSpPr>
          <a:xfrm>
            <a:off x="3961830" y="3146218"/>
            <a:ext cx="359154" cy="359124"/>
            <a:chOff x="-44914800" y="2342000"/>
            <a:chExt cx="300900" cy="300875"/>
          </a:xfrm>
        </p:grpSpPr>
        <p:sp>
          <p:nvSpPr>
            <p:cNvPr id="10247" name="Google Shape;10247;p86"/>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6"/>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6"/>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0" name="Google Shape;10250;p86"/>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1" name="Google Shape;10251;p86"/>
          <p:cNvGrpSpPr/>
          <p:nvPr/>
        </p:nvGrpSpPr>
        <p:grpSpPr>
          <a:xfrm>
            <a:off x="1735816" y="1758736"/>
            <a:ext cx="359154" cy="357424"/>
            <a:chOff x="-49786250" y="2316650"/>
            <a:chExt cx="300900" cy="299450"/>
          </a:xfrm>
        </p:grpSpPr>
        <p:sp>
          <p:nvSpPr>
            <p:cNvPr id="10252" name="Google Shape;10252;p86"/>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6"/>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6"/>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6"/>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6"/>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6"/>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6"/>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9" name="Google Shape;10259;p86"/>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6"/>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1" name="Google Shape;10261;p86"/>
          <p:cNvGrpSpPr/>
          <p:nvPr/>
        </p:nvGrpSpPr>
        <p:grpSpPr>
          <a:xfrm>
            <a:off x="4033144" y="1788993"/>
            <a:ext cx="230365" cy="359124"/>
            <a:chOff x="-47842400" y="2342000"/>
            <a:chExt cx="193000" cy="300875"/>
          </a:xfrm>
        </p:grpSpPr>
        <p:sp>
          <p:nvSpPr>
            <p:cNvPr id="10262" name="Google Shape;10262;p86"/>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6"/>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6"/>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5" name="Google Shape;10265;p86"/>
          <p:cNvGrpSpPr/>
          <p:nvPr/>
        </p:nvGrpSpPr>
        <p:grpSpPr>
          <a:xfrm>
            <a:off x="3969212" y="2236452"/>
            <a:ext cx="358229" cy="359154"/>
            <a:chOff x="-47896750" y="2710600"/>
            <a:chExt cx="300125" cy="300900"/>
          </a:xfrm>
        </p:grpSpPr>
        <p:sp>
          <p:nvSpPr>
            <p:cNvPr id="10266" name="Google Shape;10266;p86"/>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6"/>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6"/>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6"/>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0" name="Google Shape;10270;p86"/>
          <p:cNvGrpSpPr/>
          <p:nvPr/>
        </p:nvGrpSpPr>
        <p:grpSpPr>
          <a:xfrm>
            <a:off x="2624852" y="2710009"/>
            <a:ext cx="359154" cy="314991"/>
            <a:chOff x="-46033225" y="1982825"/>
            <a:chExt cx="300900" cy="263900"/>
          </a:xfrm>
        </p:grpSpPr>
        <p:sp>
          <p:nvSpPr>
            <p:cNvPr id="10271" name="Google Shape;10271;p86"/>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6"/>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6"/>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4" name="Google Shape;10274;p86"/>
          <p:cNvGrpSpPr/>
          <p:nvPr/>
        </p:nvGrpSpPr>
        <p:grpSpPr>
          <a:xfrm>
            <a:off x="2621569" y="3137266"/>
            <a:ext cx="365719" cy="326151"/>
            <a:chOff x="-46034000" y="2334500"/>
            <a:chExt cx="306400" cy="273250"/>
          </a:xfrm>
        </p:grpSpPr>
        <p:sp>
          <p:nvSpPr>
            <p:cNvPr id="10275" name="Google Shape;10275;p86"/>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6"/>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6"/>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8" name="Google Shape;10278;p86"/>
          <p:cNvGrpSpPr/>
          <p:nvPr/>
        </p:nvGrpSpPr>
        <p:grpSpPr>
          <a:xfrm>
            <a:off x="2667627" y="3591655"/>
            <a:ext cx="273603" cy="356439"/>
            <a:chOff x="-45998575" y="2702625"/>
            <a:chExt cx="229225" cy="298625"/>
          </a:xfrm>
        </p:grpSpPr>
        <p:sp>
          <p:nvSpPr>
            <p:cNvPr id="10279" name="Google Shape;10279;p86"/>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6"/>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6"/>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6"/>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6"/>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6"/>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6"/>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6" name="Google Shape;10286;p86"/>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6"/>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8" name="Google Shape;10288;p86"/>
          <p:cNvGrpSpPr/>
          <p:nvPr/>
        </p:nvGrpSpPr>
        <p:grpSpPr>
          <a:xfrm>
            <a:off x="2203197" y="2205419"/>
            <a:ext cx="314961" cy="361034"/>
            <a:chOff x="-49398750" y="2684600"/>
            <a:chExt cx="263875" cy="302475"/>
          </a:xfrm>
        </p:grpSpPr>
        <p:sp>
          <p:nvSpPr>
            <p:cNvPr id="10289" name="Google Shape;10289;p86"/>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6"/>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86"/>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2" name="Google Shape;10292;p86"/>
          <p:cNvGrpSpPr/>
          <p:nvPr/>
        </p:nvGrpSpPr>
        <p:grpSpPr>
          <a:xfrm>
            <a:off x="873121" y="2699684"/>
            <a:ext cx="314006" cy="359154"/>
            <a:chOff x="-47509225" y="1974175"/>
            <a:chExt cx="263075" cy="300900"/>
          </a:xfrm>
        </p:grpSpPr>
        <p:sp>
          <p:nvSpPr>
            <p:cNvPr id="10293" name="Google Shape;10293;p86"/>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6"/>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6"/>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6"/>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6"/>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8" name="Google Shape;10298;p86"/>
          <p:cNvGrpSpPr/>
          <p:nvPr/>
        </p:nvGrpSpPr>
        <p:grpSpPr>
          <a:xfrm>
            <a:off x="849622" y="3146218"/>
            <a:ext cx="361004" cy="357961"/>
            <a:chOff x="-47529700" y="2342000"/>
            <a:chExt cx="302450" cy="299900"/>
          </a:xfrm>
        </p:grpSpPr>
        <p:sp>
          <p:nvSpPr>
            <p:cNvPr id="10299" name="Google Shape;10299;p86"/>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6"/>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1" name="Google Shape;10301;p86"/>
          <p:cNvGrpSpPr/>
          <p:nvPr/>
        </p:nvGrpSpPr>
        <p:grpSpPr>
          <a:xfrm>
            <a:off x="851025" y="3645367"/>
            <a:ext cx="358199" cy="272648"/>
            <a:chOff x="-47527350" y="2747625"/>
            <a:chExt cx="300100" cy="228425"/>
          </a:xfrm>
        </p:grpSpPr>
        <p:sp>
          <p:nvSpPr>
            <p:cNvPr id="10302" name="Google Shape;10302;p86"/>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6"/>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6"/>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6"/>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86"/>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6"/>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8" name="Google Shape;10308;p86"/>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9" name="Google Shape;10309;p86"/>
          <p:cNvGrpSpPr/>
          <p:nvPr/>
        </p:nvGrpSpPr>
        <p:grpSpPr>
          <a:xfrm>
            <a:off x="3073924" y="3158422"/>
            <a:ext cx="358229" cy="314961"/>
            <a:chOff x="-45664625" y="2352225"/>
            <a:chExt cx="300125" cy="263875"/>
          </a:xfrm>
        </p:grpSpPr>
        <p:sp>
          <p:nvSpPr>
            <p:cNvPr id="10310" name="Google Shape;10310;p86"/>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6"/>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6"/>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6"/>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6"/>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6"/>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86"/>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7" name="Google Shape;10317;p86"/>
          <p:cNvGrpSpPr/>
          <p:nvPr/>
        </p:nvGrpSpPr>
        <p:grpSpPr>
          <a:xfrm>
            <a:off x="3073103" y="3592401"/>
            <a:ext cx="359870" cy="357573"/>
            <a:chOff x="-45665400" y="2703250"/>
            <a:chExt cx="301500" cy="299575"/>
          </a:xfrm>
        </p:grpSpPr>
        <p:sp>
          <p:nvSpPr>
            <p:cNvPr id="10318" name="Google Shape;10318;p86"/>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6"/>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6"/>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6"/>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2" name="Google Shape;10322;p86"/>
          <p:cNvGrpSpPr/>
          <p:nvPr/>
        </p:nvGrpSpPr>
        <p:grpSpPr>
          <a:xfrm>
            <a:off x="2174760" y="4033337"/>
            <a:ext cx="359154" cy="360109"/>
            <a:chOff x="-44528075" y="1982825"/>
            <a:chExt cx="300900" cy="301700"/>
          </a:xfrm>
        </p:grpSpPr>
        <p:sp>
          <p:nvSpPr>
            <p:cNvPr id="10323" name="Google Shape;10323;p86"/>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6"/>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6"/>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6"/>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86"/>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6"/>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6"/>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0" name="Google Shape;10330;p86"/>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1" name="Google Shape;10331;p86"/>
          <p:cNvGrpSpPr/>
          <p:nvPr/>
        </p:nvGrpSpPr>
        <p:grpSpPr>
          <a:xfrm>
            <a:off x="2625923" y="1758885"/>
            <a:ext cx="358199" cy="358229"/>
            <a:chOff x="-49048250" y="2316775"/>
            <a:chExt cx="300100" cy="300125"/>
          </a:xfrm>
        </p:grpSpPr>
        <p:sp>
          <p:nvSpPr>
            <p:cNvPr id="10332" name="Google Shape;10332;p86"/>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6"/>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6"/>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6"/>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6" name="Google Shape;10336;p86"/>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7" name="Google Shape;10337;p86"/>
          <p:cNvGrpSpPr/>
          <p:nvPr/>
        </p:nvGrpSpPr>
        <p:grpSpPr>
          <a:xfrm>
            <a:off x="1290494" y="2699684"/>
            <a:ext cx="360109" cy="358199"/>
            <a:chOff x="-47160325" y="1974175"/>
            <a:chExt cx="301700" cy="300100"/>
          </a:xfrm>
        </p:grpSpPr>
        <p:sp>
          <p:nvSpPr>
            <p:cNvPr id="10338" name="Google Shape;10338;p86"/>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6"/>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0" name="Google Shape;10340;p86"/>
          <p:cNvGrpSpPr/>
          <p:nvPr/>
        </p:nvGrpSpPr>
        <p:grpSpPr>
          <a:xfrm>
            <a:off x="1290971" y="3146218"/>
            <a:ext cx="359154" cy="359124"/>
            <a:chOff x="-47159525" y="2342000"/>
            <a:chExt cx="300900" cy="300875"/>
          </a:xfrm>
        </p:grpSpPr>
        <p:sp>
          <p:nvSpPr>
            <p:cNvPr id="10341" name="Google Shape;10341;p86"/>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6"/>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6"/>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6"/>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6"/>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6" name="Google Shape;10346;p86"/>
          <p:cNvGrpSpPr/>
          <p:nvPr/>
        </p:nvGrpSpPr>
        <p:grpSpPr>
          <a:xfrm>
            <a:off x="1291448" y="3603054"/>
            <a:ext cx="358199" cy="359154"/>
            <a:chOff x="-47157950" y="2712175"/>
            <a:chExt cx="300100" cy="300900"/>
          </a:xfrm>
        </p:grpSpPr>
        <p:sp>
          <p:nvSpPr>
            <p:cNvPr id="10347" name="Google Shape;10347;p86"/>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6"/>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6"/>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6"/>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6"/>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6"/>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6"/>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4" name="Google Shape;10354;p86"/>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5" name="Google Shape;10355;p86"/>
          <p:cNvGrpSpPr/>
          <p:nvPr/>
        </p:nvGrpSpPr>
        <p:grpSpPr>
          <a:xfrm>
            <a:off x="3535175" y="3135863"/>
            <a:ext cx="315886" cy="358199"/>
            <a:chOff x="-45278675" y="2333325"/>
            <a:chExt cx="264650" cy="300100"/>
          </a:xfrm>
        </p:grpSpPr>
        <p:sp>
          <p:nvSpPr>
            <p:cNvPr id="10356" name="Google Shape;10356;p86"/>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6"/>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6"/>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6"/>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0" name="Google Shape;10360;p86"/>
          <p:cNvGrpSpPr/>
          <p:nvPr/>
        </p:nvGrpSpPr>
        <p:grpSpPr>
          <a:xfrm>
            <a:off x="3545500" y="3590820"/>
            <a:ext cx="295237" cy="358229"/>
            <a:chOff x="-45270025" y="2701925"/>
            <a:chExt cx="247350" cy="300125"/>
          </a:xfrm>
        </p:grpSpPr>
        <p:sp>
          <p:nvSpPr>
            <p:cNvPr id="10361" name="Google Shape;10361;p86"/>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6"/>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6"/>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6"/>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5" name="Google Shape;10365;p86"/>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6" name="Google Shape;10366;p86"/>
          <p:cNvGrpSpPr/>
          <p:nvPr/>
        </p:nvGrpSpPr>
        <p:grpSpPr>
          <a:xfrm>
            <a:off x="2209567" y="1743737"/>
            <a:ext cx="307444" cy="366556"/>
            <a:chOff x="2209567" y="1972337"/>
            <a:chExt cx="307444" cy="366556"/>
          </a:xfrm>
        </p:grpSpPr>
        <p:sp>
          <p:nvSpPr>
            <p:cNvPr id="10367" name="Google Shape;10367;p86"/>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6"/>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6"/>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0" name="Google Shape;10370;p86"/>
            <p:cNvGrpSpPr/>
            <p:nvPr/>
          </p:nvGrpSpPr>
          <p:grpSpPr>
            <a:xfrm>
              <a:off x="2209567" y="2078266"/>
              <a:ext cx="307444" cy="260626"/>
              <a:chOff x="1636184" y="2959225"/>
              <a:chExt cx="232666" cy="197250"/>
            </a:xfrm>
          </p:grpSpPr>
          <p:sp>
            <p:nvSpPr>
              <p:cNvPr id="10371" name="Google Shape;10371;p86"/>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6"/>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6"/>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10374" name="Google Shape;10374;p86"/>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grpSp>
        <p:nvGrpSpPr>
          <p:cNvPr id="10375" name="Google Shape;10375;p86"/>
          <p:cNvGrpSpPr/>
          <p:nvPr/>
        </p:nvGrpSpPr>
        <p:grpSpPr>
          <a:xfrm>
            <a:off x="3577265" y="2235011"/>
            <a:ext cx="258542" cy="365154"/>
            <a:chOff x="-47300587" y="123275"/>
            <a:chExt cx="190975" cy="269725"/>
          </a:xfrm>
        </p:grpSpPr>
        <p:sp>
          <p:nvSpPr>
            <p:cNvPr id="10376" name="Google Shape;10376;p86"/>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6"/>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6"/>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6"/>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6"/>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1" name="Google Shape;10381;p86"/>
          <p:cNvGrpSpPr/>
          <p:nvPr/>
        </p:nvGrpSpPr>
        <p:grpSpPr>
          <a:xfrm>
            <a:off x="4870788" y="1304201"/>
            <a:ext cx="342328" cy="339793"/>
            <a:chOff x="-13966675" y="1639700"/>
            <a:chExt cx="354450" cy="351825"/>
          </a:xfrm>
        </p:grpSpPr>
        <p:sp>
          <p:nvSpPr>
            <p:cNvPr id="10382" name="Google Shape;10382;p86"/>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6"/>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6"/>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6"/>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6"/>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7" name="Google Shape;10387;p86"/>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6"/>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9" name="Google Shape;10389;p86"/>
          <p:cNvGrpSpPr/>
          <p:nvPr/>
        </p:nvGrpSpPr>
        <p:grpSpPr>
          <a:xfrm>
            <a:off x="6667277" y="1303887"/>
            <a:ext cx="340034" cy="340420"/>
            <a:chOff x="-12199250" y="1662675"/>
            <a:chExt cx="352075" cy="352475"/>
          </a:xfrm>
        </p:grpSpPr>
        <p:sp>
          <p:nvSpPr>
            <p:cNvPr id="10390" name="Google Shape;10390;p86"/>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6"/>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6"/>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3" name="Google Shape;10393;p86"/>
          <p:cNvGrpSpPr/>
          <p:nvPr/>
        </p:nvGrpSpPr>
        <p:grpSpPr>
          <a:xfrm>
            <a:off x="6666130" y="1710754"/>
            <a:ext cx="342328" cy="342328"/>
            <a:chOff x="-12199250" y="2096250"/>
            <a:chExt cx="354450" cy="354450"/>
          </a:xfrm>
        </p:grpSpPr>
        <p:sp>
          <p:nvSpPr>
            <p:cNvPr id="10394" name="Google Shape;10394;p86"/>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6"/>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6" name="Google Shape;10396;p86"/>
          <p:cNvGrpSpPr/>
          <p:nvPr/>
        </p:nvGrpSpPr>
        <p:grpSpPr>
          <a:xfrm>
            <a:off x="6667277" y="2119708"/>
            <a:ext cx="340034" cy="341579"/>
            <a:chOff x="-12199250" y="2530225"/>
            <a:chExt cx="352075" cy="353675"/>
          </a:xfrm>
        </p:grpSpPr>
        <p:sp>
          <p:nvSpPr>
            <p:cNvPr id="10397" name="Google Shape;10397;p86"/>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6"/>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6"/>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6"/>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1" name="Google Shape;10401;p86"/>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2" name="Google Shape;10402;p86"/>
          <p:cNvGrpSpPr/>
          <p:nvPr/>
        </p:nvGrpSpPr>
        <p:grpSpPr>
          <a:xfrm>
            <a:off x="4870788" y="2959488"/>
            <a:ext cx="342328" cy="339310"/>
            <a:chOff x="-10462550" y="2057650"/>
            <a:chExt cx="354450" cy="351325"/>
          </a:xfrm>
        </p:grpSpPr>
        <p:sp>
          <p:nvSpPr>
            <p:cNvPr id="10403" name="Google Shape;10403;p86"/>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6"/>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5" name="Google Shape;10405;p86"/>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6" name="Google Shape;10406;p86"/>
          <p:cNvGrpSpPr/>
          <p:nvPr/>
        </p:nvGrpSpPr>
        <p:grpSpPr>
          <a:xfrm>
            <a:off x="6649772" y="2551051"/>
            <a:ext cx="375044" cy="340541"/>
            <a:chOff x="-8692750" y="1622100"/>
            <a:chExt cx="388325" cy="352600"/>
          </a:xfrm>
        </p:grpSpPr>
        <p:sp>
          <p:nvSpPr>
            <p:cNvPr id="10407" name="Google Shape;10407;p86"/>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6"/>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9" name="Google Shape;10409;p86"/>
          <p:cNvGrpSpPr/>
          <p:nvPr/>
        </p:nvGrpSpPr>
        <p:grpSpPr>
          <a:xfrm>
            <a:off x="5304253" y="1303307"/>
            <a:ext cx="341555" cy="341579"/>
            <a:chOff x="-13529550" y="1639425"/>
            <a:chExt cx="353650" cy="353675"/>
          </a:xfrm>
        </p:grpSpPr>
        <p:sp>
          <p:nvSpPr>
            <p:cNvPr id="10410" name="Google Shape;10410;p86"/>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6"/>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6"/>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6"/>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6"/>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6"/>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6"/>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6"/>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8" name="Google Shape;10418;p86"/>
          <p:cNvGrpSpPr/>
          <p:nvPr/>
        </p:nvGrpSpPr>
        <p:grpSpPr>
          <a:xfrm>
            <a:off x="5303106" y="1711889"/>
            <a:ext cx="343849" cy="340058"/>
            <a:chOff x="-13531925" y="2075775"/>
            <a:chExt cx="356025" cy="352100"/>
          </a:xfrm>
        </p:grpSpPr>
        <p:sp>
          <p:nvSpPr>
            <p:cNvPr id="10419" name="Google Shape;10419;p86"/>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6"/>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1" name="Google Shape;10421;p86"/>
          <p:cNvGrpSpPr/>
          <p:nvPr/>
        </p:nvGrpSpPr>
        <p:grpSpPr>
          <a:xfrm>
            <a:off x="5304627" y="2120094"/>
            <a:ext cx="340807" cy="340807"/>
            <a:chOff x="-13528775" y="2507400"/>
            <a:chExt cx="352875" cy="352875"/>
          </a:xfrm>
        </p:grpSpPr>
        <p:sp>
          <p:nvSpPr>
            <p:cNvPr id="10422" name="Google Shape;10422;p86"/>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6"/>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6"/>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5" name="Google Shape;10425;p86"/>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6"/>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7" name="Google Shape;10427;p86"/>
          <p:cNvGrpSpPr/>
          <p:nvPr/>
        </p:nvGrpSpPr>
        <p:grpSpPr>
          <a:xfrm>
            <a:off x="7140133" y="2119708"/>
            <a:ext cx="308090" cy="341579"/>
            <a:chOff x="-11747150" y="2530225"/>
            <a:chExt cx="319000" cy="353675"/>
          </a:xfrm>
        </p:grpSpPr>
        <p:sp>
          <p:nvSpPr>
            <p:cNvPr id="10428" name="Google Shape;10428;p86"/>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6"/>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0" name="Google Shape;10430;p86"/>
          <p:cNvGrpSpPr/>
          <p:nvPr/>
        </p:nvGrpSpPr>
        <p:grpSpPr>
          <a:xfrm>
            <a:off x="5304627" y="2550919"/>
            <a:ext cx="340807" cy="340807"/>
            <a:chOff x="-10027775" y="1622900"/>
            <a:chExt cx="352875" cy="352875"/>
          </a:xfrm>
        </p:grpSpPr>
        <p:sp>
          <p:nvSpPr>
            <p:cNvPr id="10431" name="Google Shape;10431;p86"/>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6"/>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6"/>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6"/>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6"/>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6"/>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37" name="Google Shape;10437;p86"/>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8" name="Google Shape;10438;p86"/>
          <p:cNvGrpSpPr/>
          <p:nvPr/>
        </p:nvGrpSpPr>
        <p:grpSpPr>
          <a:xfrm>
            <a:off x="8031595" y="2576583"/>
            <a:ext cx="322553" cy="342328"/>
            <a:chOff x="-10019125" y="2490075"/>
            <a:chExt cx="333975" cy="354450"/>
          </a:xfrm>
        </p:grpSpPr>
        <p:sp>
          <p:nvSpPr>
            <p:cNvPr id="10439" name="Google Shape;10439;p86"/>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6"/>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6"/>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6"/>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3" name="Google Shape;10443;p86"/>
          <p:cNvGrpSpPr/>
          <p:nvPr/>
        </p:nvGrpSpPr>
        <p:grpSpPr>
          <a:xfrm>
            <a:off x="6661180" y="2957593"/>
            <a:ext cx="352227" cy="343100"/>
            <a:chOff x="-8684100" y="2032450"/>
            <a:chExt cx="364700" cy="355250"/>
          </a:xfrm>
        </p:grpSpPr>
        <p:sp>
          <p:nvSpPr>
            <p:cNvPr id="10444" name="Google Shape;10444;p86"/>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6"/>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6"/>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7" name="Google Shape;10447;p86"/>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8" name="Google Shape;10448;p86"/>
          <p:cNvGrpSpPr/>
          <p:nvPr/>
        </p:nvGrpSpPr>
        <p:grpSpPr>
          <a:xfrm>
            <a:off x="5752039" y="1711056"/>
            <a:ext cx="343849" cy="341724"/>
            <a:chOff x="-13095575" y="2073400"/>
            <a:chExt cx="356025" cy="353825"/>
          </a:xfrm>
        </p:grpSpPr>
        <p:sp>
          <p:nvSpPr>
            <p:cNvPr id="10449" name="Google Shape;10449;p86"/>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6"/>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6"/>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6"/>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6"/>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6"/>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6"/>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6"/>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7" name="Google Shape;10457;p86"/>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8" name="Google Shape;10458;p86"/>
          <p:cNvGrpSpPr/>
          <p:nvPr/>
        </p:nvGrpSpPr>
        <p:grpSpPr>
          <a:xfrm>
            <a:off x="7576787" y="1302885"/>
            <a:ext cx="343100" cy="342424"/>
            <a:chOff x="-11332875" y="1660700"/>
            <a:chExt cx="355250" cy="354550"/>
          </a:xfrm>
        </p:grpSpPr>
        <p:sp>
          <p:nvSpPr>
            <p:cNvPr id="10459" name="Google Shape;10459;p86"/>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6"/>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6"/>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6"/>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3" name="Google Shape;10463;p86"/>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86"/>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5" name="Google Shape;10465;p86"/>
          <p:cNvGrpSpPr/>
          <p:nvPr/>
        </p:nvGrpSpPr>
        <p:grpSpPr>
          <a:xfrm>
            <a:off x="5774096" y="2549397"/>
            <a:ext cx="299736" cy="343849"/>
            <a:chOff x="-9570950" y="1622100"/>
            <a:chExt cx="310350" cy="356025"/>
          </a:xfrm>
        </p:grpSpPr>
        <p:sp>
          <p:nvSpPr>
            <p:cNvPr id="10466" name="Google Shape;10466;p86"/>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6"/>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8" name="Google Shape;10468;p86"/>
          <p:cNvGrpSpPr/>
          <p:nvPr/>
        </p:nvGrpSpPr>
        <p:grpSpPr>
          <a:xfrm>
            <a:off x="5752800" y="2958353"/>
            <a:ext cx="342328" cy="341579"/>
            <a:chOff x="-9594575" y="2056875"/>
            <a:chExt cx="354450" cy="353675"/>
          </a:xfrm>
        </p:grpSpPr>
        <p:sp>
          <p:nvSpPr>
            <p:cNvPr id="10469" name="Google Shape;10469;p86"/>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6"/>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6"/>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2" name="Google Shape;10472;p86"/>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3" name="Google Shape;10473;p86"/>
          <p:cNvGrpSpPr/>
          <p:nvPr/>
        </p:nvGrpSpPr>
        <p:grpSpPr>
          <a:xfrm>
            <a:off x="6208482" y="1303693"/>
            <a:ext cx="342328" cy="340807"/>
            <a:chOff x="-12661600" y="1640225"/>
            <a:chExt cx="354450" cy="352875"/>
          </a:xfrm>
        </p:grpSpPr>
        <p:sp>
          <p:nvSpPr>
            <p:cNvPr id="10474" name="Google Shape;10474;p86"/>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6"/>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6"/>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7" name="Google Shape;10477;p86"/>
          <p:cNvGrpSpPr/>
          <p:nvPr/>
        </p:nvGrpSpPr>
        <p:grpSpPr>
          <a:xfrm>
            <a:off x="6208857" y="1732231"/>
            <a:ext cx="341579" cy="299374"/>
            <a:chOff x="-12660025" y="2096250"/>
            <a:chExt cx="353675" cy="309975"/>
          </a:xfrm>
        </p:grpSpPr>
        <p:sp>
          <p:nvSpPr>
            <p:cNvPr id="10478" name="Google Shape;10478;p86"/>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6"/>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6"/>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6"/>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6"/>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6"/>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4" name="Google Shape;10484;p86"/>
          <p:cNvGrpSpPr/>
          <p:nvPr/>
        </p:nvGrpSpPr>
        <p:grpSpPr>
          <a:xfrm>
            <a:off x="6207335" y="2119527"/>
            <a:ext cx="344622" cy="341941"/>
            <a:chOff x="-12663175" y="2506800"/>
            <a:chExt cx="356825" cy="354050"/>
          </a:xfrm>
        </p:grpSpPr>
        <p:sp>
          <p:nvSpPr>
            <p:cNvPr id="10485" name="Google Shape;10485;p86"/>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6"/>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6"/>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6"/>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9" name="Google Shape;10489;p86"/>
          <p:cNvGrpSpPr/>
          <p:nvPr/>
        </p:nvGrpSpPr>
        <p:grpSpPr>
          <a:xfrm>
            <a:off x="8022468" y="1303307"/>
            <a:ext cx="340807" cy="341579"/>
            <a:chOff x="-10896525" y="1663050"/>
            <a:chExt cx="352875" cy="353675"/>
          </a:xfrm>
        </p:grpSpPr>
        <p:sp>
          <p:nvSpPr>
            <p:cNvPr id="10490" name="Google Shape;10490;p86"/>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6"/>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2" name="Google Shape;10492;p86"/>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3" name="Google Shape;10493;p86"/>
          <p:cNvGrpSpPr/>
          <p:nvPr/>
        </p:nvGrpSpPr>
        <p:grpSpPr>
          <a:xfrm>
            <a:off x="8022082" y="2130742"/>
            <a:ext cx="341579" cy="319511"/>
            <a:chOff x="-10898100" y="2542050"/>
            <a:chExt cx="353675" cy="330825"/>
          </a:xfrm>
        </p:grpSpPr>
        <p:sp>
          <p:nvSpPr>
            <p:cNvPr id="10494" name="Google Shape;10494;p86"/>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6"/>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6"/>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6"/>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6"/>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6"/>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0" name="Google Shape;10500;p86"/>
          <p:cNvGrpSpPr/>
          <p:nvPr/>
        </p:nvGrpSpPr>
        <p:grpSpPr>
          <a:xfrm>
            <a:off x="6209617" y="2551607"/>
            <a:ext cx="340058" cy="339430"/>
            <a:chOff x="-9157450" y="1622750"/>
            <a:chExt cx="352100" cy="351450"/>
          </a:xfrm>
        </p:grpSpPr>
        <p:sp>
          <p:nvSpPr>
            <p:cNvPr id="10501" name="Google Shape;10501;p86"/>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6"/>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3" name="Google Shape;10503;p86"/>
          <p:cNvGrpSpPr/>
          <p:nvPr/>
        </p:nvGrpSpPr>
        <p:grpSpPr>
          <a:xfrm>
            <a:off x="6247658" y="2959874"/>
            <a:ext cx="263977" cy="338537"/>
            <a:chOff x="-9119650" y="2056875"/>
            <a:chExt cx="273325" cy="350525"/>
          </a:xfrm>
        </p:grpSpPr>
        <p:sp>
          <p:nvSpPr>
            <p:cNvPr id="10504" name="Google Shape;10504;p86"/>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6"/>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6" name="Google Shape;10506;p86"/>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6"/>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8" name="Google Shape;10508;p86"/>
          <p:cNvGrpSpPr/>
          <p:nvPr/>
        </p:nvGrpSpPr>
        <p:grpSpPr>
          <a:xfrm>
            <a:off x="7576790" y="2989279"/>
            <a:ext cx="343094" cy="341569"/>
            <a:chOff x="6001575" y="3119050"/>
            <a:chExt cx="315025" cy="313625"/>
          </a:xfrm>
        </p:grpSpPr>
        <p:sp>
          <p:nvSpPr>
            <p:cNvPr id="10509" name="Google Shape;10509;p86"/>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6"/>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514" name="Shape 10514"/>
        <p:cNvGrpSpPr/>
        <p:nvPr/>
      </p:nvGrpSpPr>
      <p:grpSpPr>
        <a:xfrm>
          <a:off x="0" y="0"/>
          <a:ext cx="0" cy="0"/>
          <a:chOff x="0" y="0"/>
          <a:chExt cx="0" cy="0"/>
        </a:xfrm>
      </p:grpSpPr>
      <p:sp>
        <p:nvSpPr>
          <p:cNvPr id="10515" name="Google Shape;10515;p87"/>
          <p:cNvSpPr/>
          <p:nvPr/>
        </p:nvSpPr>
        <p:spPr>
          <a:xfrm>
            <a:off x="901486"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6" name="Google Shape;10516;p87"/>
          <p:cNvGrpSpPr/>
          <p:nvPr/>
        </p:nvGrpSpPr>
        <p:grpSpPr>
          <a:xfrm>
            <a:off x="845233" y="2273195"/>
            <a:ext cx="476329" cy="476213"/>
            <a:chOff x="-21298675" y="2414425"/>
            <a:chExt cx="306400" cy="306325"/>
          </a:xfrm>
        </p:grpSpPr>
        <p:sp>
          <p:nvSpPr>
            <p:cNvPr id="10517" name="Google Shape;10517;p87"/>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7"/>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7"/>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0" name="Google Shape;10520;p87"/>
          <p:cNvGrpSpPr/>
          <p:nvPr/>
        </p:nvGrpSpPr>
        <p:grpSpPr>
          <a:xfrm>
            <a:off x="844611" y="2865128"/>
            <a:ext cx="477573" cy="445432"/>
            <a:chOff x="-21299475" y="2798025"/>
            <a:chExt cx="307200" cy="286525"/>
          </a:xfrm>
        </p:grpSpPr>
        <p:sp>
          <p:nvSpPr>
            <p:cNvPr id="10521" name="Google Shape;10521;p87"/>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7"/>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7"/>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7"/>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7"/>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7"/>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87"/>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87"/>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7"/>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87"/>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7"/>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7"/>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3" name="Google Shape;10533;p87"/>
          <p:cNvSpPr/>
          <p:nvPr/>
        </p:nvSpPr>
        <p:spPr>
          <a:xfrm>
            <a:off x="3766168"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7"/>
          <p:cNvSpPr/>
          <p:nvPr/>
        </p:nvSpPr>
        <p:spPr>
          <a:xfrm>
            <a:off x="3765566"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7"/>
          <p:cNvSpPr/>
          <p:nvPr/>
        </p:nvSpPr>
        <p:spPr>
          <a:xfrm>
            <a:off x="3757598"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6" name="Google Shape;10536;p87"/>
          <p:cNvGrpSpPr/>
          <p:nvPr/>
        </p:nvGrpSpPr>
        <p:grpSpPr>
          <a:xfrm>
            <a:off x="6713966" y="1688917"/>
            <a:ext cx="413912" cy="472676"/>
            <a:chOff x="-17545650" y="2051350"/>
            <a:chExt cx="266250" cy="304050"/>
          </a:xfrm>
        </p:grpSpPr>
        <p:sp>
          <p:nvSpPr>
            <p:cNvPr id="10537" name="Google Shape;10537;p87"/>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7"/>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7"/>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7"/>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41" name="Google Shape;10541;p87"/>
          <p:cNvSpPr/>
          <p:nvPr/>
        </p:nvSpPr>
        <p:spPr>
          <a:xfrm>
            <a:off x="6682919"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2" name="Google Shape;10542;p87"/>
          <p:cNvGrpSpPr/>
          <p:nvPr/>
        </p:nvGrpSpPr>
        <p:grpSpPr>
          <a:xfrm>
            <a:off x="6684584" y="2865574"/>
            <a:ext cx="472676" cy="444538"/>
            <a:chOff x="-17565350" y="2809825"/>
            <a:chExt cx="304050" cy="285950"/>
          </a:xfrm>
        </p:grpSpPr>
        <p:sp>
          <p:nvSpPr>
            <p:cNvPr id="10543" name="Google Shape;10543;p87"/>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7"/>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7"/>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7"/>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7"/>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48" name="Google Shape;10548;p87"/>
          <p:cNvSpPr/>
          <p:nvPr/>
        </p:nvSpPr>
        <p:spPr>
          <a:xfrm>
            <a:off x="2680515"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7"/>
          <p:cNvSpPr/>
          <p:nvPr/>
        </p:nvSpPr>
        <p:spPr>
          <a:xfrm>
            <a:off x="1428633"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7"/>
          <p:cNvSpPr/>
          <p:nvPr/>
        </p:nvSpPr>
        <p:spPr>
          <a:xfrm>
            <a:off x="1428633"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1" name="Google Shape;10551;p87"/>
          <p:cNvGrpSpPr/>
          <p:nvPr/>
        </p:nvGrpSpPr>
        <p:grpSpPr>
          <a:xfrm>
            <a:off x="1457493" y="2850904"/>
            <a:ext cx="416283" cy="473881"/>
            <a:chOff x="-20904875" y="2788575"/>
            <a:chExt cx="267775" cy="304825"/>
          </a:xfrm>
        </p:grpSpPr>
        <p:sp>
          <p:nvSpPr>
            <p:cNvPr id="10552" name="Google Shape;10552;p87"/>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7"/>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4" name="Google Shape;10554;p87"/>
          <p:cNvGrpSpPr/>
          <p:nvPr/>
        </p:nvGrpSpPr>
        <p:grpSpPr>
          <a:xfrm>
            <a:off x="4397908" y="2275564"/>
            <a:ext cx="360045" cy="471471"/>
            <a:chOff x="-19006700" y="2434925"/>
            <a:chExt cx="231600" cy="303275"/>
          </a:xfrm>
        </p:grpSpPr>
        <p:sp>
          <p:nvSpPr>
            <p:cNvPr id="10555" name="Google Shape;10555;p87"/>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7"/>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7"/>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7"/>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9" name="Google Shape;10559;p87"/>
          <p:cNvSpPr/>
          <p:nvPr/>
        </p:nvSpPr>
        <p:spPr>
          <a:xfrm>
            <a:off x="4340441"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7"/>
          <p:cNvSpPr/>
          <p:nvPr/>
        </p:nvSpPr>
        <p:spPr>
          <a:xfrm>
            <a:off x="7304850"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1" name="Google Shape;10561;p87"/>
          <p:cNvGrpSpPr/>
          <p:nvPr/>
        </p:nvGrpSpPr>
        <p:grpSpPr>
          <a:xfrm>
            <a:off x="7276507" y="2289051"/>
            <a:ext cx="473881" cy="444499"/>
            <a:chOff x="-17190425" y="2435725"/>
            <a:chExt cx="304825" cy="285925"/>
          </a:xfrm>
        </p:grpSpPr>
        <p:sp>
          <p:nvSpPr>
            <p:cNvPr id="10562" name="Google Shape;10562;p87"/>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7"/>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7"/>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5" name="Google Shape;10565;p87"/>
          <p:cNvSpPr/>
          <p:nvPr/>
        </p:nvSpPr>
        <p:spPr>
          <a:xfrm>
            <a:off x="7277916"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6" name="Google Shape;10566;p87"/>
          <p:cNvGrpSpPr/>
          <p:nvPr/>
        </p:nvGrpSpPr>
        <p:grpSpPr>
          <a:xfrm>
            <a:off x="4931233" y="3444650"/>
            <a:ext cx="476329" cy="475086"/>
            <a:chOff x="-15719925" y="2416825"/>
            <a:chExt cx="306400" cy="305600"/>
          </a:xfrm>
        </p:grpSpPr>
        <p:sp>
          <p:nvSpPr>
            <p:cNvPr id="10567" name="Google Shape;10567;p87"/>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7"/>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7"/>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0" name="Google Shape;10570;p87"/>
          <p:cNvSpPr/>
          <p:nvPr/>
        </p:nvSpPr>
        <p:spPr>
          <a:xfrm>
            <a:off x="2017508"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7"/>
          <p:cNvSpPr/>
          <p:nvPr/>
        </p:nvSpPr>
        <p:spPr>
          <a:xfrm>
            <a:off x="2019335"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2" name="Google Shape;10572;p87"/>
          <p:cNvGrpSpPr/>
          <p:nvPr/>
        </p:nvGrpSpPr>
        <p:grpSpPr>
          <a:xfrm>
            <a:off x="2017527" y="2851506"/>
            <a:ext cx="479983" cy="472676"/>
            <a:chOff x="-20550425" y="2789350"/>
            <a:chExt cx="308750" cy="304050"/>
          </a:xfrm>
        </p:grpSpPr>
        <p:sp>
          <p:nvSpPr>
            <p:cNvPr id="10573" name="Google Shape;10573;p87"/>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7"/>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5" name="Google Shape;10575;p87"/>
          <p:cNvGrpSpPr/>
          <p:nvPr/>
        </p:nvGrpSpPr>
        <p:grpSpPr>
          <a:xfrm>
            <a:off x="4932894" y="1688158"/>
            <a:ext cx="473920" cy="474192"/>
            <a:chOff x="-18666450" y="2059825"/>
            <a:chExt cx="304850" cy="305025"/>
          </a:xfrm>
        </p:grpSpPr>
        <p:sp>
          <p:nvSpPr>
            <p:cNvPr id="10576" name="Google Shape;10576;p87"/>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7"/>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8" name="Google Shape;10578;p87"/>
          <p:cNvGrpSpPr/>
          <p:nvPr/>
        </p:nvGrpSpPr>
        <p:grpSpPr>
          <a:xfrm>
            <a:off x="4932292" y="2275584"/>
            <a:ext cx="475125" cy="471432"/>
            <a:chOff x="-18668025" y="2435725"/>
            <a:chExt cx="305625" cy="303250"/>
          </a:xfrm>
        </p:grpSpPr>
        <p:sp>
          <p:nvSpPr>
            <p:cNvPr id="10579" name="Google Shape;10579;p87"/>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7"/>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1" name="Google Shape;10581;p87"/>
          <p:cNvGrpSpPr/>
          <p:nvPr/>
        </p:nvGrpSpPr>
        <p:grpSpPr>
          <a:xfrm>
            <a:off x="4931689" y="2850902"/>
            <a:ext cx="476329" cy="473881"/>
            <a:chOff x="-18668800" y="2807475"/>
            <a:chExt cx="306400" cy="304825"/>
          </a:xfrm>
        </p:grpSpPr>
        <p:sp>
          <p:nvSpPr>
            <p:cNvPr id="10582" name="Google Shape;10582;p87"/>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7"/>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7"/>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7"/>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87"/>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7"/>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7"/>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7"/>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7"/>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1" name="Google Shape;10591;p87"/>
          <p:cNvGrpSpPr/>
          <p:nvPr/>
        </p:nvGrpSpPr>
        <p:grpSpPr>
          <a:xfrm>
            <a:off x="7885658" y="1687693"/>
            <a:ext cx="416361" cy="475125"/>
            <a:chOff x="-16798200" y="2050575"/>
            <a:chExt cx="267825" cy="305625"/>
          </a:xfrm>
        </p:grpSpPr>
        <p:sp>
          <p:nvSpPr>
            <p:cNvPr id="10592" name="Google Shape;10592;p87"/>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7"/>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7"/>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5" name="Google Shape;10595;p87"/>
          <p:cNvGrpSpPr/>
          <p:nvPr/>
        </p:nvGrpSpPr>
        <p:grpSpPr>
          <a:xfrm>
            <a:off x="7856276" y="2852127"/>
            <a:ext cx="475125" cy="471432"/>
            <a:chOff x="-16817100" y="2801175"/>
            <a:chExt cx="305625" cy="303250"/>
          </a:xfrm>
        </p:grpSpPr>
        <p:sp>
          <p:nvSpPr>
            <p:cNvPr id="10596" name="Google Shape;10596;p87"/>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7"/>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7"/>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7"/>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7"/>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7"/>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7"/>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7"/>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4" name="Google Shape;10604;p87"/>
          <p:cNvGrpSpPr/>
          <p:nvPr/>
        </p:nvGrpSpPr>
        <p:grpSpPr>
          <a:xfrm>
            <a:off x="7263396" y="3444614"/>
            <a:ext cx="476329" cy="475125"/>
            <a:chOff x="-15717575" y="2786200"/>
            <a:chExt cx="306400" cy="305625"/>
          </a:xfrm>
        </p:grpSpPr>
        <p:sp>
          <p:nvSpPr>
            <p:cNvPr id="10605" name="Google Shape;10605;p87"/>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7"/>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7"/>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7"/>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7"/>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7"/>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7"/>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2" name="Google Shape;10612;p87"/>
          <p:cNvGrpSpPr/>
          <p:nvPr/>
        </p:nvGrpSpPr>
        <p:grpSpPr>
          <a:xfrm>
            <a:off x="2600969" y="1688296"/>
            <a:ext cx="475125" cy="473920"/>
            <a:chOff x="-20173175" y="2038750"/>
            <a:chExt cx="305625" cy="304850"/>
          </a:xfrm>
        </p:grpSpPr>
        <p:sp>
          <p:nvSpPr>
            <p:cNvPr id="10613" name="Google Shape;10613;p87"/>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7"/>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5" name="Google Shape;10615;p87"/>
          <p:cNvSpPr/>
          <p:nvPr/>
        </p:nvSpPr>
        <p:spPr>
          <a:xfrm>
            <a:off x="2600972"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16" name="Google Shape;10616;p87"/>
          <p:cNvGrpSpPr/>
          <p:nvPr/>
        </p:nvGrpSpPr>
        <p:grpSpPr>
          <a:xfrm>
            <a:off x="2602193" y="2850282"/>
            <a:ext cx="472676" cy="475125"/>
            <a:chOff x="-20173175" y="2787775"/>
            <a:chExt cx="304050" cy="305625"/>
          </a:xfrm>
        </p:grpSpPr>
        <p:sp>
          <p:nvSpPr>
            <p:cNvPr id="10617" name="Google Shape;10617;p87"/>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7"/>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7"/>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7"/>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7"/>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7"/>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7"/>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87"/>
          <p:cNvGrpSpPr/>
          <p:nvPr/>
        </p:nvGrpSpPr>
        <p:grpSpPr>
          <a:xfrm>
            <a:off x="5527177" y="2275564"/>
            <a:ext cx="473881" cy="471471"/>
            <a:chOff x="-18294675" y="2434925"/>
            <a:chExt cx="304825" cy="303275"/>
          </a:xfrm>
        </p:grpSpPr>
        <p:sp>
          <p:nvSpPr>
            <p:cNvPr id="10625" name="Google Shape;10625;p87"/>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7"/>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7"/>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87"/>
          <p:cNvGrpSpPr/>
          <p:nvPr/>
        </p:nvGrpSpPr>
        <p:grpSpPr>
          <a:xfrm>
            <a:off x="5583492" y="2852107"/>
            <a:ext cx="361250" cy="471471"/>
            <a:chOff x="-18258450" y="2809825"/>
            <a:chExt cx="232375" cy="303275"/>
          </a:xfrm>
        </p:grpSpPr>
        <p:sp>
          <p:nvSpPr>
            <p:cNvPr id="10629" name="Google Shape;10629;p87"/>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7"/>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7"/>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2" name="Google Shape;10632;p87"/>
          <p:cNvSpPr/>
          <p:nvPr/>
        </p:nvSpPr>
        <p:spPr>
          <a:xfrm>
            <a:off x="1456589"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3" name="Google Shape;10633;p87"/>
          <p:cNvGrpSpPr/>
          <p:nvPr/>
        </p:nvGrpSpPr>
        <p:grpSpPr>
          <a:xfrm>
            <a:off x="3793692" y="3445233"/>
            <a:ext cx="415117" cy="473920"/>
            <a:chOff x="-16422500" y="2425450"/>
            <a:chExt cx="267025" cy="304850"/>
          </a:xfrm>
        </p:grpSpPr>
        <p:sp>
          <p:nvSpPr>
            <p:cNvPr id="10634" name="Google Shape;10634;p87"/>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7"/>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7"/>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7" name="Google Shape;10637;p87"/>
          <p:cNvGrpSpPr/>
          <p:nvPr/>
        </p:nvGrpSpPr>
        <p:grpSpPr>
          <a:xfrm>
            <a:off x="6096453" y="3445838"/>
            <a:ext cx="473920" cy="472676"/>
            <a:chOff x="-16442200" y="2801175"/>
            <a:chExt cx="304850" cy="304050"/>
          </a:xfrm>
        </p:grpSpPr>
        <p:sp>
          <p:nvSpPr>
            <p:cNvPr id="10638" name="Google Shape;10638;p87"/>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7"/>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7"/>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41" name="Google Shape;10641;p87"/>
          <p:cNvSpPr/>
          <p:nvPr/>
        </p:nvSpPr>
        <p:spPr>
          <a:xfrm>
            <a:off x="3207661"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7"/>
          <p:cNvSpPr/>
          <p:nvPr/>
        </p:nvSpPr>
        <p:spPr>
          <a:xfrm>
            <a:off x="3174039"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3" name="Google Shape;10643;p87"/>
          <p:cNvGrpSpPr/>
          <p:nvPr/>
        </p:nvGrpSpPr>
        <p:grpSpPr>
          <a:xfrm>
            <a:off x="3172167" y="2276343"/>
            <a:ext cx="481265" cy="469917"/>
            <a:chOff x="-19802200" y="2416025"/>
            <a:chExt cx="309575" cy="302275"/>
          </a:xfrm>
        </p:grpSpPr>
        <p:sp>
          <p:nvSpPr>
            <p:cNvPr id="10644" name="Google Shape;10644;p87"/>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7"/>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7"/>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7"/>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7"/>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9" name="Google Shape;10649;p87"/>
          <p:cNvGrpSpPr/>
          <p:nvPr/>
        </p:nvGrpSpPr>
        <p:grpSpPr>
          <a:xfrm>
            <a:off x="3175238" y="2851506"/>
            <a:ext cx="475125" cy="472676"/>
            <a:chOff x="-19801400" y="2788575"/>
            <a:chExt cx="305625" cy="304050"/>
          </a:xfrm>
        </p:grpSpPr>
        <p:sp>
          <p:nvSpPr>
            <p:cNvPr id="10650" name="Google Shape;10650;p87"/>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7"/>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7"/>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7"/>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7"/>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7"/>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6" name="Google Shape;10656;p87"/>
          <p:cNvGrpSpPr/>
          <p:nvPr/>
        </p:nvGrpSpPr>
        <p:grpSpPr>
          <a:xfrm>
            <a:off x="6130314" y="1688916"/>
            <a:ext cx="422463" cy="472676"/>
            <a:chOff x="-17903225" y="2060800"/>
            <a:chExt cx="271750" cy="304050"/>
          </a:xfrm>
        </p:grpSpPr>
        <p:sp>
          <p:nvSpPr>
            <p:cNvPr id="10657" name="Google Shape;10657;p87"/>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7"/>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7"/>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0" name="Google Shape;10660;p87"/>
          <p:cNvGrpSpPr/>
          <p:nvPr/>
        </p:nvGrpSpPr>
        <p:grpSpPr>
          <a:xfrm>
            <a:off x="6104605" y="2274962"/>
            <a:ext cx="473881" cy="472676"/>
            <a:chOff x="-17918975" y="2435725"/>
            <a:chExt cx="304825" cy="304050"/>
          </a:xfrm>
        </p:grpSpPr>
        <p:sp>
          <p:nvSpPr>
            <p:cNvPr id="10661" name="Google Shape;10661;p87"/>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7"/>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3" name="Google Shape;10663;p87"/>
          <p:cNvGrpSpPr/>
          <p:nvPr/>
        </p:nvGrpSpPr>
        <p:grpSpPr>
          <a:xfrm>
            <a:off x="6133365" y="2852729"/>
            <a:ext cx="416361" cy="470228"/>
            <a:chOff x="-17899300" y="2810625"/>
            <a:chExt cx="267825" cy="302475"/>
          </a:xfrm>
        </p:grpSpPr>
        <p:sp>
          <p:nvSpPr>
            <p:cNvPr id="10664" name="Google Shape;10664;p87"/>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7"/>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7"/>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7" name="Google Shape;10667;p87"/>
          <p:cNvGrpSpPr/>
          <p:nvPr/>
        </p:nvGrpSpPr>
        <p:grpSpPr>
          <a:xfrm>
            <a:off x="2039218" y="3461166"/>
            <a:ext cx="472676" cy="442089"/>
            <a:chOff x="-16066500" y="2060800"/>
            <a:chExt cx="304050" cy="284375"/>
          </a:xfrm>
        </p:grpSpPr>
        <p:sp>
          <p:nvSpPr>
            <p:cNvPr id="10668" name="Google Shape;10668;p87"/>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7"/>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7"/>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7"/>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7"/>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3" name="Google Shape;10673;p87"/>
          <p:cNvSpPr/>
          <p:nvPr/>
        </p:nvSpPr>
        <p:spPr>
          <a:xfrm>
            <a:off x="4344952"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7"/>
          <p:cNvSpPr/>
          <p:nvPr/>
        </p:nvSpPr>
        <p:spPr>
          <a:xfrm>
            <a:off x="6718741"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7"/>
          <p:cNvSpPr/>
          <p:nvPr/>
        </p:nvSpPr>
        <p:spPr>
          <a:xfrm>
            <a:off x="5513765"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6" name="Google Shape;10676;p87"/>
          <p:cNvGrpSpPr/>
          <p:nvPr/>
        </p:nvGrpSpPr>
        <p:grpSpPr>
          <a:xfrm>
            <a:off x="7923925" y="2297751"/>
            <a:ext cx="368362" cy="419314"/>
            <a:chOff x="4995050" y="3245650"/>
            <a:chExt cx="236950" cy="269725"/>
          </a:xfrm>
        </p:grpSpPr>
        <p:sp>
          <p:nvSpPr>
            <p:cNvPr id="10677" name="Google Shape;10677;p87"/>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7"/>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7"/>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0" name="Google Shape;10680;p87"/>
            <p:cNvGrpSpPr/>
            <p:nvPr/>
          </p:nvGrpSpPr>
          <p:grpSpPr>
            <a:xfrm>
              <a:off x="4995050" y="3245650"/>
              <a:ext cx="236950" cy="269725"/>
              <a:chOff x="4995050" y="3245650"/>
              <a:chExt cx="236950" cy="269725"/>
            </a:xfrm>
          </p:grpSpPr>
          <p:sp>
            <p:nvSpPr>
              <p:cNvPr id="10681" name="Google Shape;10681;p87"/>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7"/>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83" name="Google Shape;10683;p87"/>
          <p:cNvGrpSpPr/>
          <p:nvPr/>
        </p:nvGrpSpPr>
        <p:grpSpPr>
          <a:xfrm>
            <a:off x="5523718" y="1689744"/>
            <a:ext cx="483749" cy="481292"/>
            <a:chOff x="4724650" y="2885700"/>
            <a:chExt cx="270750" cy="269375"/>
          </a:xfrm>
        </p:grpSpPr>
        <p:sp>
          <p:nvSpPr>
            <p:cNvPr id="10684" name="Google Shape;10684;p87"/>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87"/>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87"/>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7"/>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7"/>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7"/>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7"/>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1" name="Google Shape;10691;p87"/>
          <p:cNvGrpSpPr/>
          <p:nvPr/>
        </p:nvGrpSpPr>
        <p:grpSpPr>
          <a:xfrm>
            <a:off x="4390823" y="1683870"/>
            <a:ext cx="389425" cy="467822"/>
            <a:chOff x="4459350" y="2882125"/>
            <a:chExt cx="228375" cy="274350"/>
          </a:xfrm>
        </p:grpSpPr>
        <p:sp>
          <p:nvSpPr>
            <p:cNvPr id="10692" name="Google Shape;10692;p87"/>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7"/>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7"/>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7"/>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7"/>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0697" name="Google Shape;10697;p87"/>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0698" name="Google Shape;10698;p87"/>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02" name="Shape 10702"/>
        <p:cNvGrpSpPr/>
        <p:nvPr/>
      </p:nvGrpSpPr>
      <p:grpSpPr>
        <a:xfrm>
          <a:off x="0" y="0"/>
          <a:ext cx="0" cy="0"/>
          <a:chOff x="0" y="0"/>
          <a:chExt cx="0" cy="0"/>
        </a:xfrm>
      </p:grpSpPr>
      <p:sp>
        <p:nvSpPr>
          <p:cNvPr id="10703" name="Google Shape;10703;p88"/>
          <p:cNvSpPr txBox="1"/>
          <p:nvPr>
            <p:ph idx="4294967295" type="title"/>
          </p:nvPr>
        </p:nvSpPr>
        <p:spPr>
          <a:xfrm>
            <a:off x="1048350" y="71965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0704" name="Google Shape;10704;p88"/>
          <p:cNvSpPr/>
          <p:nvPr/>
        </p:nvSpPr>
        <p:spPr>
          <a:xfrm>
            <a:off x="844100"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5" name="Google Shape;10705;p88"/>
          <p:cNvGrpSpPr/>
          <p:nvPr/>
        </p:nvGrpSpPr>
        <p:grpSpPr>
          <a:xfrm>
            <a:off x="847082" y="2140412"/>
            <a:ext cx="426462" cy="420796"/>
            <a:chOff x="-6713450" y="2397900"/>
            <a:chExt cx="295375" cy="291450"/>
          </a:xfrm>
        </p:grpSpPr>
        <p:sp>
          <p:nvSpPr>
            <p:cNvPr id="10706" name="Google Shape;10706;p88"/>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8"/>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8" name="Google Shape;10708;p88"/>
          <p:cNvSpPr/>
          <p:nvPr/>
        </p:nvSpPr>
        <p:spPr>
          <a:xfrm>
            <a:off x="859424"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9" name="Google Shape;10709;p88"/>
          <p:cNvGrpSpPr/>
          <p:nvPr/>
        </p:nvGrpSpPr>
        <p:grpSpPr>
          <a:xfrm>
            <a:off x="3551844" y="1631401"/>
            <a:ext cx="423069" cy="420507"/>
            <a:chOff x="-4932650" y="2046625"/>
            <a:chExt cx="293025" cy="291250"/>
          </a:xfrm>
        </p:grpSpPr>
        <p:sp>
          <p:nvSpPr>
            <p:cNvPr id="10710" name="Google Shape;10710;p88"/>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8"/>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2" name="Google Shape;10712;p88"/>
          <p:cNvSpPr/>
          <p:nvPr/>
        </p:nvSpPr>
        <p:spPr>
          <a:xfrm>
            <a:off x="3553296"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3" name="Google Shape;10713;p88"/>
          <p:cNvGrpSpPr/>
          <p:nvPr/>
        </p:nvGrpSpPr>
        <p:grpSpPr>
          <a:xfrm>
            <a:off x="3563775" y="2660957"/>
            <a:ext cx="423069" cy="420796"/>
            <a:chOff x="-4931075" y="2765725"/>
            <a:chExt cx="293025" cy="291450"/>
          </a:xfrm>
        </p:grpSpPr>
        <p:sp>
          <p:nvSpPr>
            <p:cNvPr id="10714" name="Google Shape;10714;p88"/>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8"/>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6" name="Google Shape;10716;p88"/>
          <p:cNvGrpSpPr/>
          <p:nvPr/>
        </p:nvGrpSpPr>
        <p:grpSpPr>
          <a:xfrm>
            <a:off x="6269343" y="1656289"/>
            <a:ext cx="420796" cy="370732"/>
            <a:chOff x="-3137650" y="2067900"/>
            <a:chExt cx="291450" cy="256775"/>
          </a:xfrm>
        </p:grpSpPr>
        <p:sp>
          <p:nvSpPr>
            <p:cNvPr id="10717" name="Google Shape;10717;p88"/>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8"/>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8"/>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0" name="Google Shape;10720;p88"/>
          <p:cNvGrpSpPr/>
          <p:nvPr/>
        </p:nvGrpSpPr>
        <p:grpSpPr>
          <a:xfrm>
            <a:off x="6269343" y="2139926"/>
            <a:ext cx="420796" cy="421770"/>
            <a:chOff x="-3137650" y="2408950"/>
            <a:chExt cx="291450" cy="292125"/>
          </a:xfrm>
        </p:grpSpPr>
        <p:sp>
          <p:nvSpPr>
            <p:cNvPr id="10721" name="Google Shape;10721;p88"/>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8"/>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8"/>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8"/>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8"/>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6" name="Google Shape;10726;p88"/>
          <p:cNvGrpSpPr/>
          <p:nvPr/>
        </p:nvGrpSpPr>
        <p:grpSpPr>
          <a:xfrm>
            <a:off x="6281274" y="2685412"/>
            <a:ext cx="420796" cy="371887"/>
            <a:chOff x="-3137650" y="2787000"/>
            <a:chExt cx="291450" cy="257575"/>
          </a:xfrm>
        </p:grpSpPr>
        <p:sp>
          <p:nvSpPr>
            <p:cNvPr id="10727" name="Google Shape;10727;p88"/>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8"/>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8"/>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8"/>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8"/>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88"/>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8"/>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8"/>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35" name="Google Shape;10735;p88"/>
          <p:cNvSpPr/>
          <p:nvPr/>
        </p:nvSpPr>
        <p:spPr>
          <a:xfrm>
            <a:off x="1359134"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8"/>
          <p:cNvSpPr/>
          <p:nvPr/>
        </p:nvSpPr>
        <p:spPr>
          <a:xfrm>
            <a:off x="1387926"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8"/>
          <p:cNvSpPr/>
          <p:nvPr/>
        </p:nvSpPr>
        <p:spPr>
          <a:xfrm>
            <a:off x="1386211"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38" name="Google Shape;10738;p88"/>
          <p:cNvGrpSpPr/>
          <p:nvPr/>
        </p:nvGrpSpPr>
        <p:grpSpPr>
          <a:xfrm>
            <a:off x="1399451" y="2660397"/>
            <a:ext cx="421914" cy="421914"/>
            <a:chOff x="-6354300" y="2757075"/>
            <a:chExt cx="292225" cy="292225"/>
          </a:xfrm>
        </p:grpSpPr>
        <p:sp>
          <p:nvSpPr>
            <p:cNvPr id="10739" name="Google Shape;10739;p88"/>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8"/>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8"/>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8"/>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3" name="Google Shape;10743;p88"/>
          <p:cNvGrpSpPr/>
          <p:nvPr/>
        </p:nvGrpSpPr>
        <p:grpSpPr>
          <a:xfrm>
            <a:off x="4093454" y="1629560"/>
            <a:ext cx="424188" cy="424188"/>
            <a:chOff x="-4573475" y="2045850"/>
            <a:chExt cx="293800" cy="293800"/>
          </a:xfrm>
        </p:grpSpPr>
        <p:sp>
          <p:nvSpPr>
            <p:cNvPr id="10744" name="Google Shape;10744;p88"/>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8"/>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6" name="Google Shape;10746;p88"/>
          <p:cNvGrpSpPr/>
          <p:nvPr/>
        </p:nvGrpSpPr>
        <p:grpSpPr>
          <a:xfrm>
            <a:off x="4092877" y="2138699"/>
            <a:ext cx="425343" cy="424225"/>
            <a:chOff x="-4570325" y="2405775"/>
            <a:chExt cx="294600" cy="293825"/>
          </a:xfrm>
        </p:grpSpPr>
        <p:sp>
          <p:nvSpPr>
            <p:cNvPr id="10747" name="Google Shape;10747;p88"/>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8"/>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9" name="Google Shape;10749;p88"/>
          <p:cNvGrpSpPr/>
          <p:nvPr/>
        </p:nvGrpSpPr>
        <p:grpSpPr>
          <a:xfrm>
            <a:off x="4105945" y="2659838"/>
            <a:ext cx="423069" cy="423033"/>
            <a:chOff x="-4572700" y="2764950"/>
            <a:chExt cx="293025" cy="293000"/>
          </a:xfrm>
        </p:grpSpPr>
        <p:sp>
          <p:nvSpPr>
            <p:cNvPr id="10750" name="Google Shape;10750;p88"/>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8"/>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8"/>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8"/>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8"/>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5" name="Google Shape;10755;p88"/>
          <p:cNvGrpSpPr/>
          <p:nvPr/>
        </p:nvGrpSpPr>
        <p:grpSpPr>
          <a:xfrm>
            <a:off x="6824707" y="1631239"/>
            <a:ext cx="414840" cy="420832"/>
            <a:chOff x="-2777700" y="2049775"/>
            <a:chExt cx="287325" cy="291475"/>
          </a:xfrm>
        </p:grpSpPr>
        <p:sp>
          <p:nvSpPr>
            <p:cNvPr id="10756" name="Google Shape;10756;p88"/>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8"/>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8"/>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9" name="Google Shape;10759;p88"/>
          <p:cNvGrpSpPr/>
          <p:nvPr/>
        </p:nvGrpSpPr>
        <p:grpSpPr>
          <a:xfrm>
            <a:off x="6821170" y="2140431"/>
            <a:ext cx="421914" cy="420759"/>
            <a:chOff x="-2571737" y="2403625"/>
            <a:chExt cx="292225" cy="291425"/>
          </a:xfrm>
        </p:grpSpPr>
        <p:sp>
          <p:nvSpPr>
            <p:cNvPr id="10760" name="Google Shape;10760;p88"/>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8"/>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8"/>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8"/>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8"/>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8"/>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8"/>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7" name="Google Shape;10767;p88"/>
          <p:cNvGrpSpPr/>
          <p:nvPr/>
        </p:nvGrpSpPr>
        <p:grpSpPr>
          <a:xfrm>
            <a:off x="6821170" y="2661534"/>
            <a:ext cx="421914" cy="419640"/>
            <a:chOff x="-2571737" y="2764550"/>
            <a:chExt cx="292225" cy="290650"/>
          </a:xfrm>
        </p:grpSpPr>
        <p:sp>
          <p:nvSpPr>
            <p:cNvPr id="10768" name="Google Shape;10768;p88"/>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8"/>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8"/>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1" name="Google Shape;10771;p88"/>
          <p:cNvGrpSpPr/>
          <p:nvPr/>
        </p:nvGrpSpPr>
        <p:grpSpPr>
          <a:xfrm>
            <a:off x="3020671" y="3230538"/>
            <a:ext cx="421914" cy="423864"/>
            <a:chOff x="-1333975" y="2365850"/>
            <a:chExt cx="292225" cy="293575"/>
          </a:xfrm>
        </p:grpSpPr>
        <p:sp>
          <p:nvSpPr>
            <p:cNvPr id="10772" name="Google Shape;10772;p88"/>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8"/>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8"/>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8"/>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8"/>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8"/>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8"/>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8"/>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0" name="Google Shape;10780;p88"/>
          <p:cNvGrpSpPr/>
          <p:nvPr/>
        </p:nvGrpSpPr>
        <p:grpSpPr>
          <a:xfrm>
            <a:off x="1954146" y="2660397"/>
            <a:ext cx="398020" cy="421914"/>
            <a:chOff x="-5995925" y="2757850"/>
            <a:chExt cx="275675" cy="292225"/>
          </a:xfrm>
        </p:grpSpPr>
        <p:sp>
          <p:nvSpPr>
            <p:cNvPr id="10781" name="Google Shape;10781;p88"/>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8"/>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8"/>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8"/>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8"/>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8"/>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8"/>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8"/>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8"/>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0" name="Google Shape;10790;p88"/>
          <p:cNvGrpSpPr/>
          <p:nvPr/>
        </p:nvGrpSpPr>
        <p:grpSpPr>
          <a:xfrm>
            <a:off x="4634433" y="1631816"/>
            <a:ext cx="421951" cy="419677"/>
            <a:chOff x="-4211975" y="2046625"/>
            <a:chExt cx="292250" cy="290675"/>
          </a:xfrm>
        </p:grpSpPr>
        <p:sp>
          <p:nvSpPr>
            <p:cNvPr id="10791" name="Google Shape;10791;p88"/>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8"/>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3" name="Google Shape;10793;p88"/>
          <p:cNvGrpSpPr/>
          <p:nvPr/>
        </p:nvGrpSpPr>
        <p:grpSpPr>
          <a:xfrm>
            <a:off x="4684479" y="2138699"/>
            <a:ext cx="321859" cy="424225"/>
            <a:chOff x="-4178875" y="2405775"/>
            <a:chExt cx="222925" cy="293825"/>
          </a:xfrm>
        </p:grpSpPr>
        <p:sp>
          <p:nvSpPr>
            <p:cNvPr id="10794" name="Google Shape;10794;p88"/>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8"/>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8"/>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7" name="Google Shape;10797;p88"/>
          <p:cNvGrpSpPr/>
          <p:nvPr/>
        </p:nvGrpSpPr>
        <p:grpSpPr>
          <a:xfrm>
            <a:off x="4646942" y="2673483"/>
            <a:ext cx="420796" cy="395746"/>
            <a:chOff x="-4211975" y="2783850"/>
            <a:chExt cx="291450" cy="274100"/>
          </a:xfrm>
        </p:grpSpPr>
        <p:sp>
          <p:nvSpPr>
            <p:cNvPr id="10798" name="Google Shape;10798;p88"/>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8"/>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8"/>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1" name="Google Shape;10801;p88"/>
          <p:cNvSpPr/>
          <p:nvPr/>
        </p:nvSpPr>
        <p:spPr>
          <a:xfrm>
            <a:off x="7362836"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2" name="Google Shape;10802;p88"/>
          <p:cNvGrpSpPr/>
          <p:nvPr/>
        </p:nvGrpSpPr>
        <p:grpSpPr>
          <a:xfrm>
            <a:off x="7351871" y="2140413"/>
            <a:ext cx="420796" cy="420796"/>
            <a:chOff x="-2419325" y="2408150"/>
            <a:chExt cx="291450" cy="291450"/>
          </a:xfrm>
        </p:grpSpPr>
        <p:sp>
          <p:nvSpPr>
            <p:cNvPr id="10803" name="Google Shape;10803;p88"/>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8"/>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8"/>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8"/>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8"/>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8"/>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8"/>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0" name="Google Shape;10810;p88"/>
          <p:cNvSpPr/>
          <p:nvPr/>
        </p:nvSpPr>
        <p:spPr>
          <a:xfrm>
            <a:off x="7362260"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1" name="Google Shape;10811;p88"/>
          <p:cNvGrpSpPr/>
          <p:nvPr/>
        </p:nvGrpSpPr>
        <p:grpSpPr>
          <a:xfrm>
            <a:off x="4673396" y="3231514"/>
            <a:ext cx="420796" cy="421914"/>
            <a:chOff x="-1333200" y="2770450"/>
            <a:chExt cx="291450" cy="292225"/>
          </a:xfrm>
        </p:grpSpPr>
        <p:sp>
          <p:nvSpPr>
            <p:cNvPr id="10812" name="Google Shape;10812;p88"/>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8"/>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4" name="Google Shape;10814;p88"/>
          <p:cNvGrpSpPr/>
          <p:nvPr/>
        </p:nvGrpSpPr>
        <p:grpSpPr>
          <a:xfrm>
            <a:off x="2470009" y="1631256"/>
            <a:ext cx="423069" cy="420796"/>
            <a:chOff x="-5635200" y="2037975"/>
            <a:chExt cx="293025" cy="291450"/>
          </a:xfrm>
        </p:grpSpPr>
        <p:sp>
          <p:nvSpPr>
            <p:cNvPr id="10815" name="Google Shape;10815;p88"/>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8"/>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7" name="Google Shape;10817;p88"/>
          <p:cNvGrpSpPr/>
          <p:nvPr/>
        </p:nvGrpSpPr>
        <p:grpSpPr>
          <a:xfrm>
            <a:off x="2468295" y="2140412"/>
            <a:ext cx="426499" cy="420796"/>
            <a:chOff x="-5637575" y="2397900"/>
            <a:chExt cx="295400" cy="291450"/>
          </a:xfrm>
        </p:grpSpPr>
        <p:sp>
          <p:nvSpPr>
            <p:cNvPr id="10818" name="Google Shape;10818;p88"/>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8"/>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8"/>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8"/>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88"/>
          <p:cNvGrpSpPr/>
          <p:nvPr/>
        </p:nvGrpSpPr>
        <p:grpSpPr>
          <a:xfrm>
            <a:off x="2481958" y="2660397"/>
            <a:ext cx="423033" cy="421914"/>
            <a:chOff x="-5635975" y="2757075"/>
            <a:chExt cx="293000" cy="292225"/>
          </a:xfrm>
        </p:grpSpPr>
        <p:sp>
          <p:nvSpPr>
            <p:cNvPr id="10823" name="Google Shape;10823;p88"/>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8"/>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5" name="Google Shape;10825;p88"/>
          <p:cNvGrpSpPr/>
          <p:nvPr/>
        </p:nvGrpSpPr>
        <p:grpSpPr>
          <a:xfrm>
            <a:off x="5165893" y="1631256"/>
            <a:ext cx="423069" cy="420796"/>
            <a:chOff x="-3854375" y="2046625"/>
            <a:chExt cx="293025" cy="291450"/>
          </a:xfrm>
        </p:grpSpPr>
        <p:sp>
          <p:nvSpPr>
            <p:cNvPr id="10826" name="Google Shape;10826;p88"/>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8"/>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8" name="Google Shape;10828;p88"/>
          <p:cNvGrpSpPr/>
          <p:nvPr/>
        </p:nvGrpSpPr>
        <p:grpSpPr>
          <a:xfrm>
            <a:off x="5164756" y="2138717"/>
            <a:ext cx="425343" cy="424188"/>
            <a:chOff x="-3854375" y="2405000"/>
            <a:chExt cx="294600" cy="293800"/>
          </a:xfrm>
        </p:grpSpPr>
        <p:sp>
          <p:nvSpPr>
            <p:cNvPr id="10829" name="Google Shape;10829;p88"/>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8"/>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1" name="Google Shape;10831;p88"/>
          <p:cNvGrpSpPr/>
          <p:nvPr/>
        </p:nvGrpSpPr>
        <p:grpSpPr>
          <a:xfrm>
            <a:off x="5178961" y="2659838"/>
            <a:ext cx="420796" cy="423033"/>
            <a:chOff x="-3852025" y="2764950"/>
            <a:chExt cx="291450" cy="293000"/>
          </a:xfrm>
        </p:grpSpPr>
        <p:sp>
          <p:nvSpPr>
            <p:cNvPr id="10832" name="Google Shape;10832;p88"/>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8"/>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4" name="Google Shape;10834;p88"/>
          <p:cNvSpPr/>
          <p:nvPr/>
        </p:nvSpPr>
        <p:spPr>
          <a:xfrm>
            <a:off x="7900991"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8"/>
          <p:cNvSpPr/>
          <p:nvPr/>
        </p:nvSpPr>
        <p:spPr>
          <a:xfrm>
            <a:off x="7900991"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6" name="Google Shape;10836;p88"/>
          <p:cNvGrpSpPr/>
          <p:nvPr/>
        </p:nvGrpSpPr>
        <p:grpSpPr>
          <a:xfrm>
            <a:off x="7901550" y="2660398"/>
            <a:ext cx="420796" cy="421914"/>
            <a:chOff x="-2060175" y="2768875"/>
            <a:chExt cx="291450" cy="292225"/>
          </a:xfrm>
        </p:grpSpPr>
        <p:sp>
          <p:nvSpPr>
            <p:cNvPr id="10837" name="Google Shape;10837;p88"/>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8"/>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9" name="Google Shape;10839;p88"/>
          <p:cNvGrpSpPr/>
          <p:nvPr/>
        </p:nvGrpSpPr>
        <p:grpSpPr>
          <a:xfrm>
            <a:off x="1915160" y="3232071"/>
            <a:ext cx="421914" cy="420796"/>
            <a:chOff x="-937025" y="2064750"/>
            <a:chExt cx="292225" cy="291450"/>
          </a:xfrm>
        </p:grpSpPr>
        <p:sp>
          <p:nvSpPr>
            <p:cNvPr id="10840" name="Google Shape;10840;p88"/>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8"/>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8"/>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3" name="Google Shape;10843;p88"/>
          <p:cNvGrpSpPr/>
          <p:nvPr/>
        </p:nvGrpSpPr>
        <p:grpSpPr>
          <a:xfrm>
            <a:off x="3018323" y="1630697"/>
            <a:ext cx="421951" cy="421914"/>
            <a:chOff x="-5276050" y="2037975"/>
            <a:chExt cx="292250" cy="292225"/>
          </a:xfrm>
        </p:grpSpPr>
        <p:sp>
          <p:nvSpPr>
            <p:cNvPr id="10844" name="Google Shape;10844;p88"/>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8"/>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8"/>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7" name="Google Shape;10847;p88"/>
          <p:cNvSpPr/>
          <p:nvPr/>
        </p:nvSpPr>
        <p:spPr>
          <a:xfrm>
            <a:off x="3014690"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8"/>
          <p:cNvSpPr/>
          <p:nvPr/>
        </p:nvSpPr>
        <p:spPr>
          <a:xfrm>
            <a:off x="3030609"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9" name="Google Shape;10849;p88"/>
          <p:cNvGrpSpPr/>
          <p:nvPr/>
        </p:nvGrpSpPr>
        <p:grpSpPr>
          <a:xfrm>
            <a:off x="5777136" y="1631256"/>
            <a:ext cx="324133" cy="420796"/>
            <a:chOff x="-3462150" y="2046625"/>
            <a:chExt cx="224500" cy="291450"/>
          </a:xfrm>
        </p:grpSpPr>
        <p:sp>
          <p:nvSpPr>
            <p:cNvPr id="10850" name="Google Shape;10850;p88"/>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8"/>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8"/>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88"/>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8"/>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8"/>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8"/>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7" name="Google Shape;10857;p88"/>
          <p:cNvGrpSpPr/>
          <p:nvPr/>
        </p:nvGrpSpPr>
        <p:grpSpPr>
          <a:xfrm>
            <a:off x="5752700" y="2139276"/>
            <a:ext cx="373006" cy="423069"/>
            <a:chOff x="-3478675" y="2405775"/>
            <a:chExt cx="258350" cy="293025"/>
          </a:xfrm>
        </p:grpSpPr>
        <p:sp>
          <p:nvSpPr>
            <p:cNvPr id="10858" name="Google Shape;10858;p88"/>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8"/>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8"/>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8"/>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2" name="Google Shape;10862;p88"/>
          <p:cNvGrpSpPr/>
          <p:nvPr/>
        </p:nvGrpSpPr>
        <p:grpSpPr>
          <a:xfrm>
            <a:off x="5815218" y="2660398"/>
            <a:ext cx="271831" cy="421914"/>
            <a:chOff x="-3443250" y="2765725"/>
            <a:chExt cx="188275" cy="292225"/>
          </a:xfrm>
        </p:grpSpPr>
        <p:sp>
          <p:nvSpPr>
            <p:cNvPr id="10863" name="Google Shape;10863;p88"/>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8"/>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8"/>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8"/>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7" name="Google Shape;10867;p88"/>
          <p:cNvGrpSpPr/>
          <p:nvPr/>
        </p:nvGrpSpPr>
        <p:grpSpPr>
          <a:xfrm>
            <a:off x="844114" y="3230934"/>
            <a:ext cx="371887" cy="423069"/>
            <a:chOff x="-1684475" y="2049000"/>
            <a:chExt cx="257575" cy="293025"/>
          </a:xfrm>
        </p:grpSpPr>
        <p:sp>
          <p:nvSpPr>
            <p:cNvPr id="10868" name="Google Shape;10868;p88"/>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8"/>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8"/>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8"/>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2" name="Google Shape;10872;p88"/>
          <p:cNvSpPr/>
          <p:nvPr/>
        </p:nvSpPr>
        <p:spPr>
          <a:xfrm>
            <a:off x="2472295"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3" name="Google Shape;10873;p88"/>
          <p:cNvGrpSpPr/>
          <p:nvPr/>
        </p:nvGrpSpPr>
        <p:grpSpPr>
          <a:xfrm>
            <a:off x="4134007" y="3231514"/>
            <a:ext cx="420796" cy="421914"/>
            <a:chOff x="-1700225" y="2768875"/>
            <a:chExt cx="291450" cy="292225"/>
          </a:xfrm>
        </p:grpSpPr>
        <p:sp>
          <p:nvSpPr>
            <p:cNvPr id="10874" name="Google Shape;10874;p88"/>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8"/>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8"/>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8"/>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8"/>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8"/>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0" name="Google Shape;10880;p88"/>
          <p:cNvGrpSpPr/>
          <p:nvPr/>
        </p:nvGrpSpPr>
        <p:grpSpPr>
          <a:xfrm>
            <a:off x="3602355" y="3230935"/>
            <a:ext cx="371887" cy="423069"/>
            <a:chOff x="-919700" y="2420750"/>
            <a:chExt cx="257575" cy="293025"/>
          </a:xfrm>
        </p:grpSpPr>
        <p:sp>
          <p:nvSpPr>
            <p:cNvPr id="10881" name="Google Shape;10881;p88"/>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8"/>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8"/>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4" name="Google Shape;10884;p88"/>
          <p:cNvGrpSpPr/>
          <p:nvPr/>
        </p:nvGrpSpPr>
        <p:grpSpPr>
          <a:xfrm>
            <a:off x="1937547" y="1645950"/>
            <a:ext cx="409531" cy="410617"/>
            <a:chOff x="6679825" y="2693700"/>
            <a:chExt cx="257875" cy="258575"/>
          </a:xfrm>
        </p:grpSpPr>
        <p:sp>
          <p:nvSpPr>
            <p:cNvPr id="10885" name="Google Shape;10885;p88"/>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8"/>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7" name="Google Shape;10887;p88"/>
          <p:cNvGrpSpPr/>
          <p:nvPr/>
        </p:nvGrpSpPr>
        <p:grpSpPr>
          <a:xfrm>
            <a:off x="1927121" y="2142110"/>
            <a:ext cx="420531" cy="417262"/>
            <a:chOff x="6790450" y="3119050"/>
            <a:chExt cx="262750" cy="260675"/>
          </a:xfrm>
        </p:grpSpPr>
        <p:sp>
          <p:nvSpPr>
            <p:cNvPr id="10888" name="Google Shape;10888;p88"/>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8"/>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0" name="Google Shape;10890;p88"/>
          <p:cNvGrpSpPr/>
          <p:nvPr/>
        </p:nvGrpSpPr>
        <p:grpSpPr>
          <a:xfrm>
            <a:off x="6554233" y="3755436"/>
            <a:ext cx="358093" cy="407391"/>
            <a:chOff x="7660859" y="2571753"/>
            <a:chExt cx="366561" cy="417024"/>
          </a:xfrm>
        </p:grpSpPr>
        <p:sp>
          <p:nvSpPr>
            <p:cNvPr id="10891" name="Google Shape;10891;p88"/>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8"/>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8"/>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4" name="Google Shape;10894;p88"/>
          <p:cNvGrpSpPr/>
          <p:nvPr/>
        </p:nvGrpSpPr>
        <p:grpSpPr>
          <a:xfrm>
            <a:off x="4088914" y="3755436"/>
            <a:ext cx="407391" cy="407391"/>
            <a:chOff x="5566722" y="2571753"/>
            <a:chExt cx="417024" cy="417024"/>
          </a:xfrm>
        </p:grpSpPr>
        <p:sp>
          <p:nvSpPr>
            <p:cNvPr id="10895" name="Google Shape;10895;p88"/>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8"/>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7" name="Google Shape;10897;p88"/>
          <p:cNvGrpSpPr/>
          <p:nvPr/>
        </p:nvGrpSpPr>
        <p:grpSpPr>
          <a:xfrm>
            <a:off x="4705247" y="3857692"/>
            <a:ext cx="407381" cy="202880"/>
            <a:chOff x="6090251" y="2676413"/>
            <a:chExt cx="417014" cy="207677"/>
          </a:xfrm>
        </p:grpSpPr>
        <p:sp>
          <p:nvSpPr>
            <p:cNvPr id="10898" name="Google Shape;10898;p88"/>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8"/>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8"/>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8"/>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2" name="Google Shape;10902;p88"/>
          <p:cNvGrpSpPr/>
          <p:nvPr/>
        </p:nvGrpSpPr>
        <p:grpSpPr>
          <a:xfrm>
            <a:off x="5937901" y="3755436"/>
            <a:ext cx="407391" cy="407391"/>
            <a:chOff x="7137330" y="2571753"/>
            <a:chExt cx="417024" cy="417024"/>
          </a:xfrm>
        </p:grpSpPr>
        <p:sp>
          <p:nvSpPr>
            <p:cNvPr id="10903" name="Google Shape;10903;p88"/>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8"/>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8"/>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6" name="Google Shape;10906;p88"/>
          <p:cNvGrpSpPr/>
          <p:nvPr/>
        </p:nvGrpSpPr>
        <p:grpSpPr>
          <a:xfrm>
            <a:off x="5321569" y="3755436"/>
            <a:ext cx="407391" cy="407391"/>
            <a:chOff x="6613801" y="2571753"/>
            <a:chExt cx="417024" cy="417024"/>
          </a:xfrm>
        </p:grpSpPr>
        <p:sp>
          <p:nvSpPr>
            <p:cNvPr id="10907" name="Google Shape;10907;p88"/>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8"/>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8"/>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8"/>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8"/>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2" name="Google Shape;10912;p88"/>
          <p:cNvGrpSpPr/>
          <p:nvPr/>
        </p:nvGrpSpPr>
        <p:grpSpPr>
          <a:xfrm>
            <a:off x="7908242" y="3238780"/>
            <a:ext cx="407411" cy="407411"/>
            <a:chOff x="2964567" y="2571753"/>
            <a:chExt cx="417045" cy="417045"/>
          </a:xfrm>
        </p:grpSpPr>
        <p:sp>
          <p:nvSpPr>
            <p:cNvPr id="10913" name="Google Shape;10913;p88"/>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8"/>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5" name="Google Shape;10915;p88"/>
          <p:cNvGrpSpPr/>
          <p:nvPr/>
        </p:nvGrpSpPr>
        <p:grpSpPr>
          <a:xfrm>
            <a:off x="1623565" y="3815897"/>
            <a:ext cx="407391" cy="286470"/>
            <a:chOff x="3476576" y="2633631"/>
            <a:chExt cx="417024" cy="293244"/>
          </a:xfrm>
        </p:grpSpPr>
        <p:sp>
          <p:nvSpPr>
            <p:cNvPr id="10916" name="Google Shape;10916;p88"/>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8"/>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8" name="Google Shape;10918;p88"/>
          <p:cNvGrpSpPr/>
          <p:nvPr/>
        </p:nvGrpSpPr>
        <p:grpSpPr>
          <a:xfrm>
            <a:off x="2239897" y="3755508"/>
            <a:ext cx="407411" cy="407248"/>
            <a:chOff x="3988564" y="2571836"/>
            <a:chExt cx="417045" cy="416878"/>
          </a:xfrm>
        </p:grpSpPr>
        <p:sp>
          <p:nvSpPr>
            <p:cNvPr id="10919" name="Google Shape;10919;p88"/>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8"/>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1" name="Google Shape;10921;p88"/>
          <p:cNvGrpSpPr/>
          <p:nvPr/>
        </p:nvGrpSpPr>
        <p:grpSpPr>
          <a:xfrm>
            <a:off x="2856250" y="3755436"/>
            <a:ext cx="407391" cy="407391"/>
            <a:chOff x="4500573" y="2571753"/>
            <a:chExt cx="417024" cy="417024"/>
          </a:xfrm>
        </p:grpSpPr>
        <p:sp>
          <p:nvSpPr>
            <p:cNvPr id="10922" name="Google Shape;10922;p88"/>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8"/>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4" name="Google Shape;10924;p88"/>
          <p:cNvGrpSpPr/>
          <p:nvPr/>
        </p:nvGrpSpPr>
        <p:grpSpPr>
          <a:xfrm>
            <a:off x="3472582" y="3755436"/>
            <a:ext cx="407391" cy="407391"/>
            <a:chOff x="5012603" y="2571753"/>
            <a:chExt cx="417024" cy="417024"/>
          </a:xfrm>
        </p:grpSpPr>
        <p:sp>
          <p:nvSpPr>
            <p:cNvPr id="10925" name="Google Shape;10925;p88"/>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8"/>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7" name="Google Shape;10927;p88"/>
          <p:cNvSpPr/>
          <p:nvPr/>
        </p:nvSpPr>
        <p:spPr>
          <a:xfrm>
            <a:off x="5212789"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8" name="Google Shape;10928;p88"/>
          <p:cNvGrpSpPr/>
          <p:nvPr/>
        </p:nvGrpSpPr>
        <p:grpSpPr>
          <a:xfrm>
            <a:off x="5733329" y="3238790"/>
            <a:ext cx="407432" cy="407391"/>
            <a:chOff x="812101" y="2571761"/>
            <a:chExt cx="417066" cy="417024"/>
          </a:xfrm>
        </p:grpSpPr>
        <p:sp>
          <p:nvSpPr>
            <p:cNvPr id="10929" name="Google Shape;10929;p88"/>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8"/>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8"/>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8"/>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3" name="Google Shape;10933;p88"/>
          <p:cNvGrpSpPr/>
          <p:nvPr/>
        </p:nvGrpSpPr>
        <p:grpSpPr>
          <a:xfrm>
            <a:off x="6253923" y="3238790"/>
            <a:ext cx="407391" cy="407391"/>
            <a:chOff x="1323129" y="2571761"/>
            <a:chExt cx="417024" cy="417024"/>
          </a:xfrm>
        </p:grpSpPr>
        <p:sp>
          <p:nvSpPr>
            <p:cNvPr id="10934" name="Google Shape;10934;p88"/>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8"/>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8"/>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8"/>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38" name="Google Shape;10938;p88"/>
          <p:cNvSpPr/>
          <p:nvPr/>
        </p:nvSpPr>
        <p:spPr>
          <a:xfrm>
            <a:off x="6827427"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9" name="Google Shape;10939;p88"/>
          <p:cNvGrpSpPr/>
          <p:nvPr/>
        </p:nvGrpSpPr>
        <p:grpSpPr>
          <a:xfrm>
            <a:off x="7390398" y="3238843"/>
            <a:ext cx="408023" cy="407411"/>
            <a:chOff x="2344476" y="2571761"/>
            <a:chExt cx="417671" cy="417045"/>
          </a:xfrm>
        </p:grpSpPr>
        <p:sp>
          <p:nvSpPr>
            <p:cNvPr id="10940" name="Google Shape;10940;p88"/>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8"/>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2" name="Google Shape;10942;p88"/>
          <p:cNvGrpSpPr/>
          <p:nvPr/>
        </p:nvGrpSpPr>
        <p:grpSpPr>
          <a:xfrm>
            <a:off x="7121258" y="3759535"/>
            <a:ext cx="399178" cy="399178"/>
            <a:chOff x="2038375" y="3798025"/>
            <a:chExt cx="841792" cy="841792"/>
          </a:xfrm>
        </p:grpSpPr>
        <p:sp>
          <p:nvSpPr>
            <p:cNvPr id="10943" name="Google Shape;10943;p88"/>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8"/>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48" name="Shape 10948"/>
        <p:cNvGrpSpPr/>
        <p:nvPr/>
      </p:nvGrpSpPr>
      <p:grpSpPr>
        <a:xfrm>
          <a:off x="0" y="0"/>
          <a:ext cx="0" cy="0"/>
          <a:chOff x="0" y="0"/>
          <a:chExt cx="0" cy="0"/>
        </a:xfrm>
      </p:grpSpPr>
      <p:pic>
        <p:nvPicPr>
          <p:cNvPr id="10949" name="Google Shape;10949;p8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pace Exploration Mission Pitch Deck by Slidesgo">
  <a:themeElements>
    <a:clrScheme name="Simple Light">
      <a:dk1>
        <a:srgbClr val="C50A25"/>
      </a:dk1>
      <a:lt1>
        <a:srgbClr val="000000"/>
      </a:lt1>
      <a:dk2>
        <a:srgbClr val="F3F3F3"/>
      </a:dk2>
      <a:lt2>
        <a:srgbClr val="FFFFFF"/>
      </a:lt2>
      <a:accent1>
        <a:srgbClr val="FFFFFF"/>
      </a:accent1>
      <a:accent2>
        <a:srgbClr val="FFFFFF"/>
      </a:accent2>
      <a:accent3>
        <a:srgbClr val="FFFFFF"/>
      </a:accent3>
      <a:accent4>
        <a:srgbClr val="FFFFFF"/>
      </a:accent4>
      <a:accent5>
        <a:srgbClr val="FFFFFF"/>
      </a:accent5>
      <a:accent6>
        <a:srgbClr val="FFFFFF"/>
      </a:accent6>
      <a:hlink>
        <a:srgbClr val="F3F3F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