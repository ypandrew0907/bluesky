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ontserrat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ontserrat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A4E2B0-87E9-404C-A0F4-BF707596A31D}">
  <a:tblStyle styleId="{6EA4E2B0-87E9-404C-A0F4-BF707596A3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Montserrat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c7acf713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8c7acf713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de95a381e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de95a381e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c7acf713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c7acf713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60e7ccefd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60e7ccefd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60e7ccefd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60e7ccefd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60e7ccefd_0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60e7ccefd_0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d7c99461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d7c99461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d7c994614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d7c994614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d7c994614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d7c994614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d7c994614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8d7c994614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d7c994614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8d7c994614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dc157dc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4dc157dc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ca1a125f3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ca1a125f3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ca1a125f3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ca1a125f3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A1uf1Q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.ly/3A1uf1Q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hyperlink" Target="https://bit.ly/3A1uf1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it.ly/3A1uf1Q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ctrTitle"/>
          </p:nvPr>
        </p:nvSpPr>
        <p:spPr>
          <a:xfrm>
            <a:off x="457200" y="1538550"/>
            <a:ext cx="4286700" cy="163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Strategy Infographics</a:t>
            </a:r>
            <a:endParaRPr sz="4700"/>
          </a:p>
        </p:txBody>
      </p:sp>
      <p:sp>
        <p:nvSpPr>
          <p:cNvPr id="52" name="Google Shape;52;p16"/>
          <p:cNvSpPr txBox="1"/>
          <p:nvPr>
            <p:ph idx="1" type="subTitle"/>
          </p:nvPr>
        </p:nvSpPr>
        <p:spPr>
          <a:xfrm>
            <a:off x="457200" y="3175350"/>
            <a:ext cx="42867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53" name="Google Shape;53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" name="Google Shape;54;p16" title="freepik__3d-render-of-an-isolated-chess-pawn-with-a-translu__93597.png"/>
          <p:cNvPicPr preferRelativeResize="0"/>
          <p:nvPr/>
        </p:nvPicPr>
        <p:blipFill rotWithShape="1">
          <a:blip r:embed="rId4">
            <a:alphaModFix/>
          </a:blip>
          <a:srcRect b="6466" l="37293" r="37291" t="9774"/>
          <a:stretch/>
        </p:blipFill>
        <p:spPr>
          <a:xfrm rot="-193256">
            <a:off x="6001759" y="2453238"/>
            <a:ext cx="646992" cy="12181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6"/>
          <p:cNvCxnSpPr>
            <a:stCxn id="56" idx="3"/>
            <a:endCxn id="57" idx="0"/>
          </p:cNvCxnSpPr>
          <p:nvPr/>
        </p:nvCxnSpPr>
        <p:spPr>
          <a:xfrm>
            <a:off x="7550650" y="1375075"/>
            <a:ext cx="682200" cy="1196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p16"/>
          <p:cNvCxnSpPr>
            <a:stCxn id="57" idx="2"/>
            <a:endCxn id="59" idx="3"/>
          </p:cNvCxnSpPr>
          <p:nvPr/>
        </p:nvCxnSpPr>
        <p:spPr>
          <a:xfrm rot="5400000">
            <a:off x="7609350" y="3449700"/>
            <a:ext cx="1071900" cy="175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6"/>
          <p:cNvCxnSpPr/>
          <p:nvPr/>
        </p:nvCxnSpPr>
        <p:spPr>
          <a:xfrm rot="10800000">
            <a:off x="6402815" y="4073231"/>
            <a:ext cx="91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6"/>
          <p:cNvCxnSpPr>
            <a:stCxn id="62" idx="0"/>
            <a:endCxn id="56" idx="1"/>
          </p:cNvCxnSpPr>
          <p:nvPr/>
        </p:nvCxnSpPr>
        <p:spPr>
          <a:xfrm rot="-5400000">
            <a:off x="5262600" y="1520400"/>
            <a:ext cx="1196700" cy="906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3" name="Google Shape;63;p16" title="freepik__3d-chess-set-with-fluid-gradient-transitions-betwe__93595.png"/>
          <p:cNvPicPr preferRelativeResize="0"/>
          <p:nvPr/>
        </p:nvPicPr>
        <p:blipFill rotWithShape="1">
          <a:blip r:embed="rId5">
            <a:alphaModFix/>
          </a:blip>
          <a:srcRect b="13267" l="18742" r="18742" t="13267"/>
          <a:stretch/>
        </p:blipFill>
        <p:spPr>
          <a:xfrm rot="-661856">
            <a:off x="6049859" y="1581335"/>
            <a:ext cx="1497051" cy="225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6" title="aqad.png"/>
          <p:cNvPicPr preferRelativeResize="0"/>
          <p:nvPr/>
        </p:nvPicPr>
        <p:blipFill rotWithShape="1">
          <a:blip r:embed="rId6">
            <a:alphaModFix/>
          </a:blip>
          <a:srcRect b="19272" l="23586" r="23586" t="19272"/>
          <a:stretch/>
        </p:blipFill>
        <p:spPr>
          <a:xfrm rot="214394">
            <a:off x="6735618" y="2084927"/>
            <a:ext cx="1068459" cy="159088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6"/>
          <p:cNvSpPr/>
          <p:nvPr/>
        </p:nvSpPr>
        <p:spPr>
          <a:xfrm>
            <a:off x="6821200" y="3920850"/>
            <a:ext cx="1236600" cy="304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Belief-Space 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5589987" y="3920838"/>
            <a:ext cx="1097100" cy="304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Joint Action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4743900" y="2571750"/>
            <a:ext cx="1328100" cy="42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Belief/Reward Update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" name="Google Shape;56;p16"/>
          <p:cNvSpPr/>
          <p:nvPr/>
        </p:nvSpPr>
        <p:spPr>
          <a:xfrm>
            <a:off x="6314050" y="1222675"/>
            <a:ext cx="1236600" cy="3048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Observation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" name="Google Shape;57;p16"/>
          <p:cNvSpPr/>
          <p:nvPr/>
        </p:nvSpPr>
        <p:spPr>
          <a:xfrm>
            <a:off x="7684350" y="2571750"/>
            <a:ext cx="1097100" cy="4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Intent Inference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6" name="Google Shape;66;p16"/>
          <p:cNvCxnSpPr>
            <a:stCxn id="62" idx="2"/>
            <a:endCxn id="65" idx="1"/>
          </p:cNvCxnSpPr>
          <p:nvPr/>
        </p:nvCxnSpPr>
        <p:spPr>
          <a:xfrm flipH="1" rot="-5400000">
            <a:off x="4963050" y="3446250"/>
            <a:ext cx="1071900" cy="18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72" name="Google Shape;72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2142000" y="2849075"/>
            <a:ext cx="14910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19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61925" lvl="0" marL="142875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 very high temperatures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3827088" y="2849075"/>
            <a:ext cx="14910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19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61925" lvl="0" marL="142875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on which we live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5512169" y="2849075"/>
            <a:ext cx="14910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19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61925" lvl="0" marL="142875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7197250" y="2849075"/>
            <a:ext cx="14910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19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in the entire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61925" lvl="0" marL="142875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 and has around eighty moons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57038" y="1352064"/>
            <a:ext cx="1491000" cy="429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Analysis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57038" y="2849075"/>
            <a:ext cx="14910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19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61925" lvl="0" marL="142875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619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a small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903888" y="1980350"/>
            <a:ext cx="597300" cy="594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588850" y="1980350"/>
            <a:ext cx="597300" cy="59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273938" y="1980350"/>
            <a:ext cx="597300" cy="594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959019" y="1980350"/>
            <a:ext cx="597300" cy="594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7644100" y="1980350"/>
            <a:ext cx="597300" cy="594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17"/>
          <p:cNvCxnSpPr>
            <a:stCxn id="77" idx="2"/>
            <a:endCxn id="79" idx="0"/>
          </p:cNvCxnSpPr>
          <p:nvPr/>
        </p:nvCxnSpPr>
        <p:spPr>
          <a:xfrm>
            <a:off x="1202538" y="1781664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7"/>
          <p:cNvCxnSpPr>
            <a:stCxn id="79" idx="2"/>
            <a:endCxn id="78" idx="0"/>
          </p:cNvCxnSpPr>
          <p:nvPr/>
        </p:nvCxnSpPr>
        <p:spPr>
          <a:xfrm>
            <a:off x="1202538" y="2574950"/>
            <a:ext cx="0" cy="27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7"/>
          <p:cNvCxnSpPr>
            <a:stCxn id="87" idx="2"/>
            <a:endCxn id="80" idx="0"/>
          </p:cNvCxnSpPr>
          <p:nvPr/>
        </p:nvCxnSpPr>
        <p:spPr>
          <a:xfrm>
            <a:off x="2887500" y="1781664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7"/>
          <p:cNvCxnSpPr>
            <a:stCxn id="80" idx="2"/>
            <a:endCxn id="73" idx="0"/>
          </p:cNvCxnSpPr>
          <p:nvPr/>
        </p:nvCxnSpPr>
        <p:spPr>
          <a:xfrm>
            <a:off x="2887500" y="2574950"/>
            <a:ext cx="0" cy="27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7"/>
          <p:cNvCxnSpPr>
            <a:stCxn id="90" idx="2"/>
            <a:endCxn id="81" idx="0"/>
          </p:cNvCxnSpPr>
          <p:nvPr/>
        </p:nvCxnSpPr>
        <p:spPr>
          <a:xfrm>
            <a:off x="4572588" y="1781664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7"/>
          <p:cNvCxnSpPr>
            <a:stCxn id="81" idx="2"/>
            <a:endCxn id="74" idx="0"/>
          </p:cNvCxnSpPr>
          <p:nvPr/>
        </p:nvCxnSpPr>
        <p:spPr>
          <a:xfrm>
            <a:off x="4572588" y="2574950"/>
            <a:ext cx="0" cy="27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7"/>
          <p:cNvCxnSpPr>
            <a:stCxn id="93" idx="2"/>
            <a:endCxn id="82" idx="0"/>
          </p:cNvCxnSpPr>
          <p:nvPr/>
        </p:nvCxnSpPr>
        <p:spPr>
          <a:xfrm>
            <a:off x="6257669" y="1781664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7"/>
          <p:cNvCxnSpPr>
            <a:stCxn id="82" idx="2"/>
            <a:endCxn id="75" idx="0"/>
          </p:cNvCxnSpPr>
          <p:nvPr/>
        </p:nvCxnSpPr>
        <p:spPr>
          <a:xfrm>
            <a:off x="6257669" y="2574950"/>
            <a:ext cx="0" cy="27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7"/>
          <p:cNvCxnSpPr>
            <a:stCxn id="96" idx="2"/>
            <a:endCxn id="83" idx="0"/>
          </p:cNvCxnSpPr>
          <p:nvPr/>
        </p:nvCxnSpPr>
        <p:spPr>
          <a:xfrm>
            <a:off x="7942750" y="1781664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7"/>
          <p:cNvCxnSpPr>
            <a:stCxn id="83" idx="2"/>
            <a:endCxn id="76" idx="0"/>
          </p:cNvCxnSpPr>
          <p:nvPr/>
        </p:nvCxnSpPr>
        <p:spPr>
          <a:xfrm>
            <a:off x="7942750" y="2574950"/>
            <a:ext cx="0" cy="27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7"/>
          <p:cNvSpPr/>
          <p:nvPr/>
        </p:nvSpPr>
        <p:spPr>
          <a:xfrm>
            <a:off x="2142000" y="1352064"/>
            <a:ext cx="1491000" cy="4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Goals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827088" y="1352064"/>
            <a:ext cx="1491000" cy="42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512169" y="1352064"/>
            <a:ext cx="1491000" cy="429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Ejecution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7197250" y="1352064"/>
            <a:ext cx="1491000" cy="42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8" name="Google Shape;98;p17"/>
          <p:cNvGrpSpPr/>
          <p:nvPr/>
        </p:nvGrpSpPr>
        <p:grpSpPr>
          <a:xfrm>
            <a:off x="6085151" y="2105107"/>
            <a:ext cx="345036" cy="345086"/>
            <a:chOff x="1782070" y="3224167"/>
            <a:chExt cx="334986" cy="335035"/>
          </a:xfrm>
        </p:grpSpPr>
        <p:sp>
          <p:nvSpPr>
            <p:cNvPr id="99" name="Google Shape;99;p17"/>
            <p:cNvSpPr/>
            <p:nvPr/>
          </p:nvSpPr>
          <p:spPr>
            <a:xfrm>
              <a:off x="1782452" y="3224167"/>
              <a:ext cx="334604" cy="334797"/>
            </a:xfrm>
            <a:custGeom>
              <a:rect b="b" l="l" r="r" t="t"/>
              <a:pathLst>
                <a:path extrusionOk="0" h="334797" w="334604">
                  <a:moveTo>
                    <a:pt x="332108" y="7026"/>
                  </a:moveTo>
                  <a:cubicBezTo>
                    <a:pt x="332010" y="5888"/>
                    <a:pt x="331519" y="4789"/>
                    <a:pt x="330662" y="3944"/>
                  </a:cubicBezTo>
                  <a:lnTo>
                    <a:pt x="330616" y="3899"/>
                  </a:lnTo>
                  <a:cubicBezTo>
                    <a:pt x="329779" y="3074"/>
                    <a:pt x="328699" y="2596"/>
                    <a:pt x="327586" y="2505"/>
                  </a:cubicBezTo>
                  <a:cubicBezTo>
                    <a:pt x="298467" y="-3496"/>
                    <a:pt x="266886" y="1333"/>
                    <a:pt x="236216" y="16476"/>
                  </a:cubicBezTo>
                  <a:cubicBezTo>
                    <a:pt x="212998" y="27940"/>
                    <a:pt x="198589" y="41107"/>
                    <a:pt x="197987" y="41663"/>
                  </a:cubicBezTo>
                  <a:cubicBezTo>
                    <a:pt x="197961" y="41682"/>
                    <a:pt x="197941" y="41708"/>
                    <a:pt x="197921" y="41728"/>
                  </a:cubicBezTo>
                  <a:cubicBezTo>
                    <a:pt x="197895" y="41754"/>
                    <a:pt x="197869" y="41774"/>
                    <a:pt x="197850" y="41794"/>
                  </a:cubicBezTo>
                  <a:lnTo>
                    <a:pt x="117564" y="121935"/>
                  </a:lnTo>
                  <a:lnTo>
                    <a:pt x="99097" y="103469"/>
                  </a:lnTo>
                  <a:cubicBezTo>
                    <a:pt x="99097" y="103469"/>
                    <a:pt x="99097" y="103469"/>
                    <a:pt x="99097" y="103469"/>
                  </a:cubicBezTo>
                  <a:cubicBezTo>
                    <a:pt x="99097" y="103469"/>
                    <a:pt x="99097" y="103469"/>
                    <a:pt x="99097" y="103469"/>
                  </a:cubicBezTo>
                  <a:cubicBezTo>
                    <a:pt x="89432" y="93823"/>
                    <a:pt x="73721" y="93810"/>
                    <a:pt x="64075" y="103443"/>
                  </a:cubicBezTo>
                  <a:lnTo>
                    <a:pt x="49005" y="118513"/>
                  </a:lnTo>
                  <a:cubicBezTo>
                    <a:pt x="47087" y="120430"/>
                    <a:pt x="47087" y="123538"/>
                    <a:pt x="49005" y="125456"/>
                  </a:cubicBezTo>
                  <a:cubicBezTo>
                    <a:pt x="49967" y="126418"/>
                    <a:pt x="51216" y="126895"/>
                    <a:pt x="52473" y="126895"/>
                  </a:cubicBezTo>
                  <a:cubicBezTo>
                    <a:pt x="53729" y="126895"/>
                    <a:pt x="54986" y="126418"/>
                    <a:pt x="55941" y="125456"/>
                  </a:cubicBezTo>
                  <a:lnTo>
                    <a:pt x="71011" y="110392"/>
                  </a:lnTo>
                  <a:cubicBezTo>
                    <a:pt x="76835" y="104581"/>
                    <a:pt x="86324" y="104588"/>
                    <a:pt x="92161" y="110418"/>
                  </a:cubicBezTo>
                  <a:lnTo>
                    <a:pt x="92161" y="110418"/>
                  </a:lnTo>
                  <a:lnTo>
                    <a:pt x="110621" y="128878"/>
                  </a:lnTo>
                  <a:lnTo>
                    <a:pt x="67452" y="171976"/>
                  </a:lnTo>
                  <a:lnTo>
                    <a:pt x="56988" y="161512"/>
                  </a:lnTo>
                  <a:cubicBezTo>
                    <a:pt x="55437" y="159961"/>
                    <a:pt x="53049" y="159627"/>
                    <a:pt x="51131" y="160694"/>
                  </a:cubicBezTo>
                  <a:lnTo>
                    <a:pt x="20186" y="177885"/>
                  </a:lnTo>
                  <a:lnTo>
                    <a:pt x="11856" y="169554"/>
                  </a:lnTo>
                  <a:lnTo>
                    <a:pt x="41133" y="140278"/>
                  </a:lnTo>
                  <a:cubicBezTo>
                    <a:pt x="43050" y="138360"/>
                    <a:pt x="43050" y="135252"/>
                    <a:pt x="41133" y="133335"/>
                  </a:cubicBezTo>
                  <a:cubicBezTo>
                    <a:pt x="39215" y="131417"/>
                    <a:pt x="36107" y="131417"/>
                    <a:pt x="34190" y="133335"/>
                  </a:cubicBezTo>
                  <a:lnTo>
                    <a:pt x="1438" y="166080"/>
                  </a:lnTo>
                  <a:cubicBezTo>
                    <a:pt x="-479" y="167997"/>
                    <a:pt x="-479" y="171105"/>
                    <a:pt x="1438" y="173022"/>
                  </a:cubicBezTo>
                  <a:lnTo>
                    <a:pt x="15854" y="187438"/>
                  </a:lnTo>
                  <a:cubicBezTo>
                    <a:pt x="17385" y="188970"/>
                    <a:pt x="19813" y="189310"/>
                    <a:pt x="21711" y="188256"/>
                  </a:cubicBezTo>
                  <a:lnTo>
                    <a:pt x="52656" y="171066"/>
                  </a:lnTo>
                  <a:lnTo>
                    <a:pt x="73315" y="191718"/>
                  </a:lnTo>
                  <a:cubicBezTo>
                    <a:pt x="66261" y="195134"/>
                    <a:pt x="63355" y="203883"/>
                    <a:pt x="66771" y="210904"/>
                  </a:cubicBezTo>
                  <a:cubicBezTo>
                    <a:pt x="68505" y="214471"/>
                    <a:pt x="71941" y="217200"/>
                    <a:pt x="74702" y="219968"/>
                  </a:cubicBezTo>
                  <a:cubicBezTo>
                    <a:pt x="61857" y="218574"/>
                    <a:pt x="48507" y="222729"/>
                    <a:pt x="38600" y="232460"/>
                  </a:cubicBezTo>
                  <a:cubicBezTo>
                    <a:pt x="36683" y="234344"/>
                    <a:pt x="36670" y="237531"/>
                    <a:pt x="38567" y="239429"/>
                  </a:cubicBezTo>
                  <a:lnTo>
                    <a:pt x="94582" y="295444"/>
                  </a:lnTo>
                  <a:cubicBezTo>
                    <a:pt x="96460" y="297322"/>
                    <a:pt x="99595" y="297341"/>
                    <a:pt x="101492" y="295476"/>
                  </a:cubicBezTo>
                  <a:cubicBezTo>
                    <a:pt x="109849" y="287264"/>
                    <a:pt x="114501" y="276323"/>
                    <a:pt x="114593" y="264681"/>
                  </a:cubicBezTo>
                  <a:cubicBezTo>
                    <a:pt x="114606" y="262980"/>
                    <a:pt x="114508" y="261285"/>
                    <a:pt x="114331" y="259597"/>
                  </a:cubicBezTo>
                  <a:cubicBezTo>
                    <a:pt x="117368" y="262633"/>
                    <a:pt x="120293" y="266298"/>
                    <a:pt x="124396" y="267868"/>
                  </a:cubicBezTo>
                  <a:cubicBezTo>
                    <a:pt x="131234" y="270486"/>
                    <a:pt x="139263" y="267482"/>
                    <a:pt x="142502" y="260892"/>
                  </a:cubicBezTo>
                  <a:lnTo>
                    <a:pt x="163154" y="281564"/>
                  </a:lnTo>
                  <a:lnTo>
                    <a:pt x="146448" y="313131"/>
                  </a:lnTo>
                  <a:cubicBezTo>
                    <a:pt x="145440" y="315036"/>
                    <a:pt x="145794" y="317372"/>
                    <a:pt x="147318" y="318896"/>
                  </a:cubicBezTo>
                  <a:lnTo>
                    <a:pt x="161780" y="333358"/>
                  </a:lnTo>
                  <a:cubicBezTo>
                    <a:pt x="162736" y="334320"/>
                    <a:pt x="163992" y="334798"/>
                    <a:pt x="165248" y="334798"/>
                  </a:cubicBezTo>
                  <a:cubicBezTo>
                    <a:pt x="166505" y="334798"/>
                    <a:pt x="167761" y="334320"/>
                    <a:pt x="168717" y="333358"/>
                  </a:cubicBezTo>
                  <a:lnTo>
                    <a:pt x="231478" y="270597"/>
                  </a:lnTo>
                  <a:cubicBezTo>
                    <a:pt x="241012" y="261082"/>
                    <a:pt x="241012" y="245194"/>
                    <a:pt x="231478" y="235679"/>
                  </a:cubicBezTo>
                  <a:lnTo>
                    <a:pt x="212429" y="216630"/>
                  </a:lnTo>
                  <a:lnTo>
                    <a:pt x="292630" y="136567"/>
                  </a:lnTo>
                  <a:cubicBezTo>
                    <a:pt x="292630" y="136567"/>
                    <a:pt x="292675" y="136515"/>
                    <a:pt x="292695" y="136489"/>
                  </a:cubicBezTo>
                  <a:cubicBezTo>
                    <a:pt x="292715" y="136469"/>
                    <a:pt x="292741" y="136449"/>
                    <a:pt x="292760" y="136423"/>
                  </a:cubicBezTo>
                  <a:cubicBezTo>
                    <a:pt x="293317" y="135821"/>
                    <a:pt x="306535" y="121431"/>
                    <a:pt x="318046" y="98253"/>
                  </a:cubicBezTo>
                  <a:cubicBezTo>
                    <a:pt x="333253" y="67635"/>
                    <a:pt x="338109" y="36100"/>
                    <a:pt x="332102" y="7026"/>
                  </a:cubicBezTo>
                  <a:close/>
                  <a:moveTo>
                    <a:pt x="187098" y="162258"/>
                  </a:moveTo>
                  <a:cubicBezTo>
                    <a:pt x="177819" y="158011"/>
                    <a:pt x="171701" y="150388"/>
                    <a:pt x="169607" y="139970"/>
                  </a:cubicBezTo>
                  <a:cubicBezTo>
                    <a:pt x="167552" y="129729"/>
                    <a:pt x="170850" y="118919"/>
                    <a:pt x="178238" y="111544"/>
                  </a:cubicBezTo>
                  <a:cubicBezTo>
                    <a:pt x="184389" y="105406"/>
                    <a:pt x="192457" y="102337"/>
                    <a:pt x="200539" y="102337"/>
                  </a:cubicBezTo>
                  <a:cubicBezTo>
                    <a:pt x="208621" y="102337"/>
                    <a:pt x="216689" y="105406"/>
                    <a:pt x="222840" y="111544"/>
                  </a:cubicBezTo>
                  <a:cubicBezTo>
                    <a:pt x="228795" y="117485"/>
                    <a:pt x="232080" y="125390"/>
                    <a:pt x="232080" y="133793"/>
                  </a:cubicBezTo>
                  <a:cubicBezTo>
                    <a:pt x="232080" y="142195"/>
                    <a:pt x="228802" y="150093"/>
                    <a:pt x="222840" y="156035"/>
                  </a:cubicBezTo>
                  <a:cubicBezTo>
                    <a:pt x="213548" y="165327"/>
                    <a:pt x="198524" y="167486"/>
                    <a:pt x="187098" y="162251"/>
                  </a:cubicBezTo>
                  <a:close/>
                  <a:moveTo>
                    <a:pt x="171308" y="162991"/>
                  </a:moveTo>
                  <a:cubicBezTo>
                    <a:pt x="172970" y="164653"/>
                    <a:pt x="174750" y="166132"/>
                    <a:pt x="176602" y="167447"/>
                  </a:cubicBezTo>
                  <a:lnTo>
                    <a:pt x="119789" y="224267"/>
                  </a:lnTo>
                  <a:lnTo>
                    <a:pt x="110523" y="215007"/>
                  </a:lnTo>
                  <a:lnTo>
                    <a:pt x="167238" y="158286"/>
                  </a:lnTo>
                  <a:cubicBezTo>
                    <a:pt x="168461" y="159941"/>
                    <a:pt x="169816" y="161512"/>
                    <a:pt x="171301" y="162991"/>
                  </a:cubicBezTo>
                  <a:close/>
                  <a:moveTo>
                    <a:pt x="104771" y="264603"/>
                  </a:moveTo>
                  <a:cubicBezTo>
                    <a:pt x="104712" y="271991"/>
                    <a:pt x="102278" y="279019"/>
                    <a:pt x="97834" y="284823"/>
                  </a:cubicBezTo>
                  <a:lnTo>
                    <a:pt x="49247" y="236235"/>
                  </a:lnTo>
                  <a:cubicBezTo>
                    <a:pt x="62557" y="226446"/>
                    <a:pt x="81305" y="227355"/>
                    <a:pt x="93594" y="238866"/>
                  </a:cubicBezTo>
                  <a:cubicBezTo>
                    <a:pt x="100530" y="245803"/>
                    <a:pt x="104843" y="254656"/>
                    <a:pt x="104764" y="264603"/>
                  </a:cubicBezTo>
                  <a:close/>
                  <a:moveTo>
                    <a:pt x="134159" y="254486"/>
                  </a:moveTo>
                  <a:cubicBezTo>
                    <a:pt x="134159" y="258589"/>
                    <a:pt x="129087" y="260467"/>
                    <a:pt x="126247" y="257634"/>
                  </a:cubicBezTo>
                  <a:lnTo>
                    <a:pt x="76528" y="207914"/>
                  </a:lnTo>
                  <a:cubicBezTo>
                    <a:pt x="72438" y="203831"/>
                    <a:pt x="78190" y="197490"/>
                    <a:pt x="82666" y="201076"/>
                  </a:cubicBezTo>
                  <a:lnTo>
                    <a:pt x="133099" y="251496"/>
                  </a:lnTo>
                  <a:cubicBezTo>
                    <a:pt x="133786" y="252340"/>
                    <a:pt x="134159" y="253380"/>
                    <a:pt x="134159" y="254480"/>
                  </a:cubicBezTo>
                  <a:close/>
                  <a:moveTo>
                    <a:pt x="224548" y="242622"/>
                  </a:moveTo>
                  <a:cubicBezTo>
                    <a:pt x="230287" y="248355"/>
                    <a:pt x="230287" y="257915"/>
                    <a:pt x="224548" y="263647"/>
                  </a:cubicBezTo>
                  <a:lnTo>
                    <a:pt x="165255" y="322940"/>
                  </a:lnTo>
                  <a:lnTo>
                    <a:pt x="156827" y="314512"/>
                  </a:lnTo>
                  <a:lnTo>
                    <a:pt x="173533" y="282945"/>
                  </a:lnTo>
                  <a:cubicBezTo>
                    <a:pt x="174541" y="281041"/>
                    <a:pt x="174187" y="278704"/>
                    <a:pt x="172663" y="277180"/>
                  </a:cubicBezTo>
                  <a:lnTo>
                    <a:pt x="162232" y="266749"/>
                  </a:lnTo>
                  <a:lnTo>
                    <a:pt x="205493" y="223560"/>
                  </a:lnTo>
                  <a:lnTo>
                    <a:pt x="224548" y="242622"/>
                  </a:lnTo>
                  <a:close/>
                  <a:moveTo>
                    <a:pt x="309388" y="93627"/>
                  </a:moveTo>
                  <a:cubicBezTo>
                    <a:pt x="301856" y="108854"/>
                    <a:pt x="293402" y="120240"/>
                    <a:pt x="288860" y="125862"/>
                  </a:cubicBezTo>
                  <a:lnTo>
                    <a:pt x="276689" y="113710"/>
                  </a:lnTo>
                  <a:cubicBezTo>
                    <a:pt x="272213" y="109240"/>
                    <a:pt x="265270" y="116177"/>
                    <a:pt x="269753" y="120659"/>
                  </a:cubicBezTo>
                  <a:lnTo>
                    <a:pt x="282212" y="133092"/>
                  </a:lnTo>
                  <a:lnTo>
                    <a:pt x="155289" y="259800"/>
                  </a:lnTo>
                  <a:lnTo>
                    <a:pt x="140074" y="244585"/>
                  </a:lnTo>
                  <a:cubicBezTo>
                    <a:pt x="139950" y="244454"/>
                    <a:pt x="139839" y="244311"/>
                    <a:pt x="139708" y="244179"/>
                  </a:cubicBezTo>
                  <a:lnTo>
                    <a:pt x="126725" y="231203"/>
                  </a:lnTo>
                  <a:lnTo>
                    <a:pt x="185639" y="172290"/>
                  </a:lnTo>
                  <a:cubicBezTo>
                    <a:pt x="199924" y="177780"/>
                    <a:pt x="216519" y="174842"/>
                    <a:pt x="227971" y="164679"/>
                  </a:cubicBezTo>
                  <a:cubicBezTo>
                    <a:pt x="238892" y="154994"/>
                    <a:pt x="243937" y="139996"/>
                    <a:pt x="241091" y="125678"/>
                  </a:cubicBezTo>
                  <a:cubicBezTo>
                    <a:pt x="239507" y="117708"/>
                    <a:pt x="235515" y="110340"/>
                    <a:pt x="229764" y="104601"/>
                  </a:cubicBezTo>
                  <a:cubicBezTo>
                    <a:pt x="219895" y="94746"/>
                    <a:pt x="205381" y="90532"/>
                    <a:pt x="191764" y="93463"/>
                  </a:cubicBezTo>
                  <a:cubicBezTo>
                    <a:pt x="177296" y="96578"/>
                    <a:pt x="165261" y="107585"/>
                    <a:pt x="160956" y="121765"/>
                  </a:cubicBezTo>
                  <a:cubicBezTo>
                    <a:pt x="158220" y="130776"/>
                    <a:pt x="158665" y="140683"/>
                    <a:pt x="162232" y="149400"/>
                  </a:cubicBezTo>
                  <a:lnTo>
                    <a:pt x="103573" y="208058"/>
                  </a:lnTo>
                  <a:lnTo>
                    <a:pt x="89982" y="194466"/>
                  </a:lnTo>
                  <a:cubicBezTo>
                    <a:pt x="89838" y="194322"/>
                    <a:pt x="89687" y="194205"/>
                    <a:pt x="89543" y="194067"/>
                  </a:cubicBezTo>
                  <a:lnTo>
                    <a:pt x="74375" y="178899"/>
                  </a:lnTo>
                  <a:lnTo>
                    <a:pt x="201298" y="52198"/>
                  </a:lnTo>
                  <a:lnTo>
                    <a:pt x="254139" y="105039"/>
                  </a:lnTo>
                  <a:cubicBezTo>
                    <a:pt x="258615" y="109515"/>
                    <a:pt x="265565" y="102579"/>
                    <a:pt x="261082" y="98096"/>
                  </a:cubicBezTo>
                  <a:lnTo>
                    <a:pt x="208555" y="45569"/>
                  </a:lnTo>
                  <a:cubicBezTo>
                    <a:pt x="222042" y="34772"/>
                    <a:pt x="268640" y="1739"/>
                    <a:pt x="322993" y="11601"/>
                  </a:cubicBezTo>
                  <a:cubicBezTo>
                    <a:pt x="328961" y="44431"/>
                    <a:pt x="318994" y="74192"/>
                    <a:pt x="309388" y="936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1782070" y="3480563"/>
              <a:ext cx="46043" cy="46036"/>
            </a:xfrm>
            <a:custGeom>
              <a:rect b="b" l="l" r="r" t="t"/>
              <a:pathLst>
                <a:path extrusionOk="0" h="46036" w="46043">
                  <a:moveTo>
                    <a:pt x="4869" y="46030"/>
                  </a:moveTo>
                  <a:cubicBezTo>
                    <a:pt x="6125" y="46030"/>
                    <a:pt x="7382" y="45552"/>
                    <a:pt x="8337" y="44597"/>
                  </a:cubicBezTo>
                  <a:lnTo>
                    <a:pt x="44596" y="8390"/>
                  </a:lnTo>
                  <a:cubicBezTo>
                    <a:pt x="49072" y="3921"/>
                    <a:pt x="42149" y="-3035"/>
                    <a:pt x="37660" y="1447"/>
                  </a:cubicBezTo>
                  <a:lnTo>
                    <a:pt x="1401" y="37654"/>
                  </a:lnTo>
                  <a:cubicBezTo>
                    <a:pt x="-1623" y="40677"/>
                    <a:pt x="576" y="46036"/>
                    <a:pt x="4869" y="460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1782348" y="3496870"/>
              <a:ext cx="62076" cy="62027"/>
            </a:xfrm>
            <a:custGeom>
              <a:rect b="b" l="l" r="r" t="t"/>
              <a:pathLst>
                <a:path extrusionOk="0" h="62027" w="62076">
                  <a:moveTo>
                    <a:pt x="60651" y="1440"/>
                  </a:moveTo>
                  <a:cubicBezTo>
                    <a:pt x="58734" y="-477"/>
                    <a:pt x="55626" y="-483"/>
                    <a:pt x="53708" y="1440"/>
                  </a:cubicBezTo>
                  <a:lnTo>
                    <a:pt x="1443" y="53634"/>
                  </a:lnTo>
                  <a:cubicBezTo>
                    <a:pt x="-3020" y="58090"/>
                    <a:pt x="3884" y="65072"/>
                    <a:pt x="8380" y="60577"/>
                  </a:cubicBezTo>
                  <a:lnTo>
                    <a:pt x="60638" y="8383"/>
                  </a:lnTo>
                  <a:cubicBezTo>
                    <a:pt x="62556" y="6466"/>
                    <a:pt x="62556" y="3358"/>
                    <a:pt x="60638" y="14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1814688" y="3513151"/>
              <a:ext cx="46079" cy="46051"/>
            </a:xfrm>
            <a:custGeom>
              <a:rect b="b" l="l" r="r" t="t"/>
              <a:pathLst>
                <a:path extrusionOk="0" h="46051" w="46079">
                  <a:moveTo>
                    <a:pt x="37696" y="1447"/>
                  </a:moveTo>
                  <a:lnTo>
                    <a:pt x="1443" y="37660"/>
                  </a:lnTo>
                  <a:cubicBezTo>
                    <a:pt x="-3020" y="42117"/>
                    <a:pt x="3884" y="49093"/>
                    <a:pt x="8380" y="44603"/>
                  </a:cubicBezTo>
                  <a:lnTo>
                    <a:pt x="44632" y="8390"/>
                  </a:lnTo>
                  <a:cubicBezTo>
                    <a:pt x="49108" y="3921"/>
                    <a:pt x="42178" y="-3035"/>
                    <a:pt x="37696" y="14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7"/>
          <p:cNvGrpSpPr/>
          <p:nvPr/>
        </p:nvGrpSpPr>
        <p:grpSpPr>
          <a:xfrm>
            <a:off x="4400223" y="2105305"/>
            <a:ext cx="344730" cy="344690"/>
            <a:chOff x="3225602" y="2219035"/>
            <a:chExt cx="335047" cy="335041"/>
          </a:xfrm>
        </p:grpSpPr>
        <p:sp>
          <p:nvSpPr>
            <p:cNvPr id="104" name="Google Shape;104;p17"/>
            <p:cNvSpPr/>
            <p:nvPr/>
          </p:nvSpPr>
          <p:spPr>
            <a:xfrm>
              <a:off x="3261835" y="2219035"/>
              <a:ext cx="279950" cy="335041"/>
            </a:xfrm>
            <a:custGeom>
              <a:rect b="b" l="l" r="r" t="t"/>
              <a:pathLst>
                <a:path extrusionOk="0" h="335041" w="279950">
                  <a:moveTo>
                    <a:pt x="275041" y="274086"/>
                  </a:moveTo>
                  <a:cubicBezTo>
                    <a:pt x="277763" y="274086"/>
                    <a:pt x="280021" y="271770"/>
                    <a:pt x="279949" y="269047"/>
                  </a:cubicBezTo>
                  <a:cubicBezTo>
                    <a:pt x="279026" y="234045"/>
                    <a:pt x="267503" y="200763"/>
                    <a:pt x="246608" y="172815"/>
                  </a:cubicBezTo>
                  <a:cubicBezTo>
                    <a:pt x="227926" y="147811"/>
                    <a:pt x="203079" y="128729"/>
                    <a:pt x="174385" y="117225"/>
                  </a:cubicBezTo>
                  <a:cubicBezTo>
                    <a:pt x="187054" y="105577"/>
                    <a:pt x="195011" y="88871"/>
                    <a:pt x="195011" y="70346"/>
                  </a:cubicBezTo>
                  <a:cubicBezTo>
                    <a:pt x="195011" y="67617"/>
                    <a:pt x="192590" y="65294"/>
                    <a:pt x="189874" y="65294"/>
                  </a:cubicBezTo>
                  <a:lnTo>
                    <a:pt x="175556" y="65294"/>
                  </a:lnTo>
                  <a:cubicBezTo>
                    <a:pt x="172474" y="49543"/>
                    <a:pt x="161160" y="36802"/>
                    <a:pt x="146404" y="31567"/>
                  </a:cubicBezTo>
                  <a:cubicBezTo>
                    <a:pt x="149087" y="28236"/>
                    <a:pt x="150703" y="24009"/>
                    <a:pt x="150703" y="19409"/>
                  </a:cubicBezTo>
                  <a:cubicBezTo>
                    <a:pt x="150703" y="8710"/>
                    <a:pt x="142000" y="0"/>
                    <a:pt x="131294" y="0"/>
                  </a:cubicBezTo>
                  <a:cubicBezTo>
                    <a:pt x="120588" y="0"/>
                    <a:pt x="111885" y="8703"/>
                    <a:pt x="111885" y="19409"/>
                  </a:cubicBezTo>
                  <a:cubicBezTo>
                    <a:pt x="111885" y="24042"/>
                    <a:pt x="113521" y="28302"/>
                    <a:pt x="116243" y="31639"/>
                  </a:cubicBezTo>
                  <a:cubicBezTo>
                    <a:pt x="110707" y="33622"/>
                    <a:pt x="105570" y="36684"/>
                    <a:pt x="101140" y="40728"/>
                  </a:cubicBezTo>
                  <a:cubicBezTo>
                    <a:pt x="93968" y="47272"/>
                    <a:pt x="89152" y="55877"/>
                    <a:pt x="87313" y="65287"/>
                  </a:cubicBezTo>
                  <a:lnTo>
                    <a:pt x="72714" y="65287"/>
                  </a:lnTo>
                  <a:cubicBezTo>
                    <a:pt x="69998" y="65287"/>
                    <a:pt x="67577" y="67610"/>
                    <a:pt x="67577" y="70339"/>
                  </a:cubicBezTo>
                  <a:cubicBezTo>
                    <a:pt x="67577" y="84487"/>
                    <a:pt x="72217" y="97574"/>
                    <a:pt x="80056" y="108156"/>
                  </a:cubicBezTo>
                  <a:cubicBezTo>
                    <a:pt x="51093" y="113672"/>
                    <a:pt x="24140" y="126707"/>
                    <a:pt x="1694" y="146142"/>
                  </a:cubicBezTo>
                  <a:cubicBezTo>
                    <a:pt x="-354" y="147916"/>
                    <a:pt x="-576" y="151017"/>
                    <a:pt x="1197" y="153066"/>
                  </a:cubicBezTo>
                  <a:cubicBezTo>
                    <a:pt x="2166" y="154185"/>
                    <a:pt x="3533" y="154760"/>
                    <a:pt x="4907" y="154760"/>
                  </a:cubicBezTo>
                  <a:cubicBezTo>
                    <a:pt x="6046" y="154760"/>
                    <a:pt x="7191" y="154368"/>
                    <a:pt x="8121" y="153563"/>
                  </a:cubicBezTo>
                  <a:cubicBezTo>
                    <a:pt x="30762" y="133958"/>
                    <a:pt x="58265" y="121269"/>
                    <a:pt x="87752" y="116793"/>
                  </a:cubicBezTo>
                  <a:cubicBezTo>
                    <a:pt x="90781" y="119633"/>
                    <a:pt x="94093" y="122185"/>
                    <a:pt x="97633" y="124397"/>
                  </a:cubicBezTo>
                  <a:lnTo>
                    <a:pt x="95323" y="148066"/>
                  </a:lnTo>
                  <a:lnTo>
                    <a:pt x="90755" y="148066"/>
                  </a:lnTo>
                  <a:cubicBezTo>
                    <a:pt x="84434" y="148066"/>
                    <a:pt x="84427" y="157882"/>
                    <a:pt x="90755" y="157882"/>
                  </a:cubicBezTo>
                  <a:lnTo>
                    <a:pt x="94367" y="157882"/>
                  </a:lnTo>
                  <a:lnTo>
                    <a:pt x="92627" y="175700"/>
                  </a:lnTo>
                  <a:lnTo>
                    <a:pt x="87451" y="175700"/>
                  </a:lnTo>
                  <a:cubicBezTo>
                    <a:pt x="81129" y="175700"/>
                    <a:pt x="81123" y="185516"/>
                    <a:pt x="87451" y="185516"/>
                  </a:cubicBezTo>
                  <a:lnTo>
                    <a:pt x="91671" y="185516"/>
                  </a:lnTo>
                  <a:lnTo>
                    <a:pt x="88812" y="214813"/>
                  </a:lnTo>
                  <a:cubicBezTo>
                    <a:pt x="88197" y="221101"/>
                    <a:pt x="97966" y="222083"/>
                    <a:pt x="98582" y="215768"/>
                  </a:cubicBezTo>
                  <a:lnTo>
                    <a:pt x="101533" y="185516"/>
                  </a:lnTo>
                  <a:lnTo>
                    <a:pt x="161081" y="185516"/>
                  </a:lnTo>
                  <a:lnTo>
                    <a:pt x="172055" y="297938"/>
                  </a:lnTo>
                  <a:lnTo>
                    <a:pt x="158791" y="297938"/>
                  </a:lnTo>
                  <a:cubicBezTo>
                    <a:pt x="152470" y="297938"/>
                    <a:pt x="152463" y="307754"/>
                    <a:pt x="158791" y="307754"/>
                  </a:cubicBezTo>
                  <a:lnTo>
                    <a:pt x="181766" y="307754"/>
                  </a:lnTo>
                  <a:cubicBezTo>
                    <a:pt x="188009" y="307754"/>
                    <a:pt x="193087" y="312832"/>
                    <a:pt x="193087" y="319068"/>
                  </a:cubicBezTo>
                  <a:lnTo>
                    <a:pt x="193087" y="324617"/>
                  </a:lnTo>
                  <a:lnTo>
                    <a:pt x="69534" y="324617"/>
                  </a:lnTo>
                  <a:lnTo>
                    <a:pt x="69534" y="319068"/>
                  </a:lnTo>
                  <a:cubicBezTo>
                    <a:pt x="69534" y="312832"/>
                    <a:pt x="74612" y="307754"/>
                    <a:pt x="80855" y="307754"/>
                  </a:cubicBezTo>
                  <a:lnTo>
                    <a:pt x="133277" y="307754"/>
                  </a:lnTo>
                  <a:cubicBezTo>
                    <a:pt x="139598" y="307754"/>
                    <a:pt x="139605" y="297938"/>
                    <a:pt x="133277" y="297938"/>
                  </a:cubicBezTo>
                  <a:lnTo>
                    <a:pt x="90572" y="297938"/>
                  </a:lnTo>
                  <a:lnTo>
                    <a:pt x="96357" y="238671"/>
                  </a:lnTo>
                  <a:cubicBezTo>
                    <a:pt x="96972" y="232383"/>
                    <a:pt x="87202" y="231421"/>
                    <a:pt x="86587" y="237716"/>
                  </a:cubicBezTo>
                  <a:lnTo>
                    <a:pt x="80711" y="297945"/>
                  </a:lnTo>
                  <a:cubicBezTo>
                    <a:pt x="69128" y="298023"/>
                    <a:pt x="59725" y="307473"/>
                    <a:pt x="59725" y="319068"/>
                  </a:cubicBezTo>
                  <a:lnTo>
                    <a:pt x="59725" y="325226"/>
                  </a:lnTo>
                  <a:lnTo>
                    <a:pt x="45865" y="325226"/>
                  </a:lnTo>
                  <a:cubicBezTo>
                    <a:pt x="39544" y="325226"/>
                    <a:pt x="39537" y="335041"/>
                    <a:pt x="45865" y="335041"/>
                  </a:cubicBezTo>
                  <a:lnTo>
                    <a:pt x="216762" y="335041"/>
                  </a:lnTo>
                  <a:cubicBezTo>
                    <a:pt x="223084" y="335041"/>
                    <a:pt x="223090" y="325226"/>
                    <a:pt x="216762" y="325226"/>
                  </a:cubicBezTo>
                  <a:lnTo>
                    <a:pt x="202903" y="325226"/>
                  </a:lnTo>
                  <a:lnTo>
                    <a:pt x="202903" y="319068"/>
                  </a:lnTo>
                  <a:cubicBezTo>
                    <a:pt x="202903" y="307466"/>
                    <a:pt x="193506" y="298023"/>
                    <a:pt x="181917" y="297945"/>
                  </a:cubicBezTo>
                  <a:lnTo>
                    <a:pt x="170943" y="185516"/>
                  </a:lnTo>
                  <a:lnTo>
                    <a:pt x="175163" y="185516"/>
                  </a:lnTo>
                  <a:cubicBezTo>
                    <a:pt x="181485" y="185516"/>
                    <a:pt x="181491" y="175700"/>
                    <a:pt x="175163" y="175700"/>
                  </a:cubicBezTo>
                  <a:lnTo>
                    <a:pt x="169987" y="175700"/>
                  </a:lnTo>
                  <a:lnTo>
                    <a:pt x="168247" y="157882"/>
                  </a:lnTo>
                  <a:lnTo>
                    <a:pt x="171859" y="157882"/>
                  </a:lnTo>
                  <a:cubicBezTo>
                    <a:pt x="178180" y="157882"/>
                    <a:pt x="178187" y="148066"/>
                    <a:pt x="171859" y="148066"/>
                  </a:cubicBezTo>
                  <a:lnTo>
                    <a:pt x="167291" y="148066"/>
                  </a:lnTo>
                  <a:lnTo>
                    <a:pt x="164981" y="124397"/>
                  </a:lnTo>
                  <a:cubicBezTo>
                    <a:pt x="165066" y="124345"/>
                    <a:pt x="165152" y="124293"/>
                    <a:pt x="165237" y="124240"/>
                  </a:cubicBezTo>
                  <a:cubicBezTo>
                    <a:pt x="194592" y="134763"/>
                    <a:pt x="219982" y="153550"/>
                    <a:pt x="238769" y="178684"/>
                  </a:cubicBezTo>
                  <a:cubicBezTo>
                    <a:pt x="258440" y="205004"/>
                    <a:pt x="269289" y="236335"/>
                    <a:pt x="270160" y="269303"/>
                  </a:cubicBezTo>
                  <a:cubicBezTo>
                    <a:pt x="270231" y="271966"/>
                    <a:pt x="272411" y="274080"/>
                    <a:pt x="275061" y="274080"/>
                  </a:cubicBezTo>
                  <a:close/>
                  <a:moveTo>
                    <a:pt x="121694" y="19409"/>
                  </a:moveTo>
                  <a:cubicBezTo>
                    <a:pt x="121694" y="14122"/>
                    <a:pt x="126000" y="9816"/>
                    <a:pt x="131287" y="9816"/>
                  </a:cubicBezTo>
                  <a:cubicBezTo>
                    <a:pt x="136575" y="9816"/>
                    <a:pt x="140881" y="14115"/>
                    <a:pt x="140881" y="19402"/>
                  </a:cubicBezTo>
                  <a:cubicBezTo>
                    <a:pt x="140881" y="24690"/>
                    <a:pt x="136634" y="28924"/>
                    <a:pt x="131399" y="28989"/>
                  </a:cubicBezTo>
                  <a:cubicBezTo>
                    <a:pt x="131346" y="28989"/>
                    <a:pt x="131294" y="28989"/>
                    <a:pt x="131242" y="28989"/>
                  </a:cubicBezTo>
                  <a:cubicBezTo>
                    <a:pt x="125967" y="28969"/>
                    <a:pt x="121688" y="24677"/>
                    <a:pt x="121688" y="19402"/>
                  </a:cubicBezTo>
                  <a:close/>
                  <a:moveTo>
                    <a:pt x="131222" y="38818"/>
                  </a:moveTo>
                  <a:cubicBezTo>
                    <a:pt x="131222" y="38818"/>
                    <a:pt x="131261" y="38818"/>
                    <a:pt x="131287" y="38818"/>
                  </a:cubicBezTo>
                  <a:cubicBezTo>
                    <a:pt x="131353" y="38818"/>
                    <a:pt x="131418" y="38818"/>
                    <a:pt x="131484" y="38818"/>
                  </a:cubicBezTo>
                  <a:cubicBezTo>
                    <a:pt x="148681" y="38844"/>
                    <a:pt x="163202" y="51362"/>
                    <a:pt x="166061" y="67951"/>
                  </a:cubicBezTo>
                  <a:cubicBezTo>
                    <a:pt x="165806" y="68448"/>
                    <a:pt x="165623" y="68991"/>
                    <a:pt x="165551" y="69567"/>
                  </a:cubicBezTo>
                  <a:cubicBezTo>
                    <a:pt x="164157" y="79664"/>
                    <a:pt x="146855" y="80318"/>
                    <a:pt x="145906" y="69888"/>
                  </a:cubicBezTo>
                  <a:cubicBezTo>
                    <a:pt x="145736" y="67309"/>
                    <a:pt x="143596" y="65300"/>
                    <a:pt x="141011" y="65300"/>
                  </a:cubicBezTo>
                  <a:lnTo>
                    <a:pt x="121557" y="65300"/>
                  </a:lnTo>
                  <a:cubicBezTo>
                    <a:pt x="119096" y="65300"/>
                    <a:pt x="117022" y="67074"/>
                    <a:pt x="116695" y="69515"/>
                  </a:cubicBezTo>
                  <a:cubicBezTo>
                    <a:pt x="115157" y="79441"/>
                    <a:pt x="98006" y="80482"/>
                    <a:pt x="97044" y="69888"/>
                  </a:cubicBezTo>
                  <a:cubicBezTo>
                    <a:pt x="97011" y="69371"/>
                    <a:pt x="96893" y="68873"/>
                    <a:pt x="96710" y="68409"/>
                  </a:cubicBezTo>
                  <a:cubicBezTo>
                    <a:pt x="99373" y="51467"/>
                    <a:pt x="113835" y="38922"/>
                    <a:pt x="131215" y="38824"/>
                  </a:cubicBezTo>
                  <a:close/>
                  <a:moveTo>
                    <a:pt x="88236" y="75110"/>
                  </a:moveTo>
                  <a:cubicBezTo>
                    <a:pt x="91004" y="82969"/>
                    <a:pt x="98300" y="87222"/>
                    <a:pt x="106460" y="87216"/>
                  </a:cubicBezTo>
                  <a:cubicBezTo>
                    <a:pt x="114719" y="87209"/>
                    <a:pt x="122120" y="82884"/>
                    <a:pt x="125267" y="75110"/>
                  </a:cubicBezTo>
                  <a:lnTo>
                    <a:pt x="137098" y="75110"/>
                  </a:lnTo>
                  <a:cubicBezTo>
                    <a:pt x="139075" y="80724"/>
                    <a:pt x="144283" y="87216"/>
                    <a:pt x="155323" y="87216"/>
                  </a:cubicBezTo>
                  <a:cubicBezTo>
                    <a:pt x="166362" y="87216"/>
                    <a:pt x="171597" y="80999"/>
                    <a:pt x="173953" y="75528"/>
                  </a:cubicBezTo>
                  <a:cubicBezTo>
                    <a:pt x="174162" y="75404"/>
                    <a:pt x="174352" y="75260"/>
                    <a:pt x="174542" y="75110"/>
                  </a:cubicBezTo>
                  <a:lnTo>
                    <a:pt x="184992" y="75110"/>
                  </a:lnTo>
                  <a:cubicBezTo>
                    <a:pt x="182584" y="102456"/>
                    <a:pt x="158732" y="124234"/>
                    <a:pt x="131294" y="124234"/>
                  </a:cubicBezTo>
                  <a:cubicBezTo>
                    <a:pt x="103856" y="124234"/>
                    <a:pt x="80017" y="102600"/>
                    <a:pt x="77596" y="75110"/>
                  </a:cubicBezTo>
                  <a:lnTo>
                    <a:pt x="88242" y="75110"/>
                  </a:lnTo>
                  <a:close/>
                  <a:moveTo>
                    <a:pt x="160100" y="175707"/>
                  </a:moveTo>
                  <a:lnTo>
                    <a:pt x="102469" y="175707"/>
                  </a:lnTo>
                  <a:lnTo>
                    <a:pt x="104209" y="157888"/>
                  </a:lnTo>
                  <a:lnTo>
                    <a:pt x="158359" y="157888"/>
                  </a:lnTo>
                  <a:lnTo>
                    <a:pt x="160100" y="175707"/>
                  </a:lnTo>
                  <a:close/>
                  <a:moveTo>
                    <a:pt x="157404" y="148073"/>
                  </a:moveTo>
                  <a:lnTo>
                    <a:pt x="105165" y="148073"/>
                  </a:lnTo>
                  <a:lnTo>
                    <a:pt x="107003" y="129240"/>
                  </a:lnTo>
                  <a:cubicBezTo>
                    <a:pt x="114489" y="132335"/>
                    <a:pt x="122689" y="134049"/>
                    <a:pt x="131281" y="134049"/>
                  </a:cubicBezTo>
                  <a:cubicBezTo>
                    <a:pt x="139873" y="134049"/>
                    <a:pt x="148072" y="132335"/>
                    <a:pt x="155558" y="129240"/>
                  </a:cubicBezTo>
                  <a:lnTo>
                    <a:pt x="157397" y="1480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3517754" y="2503008"/>
              <a:ext cx="42895" cy="42895"/>
            </a:xfrm>
            <a:custGeom>
              <a:rect b="b" l="l" r="r" t="t"/>
              <a:pathLst>
                <a:path extrusionOk="0" h="42895" w="42895">
                  <a:moveTo>
                    <a:pt x="42850" y="20156"/>
                  </a:moveTo>
                  <a:lnTo>
                    <a:pt x="42850" y="20156"/>
                  </a:lnTo>
                  <a:cubicBezTo>
                    <a:pt x="42503" y="14437"/>
                    <a:pt x="39957" y="9195"/>
                    <a:pt x="35665" y="5400"/>
                  </a:cubicBezTo>
                  <a:cubicBezTo>
                    <a:pt x="31378" y="1598"/>
                    <a:pt x="25862" y="-307"/>
                    <a:pt x="20149" y="40"/>
                  </a:cubicBezTo>
                  <a:cubicBezTo>
                    <a:pt x="14430" y="387"/>
                    <a:pt x="9188" y="2933"/>
                    <a:pt x="5393" y="7225"/>
                  </a:cubicBezTo>
                  <a:cubicBezTo>
                    <a:pt x="1598" y="11518"/>
                    <a:pt x="-307" y="17021"/>
                    <a:pt x="40" y="22741"/>
                  </a:cubicBezTo>
                  <a:cubicBezTo>
                    <a:pt x="387" y="28460"/>
                    <a:pt x="2933" y="33701"/>
                    <a:pt x="7225" y="37497"/>
                  </a:cubicBezTo>
                  <a:cubicBezTo>
                    <a:pt x="11184" y="41004"/>
                    <a:pt x="16177" y="42895"/>
                    <a:pt x="21419" y="42895"/>
                  </a:cubicBezTo>
                  <a:cubicBezTo>
                    <a:pt x="21857" y="42895"/>
                    <a:pt x="22302" y="42882"/>
                    <a:pt x="22741" y="42856"/>
                  </a:cubicBezTo>
                  <a:cubicBezTo>
                    <a:pt x="34546" y="42143"/>
                    <a:pt x="43563" y="31967"/>
                    <a:pt x="42856" y="20162"/>
                  </a:cubicBezTo>
                  <a:close/>
                  <a:moveTo>
                    <a:pt x="22145" y="33060"/>
                  </a:moveTo>
                  <a:cubicBezTo>
                    <a:pt x="19050" y="33250"/>
                    <a:pt x="16059" y="32216"/>
                    <a:pt x="13736" y="30155"/>
                  </a:cubicBezTo>
                  <a:cubicBezTo>
                    <a:pt x="11413" y="28093"/>
                    <a:pt x="10026" y="25253"/>
                    <a:pt x="9843" y="22152"/>
                  </a:cubicBezTo>
                  <a:cubicBezTo>
                    <a:pt x="9653" y="19050"/>
                    <a:pt x="10687" y="16066"/>
                    <a:pt x="12748" y="13736"/>
                  </a:cubicBezTo>
                  <a:cubicBezTo>
                    <a:pt x="14809" y="11413"/>
                    <a:pt x="17649" y="10026"/>
                    <a:pt x="20751" y="9843"/>
                  </a:cubicBezTo>
                  <a:cubicBezTo>
                    <a:pt x="20993" y="9830"/>
                    <a:pt x="21229" y="9823"/>
                    <a:pt x="21471" y="9823"/>
                  </a:cubicBezTo>
                  <a:cubicBezTo>
                    <a:pt x="24311" y="9823"/>
                    <a:pt x="27020" y="10851"/>
                    <a:pt x="29167" y="12748"/>
                  </a:cubicBezTo>
                  <a:cubicBezTo>
                    <a:pt x="31490" y="14810"/>
                    <a:pt x="32877" y="17650"/>
                    <a:pt x="33060" y="20751"/>
                  </a:cubicBezTo>
                  <a:cubicBezTo>
                    <a:pt x="33446" y="27151"/>
                    <a:pt x="28551" y="32674"/>
                    <a:pt x="22152" y="33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3225602" y="2375620"/>
              <a:ext cx="42882" cy="42894"/>
            </a:xfrm>
            <a:custGeom>
              <a:rect b="b" l="l" r="r" t="t"/>
              <a:pathLst>
                <a:path extrusionOk="0" h="42894" w="42882">
                  <a:moveTo>
                    <a:pt x="42848" y="20155"/>
                  </a:moveTo>
                  <a:cubicBezTo>
                    <a:pt x="42135" y="8350"/>
                    <a:pt x="31966" y="-674"/>
                    <a:pt x="20154" y="40"/>
                  </a:cubicBezTo>
                  <a:cubicBezTo>
                    <a:pt x="8356" y="753"/>
                    <a:pt x="-668" y="10935"/>
                    <a:pt x="39" y="22740"/>
                  </a:cubicBezTo>
                  <a:cubicBezTo>
                    <a:pt x="726" y="34106"/>
                    <a:pt x="10188" y="42895"/>
                    <a:pt x="21431" y="42895"/>
                  </a:cubicBezTo>
                  <a:cubicBezTo>
                    <a:pt x="21862" y="42895"/>
                    <a:pt x="22301" y="42882"/>
                    <a:pt x="22733" y="42856"/>
                  </a:cubicBezTo>
                  <a:cubicBezTo>
                    <a:pt x="28452" y="42509"/>
                    <a:pt x="33694" y="39963"/>
                    <a:pt x="37489" y="35670"/>
                  </a:cubicBezTo>
                  <a:cubicBezTo>
                    <a:pt x="41291" y="31384"/>
                    <a:pt x="43189" y="25874"/>
                    <a:pt x="42842" y="20155"/>
                  </a:cubicBezTo>
                  <a:cubicBezTo>
                    <a:pt x="42842" y="20155"/>
                    <a:pt x="42842" y="20155"/>
                    <a:pt x="42842" y="20155"/>
                  </a:cubicBezTo>
                  <a:close/>
                  <a:moveTo>
                    <a:pt x="30147" y="29159"/>
                  </a:moveTo>
                  <a:cubicBezTo>
                    <a:pt x="28086" y="31482"/>
                    <a:pt x="25245" y="32870"/>
                    <a:pt x="22144" y="33053"/>
                  </a:cubicBezTo>
                  <a:cubicBezTo>
                    <a:pt x="15737" y="33439"/>
                    <a:pt x="10221" y="28544"/>
                    <a:pt x="9835" y="22144"/>
                  </a:cubicBezTo>
                  <a:cubicBezTo>
                    <a:pt x="9449" y="15745"/>
                    <a:pt x="14344" y="10222"/>
                    <a:pt x="20743" y="9836"/>
                  </a:cubicBezTo>
                  <a:cubicBezTo>
                    <a:pt x="20979" y="9823"/>
                    <a:pt x="21215" y="9816"/>
                    <a:pt x="21450" y="9816"/>
                  </a:cubicBezTo>
                  <a:cubicBezTo>
                    <a:pt x="27542" y="9816"/>
                    <a:pt x="32679" y="14586"/>
                    <a:pt x="33052" y="20751"/>
                  </a:cubicBezTo>
                  <a:cubicBezTo>
                    <a:pt x="33236" y="23852"/>
                    <a:pt x="32208" y="26843"/>
                    <a:pt x="30147" y="291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3252088" y="2263092"/>
              <a:ext cx="36020" cy="37422"/>
            </a:xfrm>
            <a:custGeom>
              <a:rect b="b" l="l" r="r" t="t"/>
              <a:pathLst>
                <a:path extrusionOk="0" h="37422" w="36020">
                  <a:moveTo>
                    <a:pt x="1547" y="36071"/>
                  </a:moveTo>
                  <a:cubicBezTo>
                    <a:pt x="3478" y="37903"/>
                    <a:pt x="6651" y="37825"/>
                    <a:pt x="8483" y="35888"/>
                  </a:cubicBezTo>
                  <a:lnTo>
                    <a:pt x="18011" y="25843"/>
                  </a:lnTo>
                  <a:lnTo>
                    <a:pt x="27539" y="35888"/>
                  </a:lnTo>
                  <a:cubicBezTo>
                    <a:pt x="31904" y="40488"/>
                    <a:pt x="39004" y="33709"/>
                    <a:pt x="34665" y="29135"/>
                  </a:cubicBezTo>
                  <a:lnTo>
                    <a:pt x="24777" y="18711"/>
                  </a:lnTo>
                  <a:lnTo>
                    <a:pt x="34665" y="8286"/>
                  </a:lnTo>
                  <a:cubicBezTo>
                    <a:pt x="39010" y="3699"/>
                    <a:pt x="31897" y="-3061"/>
                    <a:pt x="27539" y="1533"/>
                  </a:cubicBezTo>
                  <a:lnTo>
                    <a:pt x="18011" y="11578"/>
                  </a:lnTo>
                  <a:lnTo>
                    <a:pt x="8483" y="1533"/>
                  </a:lnTo>
                  <a:cubicBezTo>
                    <a:pt x="4132" y="-3054"/>
                    <a:pt x="-2994" y="3693"/>
                    <a:pt x="1357" y="8286"/>
                  </a:cubicBezTo>
                  <a:lnTo>
                    <a:pt x="11245" y="18711"/>
                  </a:lnTo>
                  <a:lnTo>
                    <a:pt x="1357" y="29135"/>
                  </a:lnTo>
                  <a:cubicBezTo>
                    <a:pt x="-508" y="31104"/>
                    <a:pt x="-423" y="34206"/>
                    <a:pt x="1540" y="360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3496183" y="2295913"/>
              <a:ext cx="36012" cy="36008"/>
            </a:xfrm>
            <a:custGeom>
              <a:rect b="b" l="l" r="r" t="t"/>
              <a:pathLst>
                <a:path extrusionOk="0" h="36008" w="36012">
                  <a:moveTo>
                    <a:pt x="1444" y="34568"/>
                  </a:moveTo>
                  <a:cubicBezTo>
                    <a:pt x="3328" y="36453"/>
                    <a:pt x="6502" y="36453"/>
                    <a:pt x="8387" y="34568"/>
                  </a:cubicBezTo>
                  <a:lnTo>
                    <a:pt x="18006" y="24949"/>
                  </a:lnTo>
                  <a:lnTo>
                    <a:pt x="27625" y="34568"/>
                  </a:lnTo>
                  <a:cubicBezTo>
                    <a:pt x="32088" y="39031"/>
                    <a:pt x="39044" y="32101"/>
                    <a:pt x="34568" y="27625"/>
                  </a:cubicBezTo>
                  <a:lnTo>
                    <a:pt x="24949" y="18006"/>
                  </a:lnTo>
                  <a:lnTo>
                    <a:pt x="34568" y="8387"/>
                  </a:lnTo>
                  <a:cubicBezTo>
                    <a:pt x="39031" y="3924"/>
                    <a:pt x="32108" y="-3032"/>
                    <a:pt x="27625" y="1444"/>
                  </a:cubicBezTo>
                  <a:lnTo>
                    <a:pt x="18006" y="11063"/>
                  </a:lnTo>
                  <a:lnTo>
                    <a:pt x="8387" y="1444"/>
                  </a:lnTo>
                  <a:cubicBezTo>
                    <a:pt x="3924" y="-3019"/>
                    <a:pt x="-3032" y="3911"/>
                    <a:pt x="1444" y="8387"/>
                  </a:cubicBezTo>
                  <a:lnTo>
                    <a:pt x="11063" y="18006"/>
                  </a:lnTo>
                  <a:lnTo>
                    <a:pt x="1444" y="27625"/>
                  </a:lnTo>
                  <a:cubicBezTo>
                    <a:pt x="-473" y="29543"/>
                    <a:pt x="-473" y="32651"/>
                    <a:pt x="1444" y="34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3460833" y="2430726"/>
              <a:ext cx="36012" cy="36008"/>
            </a:xfrm>
            <a:custGeom>
              <a:rect b="b" l="l" r="r" t="t"/>
              <a:pathLst>
                <a:path extrusionOk="0" h="36008" w="36012">
                  <a:moveTo>
                    <a:pt x="34568" y="1440"/>
                  </a:moveTo>
                  <a:cubicBezTo>
                    <a:pt x="32651" y="-477"/>
                    <a:pt x="29543" y="-477"/>
                    <a:pt x="27625" y="1440"/>
                  </a:cubicBezTo>
                  <a:lnTo>
                    <a:pt x="18006" y="11059"/>
                  </a:lnTo>
                  <a:lnTo>
                    <a:pt x="8387" y="1440"/>
                  </a:lnTo>
                  <a:cubicBezTo>
                    <a:pt x="3924" y="-3023"/>
                    <a:pt x="-3032" y="3907"/>
                    <a:pt x="1444" y="8383"/>
                  </a:cubicBezTo>
                  <a:lnTo>
                    <a:pt x="11063" y="18002"/>
                  </a:lnTo>
                  <a:lnTo>
                    <a:pt x="1444" y="27622"/>
                  </a:lnTo>
                  <a:cubicBezTo>
                    <a:pt x="-3019" y="32085"/>
                    <a:pt x="3904" y="39041"/>
                    <a:pt x="8387" y="34565"/>
                  </a:cubicBezTo>
                  <a:lnTo>
                    <a:pt x="18006" y="24945"/>
                  </a:lnTo>
                  <a:lnTo>
                    <a:pt x="27625" y="34565"/>
                  </a:lnTo>
                  <a:cubicBezTo>
                    <a:pt x="32088" y="39027"/>
                    <a:pt x="39044" y="32098"/>
                    <a:pt x="34568" y="27622"/>
                  </a:cubicBezTo>
                  <a:lnTo>
                    <a:pt x="24949" y="18002"/>
                  </a:lnTo>
                  <a:lnTo>
                    <a:pt x="34568" y="8383"/>
                  </a:lnTo>
                  <a:cubicBezTo>
                    <a:pt x="36486" y="6466"/>
                    <a:pt x="36486" y="3357"/>
                    <a:pt x="34568" y="14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3286121" y="2450347"/>
              <a:ext cx="36012" cy="36012"/>
            </a:xfrm>
            <a:custGeom>
              <a:rect b="b" l="l" r="r" t="t"/>
              <a:pathLst>
                <a:path extrusionOk="0" h="36012" w="36012">
                  <a:moveTo>
                    <a:pt x="27625" y="34568"/>
                  </a:moveTo>
                  <a:cubicBezTo>
                    <a:pt x="32088" y="39031"/>
                    <a:pt x="39044" y="32101"/>
                    <a:pt x="34568" y="27625"/>
                  </a:cubicBezTo>
                  <a:lnTo>
                    <a:pt x="24949" y="18006"/>
                  </a:lnTo>
                  <a:lnTo>
                    <a:pt x="34568" y="8387"/>
                  </a:lnTo>
                  <a:cubicBezTo>
                    <a:pt x="39031" y="3924"/>
                    <a:pt x="32108" y="-3032"/>
                    <a:pt x="27625" y="1444"/>
                  </a:cubicBezTo>
                  <a:lnTo>
                    <a:pt x="18006" y="11063"/>
                  </a:lnTo>
                  <a:lnTo>
                    <a:pt x="8387" y="1444"/>
                  </a:lnTo>
                  <a:cubicBezTo>
                    <a:pt x="3924" y="-3019"/>
                    <a:pt x="-3032" y="3911"/>
                    <a:pt x="1444" y="8387"/>
                  </a:cubicBezTo>
                  <a:lnTo>
                    <a:pt x="11063" y="18006"/>
                  </a:lnTo>
                  <a:lnTo>
                    <a:pt x="1444" y="27625"/>
                  </a:lnTo>
                  <a:cubicBezTo>
                    <a:pt x="-3019" y="32088"/>
                    <a:pt x="3904" y="39044"/>
                    <a:pt x="8387" y="34568"/>
                  </a:cubicBezTo>
                  <a:lnTo>
                    <a:pt x="18006" y="24949"/>
                  </a:lnTo>
                  <a:lnTo>
                    <a:pt x="27625" y="345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2714954" y="2105101"/>
            <a:ext cx="345092" cy="345098"/>
            <a:chOff x="1867617" y="4218598"/>
            <a:chExt cx="335041" cy="335047"/>
          </a:xfrm>
        </p:grpSpPr>
        <p:sp>
          <p:nvSpPr>
            <p:cNvPr id="112" name="Google Shape;112;p17"/>
            <p:cNvSpPr/>
            <p:nvPr/>
          </p:nvSpPr>
          <p:spPr>
            <a:xfrm>
              <a:off x="1867617" y="4218598"/>
              <a:ext cx="335041" cy="335047"/>
            </a:xfrm>
            <a:custGeom>
              <a:rect b="b" l="l" r="r" t="t"/>
              <a:pathLst>
                <a:path extrusionOk="0" h="335047" w="335041">
                  <a:moveTo>
                    <a:pt x="167521" y="0"/>
                  </a:moveTo>
                  <a:cubicBezTo>
                    <a:pt x="124469" y="0"/>
                    <a:pt x="83531" y="16366"/>
                    <a:pt x="52239" y="46075"/>
                  </a:cubicBezTo>
                  <a:cubicBezTo>
                    <a:pt x="47652" y="50433"/>
                    <a:pt x="54412" y="57552"/>
                    <a:pt x="58999" y="53194"/>
                  </a:cubicBezTo>
                  <a:cubicBezTo>
                    <a:pt x="88452" y="25220"/>
                    <a:pt x="126995" y="9816"/>
                    <a:pt x="167521" y="9816"/>
                  </a:cubicBezTo>
                  <a:cubicBezTo>
                    <a:pt x="254481" y="9816"/>
                    <a:pt x="325226" y="80560"/>
                    <a:pt x="325226" y="167521"/>
                  </a:cubicBezTo>
                  <a:cubicBezTo>
                    <a:pt x="325226" y="254481"/>
                    <a:pt x="254481" y="325226"/>
                    <a:pt x="167521" y="325226"/>
                  </a:cubicBezTo>
                  <a:cubicBezTo>
                    <a:pt x="80560" y="325226"/>
                    <a:pt x="9816" y="254481"/>
                    <a:pt x="9816" y="167521"/>
                  </a:cubicBezTo>
                  <a:cubicBezTo>
                    <a:pt x="9816" y="132852"/>
                    <a:pt x="20894" y="99936"/>
                    <a:pt x="41861" y="72335"/>
                  </a:cubicBezTo>
                  <a:cubicBezTo>
                    <a:pt x="45689" y="67296"/>
                    <a:pt x="37875" y="61361"/>
                    <a:pt x="34047" y="66400"/>
                  </a:cubicBezTo>
                  <a:cubicBezTo>
                    <a:pt x="11772" y="95729"/>
                    <a:pt x="0" y="130692"/>
                    <a:pt x="0" y="167527"/>
                  </a:cubicBezTo>
                  <a:cubicBezTo>
                    <a:pt x="0" y="259899"/>
                    <a:pt x="75149" y="335048"/>
                    <a:pt x="167521" y="335048"/>
                  </a:cubicBezTo>
                  <a:cubicBezTo>
                    <a:pt x="259893" y="335048"/>
                    <a:pt x="335041" y="259899"/>
                    <a:pt x="335041" y="167527"/>
                  </a:cubicBezTo>
                  <a:cubicBezTo>
                    <a:pt x="335041" y="75155"/>
                    <a:pt x="259893" y="6"/>
                    <a:pt x="167521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1896554" y="4247534"/>
              <a:ext cx="277168" cy="276661"/>
            </a:xfrm>
            <a:custGeom>
              <a:rect b="b" l="l" r="r" t="t"/>
              <a:pathLst>
                <a:path extrusionOk="0" h="276661" w="277168">
                  <a:moveTo>
                    <a:pt x="150559" y="266803"/>
                  </a:moveTo>
                  <a:cubicBezTo>
                    <a:pt x="144258" y="267386"/>
                    <a:pt x="145161" y="277181"/>
                    <a:pt x="151469" y="276579"/>
                  </a:cubicBezTo>
                  <a:cubicBezTo>
                    <a:pt x="185667" y="273412"/>
                    <a:pt x="217365" y="257642"/>
                    <a:pt x="240719" y="232167"/>
                  </a:cubicBezTo>
                  <a:cubicBezTo>
                    <a:pt x="263983" y="206797"/>
                    <a:pt x="277168" y="173011"/>
                    <a:pt x="277168" y="138584"/>
                  </a:cubicBezTo>
                  <a:cubicBezTo>
                    <a:pt x="277168" y="62166"/>
                    <a:pt x="214996" y="0"/>
                    <a:pt x="138584" y="0"/>
                  </a:cubicBezTo>
                  <a:cubicBezTo>
                    <a:pt x="62172" y="0"/>
                    <a:pt x="0" y="62166"/>
                    <a:pt x="0" y="138584"/>
                  </a:cubicBezTo>
                  <a:cubicBezTo>
                    <a:pt x="0" y="173417"/>
                    <a:pt x="13022" y="206731"/>
                    <a:pt x="36665" y="232402"/>
                  </a:cubicBezTo>
                  <a:cubicBezTo>
                    <a:pt x="60170" y="257917"/>
                    <a:pt x="92025" y="273628"/>
                    <a:pt x="126373" y="276638"/>
                  </a:cubicBezTo>
                  <a:cubicBezTo>
                    <a:pt x="132682" y="277195"/>
                    <a:pt x="133532" y="267411"/>
                    <a:pt x="127231" y="266862"/>
                  </a:cubicBezTo>
                  <a:cubicBezTo>
                    <a:pt x="96082" y="264133"/>
                    <a:pt x="67133" y="250149"/>
                    <a:pt x="45453" y="227423"/>
                  </a:cubicBezTo>
                  <a:lnTo>
                    <a:pt x="91436" y="182009"/>
                  </a:lnTo>
                  <a:lnTo>
                    <a:pt x="118763" y="208230"/>
                  </a:lnTo>
                  <a:cubicBezTo>
                    <a:pt x="120667" y="210055"/>
                    <a:pt x="123769" y="210023"/>
                    <a:pt x="125634" y="208158"/>
                  </a:cubicBezTo>
                  <a:lnTo>
                    <a:pt x="146267" y="187525"/>
                  </a:lnTo>
                  <a:lnTo>
                    <a:pt x="159276" y="200901"/>
                  </a:lnTo>
                  <a:cubicBezTo>
                    <a:pt x="161160" y="202844"/>
                    <a:pt x="164268" y="202890"/>
                    <a:pt x="166212" y="200999"/>
                  </a:cubicBezTo>
                  <a:lnTo>
                    <a:pt x="184953" y="182807"/>
                  </a:lnTo>
                  <a:lnTo>
                    <a:pt x="230374" y="228790"/>
                  </a:lnTo>
                  <a:cubicBezTo>
                    <a:pt x="209002" y="250542"/>
                    <a:pt x="180837" y="263996"/>
                    <a:pt x="150559" y="266803"/>
                  </a:cubicBezTo>
                  <a:close/>
                  <a:moveTo>
                    <a:pt x="236996" y="221527"/>
                  </a:moveTo>
                  <a:lnTo>
                    <a:pt x="191949" y="175916"/>
                  </a:lnTo>
                  <a:lnTo>
                    <a:pt x="214485" y="153380"/>
                  </a:lnTo>
                  <a:lnTo>
                    <a:pt x="254887" y="193814"/>
                  </a:lnTo>
                  <a:cubicBezTo>
                    <a:pt x="250175" y="203701"/>
                    <a:pt x="244181" y="213020"/>
                    <a:pt x="236996" y="221527"/>
                  </a:cubicBezTo>
                  <a:close/>
                  <a:moveTo>
                    <a:pt x="138584" y="9816"/>
                  </a:moveTo>
                  <a:cubicBezTo>
                    <a:pt x="209591" y="9816"/>
                    <a:pt x="267353" y="67584"/>
                    <a:pt x="267353" y="138584"/>
                  </a:cubicBezTo>
                  <a:cubicBezTo>
                    <a:pt x="267353" y="154296"/>
                    <a:pt x="264493" y="169680"/>
                    <a:pt x="259035" y="184077"/>
                  </a:cubicBezTo>
                  <a:lnTo>
                    <a:pt x="217960" y="142968"/>
                  </a:lnTo>
                  <a:cubicBezTo>
                    <a:pt x="216062" y="141071"/>
                    <a:pt x="212915" y="141071"/>
                    <a:pt x="211017" y="142968"/>
                  </a:cubicBezTo>
                  <a:lnTo>
                    <a:pt x="185051" y="168934"/>
                  </a:lnTo>
                  <a:lnTo>
                    <a:pt x="143328" y="126694"/>
                  </a:lnTo>
                  <a:lnTo>
                    <a:pt x="143328" y="109170"/>
                  </a:lnTo>
                  <a:lnTo>
                    <a:pt x="184279" y="109170"/>
                  </a:lnTo>
                  <a:cubicBezTo>
                    <a:pt x="187990" y="109170"/>
                    <a:pt x="190391" y="105001"/>
                    <a:pt x="188520" y="101789"/>
                  </a:cubicBezTo>
                  <a:lnTo>
                    <a:pt x="180091" y="87340"/>
                  </a:lnTo>
                  <a:lnTo>
                    <a:pt x="188520" y="72885"/>
                  </a:lnTo>
                  <a:cubicBezTo>
                    <a:pt x="190391" y="69672"/>
                    <a:pt x="187990" y="65503"/>
                    <a:pt x="184279" y="65503"/>
                  </a:cubicBezTo>
                  <a:lnTo>
                    <a:pt x="143328" y="65503"/>
                  </a:lnTo>
                  <a:lnTo>
                    <a:pt x="143328" y="60713"/>
                  </a:lnTo>
                  <a:cubicBezTo>
                    <a:pt x="143328" y="54386"/>
                    <a:pt x="133513" y="54386"/>
                    <a:pt x="133513" y="60713"/>
                  </a:cubicBezTo>
                  <a:lnTo>
                    <a:pt x="133513" y="126661"/>
                  </a:lnTo>
                  <a:lnTo>
                    <a:pt x="78021" y="181466"/>
                  </a:lnTo>
                  <a:lnTo>
                    <a:pt x="53188" y="156632"/>
                  </a:lnTo>
                  <a:cubicBezTo>
                    <a:pt x="51270" y="154715"/>
                    <a:pt x="48162" y="154715"/>
                    <a:pt x="46245" y="156632"/>
                  </a:cubicBezTo>
                  <a:lnTo>
                    <a:pt x="18303" y="184574"/>
                  </a:lnTo>
                  <a:cubicBezTo>
                    <a:pt x="12728" y="170034"/>
                    <a:pt x="9803" y="154486"/>
                    <a:pt x="9803" y="138591"/>
                  </a:cubicBezTo>
                  <a:cubicBezTo>
                    <a:pt x="9803" y="67584"/>
                    <a:pt x="67571" y="9822"/>
                    <a:pt x="138571" y="9822"/>
                  </a:cubicBezTo>
                  <a:close/>
                  <a:moveTo>
                    <a:pt x="170171" y="89813"/>
                  </a:moveTo>
                  <a:lnTo>
                    <a:pt x="175740" y="99354"/>
                  </a:lnTo>
                  <a:lnTo>
                    <a:pt x="143335" y="99354"/>
                  </a:lnTo>
                  <a:lnTo>
                    <a:pt x="143335" y="75319"/>
                  </a:lnTo>
                  <a:lnTo>
                    <a:pt x="175740" y="75319"/>
                  </a:lnTo>
                  <a:lnTo>
                    <a:pt x="170171" y="84866"/>
                  </a:lnTo>
                  <a:cubicBezTo>
                    <a:pt x="169281" y="86391"/>
                    <a:pt x="169281" y="88282"/>
                    <a:pt x="170171" y="89813"/>
                  </a:cubicBezTo>
                  <a:close/>
                  <a:moveTo>
                    <a:pt x="22491" y="194265"/>
                  </a:moveTo>
                  <a:lnTo>
                    <a:pt x="49720" y="167037"/>
                  </a:lnTo>
                  <a:lnTo>
                    <a:pt x="71039" y="188356"/>
                  </a:lnTo>
                  <a:lnTo>
                    <a:pt x="38942" y="220054"/>
                  </a:lnTo>
                  <a:cubicBezTo>
                    <a:pt x="32405" y="212078"/>
                    <a:pt x="26895" y="203420"/>
                    <a:pt x="22491" y="194265"/>
                  </a:cubicBezTo>
                  <a:close/>
                  <a:moveTo>
                    <a:pt x="162894" y="190542"/>
                  </a:moveTo>
                  <a:lnTo>
                    <a:pt x="149839" y="177114"/>
                  </a:lnTo>
                  <a:cubicBezTo>
                    <a:pt x="148923" y="176172"/>
                    <a:pt x="147667" y="175635"/>
                    <a:pt x="146358" y="175629"/>
                  </a:cubicBezTo>
                  <a:lnTo>
                    <a:pt x="146325" y="175629"/>
                  </a:lnTo>
                  <a:cubicBezTo>
                    <a:pt x="145023" y="175629"/>
                    <a:pt x="143773" y="176146"/>
                    <a:pt x="142857" y="177068"/>
                  </a:cubicBezTo>
                  <a:lnTo>
                    <a:pt x="122107" y="197819"/>
                  </a:lnTo>
                  <a:lnTo>
                    <a:pt x="98438" y="175112"/>
                  </a:lnTo>
                  <a:lnTo>
                    <a:pt x="138388" y="135659"/>
                  </a:lnTo>
                  <a:lnTo>
                    <a:pt x="178069" y="175831"/>
                  </a:lnTo>
                  <a:lnTo>
                    <a:pt x="162907" y="1905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1924243" y="4279111"/>
              <a:ext cx="88482" cy="98501"/>
            </a:xfrm>
            <a:custGeom>
              <a:rect b="b" l="l" r="r" t="t"/>
              <a:pathLst>
                <a:path extrusionOk="0" h="98501" w="88482">
                  <a:moveTo>
                    <a:pt x="4310" y="98468"/>
                  </a:moveTo>
                  <a:cubicBezTo>
                    <a:pt x="6914" y="98789"/>
                    <a:pt x="9460" y="96806"/>
                    <a:pt x="9780" y="94195"/>
                  </a:cubicBezTo>
                  <a:cubicBezTo>
                    <a:pt x="12254" y="74099"/>
                    <a:pt x="20741" y="55443"/>
                    <a:pt x="34332" y="40241"/>
                  </a:cubicBezTo>
                  <a:cubicBezTo>
                    <a:pt x="47826" y="25145"/>
                    <a:pt x="65311" y="14583"/>
                    <a:pt x="84896" y="9689"/>
                  </a:cubicBezTo>
                  <a:cubicBezTo>
                    <a:pt x="91041" y="8151"/>
                    <a:pt x="88659" y="-1370"/>
                    <a:pt x="82514" y="167"/>
                  </a:cubicBezTo>
                  <a:cubicBezTo>
                    <a:pt x="61011" y="5540"/>
                    <a:pt x="41818" y="17142"/>
                    <a:pt x="27010" y="33704"/>
                  </a:cubicBezTo>
                  <a:cubicBezTo>
                    <a:pt x="12077" y="50404"/>
                    <a:pt x="2752" y="70912"/>
                    <a:pt x="36" y="93004"/>
                  </a:cubicBezTo>
                  <a:cubicBezTo>
                    <a:pt x="-291" y="95694"/>
                    <a:pt x="1620" y="98141"/>
                    <a:pt x="4310" y="984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7770468" y="2105305"/>
            <a:ext cx="344563" cy="344690"/>
            <a:chOff x="7631031" y="2272504"/>
            <a:chExt cx="334885" cy="335041"/>
          </a:xfrm>
        </p:grpSpPr>
        <p:sp>
          <p:nvSpPr>
            <p:cNvPr id="116" name="Google Shape;116;p17"/>
            <p:cNvSpPr/>
            <p:nvPr/>
          </p:nvSpPr>
          <p:spPr>
            <a:xfrm>
              <a:off x="7631031" y="2272504"/>
              <a:ext cx="334885" cy="335041"/>
            </a:xfrm>
            <a:custGeom>
              <a:rect b="b" l="l" r="r" t="t"/>
              <a:pathLst>
                <a:path extrusionOk="0" h="335041" w="334885">
                  <a:moveTo>
                    <a:pt x="330140" y="325213"/>
                  </a:moveTo>
                  <a:lnTo>
                    <a:pt x="319670" y="325213"/>
                  </a:lnTo>
                  <a:lnTo>
                    <a:pt x="319670" y="103418"/>
                  </a:lnTo>
                  <a:cubicBezTo>
                    <a:pt x="319670" y="97103"/>
                    <a:pt x="314533" y="91966"/>
                    <a:pt x="308218" y="91966"/>
                  </a:cubicBezTo>
                  <a:lnTo>
                    <a:pt x="242964" y="91966"/>
                  </a:lnTo>
                  <a:cubicBezTo>
                    <a:pt x="236649" y="91966"/>
                    <a:pt x="231512" y="97103"/>
                    <a:pt x="231512" y="103418"/>
                  </a:cubicBezTo>
                  <a:lnTo>
                    <a:pt x="231512" y="129331"/>
                  </a:lnTo>
                  <a:cubicBezTo>
                    <a:pt x="231512" y="135659"/>
                    <a:pt x="241328" y="135659"/>
                    <a:pt x="241328" y="129331"/>
                  </a:cubicBezTo>
                  <a:lnTo>
                    <a:pt x="241328" y="103418"/>
                  </a:lnTo>
                  <a:cubicBezTo>
                    <a:pt x="241328" y="102534"/>
                    <a:pt x="242074" y="101782"/>
                    <a:pt x="242964" y="101782"/>
                  </a:cubicBezTo>
                  <a:lnTo>
                    <a:pt x="308218" y="101782"/>
                  </a:lnTo>
                  <a:cubicBezTo>
                    <a:pt x="309109" y="101782"/>
                    <a:pt x="309854" y="102534"/>
                    <a:pt x="309854" y="103418"/>
                  </a:cubicBezTo>
                  <a:lnTo>
                    <a:pt x="309854" y="325213"/>
                  </a:lnTo>
                  <a:lnTo>
                    <a:pt x="241328" y="325213"/>
                  </a:lnTo>
                  <a:lnTo>
                    <a:pt x="241328" y="150330"/>
                  </a:lnTo>
                  <a:cubicBezTo>
                    <a:pt x="241328" y="144002"/>
                    <a:pt x="231512" y="144002"/>
                    <a:pt x="231512" y="150330"/>
                  </a:cubicBezTo>
                  <a:lnTo>
                    <a:pt x="231512" y="325213"/>
                  </a:lnTo>
                  <a:lnTo>
                    <a:pt x="215212" y="325213"/>
                  </a:lnTo>
                  <a:lnTo>
                    <a:pt x="215212" y="186151"/>
                  </a:lnTo>
                  <a:cubicBezTo>
                    <a:pt x="215212" y="179836"/>
                    <a:pt x="210074" y="174699"/>
                    <a:pt x="203760" y="174699"/>
                  </a:cubicBezTo>
                  <a:lnTo>
                    <a:pt x="138506" y="174699"/>
                  </a:lnTo>
                  <a:cubicBezTo>
                    <a:pt x="132191" y="174699"/>
                    <a:pt x="127054" y="179836"/>
                    <a:pt x="127054" y="186151"/>
                  </a:cubicBezTo>
                  <a:lnTo>
                    <a:pt x="127054" y="211429"/>
                  </a:lnTo>
                  <a:cubicBezTo>
                    <a:pt x="127054" y="217757"/>
                    <a:pt x="136870" y="217757"/>
                    <a:pt x="136870" y="211429"/>
                  </a:cubicBezTo>
                  <a:lnTo>
                    <a:pt x="136870" y="186151"/>
                  </a:lnTo>
                  <a:cubicBezTo>
                    <a:pt x="136870" y="185261"/>
                    <a:pt x="137622" y="184515"/>
                    <a:pt x="138506" y="184515"/>
                  </a:cubicBezTo>
                  <a:lnTo>
                    <a:pt x="203760" y="184515"/>
                  </a:lnTo>
                  <a:cubicBezTo>
                    <a:pt x="204650" y="184515"/>
                    <a:pt x="205396" y="185261"/>
                    <a:pt x="205396" y="186151"/>
                  </a:cubicBezTo>
                  <a:lnTo>
                    <a:pt x="205396" y="325213"/>
                  </a:lnTo>
                  <a:lnTo>
                    <a:pt x="136870" y="325213"/>
                  </a:lnTo>
                  <a:lnTo>
                    <a:pt x="136870" y="231159"/>
                  </a:lnTo>
                  <a:cubicBezTo>
                    <a:pt x="136870" y="224831"/>
                    <a:pt x="127054" y="224831"/>
                    <a:pt x="127054" y="231159"/>
                  </a:cubicBezTo>
                  <a:lnTo>
                    <a:pt x="127054" y="325213"/>
                  </a:lnTo>
                  <a:lnTo>
                    <a:pt x="110760" y="325213"/>
                  </a:lnTo>
                  <a:lnTo>
                    <a:pt x="110760" y="253617"/>
                  </a:lnTo>
                  <a:cubicBezTo>
                    <a:pt x="110760" y="247302"/>
                    <a:pt x="105623" y="242166"/>
                    <a:pt x="99308" y="242166"/>
                  </a:cubicBezTo>
                  <a:lnTo>
                    <a:pt x="34054" y="242166"/>
                  </a:lnTo>
                  <a:cubicBezTo>
                    <a:pt x="27739" y="242166"/>
                    <a:pt x="22602" y="247302"/>
                    <a:pt x="22602" y="253617"/>
                  </a:cubicBezTo>
                  <a:lnTo>
                    <a:pt x="22602" y="325213"/>
                  </a:lnTo>
                  <a:lnTo>
                    <a:pt x="9816" y="325213"/>
                  </a:ln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ubicBezTo>
                    <a:pt x="2198" y="0"/>
                    <a:pt x="0" y="2199"/>
                    <a:pt x="0" y="4908"/>
                  </a:cubicBezTo>
                  <a:lnTo>
                    <a:pt x="0" y="330120"/>
                  </a:lnTo>
                  <a:cubicBezTo>
                    <a:pt x="0" y="332830"/>
                    <a:pt x="2198" y="335028"/>
                    <a:pt x="4908" y="335028"/>
                  </a:cubicBezTo>
                  <a:lnTo>
                    <a:pt x="105649" y="335028"/>
                  </a:lnTo>
                  <a:cubicBezTo>
                    <a:pt x="105715" y="335028"/>
                    <a:pt x="105787" y="335041"/>
                    <a:pt x="105852" y="335041"/>
                  </a:cubicBezTo>
                  <a:cubicBezTo>
                    <a:pt x="105917" y="335041"/>
                    <a:pt x="105989" y="335035"/>
                    <a:pt x="106055" y="335028"/>
                  </a:cubicBezTo>
                  <a:lnTo>
                    <a:pt x="236217" y="335028"/>
                  </a:lnTo>
                  <a:cubicBezTo>
                    <a:pt x="236283" y="335028"/>
                    <a:pt x="236348" y="335041"/>
                    <a:pt x="236420" y="335041"/>
                  </a:cubicBezTo>
                  <a:cubicBezTo>
                    <a:pt x="236492" y="335041"/>
                    <a:pt x="236558" y="335035"/>
                    <a:pt x="236623" y="335028"/>
                  </a:cubicBezTo>
                  <a:lnTo>
                    <a:pt x="314559" y="335028"/>
                  </a:lnTo>
                  <a:cubicBezTo>
                    <a:pt x="314625" y="335028"/>
                    <a:pt x="314690" y="335041"/>
                    <a:pt x="314762" y="335041"/>
                  </a:cubicBezTo>
                  <a:cubicBezTo>
                    <a:pt x="314834" y="335041"/>
                    <a:pt x="314900" y="335035"/>
                    <a:pt x="314965" y="335028"/>
                  </a:cubicBezTo>
                  <a:lnTo>
                    <a:pt x="330140" y="335028"/>
                  </a:lnTo>
                  <a:cubicBezTo>
                    <a:pt x="336468" y="335028"/>
                    <a:pt x="336468" y="325213"/>
                    <a:pt x="330140" y="325213"/>
                  </a:cubicBezTo>
                  <a:close/>
                  <a:moveTo>
                    <a:pt x="32424" y="253617"/>
                  </a:moveTo>
                  <a:cubicBezTo>
                    <a:pt x="32424" y="252727"/>
                    <a:pt x="33176" y="251981"/>
                    <a:pt x="34060" y="251981"/>
                  </a:cubicBezTo>
                  <a:lnTo>
                    <a:pt x="99315" y="251981"/>
                  </a:lnTo>
                  <a:cubicBezTo>
                    <a:pt x="100198" y="251981"/>
                    <a:pt x="100951" y="252727"/>
                    <a:pt x="100951" y="253617"/>
                  </a:cubicBezTo>
                  <a:lnTo>
                    <a:pt x="100951" y="325213"/>
                  </a:lnTo>
                  <a:lnTo>
                    <a:pt x="32424" y="325213"/>
                  </a:lnTo>
                  <a:lnTo>
                    <a:pt x="32424" y="2536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7654408" y="2292040"/>
              <a:ext cx="296118" cy="209462"/>
            </a:xfrm>
            <a:custGeom>
              <a:rect b="b" l="l" r="r" t="t"/>
              <a:pathLst>
                <a:path extrusionOk="0" h="209462" w="296118">
                  <a:moveTo>
                    <a:pt x="2463" y="208823"/>
                  </a:moveTo>
                  <a:cubicBezTo>
                    <a:pt x="4787" y="210157"/>
                    <a:pt x="7836" y="209333"/>
                    <a:pt x="9164" y="207023"/>
                  </a:cubicBezTo>
                  <a:cubicBezTo>
                    <a:pt x="39502" y="154391"/>
                    <a:pt x="82867" y="109671"/>
                    <a:pt x="134570" y="77685"/>
                  </a:cubicBezTo>
                  <a:cubicBezTo>
                    <a:pt x="159442" y="62301"/>
                    <a:pt x="185493" y="50371"/>
                    <a:pt x="212009" y="42238"/>
                  </a:cubicBezTo>
                  <a:cubicBezTo>
                    <a:pt x="234827" y="35236"/>
                    <a:pt x="257553" y="31185"/>
                    <a:pt x="279743" y="30138"/>
                  </a:cubicBezTo>
                  <a:lnTo>
                    <a:pt x="269090" y="41649"/>
                  </a:lnTo>
                  <a:cubicBezTo>
                    <a:pt x="264797" y="46288"/>
                    <a:pt x="271982" y="52976"/>
                    <a:pt x="276294" y="48317"/>
                  </a:cubicBezTo>
                  <a:lnTo>
                    <a:pt x="294833" y="28280"/>
                  </a:lnTo>
                  <a:cubicBezTo>
                    <a:pt x="296547" y="26428"/>
                    <a:pt x="296547" y="23470"/>
                    <a:pt x="294833" y="21612"/>
                  </a:cubicBezTo>
                  <a:lnTo>
                    <a:pt x="276294" y="1574"/>
                  </a:lnTo>
                  <a:cubicBezTo>
                    <a:pt x="271995" y="-3072"/>
                    <a:pt x="264791" y="3597"/>
                    <a:pt x="269090" y="8243"/>
                  </a:cubicBezTo>
                  <a:lnTo>
                    <a:pt x="280234" y="20290"/>
                  </a:lnTo>
                  <a:cubicBezTo>
                    <a:pt x="256925" y="21304"/>
                    <a:pt x="233054" y="25512"/>
                    <a:pt x="209129" y="32854"/>
                  </a:cubicBezTo>
                  <a:cubicBezTo>
                    <a:pt x="181815" y="41236"/>
                    <a:pt x="154993" y="53513"/>
                    <a:pt x="129406" y="69335"/>
                  </a:cubicBezTo>
                  <a:cubicBezTo>
                    <a:pt x="76330" y="102165"/>
                    <a:pt x="31806" y="148083"/>
                    <a:pt x="657" y="202115"/>
                  </a:cubicBezTo>
                  <a:cubicBezTo>
                    <a:pt x="-697" y="204464"/>
                    <a:pt x="108" y="207461"/>
                    <a:pt x="2457" y="208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7667517" y="2308168"/>
              <a:ext cx="90680" cy="9815"/>
            </a:xfrm>
            <a:custGeom>
              <a:rect b="b" l="l" r="r" t="t"/>
              <a:pathLst>
                <a:path extrusionOk="0" h="9815" w="90680">
                  <a:moveTo>
                    <a:pt x="4746" y="9816"/>
                  </a:moveTo>
                  <a:lnTo>
                    <a:pt x="85935" y="9816"/>
                  </a:lnTo>
                  <a:cubicBezTo>
                    <a:pt x="92262" y="9816"/>
                    <a:pt x="92262" y="0"/>
                    <a:pt x="85935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7667517" y="2339748"/>
              <a:ext cx="61292" cy="9815"/>
            </a:xfrm>
            <a:custGeom>
              <a:rect b="b" l="l" r="r" t="t"/>
              <a:pathLst>
                <a:path extrusionOk="0" h="9815" w="61292">
                  <a:moveTo>
                    <a:pt x="4746" y="9816"/>
                  </a:moveTo>
                  <a:lnTo>
                    <a:pt x="56546" y="9816"/>
                  </a:lnTo>
                  <a:cubicBezTo>
                    <a:pt x="62874" y="9816"/>
                    <a:pt x="62874" y="0"/>
                    <a:pt x="56546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7"/>
          <p:cNvGrpSpPr/>
          <p:nvPr/>
        </p:nvGrpSpPr>
        <p:grpSpPr>
          <a:xfrm>
            <a:off x="1029994" y="2105103"/>
            <a:ext cx="345086" cy="345093"/>
            <a:chOff x="5481792" y="4154442"/>
            <a:chExt cx="335035" cy="335042"/>
          </a:xfrm>
        </p:grpSpPr>
        <p:sp>
          <p:nvSpPr>
            <p:cNvPr id="121" name="Google Shape;121;p17"/>
            <p:cNvSpPr/>
            <p:nvPr/>
          </p:nvSpPr>
          <p:spPr>
            <a:xfrm>
              <a:off x="5632803" y="4178320"/>
              <a:ext cx="137936" cy="159615"/>
            </a:xfrm>
            <a:custGeom>
              <a:rect b="b" l="l" r="r" t="t"/>
              <a:pathLst>
                <a:path extrusionOk="0" h="159615" w="137936">
                  <a:moveTo>
                    <a:pt x="4901" y="159616"/>
                  </a:moveTo>
                  <a:lnTo>
                    <a:pt x="133029" y="159616"/>
                  </a:lnTo>
                  <a:cubicBezTo>
                    <a:pt x="135738" y="159616"/>
                    <a:pt x="137936" y="157417"/>
                    <a:pt x="137936" y="154708"/>
                  </a:cubicBezTo>
                  <a:cubicBezTo>
                    <a:pt x="137936" y="145580"/>
                    <a:pt x="137007" y="136458"/>
                    <a:pt x="135181" y="127597"/>
                  </a:cubicBezTo>
                  <a:cubicBezTo>
                    <a:pt x="134632" y="124940"/>
                    <a:pt x="132034" y="123233"/>
                    <a:pt x="129384" y="123782"/>
                  </a:cubicBezTo>
                  <a:cubicBezTo>
                    <a:pt x="126727" y="124332"/>
                    <a:pt x="125019" y="126923"/>
                    <a:pt x="125569" y="129580"/>
                  </a:cubicBezTo>
                  <a:cubicBezTo>
                    <a:pt x="126936" y="136202"/>
                    <a:pt x="127761" y="142982"/>
                    <a:pt x="128029" y="149800"/>
                  </a:cubicBezTo>
                  <a:lnTo>
                    <a:pt x="9809" y="149800"/>
                  </a:lnTo>
                  <a:lnTo>
                    <a:pt x="9809" y="31201"/>
                  </a:lnTo>
                  <a:cubicBezTo>
                    <a:pt x="57598" y="33229"/>
                    <a:pt x="99930" y="62532"/>
                    <a:pt x="118554" y="106932"/>
                  </a:cubicBezTo>
                  <a:cubicBezTo>
                    <a:pt x="119601" y="109432"/>
                    <a:pt x="122480" y="110610"/>
                    <a:pt x="124980" y="109556"/>
                  </a:cubicBezTo>
                  <a:cubicBezTo>
                    <a:pt x="127479" y="108509"/>
                    <a:pt x="128657" y="105630"/>
                    <a:pt x="127610" y="103130"/>
                  </a:cubicBezTo>
                  <a:cubicBezTo>
                    <a:pt x="115825" y="75037"/>
                    <a:pt x="95245" y="52547"/>
                    <a:pt x="69842" y="38301"/>
                  </a:cubicBezTo>
                  <a:lnTo>
                    <a:pt x="69842" y="9816"/>
                  </a:lnTo>
                  <a:lnTo>
                    <a:pt x="88492" y="9816"/>
                  </a:lnTo>
                  <a:cubicBezTo>
                    <a:pt x="91201" y="9816"/>
                    <a:pt x="93399" y="7617"/>
                    <a:pt x="93399" y="4908"/>
                  </a:cubicBezTo>
                  <a:cubicBezTo>
                    <a:pt x="93399" y="2199"/>
                    <a:pt x="91201" y="0"/>
                    <a:pt x="88492" y="0"/>
                  </a:cubicBezTo>
                  <a:lnTo>
                    <a:pt x="64934" y="0"/>
                  </a:lnTo>
                  <a:cubicBezTo>
                    <a:pt x="62225" y="0"/>
                    <a:pt x="60026" y="2199"/>
                    <a:pt x="60026" y="4908"/>
                  </a:cubicBezTo>
                  <a:lnTo>
                    <a:pt x="60026" y="33314"/>
                  </a:lnTo>
                  <a:cubicBezTo>
                    <a:pt x="43143" y="25606"/>
                    <a:pt x="24513" y="21359"/>
                    <a:pt x="5150" y="21267"/>
                  </a:cubicBezTo>
                  <a:cubicBezTo>
                    <a:pt x="4437" y="21235"/>
                    <a:pt x="3710" y="21353"/>
                    <a:pt x="3030" y="21634"/>
                  </a:cubicBezTo>
                  <a:cubicBezTo>
                    <a:pt x="1198" y="22393"/>
                    <a:pt x="0" y="24186"/>
                    <a:pt x="0" y="26169"/>
                  </a:cubicBezTo>
                  <a:lnTo>
                    <a:pt x="0" y="154702"/>
                  </a:lnTo>
                  <a:cubicBezTo>
                    <a:pt x="0" y="157411"/>
                    <a:pt x="2199" y="159609"/>
                    <a:pt x="4908" y="159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759242" y="4431899"/>
              <a:ext cx="57585" cy="57585"/>
            </a:xfrm>
            <a:custGeom>
              <a:rect b="b" l="l" r="r" t="t"/>
              <a:pathLst>
                <a:path extrusionOk="0" h="57585" w="57585">
                  <a:moveTo>
                    <a:pt x="28793" y="0"/>
                  </a:moveTo>
                  <a:cubicBezTo>
                    <a:pt x="12917" y="0"/>
                    <a:pt x="0" y="12917"/>
                    <a:pt x="0" y="28793"/>
                  </a:cubicBezTo>
                  <a:cubicBezTo>
                    <a:pt x="0" y="44668"/>
                    <a:pt x="12917" y="57585"/>
                    <a:pt x="28793" y="57585"/>
                  </a:cubicBezTo>
                  <a:cubicBezTo>
                    <a:pt x="44668" y="57585"/>
                    <a:pt x="57585" y="44668"/>
                    <a:pt x="57585" y="28793"/>
                  </a:cubicBezTo>
                  <a:cubicBezTo>
                    <a:pt x="57585" y="12917"/>
                    <a:pt x="44668" y="0"/>
                    <a:pt x="28793" y="0"/>
                  </a:cubicBezTo>
                  <a:close/>
                  <a:moveTo>
                    <a:pt x="28793" y="47770"/>
                  </a:moveTo>
                  <a:cubicBezTo>
                    <a:pt x="18329" y="47770"/>
                    <a:pt x="9816" y="39256"/>
                    <a:pt x="9816" y="28793"/>
                  </a:cubicBezTo>
                  <a:cubicBezTo>
                    <a:pt x="9816" y="18329"/>
                    <a:pt x="18329" y="9816"/>
                    <a:pt x="28793" y="9816"/>
                  </a:cubicBezTo>
                  <a:cubicBezTo>
                    <a:pt x="39256" y="9816"/>
                    <a:pt x="47770" y="18329"/>
                    <a:pt x="47770" y="28793"/>
                  </a:cubicBezTo>
                  <a:cubicBezTo>
                    <a:pt x="47770" y="39256"/>
                    <a:pt x="39256" y="47770"/>
                    <a:pt x="28793" y="477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5739938" y="4154442"/>
              <a:ext cx="57585" cy="57585"/>
            </a:xfrm>
            <a:custGeom>
              <a:rect b="b" l="l" r="r" t="t"/>
              <a:pathLst>
                <a:path extrusionOk="0" h="57585" w="57585">
                  <a:moveTo>
                    <a:pt x="28793" y="57585"/>
                  </a:moveTo>
                  <a:cubicBezTo>
                    <a:pt x="44668" y="57585"/>
                    <a:pt x="57585" y="44668"/>
                    <a:pt x="57585" y="28793"/>
                  </a:cubicBezTo>
                  <a:cubicBezTo>
                    <a:pt x="57585" y="12917"/>
                    <a:pt x="44668" y="0"/>
                    <a:pt x="28793" y="0"/>
                  </a:cubicBezTo>
                  <a:cubicBezTo>
                    <a:pt x="12917" y="0"/>
                    <a:pt x="0" y="12917"/>
                    <a:pt x="0" y="28793"/>
                  </a:cubicBezTo>
                  <a:cubicBezTo>
                    <a:pt x="0" y="44668"/>
                    <a:pt x="12917" y="57585"/>
                    <a:pt x="28793" y="57585"/>
                  </a:cubicBezTo>
                  <a:close/>
                  <a:moveTo>
                    <a:pt x="28793" y="9816"/>
                  </a:moveTo>
                  <a:cubicBezTo>
                    <a:pt x="39256" y="9816"/>
                    <a:pt x="47770" y="18329"/>
                    <a:pt x="47770" y="28793"/>
                  </a:cubicBezTo>
                  <a:cubicBezTo>
                    <a:pt x="47770" y="39256"/>
                    <a:pt x="39256" y="47770"/>
                    <a:pt x="28793" y="47770"/>
                  </a:cubicBezTo>
                  <a:cubicBezTo>
                    <a:pt x="18329" y="47770"/>
                    <a:pt x="9816" y="39256"/>
                    <a:pt x="9816" y="28793"/>
                  </a:cubicBezTo>
                  <a:cubicBezTo>
                    <a:pt x="9816" y="18329"/>
                    <a:pt x="18329" y="9816"/>
                    <a:pt x="28793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5506979" y="4154442"/>
              <a:ext cx="57585" cy="57585"/>
            </a:xfrm>
            <a:custGeom>
              <a:rect b="b" l="l" r="r" t="t"/>
              <a:pathLst>
                <a:path extrusionOk="0" h="57585" w="57585">
                  <a:moveTo>
                    <a:pt x="28793" y="57585"/>
                  </a:moveTo>
                  <a:cubicBezTo>
                    <a:pt x="44668" y="57585"/>
                    <a:pt x="57585" y="44668"/>
                    <a:pt x="57585" y="28793"/>
                  </a:cubicBezTo>
                  <a:cubicBezTo>
                    <a:pt x="57585" y="12917"/>
                    <a:pt x="44668" y="0"/>
                    <a:pt x="28793" y="0"/>
                  </a:cubicBezTo>
                  <a:cubicBezTo>
                    <a:pt x="12917" y="0"/>
                    <a:pt x="0" y="12917"/>
                    <a:pt x="0" y="28793"/>
                  </a:cubicBezTo>
                  <a:cubicBezTo>
                    <a:pt x="0" y="44668"/>
                    <a:pt x="12917" y="57585"/>
                    <a:pt x="28793" y="57585"/>
                  </a:cubicBezTo>
                  <a:close/>
                  <a:moveTo>
                    <a:pt x="28793" y="9816"/>
                  </a:moveTo>
                  <a:cubicBezTo>
                    <a:pt x="39256" y="9816"/>
                    <a:pt x="47770" y="18329"/>
                    <a:pt x="47770" y="28793"/>
                  </a:cubicBezTo>
                  <a:cubicBezTo>
                    <a:pt x="47770" y="39256"/>
                    <a:pt x="39256" y="47770"/>
                    <a:pt x="28793" y="47770"/>
                  </a:cubicBezTo>
                  <a:cubicBezTo>
                    <a:pt x="18329" y="47770"/>
                    <a:pt x="9816" y="39256"/>
                    <a:pt x="9816" y="28793"/>
                  </a:cubicBezTo>
                  <a:cubicBezTo>
                    <a:pt x="9816" y="18329"/>
                    <a:pt x="18329" y="9816"/>
                    <a:pt x="28793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5481792" y="4222419"/>
              <a:ext cx="309841" cy="267064"/>
            </a:xfrm>
            <a:custGeom>
              <a:rect b="b" l="l" r="r" t="t"/>
              <a:pathLst>
                <a:path extrusionOk="0" h="267064" w="309841">
                  <a:moveTo>
                    <a:pt x="300026" y="168581"/>
                  </a:moveTo>
                  <a:lnTo>
                    <a:pt x="300026" y="191811"/>
                  </a:lnTo>
                  <a:cubicBezTo>
                    <a:pt x="300026" y="194521"/>
                    <a:pt x="302224" y="196719"/>
                    <a:pt x="304934" y="196719"/>
                  </a:cubicBezTo>
                  <a:cubicBezTo>
                    <a:pt x="307643" y="196719"/>
                    <a:pt x="309842" y="194521"/>
                    <a:pt x="309842" y="191811"/>
                  </a:cubicBezTo>
                  <a:lnTo>
                    <a:pt x="309842" y="163673"/>
                  </a:lnTo>
                  <a:cubicBezTo>
                    <a:pt x="309842" y="160964"/>
                    <a:pt x="307643" y="158765"/>
                    <a:pt x="304934" y="158765"/>
                  </a:cubicBezTo>
                  <a:lnTo>
                    <a:pt x="264140" y="158765"/>
                  </a:lnTo>
                  <a:cubicBezTo>
                    <a:pt x="265697" y="150618"/>
                    <a:pt x="266528" y="142216"/>
                    <a:pt x="266528" y="133624"/>
                  </a:cubicBezTo>
                  <a:cubicBezTo>
                    <a:pt x="266528" y="130915"/>
                    <a:pt x="264329" y="128716"/>
                    <a:pt x="261620" y="128716"/>
                  </a:cubicBezTo>
                  <a:lnTo>
                    <a:pt x="138349" y="128716"/>
                  </a:lnTo>
                  <a:lnTo>
                    <a:pt x="138349" y="4908"/>
                  </a:lnTo>
                  <a:cubicBezTo>
                    <a:pt x="138349" y="2199"/>
                    <a:pt x="136150" y="0"/>
                    <a:pt x="133441" y="0"/>
                  </a:cubicBezTo>
                  <a:cubicBezTo>
                    <a:pt x="105852" y="0"/>
                    <a:pt x="80194" y="8415"/>
                    <a:pt x="58894" y="22812"/>
                  </a:cubicBezTo>
                  <a:lnTo>
                    <a:pt x="58894" y="5968"/>
                  </a:lnTo>
                  <a:cubicBezTo>
                    <a:pt x="58894" y="3259"/>
                    <a:pt x="56695" y="1060"/>
                    <a:pt x="53986" y="1060"/>
                  </a:cubicBezTo>
                  <a:cubicBezTo>
                    <a:pt x="51277" y="1060"/>
                    <a:pt x="49078" y="3259"/>
                    <a:pt x="49078" y="5968"/>
                  </a:cubicBezTo>
                  <a:lnTo>
                    <a:pt x="49078" y="30128"/>
                  </a:lnTo>
                  <a:cubicBezTo>
                    <a:pt x="19141" y="54621"/>
                    <a:pt x="0" y="91835"/>
                    <a:pt x="0" y="133441"/>
                  </a:cubicBezTo>
                  <a:cubicBezTo>
                    <a:pt x="0" y="168398"/>
                    <a:pt x="13356" y="201293"/>
                    <a:pt x="37647" y="226323"/>
                  </a:cubicBezTo>
                  <a:cubicBezTo>
                    <a:pt x="37888" y="226938"/>
                    <a:pt x="38255" y="227501"/>
                    <a:pt x="38733" y="227979"/>
                  </a:cubicBezTo>
                  <a:cubicBezTo>
                    <a:pt x="63939" y="253179"/>
                    <a:pt x="97444" y="267065"/>
                    <a:pt x="133087" y="267065"/>
                  </a:cubicBezTo>
                  <a:cubicBezTo>
                    <a:pt x="194573" y="267065"/>
                    <a:pt x="246471" y="225256"/>
                    <a:pt x="261875" y="168581"/>
                  </a:cubicBezTo>
                  <a:lnTo>
                    <a:pt x="300032" y="168581"/>
                  </a:lnTo>
                  <a:close/>
                  <a:moveTo>
                    <a:pt x="11504" y="153995"/>
                  </a:moveTo>
                  <a:lnTo>
                    <a:pt x="58639" y="201123"/>
                  </a:lnTo>
                  <a:lnTo>
                    <a:pt x="42541" y="217221"/>
                  </a:lnTo>
                  <a:cubicBezTo>
                    <a:pt x="26097" y="199415"/>
                    <a:pt x="15430" y="177566"/>
                    <a:pt x="11510" y="153988"/>
                  </a:cubicBezTo>
                  <a:close/>
                  <a:moveTo>
                    <a:pt x="28217" y="68598"/>
                  </a:moveTo>
                  <a:lnTo>
                    <a:pt x="109687" y="150069"/>
                  </a:lnTo>
                  <a:lnTo>
                    <a:pt x="91103" y="168653"/>
                  </a:lnTo>
                  <a:lnTo>
                    <a:pt x="16314" y="93858"/>
                  </a:lnTo>
                  <a:cubicBezTo>
                    <a:pt x="19337" y="84938"/>
                    <a:pt x="23348" y="76471"/>
                    <a:pt x="28217" y="68592"/>
                  </a:cubicBezTo>
                  <a:close/>
                  <a:moveTo>
                    <a:pt x="84159" y="175602"/>
                  </a:moveTo>
                  <a:lnTo>
                    <a:pt x="65575" y="194187"/>
                  </a:lnTo>
                  <a:lnTo>
                    <a:pt x="9914" y="138532"/>
                  </a:lnTo>
                  <a:cubicBezTo>
                    <a:pt x="9456" y="127152"/>
                    <a:pt x="10549" y="115727"/>
                    <a:pt x="13199" y="104642"/>
                  </a:cubicBezTo>
                  <a:lnTo>
                    <a:pt x="84159" y="175602"/>
                  </a:lnTo>
                  <a:close/>
                  <a:moveTo>
                    <a:pt x="82517" y="20790"/>
                  </a:moveTo>
                  <a:lnTo>
                    <a:pt x="127990" y="66262"/>
                  </a:lnTo>
                  <a:cubicBezTo>
                    <a:pt x="128160" y="66432"/>
                    <a:pt x="128337" y="66583"/>
                    <a:pt x="128526" y="66720"/>
                  </a:cubicBezTo>
                  <a:lnTo>
                    <a:pt x="128526" y="103974"/>
                  </a:lnTo>
                  <a:lnTo>
                    <a:pt x="59202" y="34649"/>
                  </a:lnTo>
                  <a:cubicBezTo>
                    <a:pt x="66406" y="29225"/>
                    <a:pt x="74219" y="24565"/>
                    <a:pt x="82517" y="20796"/>
                  </a:cubicBezTo>
                  <a:close/>
                  <a:moveTo>
                    <a:pt x="128526" y="52913"/>
                  </a:moveTo>
                  <a:lnTo>
                    <a:pt x="92424" y="16811"/>
                  </a:lnTo>
                  <a:cubicBezTo>
                    <a:pt x="103797" y="12800"/>
                    <a:pt x="115923" y="10405"/>
                    <a:pt x="128526" y="9907"/>
                  </a:cubicBezTo>
                  <a:lnTo>
                    <a:pt x="128526" y="52913"/>
                  </a:lnTo>
                  <a:close/>
                  <a:moveTo>
                    <a:pt x="51565" y="40892"/>
                  </a:moveTo>
                  <a:lnTo>
                    <a:pt x="127512" y="116839"/>
                  </a:lnTo>
                  <a:cubicBezTo>
                    <a:pt x="127820" y="117147"/>
                    <a:pt x="128166" y="117402"/>
                    <a:pt x="128526" y="117611"/>
                  </a:cubicBezTo>
                  <a:lnTo>
                    <a:pt x="128526" y="131235"/>
                  </a:lnTo>
                  <a:lnTo>
                    <a:pt x="116630" y="143132"/>
                  </a:lnTo>
                  <a:lnTo>
                    <a:pt x="34224" y="60726"/>
                  </a:lnTo>
                  <a:cubicBezTo>
                    <a:pt x="34086" y="60589"/>
                    <a:pt x="33943" y="60464"/>
                    <a:pt x="33792" y="60347"/>
                  </a:cubicBezTo>
                  <a:cubicBezTo>
                    <a:pt x="39014" y="53247"/>
                    <a:pt x="44975" y="46723"/>
                    <a:pt x="51558" y="40892"/>
                  </a:cubicBezTo>
                  <a:close/>
                  <a:moveTo>
                    <a:pt x="133081" y="257249"/>
                  </a:moveTo>
                  <a:cubicBezTo>
                    <a:pt x="101743" y="257249"/>
                    <a:pt x="72184" y="245666"/>
                    <a:pt x="49294" y="224524"/>
                  </a:cubicBezTo>
                  <a:lnTo>
                    <a:pt x="135286" y="138532"/>
                  </a:lnTo>
                  <a:lnTo>
                    <a:pt x="256614" y="138532"/>
                  </a:lnTo>
                  <a:cubicBezTo>
                    <a:pt x="254030" y="204434"/>
                    <a:pt x="199605" y="257249"/>
                    <a:pt x="133081" y="2572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457200" y="1622250"/>
            <a:ext cx="2893800" cy="1519200"/>
          </a:xfrm>
          <a:prstGeom prst="roundRect">
            <a:avLst>
              <a:gd fmla="val 55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57200" y="3217400"/>
            <a:ext cx="2893800" cy="1519200"/>
          </a:xfrm>
          <a:prstGeom prst="roundRect">
            <a:avLst>
              <a:gd fmla="val 55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797650" y="1622250"/>
            <a:ext cx="2893800" cy="1519200"/>
          </a:xfrm>
          <a:prstGeom prst="roundRect">
            <a:avLst>
              <a:gd fmla="val 553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797650" y="3217400"/>
            <a:ext cx="2893800" cy="1519200"/>
          </a:xfrm>
          <a:prstGeom prst="roundRect">
            <a:avLst>
              <a:gd fmla="val 553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8" title="freepik__3d-chess-set-with-fluid-gradient-transitions-betwe__93596.png"/>
          <p:cNvPicPr preferRelativeResize="0"/>
          <p:nvPr/>
        </p:nvPicPr>
        <p:blipFill rotWithShape="1">
          <a:blip r:embed="rId3">
            <a:alphaModFix/>
          </a:blip>
          <a:srcRect b="0" l="0" r="0" t="24659"/>
          <a:stretch/>
        </p:blipFill>
        <p:spPr>
          <a:xfrm>
            <a:off x="2933575" y="2127000"/>
            <a:ext cx="3281499" cy="18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739350" y="1729388"/>
            <a:ext cx="2472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Strengths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609675" y="2016188"/>
            <a:ext cx="24726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the smallest one in the Solar System. This planet’s name has nothing to do with the liquid metal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09675" y="3324538"/>
            <a:ext cx="2472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Opportunities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609675" y="3611338"/>
            <a:ext cx="24726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that harbors life in the Solar System. All humans live on this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950050" y="1729388"/>
            <a:ext cx="2472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Weaknesses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950050" y="2016188"/>
            <a:ext cx="24726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 and is the second planet from the Sun. It’s terribly hot, and its atmosphere is extremely poisonous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950050" y="3324538"/>
            <a:ext cx="2472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Threats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5950050" y="3611338"/>
            <a:ext cx="24726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extremely cold place. It’s full of iron oxide dust, which gives the planet its reddish cast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52550" y="1192000"/>
            <a:ext cx="8238900" cy="278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SWOT analysis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452550" y="1660375"/>
            <a:ext cx="2432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actually a small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457050" y="1352075"/>
            <a:ext cx="2432400" cy="30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Marketing strategies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452550" y="3488900"/>
            <a:ext cx="2432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 extremely high temperatures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7050" y="3180600"/>
            <a:ext cx="2432400" cy="308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Company reputation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353550" y="3488900"/>
            <a:ext cx="2432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on which we live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358050" y="3180600"/>
            <a:ext cx="2432400" cy="3084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Marketing strategies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6254550" y="1660375"/>
            <a:ext cx="2432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was named after a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6259050" y="1352075"/>
            <a:ext cx="2432400" cy="308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Measure awareness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254550" y="3488900"/>
            <a:ext cx="2432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 and has around eighty moons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6259050" y="3180600"/>
            <a:ext cx="2432400" cy="308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Distribution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353550" y="1549973"/>
            <a:ext cx="2432400" cy="526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Company brand building strategy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3358050" y="2076473"/>
            <a:ext cx="2432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the smallest one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3" name="Google Shape;163;p19"/>
          <p:cNvCxnSpPr>
            <a:stCxn id="161" idx="1"/>
            <a:endCxn id="152" idx="3"/>
          </p:cNvCxnSpPr>
          <p:nvPr/>
        </p:nvCxnSpPr>
        <p:spPr>
          <a:xfrm rot="10800000">
            <a:off x="2889450" y="1506323"/>
            <a:ext cx="464100" cy="30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9"/>
          <p:cNvCxnSpPr>
            <a:stCxn id="161" idx="1"/>
            <a:endCxn id="154" idx="3"/>
          </p:cNvCxnSpPr>
          <p:nvPr/>
        </p:nvCxnSpPr>
        <p:spPr>
          <a:xfrm flipH="1">
            <a:off x="2889450" y="1813223"/>
            <a:ext cx="464100" cy="1521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9"/>
          <p:cNvCxnSpPr>
            <a:stCxn id="162" idx="2"/>
            <a:endCxn id="156" idx="0"/>
          </p:cNvCxnSpPr>
          <p:nvPr/>
        </p:nvCxnSpPr>
        <p:spPr>
          <a:xfrm>
            <a:off x="4574250" y="2713673"/>
            <a:ext cx="0" cy="4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9"/>
          <p:cNvCxnSpPr>
            <a:stCxn id="161" idx="3"/>
            <a:endCxn id="158" idx="1"/>
          </p:cNvCxnSpPr>
          <p:nvPr/>
        </p:nvCxnSpPr>
        <p:spPr>
          <a:xfrm flipH="1" rot="10800000">
            <a:off x="5785950" y="1506323"/>
            <a:ext cx="473100" cy="30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9"/>
          <p:cNvCxnSpPr>
            <a:stCxn id="161" idx="3"/>
            <a:endCxn id="160" idx="1"/>
          </p:cNvCxnSpPr>
          <p:nvPr/>
        </p:nvCxnSpPr>
        <p:spPr>
          <a:xfrm>
            <a:off x="5785950" y="1813223"/>
            <a:ext cx="473100" cy="1521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460442" y="1352075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52550" y="3329600"/>
            <a:ext cx="2002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a small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60430" y="1918231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Goal: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this quarter’s goals?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60430" y="2388688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Revenue</a:t>
            </a: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$80.000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60430" y="2859144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Number of sales</a:t>
            </a: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1000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536604" y="1352075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528709" y="3329600"/>
            <a:ext cx="2002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toxic atmosphere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actually a hot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536592" y="2388688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Revenue: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$100.000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536592" y="2859144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Number of sales: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1500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612766" y="1352075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04868" y="3329600"/>
            <a:ext cx="2002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612754" y="2388688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Revenue: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$150.000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612754" y="2859144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Number of sales: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1700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688927" y="1352075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681028" y="3329600"/>
            <a:ext cx="2002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 cold plac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was named after a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688916" y="2388688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Revenue: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$300.000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688916" y="2859144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Number of sales: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3400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536605" y="1918231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Goal: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this quarter’s goals?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612780" y="1918231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Goal: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this quarter’s goals?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688955" y="1918231"/>
            <a:ext cx="2002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Goal: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this quarter’s goals?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457205" y="1402125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762900" y="1415425"/>
            <a:ext cx="3630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the smallest one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57205" y="2118294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762900" y="2131594"/>
            <a:ext cx="3630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 and is the second planet from the Sun. It’s terribly hot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57205" y="2834463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762900" y="2847763"/>
            <a:ext cx="3630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that harbors life in the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57205" y="3550631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762900" y="3563931"/>
            <a:ext cx="3630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place. It’s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57205" y="4266800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62900" y="4280100"/>
            <a:ext cx="3630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8" name="Google Shape;208;p21" title="freepik__3d-render-of-an-isolated-chess-pawn-with-a-translu__93597.png"/>
          <p:cNvPicPr preferRelativeResize="0"/>
          <p:nvPr/>
        </p:nvPicPr>
        <p:blipFill rotWithShape="1">
          <a:blip r:embed="rId3">
            <a:alphaModFix/>
          </a:blip>
          <a:srcRect b="6466" l="37293" r="37291" t="9774"/>
          <a:stretch/>
        </p:blipFill>
        <p:spPr>
          <a:xfrm rot="-193256">
            <a:off x="5849359" y="2822150"/>
            <a:ext cx="646992" cy="12181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1"/>
          <p:cNvCxnSpPr>
            <a:stCxn id="210" idx="3"/>
            <a:endCxn id="211" idx="0"/>
          </p:cNvCxnSpPr>
          <p:nvPr/>
        </p:nvCxnSpPr>
        <p:spPr>
          <a:xfrm>
            <a:off x="7258750" y="1743975"/>
            <a:ext cx="821700" cy="1196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1"/>
          <p:cNvCxnSpPr>
            <a:stCxn id="211" idx="2"/>
            <a:endCxn id="213" idx="3"/>
          </p:cNvCxnSpPr>
          <p:nvPr/>
        </p:nvCxnSpPr>
        <p:spPr>
          <a:xfrm rot="5400000">
            <a:off x="7394562" y="3756213"/>
            <a:ext cx="1196700" cy="175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1"/>
          <p:cNvCxnSpPr>
            <a:stCxn id="215" idx="3"/>
            <a:endCxn id="216" idx="1"/>
          </p:cNvCxnSpPr>
          <p:nvPr/>
        </p:nvCxnSpPr>
        <p:spPr>
          <a:xfrm rot="10800000">
            <a:off x="6250415" y="4442144"/>
            <a:ext cx="91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1"/>
          <p:cNvCxnSpPr>
            <a:stCxn id="218" idx="0"/>
            <a:endCxn id="210" idx="1"/>
          </p:cNvCxnSpPr>
          <p:nvPr/>
        </p:nvCxnSpPr>
        <p:spPr>
          <a:xfrm rot="-5400000">
            <a:off x="5138500" y="1917513"/>
            <a:ext cx="1196700" cy="849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9" name="Google Shape;219;p21" title="freepik__3d-chess-set-with-fluid-gradient-transitions-betwe__93595.png"/>
          <p:cNvPicPr preferRelativeResize="0"/>
          <p:nvPr/>
        </p:nvPicPr>
        <p:blipFill rotWithShape="1">
          <a:blip r:embed="rId4">
            <a:alphaModFix/>
          </a:blip>
          <a:srcRect b="13267" l="18742" r="18742" t="13267"/>
          <a:stretch/>
        </p:blipFill>
        <p:spPr>
          <a:xfrm rot="-661856">
            <a:off x="5897459" y="1950248"/>
            <a:ext cx="1497051" cy="225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title="aqad.png"/>
          <p:cNvPicPr preferRelativeResize="0"/>
          <p:nvPr/>
        </p:nvPicPr>
        <p:blipFill rotWithShape="1">
          <a:blip r:embed="rId5">
            <a:alphaModFix/>
          </a:blip>
          <a:srcRect b="19272" l="23586" r="23586" t="19272"/>
          <a:stretch/>
        </p:blipFill>
        <p:spPr>
          <a:xfrm rot="214394">
            <a:off x="6583218" y="2453840"/>
            <a:ext cx="1068459" cy="159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6808352" y="4289750"/>
            <a:ext cx="1097100" cy="304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514937" y="4289750"/>
            <a:ext cx="1097100" cy="304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Ejecution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763500" y="2940663"/>
            <a:ext cx="1097100" cy="30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161650" y="1591575"/>
            <a:ext cx="1097100" cy="3048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Analysis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7531962" y="2940663"/>
            <a:ext cx="10971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Goals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22" name="Google Shape;222;p21"/>
          <p:cNvCxnSpPr>
            <a:stCxn id="218" idx="2"/>
            <a:endCxn id="221" idx="1"/>
          </p:cNvCxnSpPr>
          <p:nvPr/>
        </p:nvCxnSpPr>
        <p:spPr>
          <a:xfrm flipH="1" rot="-5400000">
            <a:off x="4815100" y="3742413"/>
            <a:ext cx="1196700" cy="20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infographics</a:t>
            </a:r>
            <a:endParaRPr/>
          </a:p>
        </p:txBody>
      </p:sp>
      <p:graphicFrame>
        <p:nvGraphicFramePr>
          <p:cNvPr id="228" name="Google Shape;228;p22"/>
          <p:cNvGraphicFramePr/>
          <p:nvPr/>
        </p:nvGraphicFramePr>
        <p:xfrm>
          <a:off x="457250" y="136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{6EA4E2B0-87E9-404C-A0F4-BF707596A31D}</a:tableStyleId>
              </a:tblPr>
              <a:tblGrid>
                <a:gridCol w="1595625"/>
                <a:gridCol w="2222175"/>
                <a:gridCol w="2361375"/>
                <a:gridCol w="2059725"/>
              </a:tblGrid>
              <a:tr h="370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Sales strategy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Sales Channel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Products &amp; Services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Budgeted Costs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Projected Sales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1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In Store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T-shirts, hoodies, jeans, sweatpants, graphic designs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Sales staff, Management, Logistics, POS, Leasing, Utilities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12,000 units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Online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T-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shirts, oodies, jeans, shawls, badges, graphic designs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Inventory, Website &amp; Security, Customer Support, Marketing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22,000 units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Wholesale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T-shirts, hoodies, crewnecks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Warehousing, Logistics, Manufacturing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15,000 units</a:t>
                      </a:r>
                      <a:endParaRPr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1974765" y="1734050"/>
            <a:ext cx="2288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the smallest one in the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56982" y="1228250"/>
            <a:ext cx="3806400" cy="429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Market research &amp; insights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1566368" y="1800050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452550" y="1800050"/>
            <a:ext cx="1116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1- 2 weeks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1974765" y="2954525"/>
            <a:ext cx="2288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 and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456982" y="2448725"/>
            <a:ext cx="3806400" cy="4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Define vision &amp; objectives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1566368" y="3020525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452550" y="3020525"/>
            <a:ext cx="1116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 weeks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974765" y="4175000"/>
            <a:ext cx="2288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that harbors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456982" y="3669200"/>
            <a:ext cx="3806400" cy="42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planning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1566368" y="4241000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452550" y="4241000"/>
            <a:ext cx="1116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 weeks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400063" y="1734050"/>
            <a:ext cx="2291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place. It’s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4880487" y="1228250"/>
            <a:ext cx="3810900" cy="429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Execution plan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991183" y="1800050"/>
            <a:ext cx="411900" cy="429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4876050" y="1800050"/>
            <a:ext cx="1118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4–5 weeks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400063" y="2954525"/>
            <a:ext cx="2291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fourth-brightest object in the night sky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880487" y="2448725"/>
            <a:ext cx="3810900" cy="42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Implementation &amp; monitoring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991183" y="3020525"/>
            <a:ext cx="411900" cy="42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4876050" y="3020525"/>
            <a:ext cx="1118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3-4 weeks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6400063" y="4175000"/>
            <a:ext cx="2291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several rings. It’s composed mostly of hydrogen and helium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880487" y="3669200"/>
            <a:ext cx="3810900" cy="4296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Review &amp; optimization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991183" y="4241000"/>
            <a:ext cx="411900" cy="4296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876050" y="4241000"/>
            <a:ext cx="1118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 weeks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4366200" y="1120350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790126" y="1058100"/>
            <a:ext cx="311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the smallest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452631" y="1182750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 flipH="1">
            <a:off x="5238074" y="1682980"/>
            <a:ext cx="311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 and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7" name="Google Shape;267;p24"/>
          <p:cNvSpPr/>
          <p:nvPr/>
        </p:nvSpPr>
        <p:spPr>
          <a:xfrm flipH="1">
            <a:off x="4366200" y="1745230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24"/>
          <p:cNvSpPr/>
          <p:nvPr/>
        </p:nvSpPr>
        <p:spPr>
          <a:xfrm flipH="1">
            <a:off x="8385669" y="1807630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790126" y="2307860"/>
            <a:ext cx="311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that harbors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4366200" y="2370110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52631" y="2432510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 flipH="1">
            <a:off x="5238074" y="2932740"/>
            <a:ext cx="311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place. It’s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3" name="Google Shape;273;p24"/>
          <p:cNvSpPr/>
          <p:nvPr/>
        </p:nvSpPr>
        <p:spPr>
          <a:xfrm flipH="1">
            <a:off x="4366200" y="2994990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4" name="Google Shape;274;p24"/>
          <p:cNvSpPr/>
          <p:nvPr/>
        </p:nvSpPr>
        <p:spPr>
          <a:xfrm flipH="1">
            <a:off x="8385669" y="3057390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790126" y="3557620"/>
            <a:ext cx="311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fourth-brightest object in the night sky and is a gas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4366200" y="3619870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452631" y="3682270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 flipH="1">
            <a:off x="5238074" y="4182500"/>
            <a:ext cx="311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rings. It has a high number of moons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9" name="Google Shape;279;p24"/>
          <p:cNvSpPr/>
          <p:nvPr/>
        </p:nvSpPr>
        <p:spPr>
          <a:xfrm flipH="1">
            <a:off x="4366200" y="4244750"/>
            <a:ext cx="411600" cy="4296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 sz="1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0" name="Google Shape;280;p24"/>
          <p:cNvSpPr/>
          <p:nvPr/>
        </p:nvSpPr>
        <p:spPr>
          <a:xfrm flipH="1">
            <a:off x="8385669" y="4307150"/>
            <a:ext cx="305700" cy="30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24"/>
          <p:cNvCxnSpPr>
            <a:stCxn id="263" idx="1"/>
            <a:endCxn id="267" idx="3"/>
          </p:cNvCxnSpPr>
          <p:nvPr/>
        </p:nvCxnSpPr>
        <p:spPr>
          <a:xfrm>
            <a:off x="4366200" y="1335150"/>
            <a:ext cx="600" cy="6249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4"/>
          <p:cNvCxnSpPr>
            <a:stCxn id="267" idx="1"/>
            <a:endCxn id="270" idx="3"/>
          </p:cNvCxnSpPr>
          <p:nvPr/>
        </p:nvCxnSpPr>
        <p:spPr>
          <a:xfrm>
            <a:off x="4777800" y="1960030"/>
            <a:ext cx="600" cy="6249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4"/>
          <p:cNvCxnSpPr>
            <a:stCxn id="270" idx="1"/>
            <a:endCxn id="273" idx="3"/>
          </p:cNvCxnSpPr>
          <p:nvPr/>
        </p:nvCxnSpPr>
        <p:spPr>
          <a:xfrm>
            <a:off x="4366200" y="2584910"/>
            <a:ext cx="600" cy="6249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4"/>
          <p:cNvCxnSpPr>
            <a:stCxn id="273" idx="1"/>
            <a:endCxn id="276" idx="3"/>
          </p:cNvCxnSpPr>
          <p:nvPr/>
        </p:nvCxnSpPr>
        <p:spPr>
          <a:xfrm>
            <a:off x="4777800" y="3209790"/>
            <a:ext cx="600" cy="6249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4"/>
          <p:cNvCxnSpPr>
            <a:stCxn id="276" idx="1"/>
            <a:endCxn id="279" idx="3"/>
          </p:cNvCxnSpPr>
          <p:nvPr/>
        </p:nvCxnSpPr>
        <p:spPr>
          <a:xfrm>
            <a:off x="4366200" y="3834670"/>
            <a:ext cx="600" cy="6249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460442" y="2823800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01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452550" y="3329600"/>
            <a:ext cx="2002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a small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2536604" y="2823800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02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2528709" y="3329600"/>
            <a:ext cx="2002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toxic atmosphere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actually a hot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4612766" y="2823800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03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4604868" y="3329600"/>
            <a:ext cx="2002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6688927" y="2823800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04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6681028" y="3329600"/>
            <a:ext cx="20025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was named after a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951075" y="1352075"/>
            <a:ext cx="1021200" cy="1021200"/>
          </a:xfrm>
          <a:prstGeom prst="pie">
            <a:avLst>
              <a:gd fmla="val 16231015" name="adj1"/>
              <a:gd fmla="val 10784795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1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1114756" y="1515736"/>
            <a:ext cx="693900" cy="693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9900" lIns="99900" spcFirstLastPara="1" rIns="99900" wrap="square" tIns="99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9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1031130" y="1665129"/>
            <a:ext cx="86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2575" lIns="142575" spcFirstLastPara="1" rIns="142575" wrap="square" tIns="14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75%</a:t>
            </a:r>
            <a:endParaRPr sz="1601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3027250" y="1352075"/>
            <a:ext cx="1021200" cy="1021200"/>
          </a:xfrm>
          <a:prstGeom prst="pie">
            <a:avLst>
              <a:gd fmla="val 16231015" name="adj1"/>
              <a:gd fmla="val 12638494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1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3190931" y="1515736"/>
            <a:ext cx="693900" cy="693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9900" lIns="99900" spcFirstLastPara="1" rIns="99900" wrap="square" tIns="99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9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3107305" y="1665129"/>
            <a:ext cx="86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2575" lIns="142575" spcFirstLastPara="1" rIns="142575" wrap="square" tIns="14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80%</a:t>
            </a:r>
            <a:endParaRPr sz="1601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103425" y="1352075"/>
            <a:ext cx="1021200" cy="1021200"/>
          </a:xfrm>
          <a:prstGeom prst="pie">
            <a:avLst>
              <a:gd fmla="val 16231015" name="adj1"/>
              <a:gd fmla="val 890522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1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267106" y="1515736"/>
            <a:ext cx="693900" cy="693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9900" lIns="99900" spcFirstLastPara="1" rIns="99900" wrap="square" tIns="99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9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5183480" y="1665129"/>
            <a:ext cx="86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2575" lIns="142575" spcFirstLastPara="1" rIns="142575" wrap="square" tIns="14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65%</a:t>
            </a:r>
            <a:endParaRPr sz="1601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7179600" y="1352075"/>
            <a:ext cx="1021200" cy="1021200"/>
          </a:xfrm>
          <a:prstGeom prst="pie">
            <a:avLst>
              <a:gd fmla="val 16231015" name="adj1"/>
              <a:gd fmla="val 14933323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1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7343281" y="1515736"/>
            <a:ext cx="693900" cy="693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9900" lIns="99900" spcFirstLastPara="1" rIns="99900" wrap="square" tIns="99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9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7259655" y="1665129"/>
            <a:ext cx="86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2575" lIns="142575" spcFirstLastPara="1" rIns="142575" wrap="square" tIns="14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95%</a:t>
            </a:r>
            <a:endParaRPr sz="1601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11" name="Google Shape;311;p25"/>
          <p:cNvCxnSpPr>
            <a:stCxn id="299" idx="1"/>
            <a:endCxn id="291" idx="0"/>
          </p:cNvCxnSpPr>
          <p:nvPr/>
        </p:nvCxnSpPr>
        <p:spPr>
          <a:xfrm>
            <a:off x="1461675" y="2373275"/>
            <a:ext cx="0" cy="45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5"/>
          <p:cNvCxnSpPr>
            <a:stCxn id="302" idx="1"/>
            <a:endCxn id="293" idx="0"/>
          </p:cNvCxnSpPr>
          <p:nvPr/>
        </p:nvCxnSpPr>
        <p:spPr>
          <a:xfrm>
            <a:off x="3537850" y="2373275"/>
            <a:ext cx="0" cy="45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25"/>
          <p:cNvCxnSpPr>
            <a:stCxn id="305" idx="1"/>
            <a:endCxn id="295" idx="0"/>
          </p:cNvCxnSpPr>
          <p:nvPr/>
        </p:nvCxnSpPr>
        <p:spPr>
          <a:xfrm>
            <a:off x="5614025" y="2373275"/>
            <a:ext cx="0" cy="45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25"/>
          <p:cNvCxnSpPr>
            <a:stCxn id="308" idx="1"/>
            <a:endCxn id="297" idx="0"/>
          </p:cNvCxnSpPr>
          <p:nvPr/>
        </p:nvCxnSpPr>
        <p:spPr>
          <a:xfrm>
            <a:off x="7690200" y="2373275"/>
            <a:ext cx="0" cy="45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infographics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3126392" y="1724202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01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5575650" y="1237525"/>
            <a:ext cx="3115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fourth-largest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5575650" y="1705185"/>
            <a:ext cx="3115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 and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5575650" y="2172824"/>
            <a:ext cx="3115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that harbors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24" name="Google Shape;324;p26"/>
          <p:cNvCxnSpPr>
            <a:stCxn id="321" idx="1"/>
            <a:endCxn id="320" idx="3"/>
          </p:cNvCxnSpPr>
          <p:nvPr/>
        </p:nvCxnSpPr>
        <p:spPr>
          <a:xfrm flipH="1">
            <a:off x="5128950" y="1471375"/>
            <a:ext cx="446700" cy="4677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6"/>
          <p:cNvCxnSpPr>
            <a:stCxn id="320" idx="3"/>
            <a:endCxn id="323" idx="1"/>
          </p:cNvCxnSpPr>
          <p:nvPr/>
        </p:nvCxnSpPr>
        <p:spPr>
          <a:xfrm>
            <a:off x="5128892" y="1939002"/>
            <a:ext cx="446700" cy="4677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26"/>
          <p:cNvCxnSpPr>
            <a:stCxn id="320" idx="3"/>
            <a:endCxn id="322" idx="1"/>
          </p:cNvCxnSpPr>
          <p:nvPr/>
        </p:nvCxnSpPr>
        <p:spPr>
          <a:xfrm>
            <a:off x="5128892" y="1939002"/>
            <a:ext cx="44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26"/>
          <p:cNvSpPr/>
          <p:nvPr/>
        </p:nvSpPr>
        <p:spPr>
          <a:xfrm>
            <a:off x="3126392" y="3820302"/>
            <a:ext cx="2002500" cy="42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01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28" name="Google Shape;328;p26"/>
          <p:cNvCxnSpPr>
            <a:stCxn id="329" idx="1"/>
            <a:endCxn id="327" idx="3"/>
          </p:cNvCxnSpPr>
          <p:nvPr/>
        </p:nvCxnSpPr>
        <p:spPr>
          <a:xfrm flipH="1">
            <a:off x="5128950" y="3567450"/>
            <a:ext cx="446700" cy="4677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6"/>
          <p:cNvCxnSpPr>
            <a:stCxn id="327" idx="3"/>
            <a:endCxn id="331" idx="1"/>
          </p:cNvCxnSpPr>
          <p:nvPr/>
        </p:nvCxnSpPr>
        <p:spPr>
          <a:xfrm>
            <a:off x="5128892" y="4035102"/>
            <a:ext cx="446700" cy="4677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6"/>
          <p:cNvCxnSpPr>
            <a:stCxn id="327" idx="3"/>
            <a:endCxn id="333" idx="1"/>
          </p:cNvCxnSpPr>
          <p:nvPr/>
        </p:nvCxnSpPr>
        <p:spPr>
          <a:xfrm>
            <a:off x="5128892" y="4035102"/>
            <a:ext cx="44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4" name="Google Shape;334;p26" title="freepik__3d-render-of-an-isolated-chess-queen-with-a-glossy__39112.png"/>
          <p:cNvPicPr preferRelativeResize="0"/>
          <p:nvPr/>
        </p:nvPicPr>
        <p:blipFill rotWithShape="1">
          <a:blip r:embed="rId3">
            <a:alphaModFix/>
          </a:blip>
          <a:srcRect b="8005" l="38879" r="38878" t="7996"/>
          <a:stretch/>
        </p:blipFill>
        <p:spPr>
          <a:xfrm rot="-899982">
            <a:off x="3662775" y="2033577"/>
            <a:ext cx="659955" cy="142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6" title="freepik__3d-render-of-an-isolated-chess-knight-with-a-gloss__39113.png"/>
          <p:cNvPicPr preferRelativeResize="0"/>
          <p:nvPr/>
        </p:nvPicPr>
        <p:blipFill rotWithShape="1">
          <a:blip r:embed="rId4">
            <a:alphaModFix/>
          </a:blip>
          <a:srcRect b="0" l="28848" r="28844" t="0"/>
          <a:stretch/>
        </p:blipFill>
        <p:spPr>
          <a:xfrm rot="882026">
            <a:off x="4117050" y="2372694"/>
            <a:ext cx="909903" cy="1228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6" title="freepik__3d-render-of-an-isolated-chess-knight-with-a-gloss__39113.png"/>
          <p:cNvPicPr preferRelativeResize="0"/>
          <p:nvPr/>
        </p:nvPicPr>
        <p:blipFill rotWithShape="1">
          <a:blip r:embed="rId4">
            <a:alphaModFix/>
          </a:blip>
          <a:srcRect b="0" l="28848" r="28844" t="0"/>
          <a:stretch/>
        </p:blipFill>
        <p:spPr>
          <a:xfrm flipH="1" rot="331570">
            <a:off x="3251681" y="2652195"/>
            <a:ext cx="909901" cy="1228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p26"/>
          <p:cNvCxnSpPr>
            <a:stCxn id="320" idx="1"/>
            <a:endCxn id="338" idx="3"/>
          </p:cNvCxnSpPr>
          <p:nvPr/>
        </p:nvCxnSpPr>
        <p:spPr>
          <a:xfrm flipH="1">
            <a:off x="2580392" y="1939002"/>
            <a:ext cx="546000" cy="10491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6"/>
          <p:cNvCxnSpPr>
            <a:stCxn id="338" idx="3"/>
            <a:endCxn id="327" idx="1"/>
          </p:cNvCxnSpPr>
          <p:nvPr/>
        </p:nvCxnSpPr>
        <p:spPr>
          <a:xfrm>
            <a:off x="2580300" y="2988073"/>
            <a:ext cx="546000" cy="10470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6"/>
          <p:cNvSpPr txBox="1"/>
          <p:nvPr/>
        </p:nvSpPr>
        <p:spPr>
          <a:xfrm>
            <a:off x="5575650" y="3333600"/>
            <a:ext cx="3115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place. It’s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5575650" y="3801260"/>
            <a:ext cx="3115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fourth-brightest object in the night sky and is a gas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5575650" y="4268899"/>
            <a:ext cx="3115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rings. It has a high number of moons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457200" y="1977673"/>
            <a:ext cx="2123100" cy="2020800"/>
          </a:xfrm>
          <a:prstGeom prst="roundRect">
            <a:avLst>
              <a:gd fmla="val 553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664206" y="2084811"/>
            <a:ext cx="1814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 strategy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1" name="Google Shape;341;p26"/>
          <p:cNvSpPr txBox="1"/>
          <p:nvPr/>
        </p:nvSpPr>
        <p:spPr>
          <a:xfrm>
            <a:off x="569075" y="2371623"/>
            <a:ext cx="1909200" cy="13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the smallest one in the Solar System. This planet’s name has nothing to do with the liquid metal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pack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48" name="Google Shape;348;p27"/>
          <p:cNvGrpSpPr/>
          <p:nvPr/>
        </p:nvGrpSpPr>
        <p:grpSpPr>
          <a:xfrm>
            <a:off x="937833" y="4081608"/>
            <a:ext cx="344757" cy="289502"/>
            <a:chOff x="1471981" y="1251459"/>
            <a:chExt cx="335041" cy="281343"/>
          </a:xfrm>
        </p:grpSpPr>
        <p:sp>
          <p:nvSpPr>
            <p:cNvPr id="349" name="Google Shape;349;p27"/>
            <p:cNvSpPr/>
            <p:nvPr/>
          </p:nvSpPr>
          <p:spPr>
            <a:xfrm>
              <a:off x="1618863" y="1361887"/>
              <a:ext cx="40801" cy="65076"/>
            </a:xfrm>
            <a:custGeom>
              <a:rect b="b" l="l" r="r" t="t"/>
              <a:pathLst>
                <a:path extrusionOk="0" h="65076" w="40801">
                  <a:moveTo>
                    <a:pt x="40748" y="42872"/>
                  </a:moveTo>
                  <a:cubicBezTo>
                    <a:pt x="40048" y="33057"/>
                    <a:pt x="31443" y="30014"/>
                    <a:pt x="26096" y="28607"/>
                  </a:cubicBezTo>
                  <a:lnTo>
                    <a:pt x="26096" y="15133"/>
                  </a:lnTo>
                  <a:cubicBezTo>
                    <a:pt x="28720" y="16193"/>
                    <a:pt x="30297" y="17836"/>
                    <a:pt x="30428" y="17973"/>
                  </a:cubicBezTo>
                  <a:cubicBezTo>
                    <a:pt x="34656" y="22646"/>
                    <a:pt x="41926" y="16128"/>
                    <a:pt x="37738" y="11423"/>
                  </a:cubicBezTo>
                  <a:cubicBezTo>
                    <a:pt x="37522" y="11181"/>
                    <a:pt x="33235" y="6456"/>
                    <a:pt x="26096" y="4912"/>
                  </a:cubicBezTo>
                  <a:cubicBezTo>
                    <a:pt x="26273" y="-1671"/>
                    <a:pt x="16137" y="-1625"/>
                    <a:pt x="16281" y="4977"/>
                  </a:cubicBezTo>
                  <a:cubicBezTo>
                    <a:pt x="13696" y="5521"/>
                    <a:pt x="11314" y="6456"/>
                    <a:pt x="9325" y="7745"/>
                  </a:cubicBezTo>
                  <a:cubicBezTo>
                    <a:pt x="4862" y="10638"/>
                    <a:pt x="2408" y="15218"/>
                    <a:pt x="2408" y="20630"/>
                  </a:cubicBezTo>
                  <a:cubicBezTo>
                    <a:pt x="2408" y="30649"/>
                    <a:pt x="10692" y="34411"/>
                    <a:pt x="16287" y="36139"/>
                  </a:cubicBezTo>
                  <a:lnTo>
                    <a:pt x="16287" y="50018"/>
                  </a:lnTo>
                  <a:cubicBezTo>
                    <a:pt x="11667" y="48474"/>
                    <a:pt x="8958" y="45143"/>
                    <a:pt x="8827" y="44986"/>
                  </a:cubicBezTo>
                  <a:cubicBezTo>
                    <a:pt x="4966" y="39967"/>
                    <a:pt x="-2814" y="45955"/>
                    <a:pt x="1047" y="50974"/>
                  </a:cubicBezTo>
                  <a:cubicBezTo>
                    <a:pt x="1308" y="51314"/>
                    <a:pt x="6786" y="58290"/>
                    <a:pt x="16287" y="60155"/>
                  </a:cubicBezTo>
                  <a:cubicBezTo>
                    <a:pt x="16110" y="66692"/>
                    <a:pt x="26188" y="66731"/>
                    <a:pt x="26103" y="60187"/>
                  </a:cubicBezTo>
                  <a:cubicBezTo>
                    <a:pt x="30526" y="59409"/>
                    <a:pt x="34165" y="57576"/>
                    <a:pt x="36776" y="54776"/>
                  </a:cubicBezTo>
                  <a:cubicBezTo>
                    <a:pt x="39707" y="51628"/>
                    <a:pt x="41081" y="47512"/>
                    <a:pt x="40754" y="42879"/>
                  </a:cubicBezTo>
                  <a:close/>
                  <a:moveTo>
                    <a:pt x="12217" y="20624"/>
                  </a:moveTo>
                  <a:cubicBezTo>
                    <a:pt x="12217" y="17561"/>
                    <a:pt x="14128" y="15964"/>
                    <a:pt x="16281" y="15127"/>
                  </a:cubicBezTo>
                  <a:lnTo>
                    <a:pt x="16281" y="25675"/>
                  </a:lnTo>
                  <a:cubicBezTo>
                    <a:pt x="13624" y="24484"/>
                    <a:pt x="12217" y="22992"/>
                    <a:pt x="12217" y="20617"/>
                  </a:cubicBezTo>
                  <a:close/>
                  <a:moveTo>
                    <a:pt x="29584" y="48081"/>
                  </a:moveTo>
                  <a:cubicBezTo>
                    <a:pt x="28760" y="48965"/>
                    <a:pt x="27569" y="49652"/>
                    <a:pt x="26096" y="50110"/>
                  </a:cubicBezTo>
                  <a:lnTo>
                    <a:pt x="26096" y="38868"/>
                  </a:lnTo>
                  <a:cubicBezTo>
                    <a:pt x="29172" y="39947"/>
                    <a:pt x="30788" y="41256"/>
                    <a:pt x="30958" y="43573"/>
                  </a:cubicBezTo>
                  <a:cubicBezTo>
                    <a:pt x="31096" y="45470"/>
                    <a:pt x="30644" y="46949"/>
                    <a:pt x="29591" y="480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27"/>
            <p:cNvGrpSpPr/>
            <p:nvPr/>
          </p:nvGrpSpPr>
          <p:grpSpPr>
            <a:xfrm>
              <a:off x="1471981" y="1251459"/>
              <a:ext cx="335041" cy="281343"/>
              <a:chOff x="1471981" y="1251459"/>
              <a:chExt cx="335041" cy="281343"/>
            </a:xfrm>
          </p:grpSpPr>
          <p:sp>
            <p:nvSpPr>
              <p:cNvPr id="351" name="Google Shape;351;p27"/>
              <p:cNvSpPr/>
              <p:nvPr/>
            </p:nvSpPr>
            <p:spPr>
              <a:xfrm>
                <a:off x="1471981" y="1251459"/>
                <a:ext cx="335041" cy="281343"/>
              </a:xfrm>
              <a:custGeom>
                <a:rect b="b" l="l" r="r" t="t"/>
                <a:pathLst>
                  <a:path extrusionOk="0" h="281343" w="335041">
                    <a:moveTo>
                      <a:pt x="314429" y="61590"/>
                    </a:moveTo>
                    <a:lnTo>
                      <a:pt x="298704" y="61590"/>
                    </a:lnTo>
                    <a:lnTo>
                      <a:pt x="298704" y="56911"/>
                    </a:lnTo>
                    <a:cubicBezTo>
                      <a:pt x="298704" y="52403"/>
                      <a:pt x="295033" y="48732"/>
                      <a:pt x="290524" y="48732"/>
                    </a:cubicBezTo>
                    <a:lnTo>
                      <a:pt x="257308" y="48732"/>
                    </a:lnTo>
                    <a:cubicBezTo>
                      <a:pt x="252799" y="48732"/>
                      <a:pt x="249128" y="52403"/>
                      <a:pt x="249128" y="56911"/>
                    </a:cubicBezTo>
                    <a:lnTo>
                      <a:pt x="249128" y="61590"/>
                    </a:lnTo>
                    <a:lnTo>
                      <a:pt x="238226" y="61590"/>
                    </a:lnTo>
                    <a:lnTo>
                      <a:pt x="238226" y="11236"/>
                    </a:lnTo>
                    <a:cubicBezTo>
                      <a:pt x="238226" y="5039"/>
                      <a:pt x="233089" y="0"/>
                      <a:pt x="226775" y="0"/>
                    </a:cubicBezTo>
                    <a:lnTo>
                      <a:pt x="214636" y="0"/>
                    </a:lnTo>
                    <a:cubicBezTo>
                      <a:pt x="208308" y="0"/>
                      <a:pt x="208308" y="9816"/>
                      <a:pt x="214636" y="9816"/>
                    </a:cubicBezTo>
                    <a:lnTo>
                      <a:pt x="226775" y="9816"/>
                    </a:lnTo>
                    <a:cubicBezTo>
                      <a:pt x="227665" y="9816"/>
                      <a:pt x="228411" y="10464"/>
                      <a:pt x="228411" y="11236"/>
                    </a:cubicBezTo>
                    <a:lnTo>
                      <a:pt x="228411" y="61590"/>
                    </a:lnTo>
                    <a:lnTo>
                      <a:pt x="215375" y="61590"/>
                    </a:lnTo>
                    <a:lnTo>
                      <a:pt x="215375" y="35291"/>
                    </a:lnTo>
                    <a:cubicBezTo>
                      <a:pt x="215375" y="29094"/>
                      <a:pt x="210239" y="24055"/>
                      <a:pt x="203924" y="24055"/>
                    </a:cubicBezTo>
                    <a:lnTo>
                      <a:pt x="131124" y="24055"/>
                    </a:lnTo>
                    <a:cubicBezTo>
                      <a:pt x="124809" y="24055"/>
                      <a:pt x="119673" y="29094"/>
                      <a:pt x="119673" y="35291"/>
                    </a:cubicBezTo>
                    <a:lnTo>
                      <a:pt x="119673" y="61590"/>
                    </a:lnTo>
                    <a:lnTo>
                      <a:pt x="106631" y="61590"/>
                    </a:lnTo>
                    <a:lnTo>
                      <a:pt x="106631" y="11236"/>
                    </a:lnTo>
                    <a:cubicBezTo>
                      <a:pt x="106631" y="10464"/>
                      <a:pt x="107383" y="9816"/>
                      <a:pt x="108267" y="9816"/>
                    </a:cubicBezTo>
                    <a:lnTo>
                      <a:pt x="192387" y="9816"/>
                    </a:lnTo>
                    <a:cubicBezTo>
                      <a:pt x="198715" y="9816"/>
                      <a:pt x="198715" y="0"/>
                      <a:pt x="192387" y="0"/>
                    </a:cubicBezTo>
                    <a:lnTo>
                      <a:pt x="108267" y="0"/>
                    </a:lnTo>
                    <a:cubicBezTo>
                      <a:pt x="101952" y="0"/>
                      <a:pt x="96815" y="5039"/>
                      <a:pt x="96815" y="11236"/>
                    </a:cubicBezTo>
                    <a:lnTo>
                      <a:pt x="96815" y="61590"/>
                    </a:lnTo>
                    <a:lnTo>
                      <a:pt x="84336" y="61590"/>
                    </a:lnTo>
                    <a:lnTo>
                      <a:pt x="84336" y="56911"/>
                    </a:lnTo>
                    <a:cubicBezTo>
                      <a:pt x="84336" y="52403"/>
                      <a:pt x="80665" y="48732"/>
                      <a:pt x="76156" y="48732"/>
                    </a:cubicBezTo>
                    <a:lnTo>
                      <a:pt x="42940" y="48732"/>
                    </a:lnTo>
                    <a:cubicBezTo>
                      <a:pt x="38432" y="48732"/>
                      <a:pt x="34761" y="52403"/>
                      <a:pt x="34761" y="56911"/>
                    </a:cubicBezTo>
                    <a:lnTo>
                      <a:pt x="34761" y="61590"/>
                    </a:lnTo>
                    <a:lnTo>
                      <a:pt x="20613" y="61590"/>
                    </a:lnTo>
                    <a:cubicBezTo>
                      <a:pt x="9246" y="61590"/>
                      <a:pt x="0" y="70215"/>
                      <a:pt x="0" y="80809"/>
                    </a:cubicBezTo>
                    <a:lnTo>
                      <a:pt x="0" y="95120"/>
                    </a:lnTo>
                    <a:cubicBezTo>
                      <a:pt x="0" y="101448"/>
                      <a:pt x="9816" y="101448"/>
                      <a:pt x="9816" y="95120"/>
                    </a:cubicBezTo>
                    <a:lnTo>
                      <a:pt x="9816" y="80809"/>
                    </a:lnTo>
                    <a:cubicBezTo>
                      <a:pt x="9816" y="75626"/>
                      <a:pt x="14658" y="71406"/>
                      <a:pt x="20613" y="71406"/>
                    </a:cubicBezTo>
                    <a:lnTo>
                      <a:pt x="34761" y="71406"/>
                    </a:lnTo>
                    <a:lnTo>
                      <a:pt x="34761" y="127820"/>
                    </a:lnTo>
                    <a:lnTo>
                      <a:pt x="29061" y="127820"/>
                    </a:lnTo>
                    <a:cubicBezTo>
                      <a:pt x="24552" y="127820"/>
                      <a:pt x="20881" y="131491"/>
                      <a:pt x="20881" y="135999"/>
                    </a:cubicBezTo>
                    <a:lnTo>
                      <a:pt x="20881" y="147804"/>
                    </a:lnTo>
                    <a:cubicBezTo>
                      <a:pt x="20881" y="152313"/>
                      <a:pt x="24552" y="155984"/>
                      <a:pt x="29061" y="155984"/>
                    </a:cubicBezTo>
                    <a:lnTo>
                      <a:pt x="34761" y="155984"/>
                    </a:lnTo>
                    <a:lnTo>
                      <a:pt x="34761" y="165518"/>
                    </a:lnTo>
                    <a:cubicBezTo>
                      <a:pt x="34761" y="168738"/>
                      <a:pt x="36442" y="172487"/>
                      <a:pt x="38844" y="174634"/>
                    </a:cubicBezTo>
                    <a:lnTo>
                      <a:pt x="53836" y="187996"/>
                    </a:lnTo>
                    <a:cubicBezTo>
                      <a:pt x="57009" y="190823"/>
                      <a:pt x="62074" y="190823"/>
                      <a:pt x="65248" y="187996"/>
                    </a:cubicBezTo>
                    <a:lnTo>
                      <a:pt x="80240" y="174634"/>
                    </a:lnTo>
                    <a:cubicBezTo>
                      <a:pt x="82648" y="172487"/>
                      <a:pt x="84323" y="168744"/>
                      <a:pt x="84323" y="165518"/>
                    </a:cubicBezTo>
                    <a:lnTo>
                      <a:pt x="84323" y="155984"/>
                    </a:lnTo>
                    <a:lnTo>
                      <a:pt x="90023" y="155984"/>
                    </a:lnTo>
                    <a:cubicBezTo>
                      <a:pt x="94531" y="155984"/>
                      <a:pt x="98202" y="152313"/>
                      <a:pt x="98202" y="147804"/>
                    </a:cubicBezTo>
                    <a:lnTo>
                      <a:pt x="98202" y="135999"/>
                    </a:lnTo>
                    <a:cubicBezTo>
                      <a:pt x="98202" y="131491"/>
                      <a:pt x="94531" y="127820"/>
                      <a:pt x="90023" y="127820"/>
                    </a:cubicBezTo>
                    <a:lnTo>
                      <a:pt x="84323" y="127820"/>
                    </a:lnTo>
                    <a:lnTo>
                      <a:pt x="84323" y="71406"/>
                    </a:lnTo>
                    <a:lnTo>
                      <a:pt x="249115" y="71406"/>
                    </a:lnTo>
                    <a:lnTo>
                      <a:pt x="249115" y="127820"/>
                    </a:lnTo>
                    <a:lnTo>
                      <a:pt x="243415" y="127820"/>
                    </a:lnTo>
                    <a:cubicBezTo>
                      <a:pt x="238907" y="127820"/>
                      <a:pt x="235236" y="131491"/>
                      <a:pt x="235236" y="135999"/>
                    </a:cubicBezTo>
                    <a:lnTo>
                      <a:pt x="235236" y="147804"/>
                    </a:lnTo>
                    <a:cubicBezTo>
                      <a:pt x="235236" y="152313"/>
                      <a:pt x="238907" y="155984"/>
                      <a:pt x="243415" y="155984"/>
                    </a:cubicBezTo>
                    <a:lnTo>
                      <a:pt x="249115" y="155984"/>
                    </a:lnTo>
                    <a:lnTo>
                      <a:pt x="249115" y="165518"/>
                    </a:lnTo>
                    <a:cubicBezTo>
                      <a:pt x="249115" y="168738"/>
                      <a:pt x="250797" y="172487"/>
                      <a:pt x="253198" y="174634"/>
                    </a:cubicBezTo>
                    <a:lnTo>
                      <a:pt x="268190" y="187996"/>
                    </a:lnTo>
                    <a:cubicBezTo>
                      <a:pt x="271364" y="190823"/>
                      <a:pt x="276429" y="190823"/>
                      <a:pt x="279609" y="187996"/>
                    </a:cubicBezTo>
                    <a:lnTo>
                      <a:pt x="294601" y="174634"/>
                    </a:lnTo>
                    <a:cubicBezTo>
                      <a:pt x="297009" y="172487"/>
                      <a:pt x="298684" y="168744"/>
                      <a:pt x="298684" y="165518"/>
                    </a:cubicBezTo>
                    <a:lnTo>
                      <a:pt x="298684" y="155984"/>
                    </a:lnTo>
                    <a:lnTo>
                      <a:pt x="304384" y="155984"/>
                    </a:lnTo>
                    <a:cubicBezTo>
                      <a:pt x="308893" y="155984"/>
                      <a:pt x="312564" y="152313"/>
                      <a:pt x="312564" y="147804"/>
                    </a:cubicBezTo>
                    <a:lnTo>
                      <a:pt x="312564" y="135999"/>
                    </a:lnTo>
                    <a:cubicBezTo>
                      <a:pt x="312564" y="131491"/>
                      <a:pt x="308893" y="127820"/>
                      <a:pt x="304384" y="127820"/>
                    </a:cubicBezTo>
                    <a:lnTo>
                      <a:pt x="298684" y="127820"/>
                    </a:lnTo>
                    <a:lnTo>
                      <a:pt x="298684" y="71406"/>
                    </a:lnTo>
                    <a:lnTo>
                      <a:pt x="314409" y="71406"/>
                    </a:lnTo>
                    <a:cubicBezTo>
                      <a:pt x="320364" y="71406"/>
                      <a:pt x="325206" y="76013"/>
                      <a:pt x="325206" y="81686"/>
                    </a:cubicBezTo>
                    <a:lnTo>
                      <a:pt x="325206" y="217031"/>
                    </a:lnTo>
                    <a:lnTo>
                      <a:pt x="9816" y="217031"/>
                    </a:lnTo>
                    <a:lnTo>
                      <a:pt x="9816" y="117265"/>
                    </a:lnTo>
                    <a:cubicBezTo>
                      <a:pt x="9816" y="110937"/>
                      <a:pt x="0" y="110937"/>
                      <a:pt x="0" y="117265"/>
                    </a:cubicBezTo>
                    <a:lnTo>
                      <a:pt x="0" y="261254"/>
                    </a:lnTo>
                    <a:cubicBezTo>
                      <a:pt x="0" y="272332"/>
                      <a:pt x="9246" y="281343"/>
                      <a:pt x="20613" y="281343"/>
                    </a:cubicBezTo>
                    <a:lnTo>
                      <a:pt x="264369" y="281343"/>
                    </a:lnTo>
                    <a:cubicBezTo>
                      <a:pt x="270697" y="281343"/>
                      <a:pt x="270697" y="271528"/>
                      <a:pt x="264369" y="271528"/>
                    </a:cubicBezTo>
                    <a:lnTo>
                      <a:pt x="20613" y="271528"/>
                    </a:lnTo>
                    <a:cubicBezTo>
                      <a:pt x="14658" y="271528"/>
                      <a:pt x="9816" y="266914"/>
                      <a:pt x="9816" y="261254"/>
                    </a:cubicBezTo>
                    <a:lnTo>
                      <a:pt x="9816" y="226847"/>
                    </a:lnTo>
                    <a:lnTo>
                      <a:pt x="325226" y="226847"/>
                    </a:lnTo>
                    <a:lnTo>
                      <a:pt x="325226" y="261254"/>
                    </a:lnTo>
                    <a:cubicBezTo>
                      <a:pt x="325226" y="266921"/>
                      <a:pt x="320383" y="271528"/>
                      <a:pt x="314429" y="271528"/>
                    </a:cubicBezTo>
                    <a:lnTo>
                      <a:pt x="286618" y="271528"/>
                    </a:lnTo>
                    <a:cubicBezTo>
                      <a:pt x="280290" y="271528"/>
                      <a:pt x="280290" y="281343"/>
                      <a:pt x="286618" y="281343"/>
                    </a:cubicBezTo>
                    <a:lnTo>
                      <a:pt x="314429" y="281343"/>
                    </a:lnTo>
                    <a:cubicBezTo>
                      <a:pt x="325795" y="281343"/>
                      <a:pt x="335041" y="272332"/>
                      <a:pt x="335041" y="261254"/>
                    </a:cubicBezTo>
                    <a:lnTo>
                      <a:pt x="335041" y="81679"/>
                    </a:lnTo>
                    <a:cubicBezTo>
                      <a:pt x="335041" y="70601"/>
                      <a:pt x="325795" y="61584"/>
                      <a:pt x="314429" y="61584"/>
                    </a:cubicBezTo>
                    <a:close/>
                    <a:moveTo>
                      <a:pt x="74521" y="165512"/>
                    </a:moveTo>
                    <a:cubicBezTo>
                      <a:pt x="74501" y="165970"/>
                      <a:pt x="74043" y="166997"/>
                      <a:pt x="73722" y="167305"/>
                    </a:cubicBezTo>
                    <a:lnTo>
                      <a:pt x="59555" y="179934"/>
                    </a:lnTo>
                    <a:lnTo>
                      <a:pt x="45394" y="167311"/>
                    </a:lnTo>
                    <a:cubicBezTo>
                      <a:pt x="45067" y="166991"/>
                      <a:pt x="44602" y="165963"/>
                      <a:pt x="44589" y="165518"/>
                    </a:cubicBezTo>
                    <a:lnTo>
                      <a:pt x="44589" y="155984"/>
                    </a:lnTo>
                    <a:lnTo>
                      <a:pt x="74534" y="155984"/>
                    </a:lnTo>
                    <a:lnTo>
                      <a:pt x="74534" y="165512"/>
                    </a:lnTo>
                    <a:lnTo>
                      <a:pt x="74534" y="165512"/>
                    </a:lnTo>
                    <a:close/>
                    <a:moveTo>
                      <a:pt x="88400" y="146168"/>
                    </a:moveTo>
                    <a:lnTo>
                      <a:pt x="30697" y="146168"/>
                    </a:lnTo>
                    <a:lnTo>
                      <a:pt x="30697" y="137635"/>
                    </a:lnTo>
                    <a:lnTo>
                      <a:pt x="88400" y="137635"/>
                    </a:lnTo>
                    <a:lnTo>
                      <a:pt x="88400" y="146168"/>
                    </a:lnTo>
                    <a:lnTo>
                      <a:pt x="88400" y="146168"/>
                    </a:lnTo>
                    <a:close/>
                    <a:moveTo>
                      <a:pt x="44576" y="127820"/>
                    </a:moveTo>
                    <a:lnTo>
                      <a:pt x="44576" y="58547"/>
                    </a:lnTo>
                    <a:lnTo>
                      <a:pt x="74521" y="58547"/>
                    </a:lnTo>
                    <a:lnTo>
                      <a:pt x="74521" y="127820"/>
                    </a:lnTo>
                    <a:lnTo>
                      <a:pt x="44576" y="127820"/>
                    </a:lnTo>
                    <a:close/>
                    <a:moveTo>
                      <a:pt x="129488" y="35284"/>
                    </a:moveTo>
                    <a:cubicBezTo>
                      <a:pt x="129488" y="34512"/>
                      <a:pt x="130241" y="33864"/>
                      <a:pt x="131124" y="33864"/>
                    </a:cubicBezTo>
                    <a:lnTo>
                      <a:pt x="203924" y="33864"/>
                    </a:lnTo>
                    <a:cubicBezTo>
                      <a:pt x="204814" y="33864"/>
                      <a:pt x="205560" y="34512"/>
                      <a:pt x="205560" y="35284"/>
                    </a:cubicBezTo>
                    <a:lnTo>
                      <a:pt x="205560" y="61584"/>
                    </a:lnTo>
                    <a:lnTo>
                      <a:pt x="129488" y="61584"/>
                    </a:lnTo>
                    <a:lnTo>
                      <a:pt x="129488" y="35284"/>
                    </a:lnTo>
                    <a:close/>
                    <a:moveTo>
                      <a:pt x="288888" y="165505"/>
                    </a:moveTo>
                    <a:cubicBezTo>
                      <a:pt x="288869" y="165963"/>
                      <a:pt x="288410" y="166991"/>
                      <a:pt x="288090" y="167298"/>
                    </a:cubicBezTo>
                    <a:lnTo>
                      <a:pt x="273916" y="179928"/>
                    </a:lnTo>
                    <a:lnTo>
                      <a:pt x="259755" y="167305"/>
                    </a:lnTo>
                    <a:cubicBezTo>
                      <a:pt x="259428" y="166984"/>
                      <a:pt x="258970" y="165957"/>
                      <a:pt x="258950" y="165512"/>
                    </a:cubicBezTo>
                    <a:lnTo>
                      <a:pt x="258950" y="155978"/>
                    </a:lnTo>
                    <a:lnTo>
                      <a:pt x="288895" y="155978"/>
                    </a:lnTo>
                    <a:lnTo>
                      <a:pt x="288895" y="165499"/>
                    </a:lnTo>
                    <a:lnTo>
                      <a:pt x="288895" y="165499"/>
                    </a:lnTo>
                    <a:close/>
                    <a:moveTo>
                      <a:pt x="302768" y="146162"/>
                    </a:moveTo>
                    <a:lnTo>
                      <a:pt x="245065" y="146162"/>
                    </a:lnTo>
                    <a:lnTo>
                      <a:pt x="245065" y="137629"/>
                    </a:lnTo>
                    <a:lnTo>
                      <a:pt x="302768" y="137629"/>
                    </a:lnTo>
                    <a:lnTo>
                      <a:pt x="302768" y="146162"/>
                    </a:lnTo>
                    <a:close/>
                    <a:moveTo>
                      <a:pt x="258944" y="127813"/>
                    </a:moveTo>
                    <a:lnTo>
                      <a:pt x="258944" y="58541"/>
                    </a:lnTo>
                    <a:lnTo>
                      <a:pt x="288888" y="58541"/>
                    </a:lnTo>
                    <a:lnTo>
                      <a:pt x="288888" y="127813"/>
                    </a:lnTo>
                    <a:lnTo>
                      <a:pt x="258944" y="1278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7"/>
              <p:cNvSpPr/>
              <p:nvPr/>
            </p:nvSpPr>
            <p:spPr>
              <a:xfrm>
                <a:off x="1591319" y="1346507"/>
                <a:ext cx="96363" cy="96363"/>
              </a:xfrm>
              <a:custGeom>
                <a:rect b="b" l="l" r="r" t="t"/>
                <a:pathLst>
                  <a:path extrusionOk="0" h="96363" w="96363">
                    <a:moveTo>
                      <a:pt x="96364" y="48182"/>
                    </a:moveTo>
                    <a:cubicBezTo>
                      <a:pt x="96364" y="21614"/>
                      <a:pt x="74750" y="0"/>
                      <a:pt x="48182" y="0"/>
                    </a:cubicBezTo>
                    <a:cubicBezTo>
                      <a:pt x="21614" y="0"/>
                      <a:pt x="0" y="21614"/>
                      <a:pt x="0" y="48182"/>
                    </a:cubicBezTo>
                    <a:cubicBezTo>
                      <a:pt x="0" y="74750"/>
                      <a:pt x="21614" y="96364"/>
                      <a:pt x="48182" y="96364"/>
                    </a:cubicBezTo>
                    <a:cubicBezTo>
                      <a:pt x="74750" y="96364"/>
                      <a:pt x="96364" y="74750"/>
                      <a:pt x="96364" y="48182"/>
                    </a:cubicBezTo>
                    <a:close/>
                    <a:moveTo>
                      <a:pt x="9816" y="48182"/>
                    </a:moveTo>
                    <a:cubicBezTo>
                      <a:pt x="9816" y="27026"/>
                      <a:pt x="27026" y="9816"/>
                      <a:pt x="48182" y="9816"/>
                    </a:cubicBezTo>
                    <a:cubicBezTo>
                      <a:pt x="69338" y="9816"/>
                      <a:pt x="86548" y="27026"/>
                      <a:pt x="86548" y="48182"/>
                    </a:cubicBezTo>
                    <a:cubicBezTo>
                      <a:pt x="86548" y="69338"/>
                      <a:pt x="69338" y="86548"/>
                      <a:pt x="48182" y="86548"/>
                    </a:cubicBezTo>
                    <a:cubicBezTo>
                      <a:pt x="27026" y="86548"/>
                      <a:pt x="9816" y="69338"/>
                      <a:pt x="9816" y="481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3" name="Google Shape;353;p27"/>
          <p:cNvGrpSpPr/>
          <p:nvPr/>
        </p:nvGrpSpPr>
        <p:grpSpPr>
          <a:xfrm>
            <a:off x="1707033" y="4053981"/>
            <a:ext cx="344757" cy="344750"/>
            <a:chOff x="2562645" y="1320849"/>
            <a:chExt cx="335041" cy="335034"/>
          </a:xfrm>
        </p:grpSpPr>
        <p:sp>
          <p:nvSpPr>
            <p:cNvPr id="354" name="Google Shape;354;p27"/>
            <p:cNvSpPr/>
            <p:nvPr/>
          </p:nvSpPr>
          <p:spPr>
            <a:xfrm>
              <a:off x="2578389" y="1336711"/>
              <a:ext cx="140154" cy="140193"/>
            </a:xfrm>
            <a:custGeom>
              <a:rect b="b" l="l" r="r" t="t"/>
              <a:pathLst>
                <a:path extrusionOk="0" h="140193" w="140154">
                  <a:moveTo>
                    <a:pt x="4914" y="140194"/>
                  </a:moveTo>
                  <a:cubicBezTo>
                    <a:pt x="2199" y="140194"/>
                    <a:pt x="0" y="137995"/>
                    <a:pt x="0" y="135280"/>
                  </a:cubicBezTo>
                  <a:lnTo>
                    <a:pt x="0" y="4914"/>
                  </a:lnTo>
                  <a:cubicBezTo>
                    <a:pt x="0" y="2199"/>
                    <a:pt x="2199" y="0"/>
                    <a:pt x="4914" y="0"/>
                  </a:cubicBezTo>
                  <a:lnTo>
                    <a:pt x="135404" y="0"/>
                  </a:lnTo>
                  <a:cubicBezTo>
                    <a:pt x="141738" y="0"/>
                    <a:pt x="141738" y="9822"/>
                    <a:pt x="135404" y="9822"/>
                  </a:cubicBezTo>
                  <a:lnTo>
                    <a:pt x="9829" y="9822"/>
                  </a:lnTo>
                  <a:lnTo>
                    <a:pt x="9829" y="135273"/>
                  </a:lnTo>
                  <a:cubicBezTo>
                    <a:pt x="9829" y="137989"/>
                    <a:pt x="7630" y="140187"/>
                    <a:pt x="4914" y="140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2578383" y="1499167"/>
              <a:ext cx="140154" cy="140848"/>
            </a:xfrm>
            <a:custGeom>
              <a:rect b="b" l="l" r="r" t="t"/>
              <a:pathLst>
                <a:path extrusionOk="0" h="140848" w="140154">
                  <a:moveTo>
                    <a:pt x="135404" y="140848"/>
                  </a:moveTo>
                  <a:lnTo>
                    <a:pt x="4914" y="140848"/>
                  </a:lnTo>
                  <a:cubicBezTo>
                    <a:pt x="2199" y="140848"/>
                    <a:pt x="0" y="138650"/>
                    <a:pt x="0" y="135934"/>
                  </a:cubicBezTo>
                  <a:lnTo>
                    <a:pt x="0" y="4914"/>
                  </a:lnTo>
                  <a:cubicBezTo>
                    <a:pt x="0" y="2199"/>
                    <a:pt x="2199" y="0"/>
                    <a:pt x="4914" y="0"/>
                  </a:cubicBezTo>
                  <a:cubicBezTo>
                    <a:pt x="7630" y="0"/>
                    <a:pt x="9829" y="2199"/>
                    <a:pt x="9829" y="4914"/>
                  </a:cubicBezTo>
                  <a:lnTo>
                    <a:pt x="9829" y="131020"/>
                  </a:lnTo>
                  <a:lnTo>
                    <a:pt x="135404" y="131020"/>
                  </a:lnTo>
                  <a:cubicBezTo>
                    <a:pt x="141738" y="131020"/>
                    <a:pt x="141738" y="140842"/>
                    <a:pt x="135404" y="140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6" name="Google Shape;356;p27"/>
            <p:cNvGrpSpPr/>
            <p:nvPr/>
          </p:nvGrpSpPr>
          <p:grpSpPr>
            <a:xfrm>
              <a:off x="2562645" y="1320849"/>
              <a:ext cx="335041" cy="335034"/>
              <a:chOff x="2562645" y="1320849"/>
              <a:chExt cx="335041" cy="335034"/>
            </a:xfrm>
          </p:grpSpPr>
          <p:sp>
            <p:nvSpPr>
              <p:cNvPr id="357" name="Google Shape;357;p27"/>
              <p:cNvSpPr/>
              <p:nvPr/>
            </p:nvSpPr>
            <p:spPr>
              <a:xfrm>
                <a:off x="2741794" y="1499337"/>
                <a:ext cx="140148" cy="140684"/>
              </a:xfrm>
              <a:custGeom>
                <a:rect b="b" l="l" r="r" t="t"/>
                <a:pathLst>
                  <a:path extrusionOk="0" h="140684" w="140148">
                    <a:moveTo>
                      <a:pt x="135240" y="140678"/>
                    </a:moveTo>
                    <a:lnTo>
                      <a:pt x="4751" y="140678"/>
                    </a:lnTo>
                    <a:cubicBezTo>
                      <a:pt x="-1584" y="140678"/>
                      <a:pt x="-1584" y="130856"/>
                      <a:pt x="4751" y="130856"/>
                    </a:cubicBezTo>
                    <a:lnTo>
                      <a:pt x="130326" y="130856"/>
                    </a:lnTo>
                    <a:lnTo>
                      <a:pt x="130326" y="4751"/>
                    </a:lnTo>
                    <a:cubicBezTo>
                      <a:pt x="130326" y="-1584"/>
                      <a:pt x="140148" y="-1584"/>
                      <a:pt x="140148" y="4751"/>
                    </a:cubicBezTo>
                    <a:lnTo>
                      <a:pt x="140148" y="135770"/>
                    </a:lnTo>
                    <a:cubicBezTo>
                      <a:pt x="140148" y="138486"/>
                      <a:pt x="137949" y="140685"/>
                      <a:pt x="135234" y="1406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7"/>
              <p:cNvSpPr/>
              <p:nvPr/>
            </p:nvSpPr>
            <p:spPr>
              <a:xfrm>
                <a:off x="2741794" y="1336717"/>
                <a:ext cx="140154" cy="140193"/>
              </a:xfrm>
              <a:custGeom>
                <a:rect b="b" l="l" r="r" t="t"/>
                <a:pathLst>
                  <a:path extrusionOk="0" h="140193" w="140154">
                    <a:moveTo>
                      <a:pt x="135240" y="140187"/>
                    </a:moveTo>
                    <a:cubicBezTo>
                      <a:pt x="132525" y="140187"/>
                      <a:pt x="130326" y="137989"/>
                      <a:pt x="130326" y="135273"/>
                    </a:cubicBezTo>
                    <a:lnTo>
                      <a:pt x="130326" y="9822"/>
                    </a:lnTo>
                    <a:lnTo>
                      <a:pt x="4751" y="9822"/>
                    </a:lnTo>
                    <a:cubicBezTo>
                      <a:pt x="-1584" y="9822"/>
                      <a:pt x="-1584" y="0"/>
                      <a:pt x="4751" y="0"/>
                    </a:cubicBezTo>
                    <a:lnTo>
                      <a:pt x="135240" y="0"/>
                    </a:lnTo>
                    <a:cubicBezTo>
                      <a:pt x="137956" y="0"/>
                      <a:pt x="140155" y="2199"/>
                      <a:pt x="140155" y="4914"/>
                    </a:cubicBezTo>
                    <a:lnTo>
                      <a:pt x="140155" y="135280"/>
                    </a:lnTo>
                    <a:cubicBezTo>
                      <a:pt x="140155" y="137995"/>
                      <a:pt x="137956" y="140194"/>
                      <a:pt x="135240" y="140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7"/>
              <p:cNvSpPr/>
              <p:nvPr/>
            </p:nvSpPr>
            <p:spPr>
              <a:xfrm>
                <a:off x="2562645" y="1320849"/>
                <a:ext cx="335041" cy="335034"/>
              </a:xfrm>
              <a:custGeom>
                <a:rect b="b" l="l" r="r" t="t"/>
                <a:pathLst>
                  <a:path extrusionOk="0" h="335034" w="335041">
                    <a:moveTo>
                      <a:pt x="330291" y="162606"/>
                    </a:moveTo>
                    <a:lnTo>
                      <a:pt x="295661" y="162606"/>
                    </a:lnTo>
                    <a:lnTo>
                      <a:pt x="295661" y="44426"/>
                    </a:lnTo>
                    <a:cubicBezTo>
                      <a:pt x="295661" y="41710"/>
                      <a:pt x="293462" y="39511"/>
                      <a:pt x="290747" y="39511"/>
                    </a:cubicBezTo>
                    <a:lnTo>
                      <a:pt x="172429" y="39511"/>
                    </a:lnTo>
                    <a:lnTo>
                      <a:pt x="172429" y="4751"/>
                    </a:lnTo>
                    <a:cubicBezTo>
                      <a:pt x="172429" y="-1584"/>
                      <a:pt x="162606" y="-1584"/>
                      <a:pt x="162606" y="4751"/>
                    </a:cubicBezTo>
                    <a:lnTo>
                      <a:pt x="162606" y="39511"/>
                    </a:lnTo>
                    <a:lnTo>
                      <a:pt x="44288" y="39511"/>
                    </a:lnTo>
                    <a:cubicBezTo>
                      <a:pt x="41573" y="39511"/>
                      <a:pt x="39374" y="41710"/>
                      <a:pt x="39374" y="44426"/>
                    </a:cubicBezTo>
                    <a:lnTo>
                      <a:pt x="39374" y="162606"/>
                    </a:lnTo>
                    <a:lnTo>
                      <a:pt x="4751" y="162606"/>
                    </a:lnTo>
                    <a:cubicBezTo>
                      <a:pt x="-1584" y="162606"/>
                      <a:pt x="-1584" y="172429"/>
                      <a:pt x="4751" y="172429"/>
                    </a:cubicBezTo>
                    <a:lnTo>
                      <a:pt x="39374" y="172429"/>
                    </a:lnTo>
                    <a:lnTo>
                      <a:pt x="39374" y="290609"/>
                    </a:lnTo>
                    <a:cubicBezTo>
                      <a:pt x="39374" y="293325"/>
                      <a:pt x="41573" y="295524"/>
                      <a:pt x="44288" y="295524"/>
                    </a:cubicBezTo>
                    <a:lnTo>
                      <a:pt x="162606" y="295524"/>
                    </a:lnTo>
                    <a:lnTo>
                      <a:pt x="162606" y="330284"/>
                    </a:lnTo>
                    <a:cubicBezTo>
                      <a:pt x="162606" y="336619"/>
                      <a:pt x="172429" y="336619"/>
                      <a:pt x="172429" y="330284"/>
                    </a:cubicBezTo>
                    <a:lnTo>
                      <a:pt x="172429" y="295524"/>
                    </a:lnTo>
                    <a:lnTo>
                      <a:pt x="290747" y="295524"/>
                    </a:lnTo>
                    <a:cubicBezTo>
                      <a:pt x="293462" y="295524"/>
                      <a:pt x="295661" y="293325"/>
                      <a:pt x="295661" y="290609"/>
                    </a:cubicBezTo>
                    <a:lnTo>
                      <a:pt x="295661" y="172429"/>
                    </a:lnTo>
                    <a:lnTo>
                      <a:pt x="330291" y="172429"/>
                    </a:lnTo>
                    <a:cubicBezTo>
                      <a:pt x="336625" y="172429"/>
                      <a:pt x="336625" y="162606"/>
                      <a:pt x="330291" y="162606"/>
                    </a:cubicBezTo>
                    <a:close/>
                    <a:moveTo>
                      <a:pt x="285839" y="285701"/>
                    </a:moveTo>
                    <a:lnTo>
                      <a:pt x="172435" y="285701"/>
                    </a:lnTo>
                    <a:lnTo>
                      <a:pt x="172435" y="272647"/>
                    </a:lnTo>
                    <a:cubicBezTo>
                      <a:pt x="172435" y="266312"/>
                      <a:pt x="162613" y="266312"/>
                      <a:pt x="162613" y="272647"/>
                    </a:cubicBezTo>
                    <a:lnTo>
                      <a:pt x="162613" y="285701"/>
                    </a:lnTo>
                    <a:lnTo>
                      <a:pt x="49209" y="285701"/>
                    </a:lnTo>
                    <a:lnTo>
                      <a:pt x="49209" y="172429"/>
                    </a:lnTo>
                    <a:lnTo>
                      <a:pt x="62395" y="172429"/>
                    </a:lnTo>
                    <a:cubicBezTo>
                      <a:pt x="68729" y="172429"/>
                      <a:pt x="68729" y="162606"/>
                      <a:pt x="62395" y="162606"/>
                    </a:cubicBezTo>
                    <a:lnTo>
                      <a:pt x="49209" y="162606"/>
                    </a:lnTo>
                    <a:lnTo>
                      <a:pt x="49209" y="49340"/>
                    </a:lnTo>
                    <a:lnTo>
                      <a:pt x="162613" y="49340"/>
                    </a:lnTo>
                    <a:lnTo>
                      <a:pt x="162613" y="62395"/>
                    </a:lnTo>
                    <a:cubicBezTo>
                      <a:pt x="162613" y="68729"/>
                      <a:pt x="172435" y="68729"/>
                      <a:pt x="172435" y="62395"/>
                    </a:cubicBezTo>
                    <a:lnTo>
                      <a:pt x="172435" y="49340"/>
                    </a:lnTo>
                    <a:lnTo>
                      <a:pt x="285839" y="49340"/>
                    </a:lnTo>
                    <a:lnTo>
                      <a:pt x="285839" y="162613"/>
                    </a:lnTo>
                    <a:lnTo>
                      <a:pt x="272653" y="162613"/>
                    </a:lnTo>
                    <a:cubicBezTo>
                      <a:pt x="266319" y="162613"/>
                      <a:pt x="266319" y="172435"/>
                      <a:pt x="272653" y="172435"/>
                    </a:cubicBezTo>
                    <a:lnTo>
                      <a:pt x="285839" y="172435"/>
                    </a:lnTo>
                    <a:lnTo>
                      <a:pt x="285839" y="285701"/>
                    </a:lnTo>
                    <a:lnTo>
                      <a:pt x="285839" y="28570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7"/>
              <p:cNvSpPr/>
              <p:nvPr/>
            </p:nvSpPr>
            <p:spPr>
              <a:xfrm>
                <a:off x="2655815" y="1412134"/>
                <a:ext cx="148690" cy="152450"/>
              </a:xfrm>
              <a:custGeom>
                <a:rect b="b" l="l" r="r" t="t"/>
                <a:pathLst>
                  <a:path extrusionOk="0" h="152450" w="148690">
                    <a:moveTo>
                      <a:pt x="126492" y="95362"/>
                    </a:moveTo>
                    <a:cubicBezTo>
                      <a:pt x="118037" y="86607"/>
                      <a:pt x="107757" y="80279"/>
                      <a:pt x="96436" y="76713"/>
                    </a:cubicBezTo>
                    <a:cubicBezTo>
                      <a:pt x="108346" y="69142"/>
                      <a:pt x="115786" y="55720"/>
                      <a:pt x="115786" y="41592"/>
                    </a:cubicBezTo>
                    <a:cubicBezTo>
                      <a:pt x="115786" y="18663"/>
                      <a:pt x="97130" y="0"/>
                      <a:pt x="74194" y="0"/>
                    </a:cubicBezTo>
                    <a:cubicBezTo>
                      <a:pt x="51258" y="0"/>
                      <a:pt x="32595" y="18656"/>
                      <a:pt x="32595" y="41592"/>
                    </a:cubicBezTo>
                    <a:cubicBezTo>
                      <a:pt x="32595" y="55766"/>
                      <a:pt x="40081" y="69227"/>
                      <a:pt x="52056" y="76785"/>
                    </a:cubicBezTo>
                    <a:cubicBezTo>
                      <a:pt x="40834" y="80364"/>
                      <a:pt x="30619" y="86653"/>
                      <a:pt x="22190" y="95349"/>
                    </a:cubicBezTo>
                    <a:cubicBezTo>
                      <a:pt x="8939" y="109019"/>
                      <a:pt x="1061" y="127460"/>
                      <a:pt x="7" y="147274"/>
                    </a:cubicBezTo>
                    <a:cubicBezTo>
                      <a:pt x="-143" y="150042"/>
                      <a:pt x="2134" y="152450"/>
                      <a:pt x="4915" y="152450"/>
                    </a:cubicBezTo>
                    <a:lnTo>
                      <a:pt x="95304" y="152450"/>
                    </a:lnTo>
                    <a:cubicBezTo>
                      <a:pt x="101639" y="152450"/>
                      <a:pt x="101639" y="142628"/>
                      <a:pt x="95304" y="142628"/>
                    </a:cubicBezTo>
                    <a:lnTo>
                      <a:pt x="10268" y="142628"/>
                    </a:lnTo>
                    <a:cubicBezTo>
                      <a:pt x="14273" y="109595"/>
                      <a:pt x="40991" y="83571"/>
                      <a:pt x="74665" y="83185"/>
                    </a:cubicBezTo>
                    <a:cubicBezTo>
                      <a:pt x="100088" y="83309"/>
                      <a:pt x="122428" y="98909"/>
                      <a:pt x="132656" y="121963"/>
                    </a:cubicBezTo>
                    <a:cubicBezTo>
                      <a:pt x="135568" y="128520"/>
                      <a:pt x="137479" y="135515"/>
                      <a:pt x="138388" y="142628"/>
                    </a:cubicBezTo>
                    <a:lnTo>
                      <a:pt x="117579" y="142628"/>
                    </a:lnTo>
                    <a:cubicBezTo>
                      <a:pt x="111245" y="142628"/>
                      <a:pt x="111245" y="152450"/>
                      <a:pt x="117579" y="152450"/>
                    </a:cubicBezTo>
                    <a:lnTo>
                      <a:pt x="143780" y="152450"/>
                    </a:lnTo>
                    <a:cubicBezTo>
                      <a:pt x="146568" y="152450"/>
                      <a:pt x="148845" y="150029"/>
                      <a:pt x="148682" y="147248"/>
                    </a:cubicBezTo>
                    <a:cubicBezTo>
                      <a:pt x="147510" y="127407"/>
                      <a:pt x="139625" y="108980"/>
                      <a:pt x="126485" y="95362"/>
                    </a:cubicBezTo>
                    <a:close/>
                    <a:moveTo>
                      <a:pt x="74194" y="9835"/>
                    </a:moveTo>
                    <a:cubicBezTo>
                      <a:pt x="91476" y="9835"/>
                      <a:pt x="105565" y="23708"/>
                      <a:pt x="105944" y="40899"/>
                    </a:cubicBezTo>
                    <a:cubicBezTo>
                      <a:pt x="101809" y="38000"/>
                      <a:pt x="97673" y="35094"/>
                      <a:pt x="93537" y="32195"/>
                    </a:cubicBezTo>
                    <a:cubicBezTo>
                      <a:pt x="90887" y="30337"/>
                      <a:pt x="88688" y="28230"/>
                      <a:pt x="85253" y="29316"/>
                    </a:cubicBezTo>
                    <a:cubicBezTo>
                      <a:pt x="74770" y="32634"/>
                      <a:pt x="64352" y="36174"/>
                      <a:pt x="53908" y="39603"/>
                    </a:cubicBezTo>
                    <a:cubicBezTo>
                      <a:pt x="50100" y="40853"/>
                      <a:pt x="46291" y="42103"/>
                      <a:pt x="42476" y="43353"/>
                    </a:cubicBezTo>
                    <a:cubicBezTo>
                      <a:pt x="41495" y="25409"/>
                      <a:pt x="56225" y="9835"/>
                      <a:pt x="74200" y="9835"/>
                    </a:cubicBezTo>
                    <a:close/>
                    <a:moveTo>
                      <a:pt x="44551" y="53011"/>
                    </a:moveTo>
                    <a:lnTo>
                      <a:pt x="86483" y="39250"/>
                    </a:lnTo>
                    <a:lnTo>
                      <a:pt x="104289" y="51742"/>
                    </a:lnTo>
                    <a:cubicBezTo>
                      <a:pt x="100094" y="64155"/>
                      <a:pt x="88433" y="73153"/>
                      <a:pt x="74672" y="73356"/>
                    </a:cubicBezTo>
                    <a:cubicBezTo>
                      <a:pt x="61466" y="73303"/>
                      <a:pt x="49360" y="65457"/>
                      <a:pt x="44551" y="530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1" name="Google Shape;361;p27"/>
          <p:cNvGrpSpPr/>
          <p:nvPr/>
        </p:nvGrpSpPr>
        <p:grpSpPr>
          <a:xfrm>
            <a:off x="2476567" y="4053977"/>
            <a:ext cx="344084" cy="344757"/>
            <a:chOff x="3204223" y="1331528"/>
            <a:chExt cx="334387" cy="335041"/>
          </a:xfrm>
        </p:grpSpPr>
        <p:sp>
          <p:nvSpPr>
            <p:cNvPr id="362" name="Google Shape;362;p27"/>
            <p:cNvSpPr/>
            <p:nvPr/>
          </p:nvSpPr>
          <p:spPr>
            <a:xfrm>
              <a:off x="3233814" y="1517116"/>
              <a:ext cx="40414" cy="33962"/>
            </a:xfrm>
            <a:custGeom>
              <a:rect b="b" l="l" r="r" t="t"/>
              <a:pathLst>
                <a:path extrusionOk="0" h="33962" w="40414">
                  <a:moveTo>
                    <a:pt x="0" y="25782"/>
                  </a:moveTo>
                  <a:cubicBezTo>
                    <a:pt x="0" y="30291"/>
                    <a:pt x="3671" y="33962"/>
                    <a:pt x="8180" y="33962"/>
                  </a:cubicBezTo>
                  <a:lnTo>
                    <a:pt x="32235" y="33962"/>
                  </a:lnTo>
                  <a:cubicBezTo>
                    <a:pt x="36743" y="33962"/>
                    <a:pt x="40414" y="30291"/>
                    <a:pt x="40414" y="25782"/>
                  </a:cubicBezTo>
                  <a:lnTo>
                    <a:pt x="40414" y="8180"/>
                  </a:lnTo>
                  <a:cubicBezTo>
                    <a:pt x="40414" y="3671"/>
                    <a:pt x="36743" y="0"/>
                    <a:pt x="32235" y="0"/>
                  </a:cubicBezTo>
                  <a:lnTo>
                    <a:pt x="8180" y="0"/>
                  </a:lnTo>
                  <a:cubicBezTo>
                    <a:pt x="3671" y="0"/>
                    <a:pt x="0" y="3671"/>
                    <a:pt x="0" y="8180"/>
                  </a:cubicBezTo>
                  <a:lnTo>
                    <a:pt x="0" y="25782"/>
                  </a:lnTo>
                  <a:close/>
                  <a:moveTo>
                    <a:pt x="9816" y="9822"/>
                  </a:moveTo>
                  <a:lnTo>
                    <a:pt x="30599" y="9822"/>
                  </a:lnTo>
                  <a:lnTo>
                    <a:pt x="30599" y="24153"/>
                  </a:lnTo>
                  <a:lnTo>
                    <a:pt x="9816" y="24153"/>
                  </a:lnTo>
                  <a:lnTo>
                    <a:pt x="9816" y="98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3290496" y="1468038"/>
              <a:ext cx="40761" cy="33962"/>
            </a:xfrm>
            <a:custGeom>
              <a:rect b="b" l="l" r="r" t="t"/>
              <a:pathLst>
                <a:path extrusionOk="0" h="33962" w="40761">
                  <a:moveTo>
                    <a:pt x="8180" y="33962"/>
                  </a:moveTo>
                  <a:lnTo>
                    <a:pt x="32581" y="33962"/>
                  </a:lnTo>
                  <a:cubicBezTo>
                    <a:pt x="37090" y="33962"/>
                    <a:pt x="40761" y="30291"/>
                    <a:pt x="40761" y="25782"/>
                  </a:cubicBezTo>
                  <a:lnTo>
                    <a:pt x="40761" y="8180"/>
                  </a:lnTo>
                  <a:cubicBezTo>
                    <a:pt x="40761" y="3671"/>
                    <a:pt x="37090" y="0"/>
                    <a:pt x="32581" y="0"/>
                  </a:cubicBezTo>
                  <a:lnTo>
                    <a:pt x="8180" y="0"/>
                  </a:lnTo>
                  <a:cubicBezTo>
                    <a:pt x="3671" y="0"/>
                    <a:pt x="0" y="3671"/>
                    <a:pt x="0" y="8180"/>
                  </a:cubicBezTo>
                  <a:lnTo>
                    <a:pt x="0" y="25782"/>
                  </a:lnTo>
                  <a:cubicBezTo>
                    <a:pt x="0" y="30291"/>
                    <a:pt x="3671" y="33962"/>
                    <a:pt x="8180" y="33962"/>
                  </a:cubicBezTo>
                  <a:close/>
                  <a:moveTo>
                    <a:pt x="9816" y="9822"/>
                  </a:moveTo>
                  <a:lnTo>
                    <a:pt x="30946" y="9822"/>
                  </a:lnTo>
                  <a:lnTo>
                    <a:pt x="30946" y="24153"/>
                  </a:lnTo>
                  <a:lnTo>
                    <a:pt x="9816" y="24153"/>
                  </a:lnTo>
                  <a:lnTo>
                    <a:pt x="9816" y="98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3233814" y="1468038"/>
              <a:ext cx="40414" cy="33962"/>
            </a:xfrm>
            <a:custGeom>
              <a:rect b="b" l="l" r="r" t="t"/>
              <a:pathLst>
                <a:path extrusionOk="0" h="33962" w="40414">
                  <a:moveTo>
                    <a:pt x="8180" y="33962"/>
                  </a:moveTo>
                  <a:lnTo>
                    <a:pt x="32235" y="33962"/>
                  </a:lnTo>
                  <a:cubicBezTo>
                    <a:pt x="36743" y="33962"/>
                    <a:pt x="40414" y="30291"/>
                    <a:pt x="40414" y="25782"/>
                  </a:cubicBezTo>
                  <a:lnTo>
                    <a:pt x="40414" y="8180"/>
                  </a:lnTo>
                  <a:cubicBezTo>
                    <a:pt x="40414" y="3671"/>
                    <a:pt x="36743" y="0"/>
                    <a:pt x="32235" y="0"/>
                  </a:cubicBezTo>
                  <a:lnTo>
                    <a:pt x="8180" y="0"/>
                  </a:lnTo>
                  <a:cubicBezTo>
                    <a:pt x="3671" y="0"/>
                    <a:pt x="0" y="3671"/>
                    <a:pt x="0" y="8180"/>
                  </a:cubicBezTo>
                  <a:lnTo>
                    <a:pt x="0" y="25782"/>
                  </a:lnTo>
                  <a:cubicBezTo>
                    <a:pt x="0" y="30291"/>
                    <a:pt x="3671" y="33962"/>
                    <a:pt x="8180" y="33962"/>
                  </a:cubicBezTo>
                  <a:close/>
                  <a:moveTo>
                    <a:pt x="9816" y="9822"/>
                  </a:moveTo>
                  <a:lnTo>
                    <a:pt x="30599" y="9822"/>
                  </a:lnTo>
                  <a:lnTo>
                    <a:pt x="30599" y="24153"/>
                  </a:lnTo>
                  <a:lnTo>
                    <a:pt x="9816" y="24153"/>
                  </a:lnTo>
                  <a:lnTo>
                    <a:pt x="9816" y="98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3204223" y="1331528"/>
              <a:ext cx="334387" cy="335041"/>
            </a:xfrm>
            <a:custGeom>
              <a:rect b="b" l="l" r="r" t="t"/>
              <a:pathLst>
                <a:path extrusionOk="0" h="335041" w="334387">
                  <a:moveTo>
                    <a:pt x="326194" y="209735"/>
                  </a:moveTo>
                  <a:lnTo>
                    <a:pt x="313283" y="209735"/>
                  </a:lnTo>
                  <a:lnTo>
                    <a:pt x="313283" y="161644"/>
                  </a:lnTo>
                  <a:cubicBezTo>
                    <a:pt x="313290" y="158935"/>
                    <a:pt x="311098" y="156737"/>
                    <a:pt x="308382" y="156737"/>
                  </a:cubicBezTo>
                  <a:lnTo>
                    <a:pt x="308382" y="156737"/>
                  </a:lnTo>
                  <a:cubicBezTo>
                    <a:pt x="305673" y="156737"/>
                    <a:pt x="303474" y="158935"/>
                    <a:pt x="303474" y="161644"/>
                  </a:cubicBezTo>
                  <a:lnTo>
                    <a:pt x="303474" y="209741"/>
                  </a:lnTo>
                  <a:lnTo>
                    <a:pt x="183965" y="209741"/>
                  </a:lnTo>
                  <a:lnTo>
                    <a:pt x="183965" y="95003"/>
                  </a:lnTo>
                  <a:lnTo>
                    <a:pt x="195293" y="101913"/>
                  </a:lnTo>
                  <a:cubicBezTo>
                    <a:pt x="198394" y="103804"/>
                    <a:pt x="202890" y="103804"/>
                    <a:pt x="205992" y="101913"/>
                  </a:cubicBezTo>
                  <a:lnTo>
                    <a:pt x="221782" y="92280"/>
                  </a:lnTo>
                  <a:cubicBezTo>
                    <a:pt x="221945" y="92235"/>
                    <a:pt x="222246" y="92235"/>
                    <a:pt x="222410" y="92280"/>
                  </a:cubicBezTo>
                  <a:lnTo>
                    <a:pt x="238174" y="101906"/>
                  </a:lnTo>
                  <a:cubicBezTo>
                    <a:pt x="241269" y="103797"/>
                    <a:pt x="245771" y="103804"/>
                    <a:pt x="248873" y="101906"/>
                  </a:cubicBezTo>
                  <a:lnTo>
                    <a:pt x="264676" y="92274"/>
                  </a:lnTo>
                  <a:cubicBezTo>
                    <a:pt x="264840" y="92228"/>
                    <a:pt x="265147" y="92228"/>
                    <a:pt x="265305" y="92274"/>
                  </a:cubicBezTo>
                  <a:lnTo>
                    <a:pt x="281068" y="101900"/>
                  </a:lnTo>
                  <a:cubicBezTo>
                    <a:pt x="284170" y="103791"/>
                    <a:pt x="288672" y="103791"/>
                    <a:pt x="291768" y="101900"/>
                  </a:cubicBezTo>
                  <a:lnTo>
                    <a:pt x="303481" y="94741"/>
                  </a:lnTo>
                  <a:lnTo>
                    <a:pt x="303481" y="138074"/>
                  </a:lnTo>
                  <a:cubicBezTo>
                    <a:pt x="303474" y="140783"/>
                    <a:pt x="305667" y="142982"/>
                    <a:pt x="308382" y="142982"/>
                  </a:cubicBezTo>
                  <a:lnTo>
                    <a:pt x="308382" y="142982"/>
                  </a:lnTo>
                  <a:cubicBezTo>
                    <a:pt x="311091" y="142982"/>
                    <a:pt x="313290" y="140783"/>
                    <a:pt x="313290" y="138074"/>
                  </a:cubicBezTo>
                  <a:lnTo>
                    <a:pt x="313290" y="89257"/>
                  </a:lnTo>
                  <a:cubicBezTo>
                    <a:pt x="313297" y="86613"/>
                    <a:pt x="312053" y="84336"/>
                    <a:pt x="309972" y="83165"/>
                  </a:cubicBezTo>
                  <a:cubicBezTo>
                    <a:pt x="307891" y="81994"/>
                    <a:pt x="305300" y="82124"/>
                    <a:pt x="303042" y="83499"/>
                  </a:cubicBezTo>
                  <a:lnTo>
                    <a:pt x="286735" y="93471"/>
                  </a:lnTo>
                  <a:cubicBezTo>
                    <a:pt x="286578" y="93517"/>
                    <a:pt x="286271" y="93517"/>
                    <a:pt x="286114" y="93471"/>
                  </a:cubicBezTo>
                  <a:lnTo>
                    <a:pt x="270350" y="83845"/>
                  </a:lnTo>
                  <a:cubicBezTo>
                    <a:pt x="267248" y="81954"/>
                    <a:pt x="262752" y="81954"/>
                    <a:pt x="259651" y="83845"/>
                  </a:cubicBezTo>
                  <a:lnTo>
                    <a:pt x="243847" y="93478"/>
                  </a:lnTo>
                  <a:cubicBezTo>
                    <a:pt x="243684" y="93524"/>
                    <a:pt x="243376" y="93524"/>
                    <a:pt x="243219" y="93478"/>
                  </a:cubicBezTo>
                  <a:lnTo>
                    <a:pt x="227455" y="83845"/>
                  </a:lnTo>
                  <a:cubicBezTo>
                    <a:pt x="224354" y="81954"/>
                    <a:pt x="219858" y="81948"/>
                    <a:pt x="216756" y="83845"/>
                  </a:cubicBezTo>
                  <a:lnTo>
                    <a:pt x="213576" y="85782"/>
                  </a:lnTo>
                  <a:lnTo>
                    <a:pt x="213576" y="11452"/>
                  </a:lnTo>
                  <a:cubicBezTo>
                    <a:pt x="213576" y="5137"/>
                    <a:pt x="208439" y="0"/>
                    <a:pt x="202124" y="0"/>
                  </a:cubicBezTo>
                  <a:lnTo>
                    <a:pt x="11452" y="0"/>
                  </a:lnTo>
                  <a:cubicBezTo>
                    <a:pt x="5137" y="0"/>
                    <a:pt x="0" y="5137"/>
                    <a:pt x="0" y="11452"/>
                  </a:cubicBezTo>
                  <a:lnTo>
                    <a:pt x="0" y="63435"/>
                  </a:lnTo>
                  <a:cubicBezTo>
                    <a:pt x="0" y="69763"/>
                    <a:pt x="9816" y="69763"/>
                    <a:pt x="9816" y="63435"/>
                  </a:cubicBezTo>
                  <a:lnTo>
                    <a:pt x="9816" y="11452"/>
                  </a:lnTo>
                  <a:cubicBezTo>
                    <a:pt x="9816" y="10568"/>
                    <a:pt x="10568" y="9816"/>
                    <a:pt x="11452" y="9816"/>
                  </a:cubicBezTo>
                  <a:lnTo>
                    <a:pt x="202124" y="9816"/>
                  </a:lnTo>
                  <a:cubicBezTo>
                    <a:pt x="203014" y="9816"/>
                    <a:pt x="203760" y="10568"/>
                    <a:pt x="203760" y="11452"/>
                  </a:cubicBezTo>
                  <a:lnTo>
                    <a:pt x="203760" y="91770"/>
                  </a:lnTo>
                  <a:lnTo>
                    <a:pt x="200966" y="93478"/>
                  </a:lnTo>
                  <a:cubicBezTo>
                    <a:pt x="200802" y="93524"/>
                    <a:pt x="200501" y="93524"/>
                    <a:pt x="200338" y="93478"/>
                  </a:cubicBezTo>
                  <a:cubicBezTo>
                    <a:pt x="200338" y="93478"/>
                    <a:pt x="184122" y="83603"/>
                    <a:pt x="183972" y="83525"/>
                  </a:cubicBezTo>
                  <a:lnTo>
                    <a:pt x="183972" y="37836"/>
                  </a:lnTo>
                  <a:cubicBezTo>
                    <a:pt x="183972" y="33327"/>
                    <a:pt x="180301" y="29656"/>
                    <a:pt x="175792" y="29656"/>
                  </a:cubicBezTo>
                  <a:lnTo>
                    <a:pt x="37784" y="29656"/>
                  </a:lnTo>
                  <a:cubicBezTo>
                    <a:pt x="33275" y="29656"/>
                    <a:pt x="29604" y="33327"/>
                    <a:pt x="29604" y="37836"/>
                  </a:cubicBezTo>
                  <a:lnTo>
                    <a:pt x="29604" y="115602"/>
                  </a:lnTo>
                  <a:cubicBezTo>
                    <a:pt x="29604" y="120111"/>
                    <a:pt x="33275" y="123782"/>
                    <a:pt x="37784" y="123782"/>
                  </a:cubicBezTo>
                  <a:lnTo>
                    <a:pt x="174156" y="123782"/>
                  </a:lnTo>
                  <a:lnTo>
                    <a:pt x="174156" y="136503"/>
                  </a:lnTo>
                  <a:lnTo>
                    <a:pt x="151488" y="136503"/>
                  </a:lnTo>
                  <a:cubicBezTo>
                    <a:pt x="146980" y="136503"/>
                    <a:pt x="143309" y="140174"/>
                    <a:pt x="143309" y="144683"/>
                  </a:cubicBezTo>
                  <a:lnTo>
                    <a:pt x="143309" y="162286"/>
                  </a:lnTo>
                  <a:cubicBezTo>
                    <a:pt x="143309" y="166794"/>
                    <a:pt x="146980" y="170465"/>
                    <a:pt x="151488" y="170465"/>
                  </a:cubicBezTo>
                  <a:lnTo>
                    <a:pt x="174156" y="170465"/>
                  </a:lnTo>
                  <a:lnTo>
                    <a:pt x="174156" y="185582"/>
                  </a:lnTo>
                  <a:lnTo>
                    <a:pt x="151737" y="185582"/>
                  </a:lnTo>
                  <a:cubicBezTo>
                    <a:pt x="147228" y="185582"/>
                    <a:pt x="143557" y="189253"/>
                    <a:pt x="143557" y="193761"/>
                  </a:cubicBezTo>
                  <a:lnTo>
                    <a:pt x="143557" y="209722"/>
                  </a:lnTo>
                  <a:lnTo>
                    <a:pt x="126871" y="209722"/>
                  </a:lnTo>
                  <a:lnTo>
                    <a:pt x="126871" y="193761"/>
                  </a:lnTo>
                  <a:cubicBezTo>
                    <a:pt x="126871" y="189253"/>
                    <a:pt x="123200" y="185582"/>
                    <a:pt x="118691" y="185582"/>
                  </a:cubicBezTo>
                  <a:lnTo>
                    <a:pt x="94636" y="185582"/>
                  </a:lnTo>
                  <a:cubicBezTo>
                    <a:pt x="90127" y="185582"/>
                    <a:pt x="86456" y="189253"/>
                    <a:pt x="86456" y="193761"/>
                  </a:cubicBezTo>
                  <a:lnTo>
                    <a:pt x="86456" y="211364"/>
                  </a:lnTo>
                  <a:cubicBezTo>
                    <a:pt x="86456" y="215559"/>
                    <a:pt x="89637" y="219027"/>
                    <a:pt x="93714" y="219485"/>
                  </a:cubicBezTo>
                  <a:lnTo>
                    <a:pt x="93714" y="235249"/>
                  </a:lnTo>
                  <a:lnTo>
                    <a:pt x="37784" y="235249"/>
                  </a:lnTo>
                  <a:cubicBezTo>
                    <a:pt x="33275" y="235249"/>
                    <a:pt x="29604" y="238920"/>
                    <a:pt x="29604" y="243429"/>
                  </a:cubicBezTo>
                  <a:lnTo>
                    <a:pt x="29604" y="261051"/>
                  </a:lnTo>
                  <a:cubicBezTo>
                    <a:pt x="29604" y="265560"/>
                    <a:pt x="33275" y="269231"/>
                    <a:pt x="37784" y="269231"/>
                  </a:cubicBezTo>
                  <a:lnTo>
                    <a:pt x="93714" y="269231"/>
                  </a:lnTo>
                  <a:lnTo>
                    <a:pt x="93714" y="286460"/>
                  </a:lnTo>
                  <a:lnTo>
                    <a:pt x="11458" y="286460"/>
                  </a:lnTo>
                  <a:cubicBezTo>
                    <a:pt x="10575" y="286460"/>
                    <a:pt x="9822" y="285714"/>
                    <a:pt x="9822" y="284824"/>
                  </a:cubicBezTo>
                  <a:lnTo>
                    <a:pt x="9822" y="85671"/>
                  </a:lnTo>
                  <a:cubicBezTo>
                    <a:pt x="9822" y="79343"/>
                    <a:pt x="7" y="79343"/>
                    <a:pt x="7" y="85671"/>
                  </a:cubicBezTo>
                  <a:lnTo>
                    <a:pt x="7" y="284824"/>
                  </a:lnTo>
                  <a:cubicBezTo>
                    <a:pt x="7" y="291139"/>
                    <a:pt x="5143" y="296276"/>
                    <a:pt x="11458" y="296276"/>
                  </a:cubicBezTo>
                  <a:lnTo>
                    <a:pt x="93714" y="296276"/>
                  </a:lnTo>
                  <a:lnTo>
                    <a:pt x="93714" y="326862"/>
                  </a:lnTo>
                  <a:cubicBezTo>
                    <a:pt x="93714" y="331370"/>
                    <a:pt x="97385" y="335041"/>
                    <a:pt x="101893" y="335041"/>
                  </a:cubicBezTo>
                  <a:lnTo>
                    <a:pt x="203492" y="335041"/>
                  </a:lnTo>
                  <a:cubicBezTo>
                    <a:pt x="209820" y="335041"/>
                    <a:pt x="209820" y="325226"/>
                    <a:pt x="203492" y="325226"/>
                  </a:cubicBezTo>
                  <a:lnTo>
                    <a:pt x="103529" y="325226"/>
                  </a:lnTo>
                  <a:lnTo>
                    <a:pt x="103529" y="219544"/>
                  </a:lnTo>
                  <a:lnTo>
                    <a:pt x="324571" y="219544"/>
                  </a:lnTo>
                  <a:cubicBezTo>
                    <a:pt x="324571" y="219544"/>
                    <a:pt x="324571" y="325226"/>
                    <a:pt x="324571" y="325226"/>
                  </a:cubicBezTo>
                  <a:lnTo>
                    <a:pt x="226474" y="325226"/>
                  </a:lnTo>
                  <a:cubicBezTo>
                    <a:pt x="220146" y="325226"/>
                    <a:pt x="220146" y="335041"/>
                    <a:pt x="226474" y="335041"/>
                  </a:cubicBezTo>
                  <a:lnTo>
                    <a:pt x="326207" y="335041"/>
                  </a:lnTo>
                  <a:cubicBezTo>
                    <a:pt x="330716" y="335041"/>
                    <a:pt x="334387" y="331370"/>
                    <a:pt x="334387" y="326862"/>
                  </a:cubicBezTo>
                  <a:lnTo>
                    <a:pt x="334387" y="217908"/>
                  </a:lnTo>
                  <a:cubicBezTo>
                    <a:pt x="334387" y="213399"/>
                    <a:pt x="330716" y="209728"/>
                    <a:pt x="326207" y="209728"/>
                  </a:cubicBezTo>
                  <a:close/>
                  <a:moveTo>
                    <a:pt x="93681" y="259422"/>
                  </a:moveTo>
                  <a:lnTo>
                    <a:pt x="39407" y="259422"/>
                  </a:lnTo>
                  <a:lnTo>
                    <a:pt x="39407" y="245071"/>
                  </a:lnTo>
                  <a:lnTo>
                    <a:pt x="93681" y="245071"/>
                  </a:lnTo>
                  <a:lnTo>
                    <a:pt x="93681" y="259422"/>
                  </a:lnTo>
                  <a:lnTo>
                    <a:pt x="93681" y="259422"/>
                  </a:lnTo>
                  <a:close/>
                  <a:moveTo>
                    <a:pt x="39407" y="113973"/>
                  </a:moveTo>
                  <a:lnTo>
                    <a:pt x="39407" y="39479"/>
                  </a:lnTo>
                  <a:lnTo>
                    <a:pt x="174143" y="39479"/>
                  </a:lnTo>
                  <a:lnTo>
                    <a:pt x="174143" y="113973"/>
                  </a:lnTo>
                  <a:lnTo>
                    <a:pt x="39407" y="113973"/>
                  </a:lnTo>
                  <a:close/>
                  <a:moveTo>
                    <a:pt x="153111" y="160656"/>
                  </a:moveTo>
                  <a:lnTo>
                    <a:pt x="153111" y="146325"/>
                  </a:lnTo>
                  <a:lnTo>
                    <a:pt x="174143" y="146325"/>
                  </a:lnTo>
                  <a:lnTo>
                    <a:pt x="174143" y="160656"/>
                  </a:lnTo>
                  <a:lnTo>
                    <a:pt x="153111" y="160656"/>
                  </a:lnTo>
                  <a:close/>
                  <a:moveTo>
                    <a:pt x="153367" y="195410"/>
                  </a:moveTo>
                  <a:lnTo>
                    <a:pt x="174150" y="195410"/>
                  </a:lnTo>
                  <a:lnTo>
                    <a:pt x="174150" y="209735"/>
                  </a:lnTo>
                  <a:lnTo>
                    <a:pt x="153367" y="209735"/>
                  </a:lnTo>
                  <a:lnTo>
                    <a:pt x="153367" y="195410"/>
                  </a:lnTo>
                  <a:close/>
                  <a:moveTo>
                    <a:pt x="96259" y="195410"/>
                  </a:moveTo>
                  <a:lnTo>
                    <a:pt x="117042" y="195410"/>
                  </a:lnTo>
                  <a:lnTo>
                    <a:pt x="117042" y="209735"/>
                  </a:lnTo>
                  <a:lnTo>
                    <a:pt x="101880" y="209735"/>
                  </a:lnTo>
                  <a:cubicBezTo>
                    <a:pt x="101880" y="209735"/>
                    <a:pt x="101854" y="209735"/>
                    <a:pt x="101834" y="209735"/>
                  </a:cubicBezTo>
                  <a:lnTo>
                    <a:pt x="96259" y="209735"/>
                  </a:lnTo>
                  <a:lnTo>
                    <a:pt x="96259" y="1954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3317980" y="1559657"/>
              <a:ext cx="200560" cy="88550"/>
            </a:xfrm>
            <a:custGeom>
              <a:rect b="b" l="l" r="r" t="t"/>
              <a:pathLst>
                <a:path extrusionOk="0" h="88550" w="200560">
                  <a:moveTo>
                    <a:pt x="177513" y="83643"/>
                  </a:moveTo>
                  <a:cubicBezTo>
                    <a:pt x="177513" y="73781"/>
                    <a:pt x="185647" y="65765"/>
                    <a:pt x="195652" y="65765"/>
                  </a:cubicBezTo>
                  <a:cubicBezTo>
                    <a:pt x="198361" y="65765"/>
                    <a:pt x="200560" y="63566"/>
                    <a:pt x="200560" y="60857"/>
                  </a:cubicBezTo>
                  <a:lnTo>
                    <a:pt x="200560" y="27674"/>
                  </a:lnTo>
                  <a:cubicBezTo>
                    <a:pt x="200560" y="24965"/>
                    <a:pt x="198361" y="22766"/>
                    <a:pt x="195652" y="22766"/>
                  </a:cubicBezTo>
                  <a:cubicBezTo>
                    <a:pt x="185654" y="22766"/>
                    <a:pt x="177513" y="14756"/>
                    <a:pt x="177513" y="4908"/>
                  </a:cubicBezTo>
                  <a:cubicBezTo>
                    <a:pt x="177513" y="2199"/>
                    <a:pt x="175314" y="0"/>
                    <a:pt x="172605" y="0"/>
                  </a:cubicBezTo>
                  <a:lnTo>
                    <a:pt x="27922" y="0"/>
                  </a:lnTo>
                  <a:cubicBezTo>
                    <a:pt x="25213" y="0"/>
                    <a:pt x="23014" y="2199"/>
                    <a:pt x="23014" y="4908"/>
                  </a:cubicBezTo>
                  <a:cubicBezTo>
                    <a:pt x="23014" y="14756"/>
                    <a:pt x="14894" y="22766"/>
                    <a:pt x="4908" y="22766"/>
                  </a:cubicBezTo>
                  <a:cubicBezTo>
                    <a:pt x="2199" y="22766"/>
                    <a:pt x="0" y="24965"/>
                    <a:pt x="0" y="27674"/>
                  </a:cubicBezTo>
                  <a:lnTo>
                    <a:pt x="0" y="60857"/>
                  </a:lnTo>
                  <a:cubicBezTo>
                    <a:pt x="0" y="63566"/>
                    <a:pt x="2199" y="65765"/>
                    <a:pt x="4908" y="65765"/>
                  </a:cubicBezTo>
                  <a:cubicBezTo>
                    <a:pt x="14894" y="65765"/>
                    <a:pt x="23014" y="73788"/>
                    <a:pt x="23014" y="83643"/>
                  </a:cubicBezTo>
                  <a:cubicBezTo>
                    <a:pt x="23014" y="86352"/>
                    <a:pt x="25213" y="88550"/>
                    <a:pt x="27922" y="88550"/>
                  </a:cubicBezTo>
                  <a:lnTo>
                    <a:pt x="172605" y="88550"/>
                  </a:lnTo>
                  <a:cubicBezTo>
                    <a:pt x="175314" y="88550"/>
                    <a:pt x="177513" y="86352"/>
                    <a:pt x="177513" y="83643"/>
                  </a:cubicBezTo>
                  <a:close/>
                  <a:moveTo>
                    <a:pt x="32392" y="78735"/>
                  </a:moveTo>
                  <a:cubicBezTo>
                    <a:pt x="30337" y="67375"/>
                    <a:pt x="21274" y="58397"/>
                    <a:pt x="9816" y="56375"/>
                  </a:cubicBezTo>
                  <a:lnTo>
                    <a:pt x="9816" y="32156"/>
                  </a:lnTo>
                  <a:cubicBezTo>
                    <a:pt x="21274" y="30134"/>
                    <a:pt x="30330" y="21163"/>
                    <a:pt x="32392" y="9816"/>
                  </a:cubicBezTo>
                  <a:lnTo>
                    <a:pt x="168142" y="9816"/>
                  </a:lnTo>
                  <a:cubicBezTo>
                    <a:pt x="170204" y="21163"/>
                    <a:pt x="179273" y="30134"/>
                    <a:pt x="190745" y="32156"/>
                  </a:cubicBezTo>
                  <a:lnTo>
                    <a:pt x="190745" y="56375"/>
                  </a:lnTo>
                  <a:cubicBezTo>
                    <a:pt x="179273" y="58397"/>
                    <a:pt x="170197" y="67375"/>
                    <a:pt x="168136" y="78735"/>
                  </a:cubicBezTo>
                  <a:lnTo>
                    <a:pt x="32392" y="787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3392076" y="1577758"/>
              <a:ext cx="52350" cy="52350"/>
            </a:xfrm>
            <a:custGeom>
              <a:rect b="b" l="l" r="r" t="t"/>
              <a:pathLst>
                <a:path extrusionOk="0" h="52350" w="52350">
                  <a:moveTo>
                    <a:pt x="26175" y="0"/>
                  </a:moveTo>
                  <a:cubicBezTo>
                    <a:pt x="11740" y="0"/>
                    <a:pt x="0" y="11740"/>
                    <a:pt x="0" y="26175"/>
                  </a:cubicBezTo>
                  <a:cubicBezTo>
                    <a:pt x="0" y="40611"/>
                    <a:pt x="11740" y="52350"/>
                    <a:pt x="26175" y="52350"/>
                  </a:cubicBezTo>
                  <a:cubicBezTo>
                    <a:pt x="40611" y="52350"/>
                    <a:pt x="52350" y="40611"/>
                    <a:pt x="52350" y="26175"/>
                  </a:cubicBezTo>
                  <a:cubicBezTo>
                    <a:pt x="52350" y="11740"/>
                    <a:pt x="40611" y="0"/>
                    <a:pt x="26175" y="0"/>
                  </a:cubicBezTo>
                  <a:close/>
                  <a:moveTo>
                    <a:pt x="26175" y="42535"/>
                  </a:moveTo>
                  <a:cubicBezTo>
                    <a:pt x="17151" y="42535"/>
                    <a:pt x="9816" y="35192"/>
                    <a:pt x="9816" y="26175"/>
                  </a:cubicBezTo>
                  <a:cubicBezTo>
                    <a:pt x="9816" y="17158"/>
                    <a:pt x="17158" y="9816"/>
                    <a:pt x="26175" y="9816"/>
                  </a:cubicBezTo>
                  <a:cubicBezTo>
                    <a:pt x="35192" y="9816"/>
                    <a:pt x="42535" y="17151"/>
                    <a:pt x="42535" y="26175"/>
                  </a:cubicBezTo>
                  <a:cubicBezTo>
                    <a:pt x="42535" y="35199"/>
                    <a:pt x="35199" y="42535"/>
                    <a:pt x="26175" y="425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3406708" y="1456848"/>
              <a:ext cx="81470" cy="9815"/>
            </a:xfrm>
            <a:custGeom>
              <a:rect b="b" l="l" r="r" t="t"/>
              <a:pathLst>
                <a:path extrusionOk="0" h="9815" w="81470">
                  <a:moveTo>
                    <a:pt x="76562" y="0"/>
                  </a:move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cubicBezTo>
                    <a:pt x="0" y="7617"/>
                    <a:pt x="2199" y="9816"/>
                    <a:pt x="4908" y="9816"/>
                  </a:cubicBezTo>
                  <a:lnTo>
                    <a:pt x="76562" y="9816"/>
                  </a:lnTo>
                  <a:cubicBezTo>
                    <a:pt x="79271" y="9816"/>
                    <a:pt x="81470" y="7617"/>
                    <a:pt x="81470" y="4908"/>
                  </a:cubicBezTo>
                  <a:cubicBezTo>
                    <a:pt x="81470" y="2199"/>
                    <a:pt x="79271" y="0"/>
                    <a:pt x="76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3406708" y="1483390"/>
              <a:ext cx="81470" cy="9815"/>
            </a:xfrm>
            <a:custGeom>
              <a:rect b="b" l="l" r="r" t="t"/>
              <a:pathLst>
                <a:path extrusionOk="0" h="9815" w="81470">
                  <a:moveTo>
                    <a:pt x="81470" y="4908"/>
                  </a:moveTo>
                  <a:cubicBezTo>
                    <a:pt x="81470" y="2199"/>
                    <a:pt x="79271" y="0"/>
                    <a:pt x="76562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cubicBezTo>
                    <a:pt x="0" y="7617"/>
                    <a:pt x="2199" y="9816"/>
                    <a:pt x="4908" y="9816"/>
                  </a:cubicBezTo>
                  <a:lnTo>
                    <a:pt x="76562" y="9816"/>
                  </a:lnTo>
                  <a:cubicBezTo>
                    <a:pt x="79271" y="9816"/>
                    <a:pt x="81470" y="7617"/>
                    <a:pt x="81470" y="49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3406708" y="1509931"/>
              <a:ext cx="54673" cy="9815"/>
            </a:xfrm>
            <a:custGeom>
              <a:rect b="b" l="l" r="r" t="t"/>
              <a:pathLst>
                <a:path extrusionOk="0" h="9815" w="54673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cubicBezTo>
                    <a:pt x="0" y="7617"/>
                    <a:pt x="2199" y="9816"/>
                    <a:pt x="4908" y="9816"/>
                  </a:cubicBezTo>
                  <a:lnTo>
                    <a:pt x="49765" y="9816"/>
                  </a:lnTo>
                  <a:cubicBezTo>
                    <a:pt x="52475" y="9816"/>
                    <a:pt x="54673" y="7617"/>
                    <a:pt x="54673" y="4908"/>
                  </a:cubicBezTo>
                  <a:cubicBezTo>
                    <a:pt x="54673" y="2199"/>
                    <a:pt x="52475" y="0"/>
                    <a:pt x="49765" y="0"/>
                  </a:cubicBezTo>
                  <a:lnTo>
                    <a:pt x="4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p27"/>
          <p:cNvGrpSpPr/>
          <p:nvPr/>
        </p:nvGrpSpPr>
        <p:grpSpPr>
          <a:xfrm>
            <a:off x="3245440" y="4053988"/>
            <a:ext cx="344718" cy="344736"/>
            <a:chOff x="3942046" y="1320863"/>
            <a:chExt cx="335003" cy="335020"/>
          </a:xfrm>
        </p:grpSpPr>
        <p:sp>
          <p:nvSpPr>
            <p:cNvPr id="372" name="Google Shape;372;p27"/>
            <p:cNvSpPr/>
            <p:nvPr/>
          </p:nvSpPr>
          <p:spPr>
            <a:xfrm>
              <a:off x="3942046" y="1320863"/>
              <a:ext cx="141243" cy="134869"/>
            </a:xfrm>
            <a:custGeom>
              <a:rect b="b" l="l" r="r" t="t"/>
              <a:pathLst>
                <a:path extrusionOk="0" h="134869" w="141243">
                  <a:moveTo>
                    <a:pt x="31078" y="86029"/>
                  </a:moveTo>
                  <a:cubicBezTo>
                    <a:pt x="31275" y="86272"/>
                    <a:pt x="31504" y="86972"/>
                    <a:pt x="31491" y="87227"/>
                  </a:cubicBezTo>
                  <a:lnTo>
                    <a:pt x="24639" y="127151"/>
                  </a:lnTo>
                  <a:cubicBezTo>
                    <a:pt x="23664" y="132844"/>
                    <a:pt x="29141" y="136639"/>
                    <a:pt x="34108" y="134028"/>
                  </a:cubicBezTo>
                  <a:lnTo>
                    <a:pt x="69955" y="115195"/>
                  </a:lnTo>
                  <a:cubicBezTo>
                    <a:pt x="70243" y="115077"/>
                    <a:pt x="70982" y="115084"/>
                    <a:pt x="71231" y="115175"/>
                  </a:cubicBezTo>
                  <a:lnTo>
                    <a:pt x="107110" y="134028"/>
                  </a:lnTo>
                  <a:cubicBezTo>
                    <a:pt x="112064" y="136633"/>
                    <a:pt x="117535" y="132752"/>
                    <a:pt x="116579" y="127151"/>
                  </a:cubicBezTo>
                  <a:lnTo>
                    <a:pt x="109735" y="87279"/>
                  </a:lnTo>
                  <a:cubicBezTo>
                    <a:pt x="109715" y="86972"/>
                    <a:pt x="109944" y="86272"/>
                    <a:pt x="110107" y="86069"/>
                  </a:cubicBezTo>
                  <a:lnTo>
                    <a:pt x="139136" y="57793"/>
                  </a:lnTo>
                  <a:cubicBezTo>
                    <a:pt x="143147" y="53886"/>
                    <a:pt x="141151" y="47480"/>
                    <a:pt x="135524" y="46662"/>
                  </a:cubicBezTo>
                  <a:lnTo>
                    <a:pt x="95456" y="40845"/>
                  </a:lnTo>
                  <a:cubicBezTo>
                    <a:pt x="95155" y="40766"/>
                    <a:pt x="94559" y="40334"/>
                    <a:pt x="94415" y="40118"/>
                  </a:cubicBezTo>
                  <a:lnTo>
                    <a:pt x="76479" y="3794"/>
                  </a:lnTo>
                  <a:cubicBezTo>
                    <a:pt x="73999" y="-1225"/>
                    <a:pt x="67292" y="-1304"/>
                    <a:pt x="64779" y="3794"/>
                  </a:cubicBezTo>
                  <a:lnTo>
                    <a:pt x="46862" y="40073"/>
                  </a:lnTo>
                  <a:cubicBezTo>
                    <a:pt x="46692" y="40334"/>
                    <a:pt x="46096" y="40766"/>
                    <a:pt x="45848" y="40838"/>
                  </a:cubicBezTo>
                  <a:lnTo>
                    <a:pt x="5728" y="46662"/>
                  </a:lnTo>
                  <a:cubicBezTo>
                    <a:pt x="185" y="47467"/>
                    <a:pt x="-1961" y="53821"/>
                    <a:pt x="2115" y="57793"/>
                  </a:cubicBezTo>
                  <a:lnTo>
                    <a:pt x="31104" y="86036"/>
                  </a:lnTo>
                  <a:close/>
                  <a:moveTo>
                    <a:pt x="47235" y="50549"/>
                  </a:moveTo>
                  <a:cubicBezTo>
                    <a:pt x="50592" y="50058"/>
                    <a:pt x="54119" y="47500"/>
                    <a:pt x="55617" y="44457"/>
                  </a:cubicBezTo>
                  <a:lnTo>
                    <a:pt x="70609" y="14107"/>
                  </a:lnTo>
                  <a:lnTo>
                    <a:pt x="85594" y="44457"/>
                  </a:lnTo>
                  <a:cubicBezTo>
                    <a:pt x="87093" y="47500"/>
                    <a:pt x="90620" y="50058"/>
                    <a:pt x="93977" y="50549"/>
                  </a:cubicBezTo>
                  <a:lnTo>
                    <a:pt x="127488" y="55411"/>
                  </a:lnTo>
                  <a:lnTo>
                    <a:pt x="103243" y="79028"/>
                  </a:lnTo>
                  <a:cubicBezTo>
                    <a:pt x="100815" y="81396"/>
                    <a:pt x="99467" y="85539"/>
                    <a:pt x="100037" y="88883"/>
                  </a:cubicBezTo>
                  <a:lnTo>
                    <a:pt x="105762" y="122230"/>
                  </a:lnTo>
                  <a:lnTo>
                    <a:pt x="75785" y="106479"/>
                  </a:lnTo>
                  <a:cubicBezTo>
                    <a:pt x="72782" y="104902"/>
                    <a:pt x="68424" y="104902"/>
                    <a:pt x="65426" y="106479"/>
                  </a:cubicBezTo>
                  <a:lnTo>
                    <a:pt x="35443" y="122230"/>
                  </a:lnTo>
                  <a:lnTo>
                    <a:pt x="41169" y="88883"/>
                  </a:lnTo>
                  <a:cubicBezTo>
                    <a:pt x="41745" y="85539"/>
                    <a:pt x="40397" y="81390"/>
                    <a:pt x="37962" y="79028"/>
                  </a:cubicBezTo>
                  <a:lnTo>
                    <a:pt x="13724" y="55411"/>
                  </a:lnTo>
                  <a:lnTo>
                    <a:pt x="47228" y="505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3942214" y="1371059"/>
              <a:ext cx="334835" cy="284824"/>
            </a:xfrm>
            <a:custGeom>
              <a:rect b="b" l="l" r="r" t="t"/>
              <a:pathLst>
                <a:path extrusionOk="0" h="284824" w="334835">
                  <a:moveTo>
                    <a:pt x="326662" y="106709"/>
                  </a:moveTo>
                  <a:lnTo>
                    <a:pt x="267644" y="106709"/>
                  </a:lnTo>
                  <a:cubicBezTo>
                    <a:pt x="263129" y="106709"/>
                    <a:pt x="259464" y="110380"/>
                    <a:pt x="259464" y="114889"/>
                  </a:cubicBezTo>
                  <a:cubicBezTo>
                    <a:pt x="259752" y="115969"/>
                    <a:pt x="259464" y="117480"/>
                    <a:pt x="259464" y="118606"/>
                  </a:cubicBezTo>
                  <a:cubicBezTo>
                    <a:pt x="228447" y="116054"/>
                    <a:pt x="206420" y="93799"/>
                    <a:pt x="204804" y="62827"/>
                  </a:cubicBezTo>
                  <a:cubicBezTo>
                    <a:pt x="203868" y="44871"/>
                    <a:pt x="213481" y="0"/>
                    <a:pt x="184335" y="0"/>
                  </a:cubicBezTo>
                  <a:cubicBezTo>
                    <a:pt x="165633" y="0"/>
                    <a:pt x="156956" y="15424"/>
                    <a:pt x="152964" y="28361"/>
                  </a:cubicBezTo>
                  <a:cubicBezTo>
                    <a:pt x="149646" y="39119"/>
                    <a:pt x="147965" y="52920"/>
                    <a:pt x="147965" y="69377"/>
                  </a:cubicBezTo>
                  <a:cubicBezTo>
                    <a:pt x="147965" y="75712"/>
                    <a:pt x="157787" y="75712"/>
                    <a:pt x="157787" y="69377"/>
                  </a:cubicBezTo>
                  <a:cubicBezTo>
                    <a:pt x="157787" y="53901"/>
                    <a:pt x="159325" y="41075"/>
                    <a:pt x="162354" y="31253"/>
                  </a:cubicBezTo>
                  <a:cubicBezTo>
                    <a:pt x="166804" y="16831"/>
                    <a:pt x="173996" y="9822"/>
                    <a:pt x="184341" y="9822"/>
                  </a:cubicBezTo>
                  <a:cubicBezTo>
                    <a:pt x="196310" y="9822"/>
                    <a:pt x="195224" y="25625"/>
                    <a:pt x="195211" y="33903"/>
                  </a:cubicBezTo>
                  <a:cubicBezTo>
                    <a:pt x="195178" y="49759"/>
                    <a:pt x="193359" y="65994"/>
                    <a:pt x="197743" y="81483"/>
                  </a:cubicBezTo>
                  <a:cubicBezTo>
                    <a:pt x="205563" y="109098"/>
                    <a:pt x="231502" y="126504"/>
                    <a:pt x="259451" y="128467"/>
                  </a:cubicBezTo>
                  <a:lnTo>
                    <a:pt x="259451" y="246367"/>
                  </a:lnTo>
                  <a:cubicBezTo>
                    <a:pt x="253784" y="252060"/>
                    <a:pt x="228322" y="275002"/>
                    <a:pt x="186612" y="275002"/>
                  </a:cubicBezTo>
                  <a:lnTo>
                    <a:pt x="118007" y="275002"/>
                  </a:lnTo>
                  <a:cubicBezTo>
                    <a:pt x="125245" y="265501"/>
                    <a:pt x="124505" y="251798"/>
                    <a:pt x="116319" y="243108"/>
                  </a:cubicBezTo>
                  <a:cubicBezTo>
                    <a:pt x="131415" y="236590"/>
                    <a:pt x="136042" y="216684"/>
                    <a:pt x="125232" y="204218"/>
                  </a:cubicBezTo>
                  <a:cubicBezTo>
                    <a:pt x="148364" y="196536"/>
                    <a:pt x="146813" y="162194"/>
                    <a:pt x="123066" y="156658"/>
                  </a:cubicBezTo>
                  <a:cubicBezTo>
                    <a:pt x="130120" y="147922"/>
                    <a:pt x="130316" y="135175"/>
                    <a:pt x="123524" y="126236"/>
                  </a:cubicBezTo>
                  <a:lnTo>
                    <a:pt x="147919" y="126236"/>
                  </a:lnTo>
                  <a:cubicBezTo>
                    <a:pt x="148043" y="134030"/>
                    <a:pt x="149064" y="149571"/>
                    <a:pt x="154528" y="165800"/>
                  </a:cubicBezTo>
                  <a:cubicBezTo>
                    <a:pt x="164854" y="196451"/>
                    <a:pt x="186036" y="214505"/>
                    <a:pt x="215797" y="218013"/>
                  </a:cubicBezTo>
                  <a:cubicBezTo>
                    <a:pt x="222086" y="218752"/>
                    <a:pt x="223238" y="209002"/>
                    <a:pt x="216949" y="208262"/>
                  </a:cubicBezTo>
                  <a:cubicBezTo>
                    <a:pt x="181089" y="204035"/>
                    <a:pt x="163055" y="173495"/>
                    <a:pt x="158782" y="140096"/>
                  </a:cubicBezTo>
                  <a:cubicBezTo>
                    <a:pt x="156746" y="124194"/>
                    <a:pt x="157787" y="107678"/>
                    <a:pt x="157787" y="91691"/>
                  </a:cubicBezTo>
                  <a:cubicBezTo>
                    <a:pt x="157787" y="85357"/>
                    <a:pt x="147965" y="85357"/>
                    <a:pt x="147965" y="91691"/>
                  </a:cubicBezTo>
                  <a:lnTo>
                    <a:pt x="147965" y="116420"/>
                  </a:lnTo>
                  <a:lnTo>
                    <a:pt x="39358" y="116420"/>
                  </a:lnTo>
                  <a:cubicBezTo>
                    <a:pt x="19163" y="116420"/>
                    <a:pt x="7319" y="140469"/>
                    <a:pt x="19909" y="156436"/>
                  </a:cubicBezTo>
                  <a:cubicBezTo>
                    <a:pt x="-1901" y="160473"/>
                    <a:pt x="-7404" y="190228"/>
                    <a:pt x="11520" y="201843"/>
                  </a:cubicBezTo>
                  <a:cubicBezTo>
                    <a:pt x="-4041" y="215624"/>
                    <a:pt x="4008" y="242107"/>
                    <a:pt x="24555" y="244901"/>
                  </a:cubicBezTo>
                  <a:cubicBezTo>
                    <a:pt x="12129" y="260881"/>
                    <a:pt x="23973" y="284785"/>
                    <a:pt x="44095" y="284785"/>
                  </a:cubicBezTo>
                  <a:lnTo>
                    <a:pt x="186606" y="284825"/>
                  </a:lnTo>
                  <a:cubicBezTo>
                    <a:pt x="222708" y="284825"/>
                    <a:pt x="247358" y="269460"/>
                    <a:pt x="259464" y="259598"/>
                  </a:cubicBezTo>
                  <a:lnTo>
                    <a:pt x="259464" y="269218"/>
                  </a:lnTo>
                  <a:cubicBezTo>
                    <a:pt x="259464" y="273733"/>
                    <a:pt x="263135" y="277397"/>
                    <a:pt x="267644" y="277397"/>
                  </a:cubicBezTo>
                  <a:lnTo>
                    <a:pt x="288237" y="277397"/>
                  </a:lnTo>
                  <a:cubicBezTo>
                    <a:pt x="294571" y="277397"/>
                    <a:pt x="294571" y="267575"/>
                    <a:pt x="288237" y="267575"/>
                  </a:cubicBezTo>
                  <a:lnTo>
                    <a:pt x="269280" y="267575"/>
                  </a:lnTo>
                  <a:lnTo>
                    <a:pt x="269280" y="116532"/>
                  </a:lnTo>
                  <a:lnTo>
                    <a:pt x="325020" y="116532"/>
                  </a:lnTo>
                  <a:lnTo>
                    <a:pt x="325020" y="267575"/>
                  </a:lnTo>
                  <a:lnTo>
                    <a:pt x="309904" y="267575"/>
                  </a:lnTo>
                  <a:cubicBezTo>
                    <a:pt x="303569" y="267575"/>
                    <a:pt x="303569" y="277397"/>
                    <a:pt x="309904" y="277397"/>
                  </a:cubicBezTo>
                  <a:lnTo>
                    <a:pt x="326656" y="277397"/>
                  </a:lnTo>
                  <a:cubicBezTo>
                    <a:pt x="331171" y="277397"/>
                    <a:pt x="334835" y="273726"/>
                    <a:pt x="334835" y="269218"/>
                  </a:cubicBezTo>
                  <a:lnTo>
                    <a:pt x="334835" y="114902"/>
                  </a:lnTo>
                  <a:cubicBezTo>
                    <a:pt x="334835" y="110387"/>
                    <a:pt x="331164" y="106722"/>
                    <a:pt x="326649" y="106722"/>
                  </a:cubicBezTo>
                  <a:close/>
                  <a:moveTo>
                    <a:pt x="39358" y="126236"/>
                  </a:moveTo>
                  <a:lnTo>
                    <a:pt x="103801" y="126236"/>
                  </a:lnTo>
                  <a:cubicBezTo>
                    <a:pt x="112033" y="126236"/>
                    <a:pt x="118733" y="132930"/>
                    <a:pt x="118733" y="141156"/>
                  </a:cubicBezTo>
                  <a:cubicBezTo>
                    <a:pt x="118733" y="148930"/>
                    <a:pt x="112746" y="155336"/>
                    <a:pt x="105136" y="156010"/>
                  </a:cubicBezTo>
                  <a:lnTo>
                    <a:pt x="38023" y="156010"/>
                  </a:lnTo>
                  <a:cubicBezTo>
                    <a:pt x="30412" y="155336"/>
                    <a:pt x="24418" y="148930"/>
                    <a:pt x="24418" y="141156"/>
                  </a:cubicBezTo>
                  <a:cubicBezTo>
                    <a:pt x="24418" y="132930"/>
                    <a:pt x="31119" y="126236"/>
                    <a:pt x="39358" y="126236"/>
                  </a:cubicBezTo>
                  <a:close/>
                  <a:moveTo>
                    <a:pt x="24425" y="195652"/>
                  </a:moveTo>
                  <a:cubicBezTo>
                    <a:pt x="16193" y="195652"/>
                    <a:pt x="9498" y="188958"/>
                    <a:pt x="9498" y="180739"/>
                  </a:cubicBezTo>
                  <a:cubicBezTo>
                    <a:pt x="9498" y="172520"/>
                    <a:pt x="16193" y="165826"/>
                    <a:pt x="24425" y="165826"/>
                  </a:cubicBezTo>
                  <a:lnTo>
                    <a:pt x="117444" y="165826"/>
                  </a:lnTo>
                  <a:cubicBezTo>
                    <a:pt x="125677" y="165826"/>
                    <a:pt x="132371" y="172514"/>
                    <a:pt x="132371" y="180739"/>
                  </a:cubicBezTo>
                  <a:cubicBezTo>
                    <a:pt x="132371" y="188965"/>
                    <a:pt x="125677" y="195652"/>
                    <a:pt x="117444" y="195652"/>
                  </a:cubicBezTo>
                  <a:lnTo>
                    <a:pt x="24425" y="195652"/>
                  </a:lnTo>
                  <a:close/>
                  <a:moveTo>
                    <a:pt x="12973" y="220394"/>
                  </a:moveTo>
                  <a:cubicBezTo>
                    <a:pt x="12973" y="212195"/>
                    <a:pt x="19569" y="205520"/>
                    <a:pt x="27690" y="205481"/>
                  </a:cubicBezTo>
                  <a:lnTo>
                    <a:pt x="106601" y="205481"/>
                  </a:lnTo>
                  <a:cubicBezTo>
                    <a:pt x="114801" y="205520"/>
                    <a:pt x="121462" y="212195"/>
                    <a:pt x="121462" y="220394"/>
                  </a:cubicBezTo>
                  <a:cubicBezTo>
                    <a:pt x="121462" y="228594"/>
                    <a:pt x="114762" y="235308"/>
                    <a:pt x="106529" y="235308"/>
                  </a:cubicBezTo>
                  <a:lnTo>
                    <a:pt x="27899" y="235308"/>
                  </a:lnTo>
                  <a:cubicBezTo>
                    <a:pt x="19667" y="235308"/>
                    <a:pt x="12973" y="228620"/>
                    <a:pt x="12973" y="220394"/>
                  </a:cubicBezTo>
                  <a:close/>
                  <a:moveTo>
                    <a:pt x="29169" y="260037"/>
                  </a:moveTo>
                  <a:cubicBezTo>
                    <a:pt x="29169" y="251811"/>
                    <a:pt x="35863" y="245123"/>
                    <a:pt x="44095" y="245123"/>
                  </a:cubicBezTo>
                  <a:lnTo>
                    <a:pt x="98310" y="245123"/>
                  </a:lnTo>
                  <a:cubicBezTo>
                    <a:pt x="106543" y="245123"/>
                    <a:pt x="113237" y="251818"/>
                    <a:pt x="113237" y="260037"/>
                  </a:cubicBezTo>
                  <a:cubicBezTo>
                    <a:pt x="113237" y="268256"/>
                    <a:pt x="106543" y="274956"/>
                    <a:pt x="98310" y="274956"/>
                  </a:cubicBezTo>
                  <a:lnTo>
                    <a:pt x="44095" y="274956"/>
                  </a:lnTo>
                  <a:cubicBezTo>
                    <a:pt x="35863" y="274956"/>
                    <a:pt x="29169" y="268262"/>
                    <a:pt x="29169" y="2600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4222350" y="1499867"/>
              <a:ext cx="34040" cy="34040"/>
            </a:xfrm>
            <a:custGeom>
              <a:rect b="b" l="l" r="r" t="t"/>
              <a:pathLst>
                <a:path extrusionOk="0" h="34040" w="34040">
                  <a:moveTo>
                    <a:pt x="34041" y="17020"/>
                  </a:moveTo>
                  <a:cubicBezTo>
                    <a:pt x="34041" y="7637"/>
                    <a:pt x="26404" y="0"/>
                    <a:pt x="17021" y="0"/>
                  </a:cubicBezTo>
                  <a:cubicBezTo>
                    <a:pt x="7637" y="0"/>
                    <a:pt x="0" y="7637"/>
                    <a:pt x="0" y="17020"/>
                  </a:cubicBezTo>
                  <a:cubicBezTo>
                    <a:pt x="0" y="26404"/>
                    <a:pt x="7637" y="34041"/>
                    <a:pt x="17021" y="34041"/>
                  </a:cubicBezTo>
                  <a:cubicBezTo>
                    <a:pt x="26404" y="34041"/>
                    <a:pt x="34041" y="26404"/>
                    <a:pt x="34041" y="17020"/>
                  </a:cubicBezTo>
                  <a:close/>
                  <a:moveTo>
                    <a:pt x="17021" y="24219"/>
                  </a:moveTo>
                  <a:cubicBezTo>
                    <a:pt x="13049" y="24219"/>
                    <a:pt x="9822" y="20986"/>
                    <a:pt x="9822" y="17020"/>
                  </a:cubicBezTo>
                  <a:cubicBezTo>
                    <a:pt x="9822" y="13055"/>
                    <a:pt x="13055" y="9816"/>
                    <a:pt x="17021" y="9816"/>
                  </a:cubicBezTo>
                  <a:cubicBezTo>
                    <a:pt x="20986" y="9816"/>
                    <a:pt x="24225" y="13048"/>
                    <a:pt x="24225" y="17020"/>
                  </a:cubicBezTo>
                  <a:cubicBezTo>
                    <a:pt x="24225" y="20992"/>
                    <a:pt x="20992" y="24219"/>
                    <a:pt x="17021" y="242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27"/>
          <p:cNvGrpSpPr/>
          <p:nvPr/>
        </p:nvGrpSpPr>
        <p:grpSpPr>
          <a:xfrm>
            <a:off x="4077075" y="4053984"/>
            <a:ext cx="219837" cy="344745"/>
            <a:chOff x="4508739" y="1288764"/>
            <a:chExt cx="213641" cy="335029"/>
          </a:xfrm>
        </p:grpSpPr>
        <p:sp>
          <p:nvSpPr>
            <p:cNvPr id="376" name="Google Shape;376;p27"/>
            <p:cNvSpPr/>
            <p:nvPr/>
          </p:nvSpPr>
          <p:spPr>
            <a:xfrm>
              <a:off x="4508739" y="1288764"/>
              <a:ext cx="213641" cy="335029"/>
            </a:xfrm>
            <a:custGeom>
              <a:rect b="b" l="l" r="r" t="t"/>
              <a:pathLst>
                <a:path extrusionOk="0" h="335029" w="213641">
                  <a:moveTo>
                    <a:pt x="202203" y="47240"/>
                  </a:moveTo>
                  <a:lnTo>
                    <a:pt x="128710" y="47240"/>
                  </a:lnTo>
                  <a:lnTo>
                    <a:pt x="128710" y="38832"/>
                  </a:lnTo>
                  <a:lnTo>
                    <a:pt x="161428" y="8508"/>
                  </a:lnTo>
                  <a:cubicBezTo>
                    <a:pt x="166061" y="4215"/>
                    <a:pt x="159406" y="-2977"/>
                    <a:pt x="154767" y="1323"/>
                  </a:cubicBezTo>
                  <a:lnTo>
                    <a:pt x="126432" y="27583"/>
                  </a:lnTo>
                  <a:cubicBezTo>
                    <a:pt x="123834" y="23493"/>
                    <a:pt x="119267" y="20771"/>
                    <a:pt x="114071" y="20771"/>
                  </a:cubicBezTo>
                  <a:lnTo>
                    <a:pt x="98909" y="20771"/>
                  </a:lnTo>
                  <a:cubicBezTo>
                    <a:pt x="93877" y="20771"/>
                    <a:pt x="89427" y="23323"/>
                    <a:pt x="86796" y="27203"/>
                  </a:cubicBezTo>
                  <a:lnTo>
                    <a:pt x="58868" y="1323"/>
                  </a:lnTo>
                  <a:cubicBezTo>
                    <a:pt x="54235" y="-2970"/>
                    <a:pt x="47573" y="4215"/>
                    <a:pt x="52206" y="8508"/>
                  </a:cubicBezTo>
                  <a:lnTo>
                    <a:pt x="84277" y="38223"/>
                  </a:lnTo>
                  <a:lnTo>
                    <a:pt x="84277" y="47234"/>
                  </a:lnTo>
                  <a:lnTo>
                    <a:pt x="11432" y="47234"/>
                  </a:lnTo>
                  <a:cubicBezTo>
                    <a:pt x="5130" y="47234"/>
                    <a:pt x="0" y="52364"/>
                    <a:pt x="0" y="58666"/>
                  </a:cubicBezTo>
                  <a:lnTo>
                    <a:pt x="0" y="93943"/>
                  </a:lnTo>
                  <a:cubicBezTo>
                    <a:pt x="0" y="100265"/>
                    <a:pt x="9803" y="100265"/>
                    <a:pt x="9803" y="93943"/>
                  </a:cubicBezTo>
                  <a:lnTo>
                    <a:pt x="9803" y="58666"/>
                  </a:lnTo>
                  <a:cubicBezTo>
                    <a:pt x="9803" y="57782"/>
                    <a:pt x="10548" y="57030"/>
                    <a:pt x="11439" y="57030"/>
                  </a:cubicBezTo>
                  <a:lnTo>
                    <a:pt x="84284" y="57030"/>
                  </a:lnTo>
                  <a:lnTo>
                    <a:pt x="84284" y="64542"/>
                  </a:lnTo>
                  <a:cubicBezTo>
                    <a:pt x="84284" y="66165"/>
                    <a:pt x="85089" y="67683"/>
                    <a:pt x="86430" y="68593"/>
                  </a:cubicBezTo>
                  <a:lnTo>
                    <a:pt x="103745" y="80352"/>
                  </a:lnTo>
                  <a:cubicBezTo>
                    <a:pt x="105387" y="81464"/>
                    <a:pt x="107612" y="81464"/>
                    <a:pt x="109255" y="80352"/>
                  </a:cubicBezTo>
                  <a:lnTo>
                    <a:pt x="126570" y="68593"/>
                  </a:lnTo>
                  <a:cubicBezTo>
                    <a:pt x="127911" y="67683"/>
                    <a:pt x="128716" y="66165"/>
                    <a:pt x="128716" y="64542"/>
                  </a:cubicBezTo>
                  <a:lnTo>
                    <a:pt x="128716" y="57030"/>
                  </a:lnTo>
                  <a:lnTo>
                    <a:pt x="202209" y="57030"/>
                  </a:lnTo>
                  <a:cubicBezTo>
                    <a:pt x="203093" y="57030"/>
                    <a:pt x="203845" y="57776"/>
                    <a:pt x="203845" y="58666"/>
                  </a:cubicBezTo>
                  <a:lnTo>
                    <a:pt x="203845" y="181146"/>
                  </a:lnTo>
                  <a:lnTo>
                    <a:pt x="153798" y="181146"/>
                  </a:lnTo>
                  <a:cubicBezTo>
                    <a:pt x="151187" y="162810"/>
                    <a:pt x="139808" y="148119"/>
                    <a:pt x="124332" y="141746"/>
                  </a:cubicBezTo>
                  <a:cubicBezTo>
                    <a:pt x="130365" y="136707"/>
                    <a:pt x="134206" y="129136"/>
                    <a:pt x="134206" y="120681"/>
                  </a:cubicBezTo>
                  <a:cubicBezTo>
                    <a:pt x="134206" y="105552"/>
                    <a:pt x="121897" y="93243"/>
                    <a:pt x="106775" y="93243"/>
                  </a:cubicBezTo>
                  <a:cubicBezTo>
                    <a:pt x="91652" y="93243"/>
                    <a:pt x="79337" y="105552"/>
                    <a:pt x="79337" y="120681"/>
                  </a:cubicBezTo>
                  <a:cubicBezTo>
                    <a:pt x="79337" y="129077"/>
                    <a:pt x="83132" y="136596"/>
                    <a:pt x="89087" y="141634"/>
                  </a:cubicBezTo>
                  <a:cubicBezTo>
                    <a:pt x="72695" y="148230"/>
                    <a:pt x="62846" y="164217"/>
                    <a:pt x="60000" y="181139"/>
                  </a:cubicBezTo>
                  <a:lnTo>
                    <a:pt x="9816" y="181139"/>
                  </a:lnTo>
                  <a:lnTo>
                    <a:pt x="9816" y="120079"/>
                  </a:lnTo>
                  <a:cubicBezTo>
                    <a:pt x="9816" y="113758"/>
                    <a:pt x="13" y="113758"/>
                    <a:pt x="13" y="120079"/>
                  </a:cubicBezTo>
                  <a:lnTo>
                    <a:pt x="13" y="323597"/>
                  </a:lnTo>
                  <a:cubicBezTo>
                    <a:pt x="13" y="329899"/>
                    <a:pt x="5143" y="335029"/>
                    <a:pt x="11445" y="335029"/>
                  </a:cubicBezTo>
                  <a:lnTo>
                    <a:pt x="202209" y="335029"/>
                  </a:lnTo>
                  <a:cubicBezTo>
                    <a:pt x="208511" y="335029"/>
                    <a:pt x="213641" y="329899"/>
                    <a:pt x="213641" y="323597"/>
                  </a:cubicBezTo>
                  <a:lnTo>
                    <a:pt x="213641" y="58672"/>
                  </a:lnTo>
                  <a:cubicBezTo>
                    <a:pt x="213641" y="52371"/>
                    <a:pt x="208511" y="47240"/>
                    <a:pt x="202209" y="47240"/>
                  </a:cubicBezTo>
                  <a:close/>
                  <a:moveTo>
                    <a:pt x="118907" y="61957"/>
                  </a:moveTo>
                  <a:lnTo>
                    <a:pt x="106493" y="70392"/>
                  </a:lnTo>
                  <a:lnTo>
                    <a:pt x="94080" y="61957"/>
                  </a:lnTo>
                  <a:lnTo>
                    <a:pt x="94080" y="35403"/>
                  </a:lnTo>
                  <a:cubicBezTo>
                    <a:pt x="94080" y="32739"/>
                    <a:pt x="96246" y="30567"/>
                    <a:pt x="98916" y="30567"/>
                  </a:cubicBezTo>
                  <a:lnTo>
                    <a:pt x="114077" y="30567"/>
                  </a:lnTo>
                  <a:cubicBezTo>
                    <a:pt x="116741" y="30567"/>
                    <a:pt x="118913" y="32733"/>
                    <a:pt x="118913" y="35403"/>
                  </a:cubicBezTo>
                  <a:lnTo>
                    <a:pt x="118913" y="61957"/>
                  </a:lnTo>
                  <a:lnTo>
                    <a:pt x="118913" y="61957"/>
                  </a:lnTo>
                  <a:close/>
                  <a:moveTo>
                    <a:pt x="89126" y="120694"/>
                  </a:moveTo>
                  <a:cubicBezTo>
                    <a:pt x="89126" y="110970"/>
                    <a:pt x="97038" y="103059"/>
                    <a:pt x="106762" y="103059"/>
                  </a:cubicBezTo>
                  <a:cubicBezTo>
                    <a:pt x="116486" y="103059"/>
                    <a:pt x="124397" y="110970"/>
                    <a:pt x="124397" y="120694"/>
                  </a:cubicBezTo>
                  <a:cubicBezTo>
                    <a:pt x="124397" y="130418"/>
                    <a:pt x="116617" y="138192"/>
                    <a:pt x="107010" y="138323"/>
                  </a:cubicBezTo>
                  <a:cubicBezTo>
                    <a:pt x="106958" y="138323"/>
                    <a:pt x="106912" y="138323"/>
                    <a:pt x="106866" y="138323"/>
                  </a:cubicBezTo>
                  <a:cubicBezTo>
                    <a:pt x="106781" y="138323"/>
                    <a:pt x="106696" y="138323"/>
                    <a:pt x="106611" y="138323"/>
                  </a:cubicBezTo>
                  <a:cubicBezTo>
                    <a:pt x="96959" y="138238"/>
                    <a:pt x="89133" y="130366"/>
                    <a:pt x="89133" y="120694"/>
                  </a:cubicBezTo>
                  <a:close/>
                  <a:moveTo>
                    <a:pt x="106604" y="148126"/>
                  </a:moveTo>
                  <a:cubicBezTo>
                    <a:pt x="106657" y="148126"/>
                    <a:pt x="106709" y="148126"/>
                    <a:pt x="106762" y="148126"/>
                  </a:cubicBezTo>
                  <a:cubicBezTo>
                    <a:pt x="106847" y="148126"/>
                    <a:pt x="106925" y="148126"/>
                    <a:pt x="107010" y="148126"/>
                  </a:cubicBezTo>
                  <a:cubicBezTo>
                    <a:pt x="117127" y="148165"/>
                    <a:pt x="126144" y="152045"/>
                    <a:pt x="133100" y="159361"/>
                  </a:cubicBezTo>
                  <a:cubicBezTo>
                    <a:pt x="138676" y="165231"/>
                    <a:pt x="142405" y="172828"/>
                    <a:pt x="143871" y="181152"/>
                  </a:cubicBezTo>
                  <a:lnTo>
                    <a:pt x="69966" y="181152"/>
                  </a:lnTo>
                  <a:cubicBezTo>
                    <a:pt x="73238" y="164937"/>
                    <a:pt x="84277" y="148250"/>
                    <a:pt x="106611" y="148126"/>
                  </a:cubicBezTo>
                  <a:close/>
                  <a:moveTo>
                    <a:pt x="203832" y="323610"/>
                  </a:moveTo>
                  <a:cubicBezTo>
                    <a:pt x="203832" y="324494"/>
                    <a:pt x="203086" y="325246"/>
                    <a:pt x="202196" y="325246"/>
                  </a:cubicBezTo>
                  <a:lnTo>
                    <a:pt x="11432" y="325246"/>
                  </a:lnTo>
                  <a:cubicBezTo>
                    <a:pt x="10548" y="325246"/>
                    <a:pt x="9796" y="324500"/>
                    <a:pt x="9796" y="323610"/>
                  </a:cubicBezTo>
                  <a:lnTo>
                    <a:pt x="9796" y="271339"/>
                  </a:lnTo>
                  <a:lnTo>
                    <a:pt x="203826" y="271339"/>
                  </a:lnTo>
                  <a:lnTo>
                    <a:pt x="203826" y="323610"/>
                  </a:lnTo>
                  <a:lnTo>
                    <a:pt x="203826" y="323610"/>
                  </a:lnTo>
                  <a:close/>
                  <a:moveTo>
                    <a:pt x="203832" y="261542"/>
                  </a:moveTo>
                  <a:lnTo>
                    <a:pt x="9803" y="261542"/>
                  </a:lnTo>
                  <a:lnTo>
                    <a:pt x="9803" y="190955"/>
                  </a:lnTo>
                  <a:lnTo>
                    <a:pt x="203832" y="190955"/>
                  </a:lnTo>
                  <a:lnTo>
                    <a:pt x="203832" y="261542"/>
                  </a:lnTo>
                  <a:lnTo>
                    <a:pt x="203832" y="2615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4539920" y="1574607"/>
              <a:ext cx="9802" cy="26008"/>
            </a:xfrm>
            <a:custGeom>
              <a:rect b="b" l="l" r="r" t="t"/>
              <a:pathLst>
                <a:path extrusionOk="0" h="26008" w="9802">
                  <a:moveTo>
                    <a:pt x="4901" y="26008"/>
                  </a:moveTo>
                  <a:cubicBezTo>
                    <a:pt x="7610" y="26008"/>
                    <a:pt x="9803" y="23816"/>
                    <a:pt x="9803" y="21107"/>
                  </a:cubicBezTo>
                  <a:lnTo>
                    <a:pt x="9803" y="4741"/>
                  </a:lnTo>
                  <a:cubicBezTo>
                    <a:pt x="9803" y="-1580"/>
                    <a:pt x="0" y="-1580"/>
                    <a:pt x="0" y="4741"/>
                  </a:cubicBezTo>
                  <a:lnTo>
                    <a:pt x="0" y="21107"/>
                  </a:lnTo>
                  <a:cubicBezTo>
                    <a:pt x="0" y="23816"/>
                    <a:pt x="2192" y="26008"/>
                    <a:pt x="4901" y="260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4587074" y="1574607"/>
              <a:ext cx="9802" cy="26008"/>
            </a:xfrm>
            <a:custGeom>
              <a:rect b="b" l="l" r="r" t="t"/>
              <a:pathLst>
                <a:path extrusionOk="0" h="26008" w="9802">
                  <a:moveTo>
                    <a:pt x="4901" y="26008"/>
                  </a:moveTo>
                  <a:cubicBezTo>
                    <a:pt x="7610" y="26008"/>
                    <a:pt x="9803" y="23816"/>
                    <a:pt x="9803" y="21107"/>
                  </a:cubicBezTo>
                  <a:lnTo>
                    <a:pt x="9803" y="4741"/>
                  </a:lnTo>
                  <a:cubicBezTo>
                    <a:pt x="9803" y="-1580"/>
                    <a:pt x="0" y="-1580"/>
                    <a:pt x="0" y="4741"/>
                  </a:cubicBezTo>
                  <a:lnTo>
                    <a:pt x="0" y="21107"/>
                  </a:lnTo>
                  <a:cubicBezTo>
                    <a:pt x="0" y="23816"/>
                    <a:pt x="2192" y="26008"/>
                    <a:pt x="4901" y="260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4634235" y="1574607"/>
              <a:ext cx="9802" cy="26008"/>
            </a:xfrm>
            <a:custGeom>
              <a:rect b="b" l="l" r="r" t="t"/>
              <a:pathLst>
                <a:path extrusionOk="0" h="26008" w="9802">
                  <a:moveTo>
                    <a:pt x="4901" y="26008"/>
                  </a:moveTo>
                  <a:cubicBezTo>
                    <a:pt x="7610" y="26008"/>
                    <a:pt x="9803" y="23816"/>
                    <a:pt x="9803" y="21107"/>
                  </a:cubicBezTo>
                  <a:lnTo>
                    <a:pt x="9803" y="4741"/>
                  </a:lnTo>
                  <a:cubicBezTo>
                    <a:pt x="9803" y="-1580"/>
                    <a:pt x="0" y="-1580"/>
                    <a:pt x="0" y="4741"/>
                  </a:cubicBezTo>
                  <a:lnTo>
                    <a:pt x="0" y="21107"/>
                  </a:lnTo>
                  <a:cubicBezTo>
                    <a:pt x="0" y="23816"/>
                    <a:pt x="2192" y="26008"/>
                    <a:pt x="4901" y="260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4681390" y="1574607"/>
              <a:ext cx="9802" cy="26008"/>
            </a:xfrm>
            <a:custGeom>
              <a:rect b="b" l="l" r="r" t="t"/>
              <a:pathLst>
                <a:path extrusionOk="0" h="26008" w="9802">
                  <a:moveTo>
                    <a:pt x="4901" y="26008"/>
                  </a:moveTo>
                  <a:cubicBezTo>
                    <a:pt x="7610" y="26008"/>
                    <a:pt x="9803" y="23816"/>
                    <a:pt x="9803" y="21107"/>
                  </a:cubicBezTo>
                  <a:lnTo>
                    <a:pt x="9803" y="4741"/>
                  </a:lnTo>
                  <a:cubicBezTo>
                    <a:pt x="9803" y="-1580"/>
                    <a:pt x="0" y="-1580"/>
                    <a:pt x="0" y="4741"/>
                  </a:cubicBezTo>
                  <a:lnTo>
                    <a:pt x="0" y="21107"/>
                  </a:lnTo>
                  <a:cubicBezTo>
                    <a:pt x="0" y="23816"/>
                    <a:pt x="2192" y="26008"/>
                    <a:pt x="4901" y="260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4539792" y="1522862"/>
              <a:ext cx="110092" cy="9802"/>
            </a:xfrm>
            <a:custGeom>
              <a:rect b="b" l="l" r="r" t="t"/>
              <a:pathLst>
                <a:path extrusionOk="0" h="9802" w="110092">
                  <a:moveTo>
                    <a:pt x="105351" y="0"/>
                  </a:moveTo>
                  <a:lnTo>
                    <a:pt x="4741" y="0"/>
                  </a:lnTo>
                  <a:cubicBezTo>
                    <a:pt x="-1580" y="0"/>
                    <a:pt x="-1580" y="9803"/>
                    <a:pt x="4741" y="9803"/>
                  </a:cubicBezTo>
                  <a:lnTo>
                    <a:pt x="105351" y="9803"/>
                  </a:lnTo>
                  <a:cubicBezTo>
                    <a:pt x="111673" y="9803"/>
                    <a:pt x="111673" y="0"/>
                    <a:pt x="105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4539792" y="1499991"/>
              <a:ext cx="59783" cy="9802"/>
            </a:xfrm>
            <a:custGeom>
              <a:rect b="b" l="l" r="r" t="t"/>
              <a:pathLst>
                <a:path extrusionOk="0" h="9802" w="59783">
                  <a:moveTo>
                    <a:pt x="4741" y="9803"/>
                  </a:moveTo>
                  <a:lnTo>
                    <a:pt x="55043" y="9803"/>
                  </a:lnTo>
                  <a:cubicBezTo>
                    <a:pt x="61364" y="9803"/>
                    <a:pt x="61364" y="0"/>
                    <a:pt x="55043" y="0"/>
                  </a:cubicBezTo>
                  <a:lnTo>
                    <a:pt x="4741" y="0"/>
                  </a:lnTo>
                  <a:cubicBezTo>
                    <a:pt x="-1580" y="0"/>
                    <a:pt x="-1580" y="9803"/>
                    <a:pt x="4741" y="98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" name="Google Shape;383;p27"/>
          <p:cNvGrpSpPr/>
          <p:nvPr/>
        </p:nvGrpSpPr>
        <p:grpSpPr>
          <a:xfrm>
            <a:off x="4784389" y="4053974"/>
            <a:ext cx="344427" cy="344764"/>
            <a:chOff x="5193087" y="1288771"/>
            <a:chExt cx="334720" cy="335048"/>
          </a:xfrm>
        </p:grpSpPr>
        <p:sp>
          <p:nvSpPr>
            <p:cNvPr id="384" name="Google Shape;384;p27"/>
            <p:cNvSpPr/>
            <p:nvPr/>
          </p:nvSpPr>
          <p:spPr>
            <a:xfrm>
              <a:off x="5517992" y="1562353"/>
              <a:ext cx="9808" cy="60958"/>
            </a:xfrm>
            <a:custGeom>
              <a:rect b="b" l="l" r="r" t="t"/>
              <a:pathLst>
                <a:path extrusionOk="0" h="60958" w="9808">
                  <a:moveTo>
                    <a:pt x="4901" y="0"/>
                  </a:moveTo>
                  <a:cubicBezTo>
                    <a:pt x="2192" y="0"/>
                    <a:pt x="0" y="2192"/>
                    <a:pt x="0" y="4901"/>
                  </a:cubicBezTo>
                  <a:lnTo>
                    <a:pt x="0" y="56218"/>
                  </a:lnTo>
                  <a:cubicBezTo>
                    <a:pt x="0" y="62539"/>
                    <a:pt x="9809" y="62539"/>
                    <a:pt x="9809" y="56218"/>
                  </a:cubicBezTo>
                  <a:lnTo>
                    <a:pt x="9809" y="4901"/>
                  </a:lnTo>
                  <a:cubicBezTo>
                    <a:pt x="9809" y="2192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5193087" y="1288771"/>
              <a:ext cx="334720" cy="335048"/>
            </a:xfrm>
            <a:custGeom>
              <a:rect b="b" l="l" r="r" t="t"/>
              <a:pathLst>
                <a:path extrusionOk="0" h="335048" w="334720">
                  <a:moveTo>
                    <a:pt x="329806" y="163006"/>
                  </a:moveTo>
                  <a:lnTo>
                    <a:pt x="291303" y="163006"/>
                  </a:lnTo>
                  <a:lnTo>
                    <a:pt x="291303" y="145324"/>
                  </a:lnTo>
                  <a:lnTo>
                    <a:pt x="303075" y="145324"/>
                  </a:lnTo>
                  <a:cubicBezTo>
                    <a:pt x="310241" y="145324"/>
                    <a:pt x="316071" y="139494"/>
                    <a:pt x="316071" y="132328"/>
                  </a:cubicBezTo>
                  <a:lnTo>
                    <a:pt x="316071" y="12996"/>
                  </a:lnTo>
                  <a:cubicBezTo>
                    <a:pt x="316071" y="5831"/>
                    <a:pt x="310241" y="0"/>
                    <a:pt x="303075" y="0"/>
                  </a:cubicBezTo>
                  <a:lnTo>
                    <a:pt x="120150" y="0"/>
                  </a:lnTo>
                  <a:cubicBezTo>
                    <a:pt x="112985" y="0"/>
                    <a:pt x="107154" y="5831"/>
                    <a:pt x="107154" y="12996"/>
                  </a:cubicBezTo>
                  <a:lnTo>
                    <a:pt x="107154" y="30599"/>
                  </a:lnTo>
                  <a:cubicBezTo>
                    <a:pt x="107154" y="36920"/>
                    <a:pt x="116964" y="36920"/>
                    <a:pt x="116964" y="30599"/>
                  </a:cubicBezTo>
                  <a:lnTo>
                    <a:pt x="116964" y="12996"/>
                  </a:lnTo>
                  <a:cubicBezTo>
                    <a:pt x="116964" y="11236"/>
                    <a:pt x="118397" y="9803"/>
                    <a:pt x="120157" y="9803"/>
                  </a:cubicBezTo>
                  <a:lnTo>
                    <a:pt x="303082" y="9803"/>
                  </a:lnTo>
                  <a:cubicBezTo>
                    <a:pt x="304842" y="9803"/>
                    <a:pt x="306275" y="11236"/>
                    <a:pt x="306275" y="12996"/>
                  </a:cubicBezTo>
                  <a:lnTo>
                    <a:pt x="306275" y="108071"/>
                  </a:lnTo>
                  <a:lnTo>
                    <a:pt x="291309" y="108071"/>
                  </a:lnTo>
                  <a:lnTo>
                    <a:pt x="291309" y="55832"/>
                  </a:lnTo>
                  <a:cubicBezTo>
                    <a:pt x="291309" y="54215"/>
                    <a:pt x="290511" y="52697"/>
                    <a:pt x="289176" y="51787"/>
                  </a:cubicBezTo>
                  <a:cubicBezTo>
                    <a:pt x="287841" y="50871"/>
                    <a:pt x="286140" y="50675"/>
                    <a:pt x="284635" y="51264"/>
                  </a:cubicBezTo>
                  <a:cubicBezTo>
                    <a:pt x="283352" y="51761"/>
                    <a:pt x="256300" y="62807"/>
                    <a:pt x="250542" y="108071"/>
                  </a:cubicBezTo>
                  <a:lnTo>
                    <a:pt x="116970" y="108071"/>
                  </a:lnTo>
                  <a:lnTo>
                    <a:pt x="116970" y="56100"/>
                  </a:lnTo>
                  <a:cubicBezTo>
                    <a:pt x="116970" y="49779"/>
                    <a:pt x="107161" y="49779"/>
                    <a:pt x="107161" y="56100"/>
                  </a:cubicBezTo>
                  <a:lnTo>
                    <a:pt x="107161" y="132335"/>
                  </a:lnTo>
                  <a:cubicBezTo>
                    <a:pt x="107161" y="139500"/>
                    <a:pt x="112991" y="145331"/>
                    <a:pt x="120157" y="145331"/>
                  </a:cubicBezTo>
                  <a:lnTo>
                    <a:pt x="186020" y="145331"/>
                  </a:lnTo>
                  <a:lnTo>
                    <a:pt x="186020" y="163012"/>
                  </a:lnTo>
                  <a:lnTo>
                    <a:pt x="74697" y="163012"/>
                  </a:lnTo>
                  <a:cubicBezTo>
                    <a:pt x="85560" y="152162"/>
                    <a:pt x="86620" y="134985"/>
                    <a:pt x="86620" y="120549"/>
                  </a:cubicBezTo>
                  <a:cubicBezTo>
                    <a:pt x="86620" y="117840"/>
                    <a:pt x="84428" y="115648"/>
                    <a:pt x="81719" y="115648"/>
                  </a:cubicBezTo>
                  <a:lnTo>
                    <a:pt x="55243" y="115648"/>
                  </a:lnTo>
                  <a:lnTo>
                    <a:pt x="55243" y="106389"/>
                  </a:lnTo>
                  <a:cubicBezTo>
                    <a:pt x="70974" y="109733"/>
                    <a:pt x="88119" y="96835"/>
                    <a:pt x="87909" y="80469"/>
                  </a:cubicBezTo>
                  <a:cubicBezTo>
                    <a:pt x="87883" y="78277"/>
                    <a:pt x="87608" y="76052"/>
                    <a:pt x="85586" y="74717"/>
                  </a:cubicBezTo>
                  <a:cubicBezTo>
                    <a:pt x="76274" y="68572"/>
                    <a:pt x="63448" y="71131"/>
                    <a:pt x="55243" y="77845"/>
                  </a:cubicBezTo>
                  <a:lnTo>
                    <a:pt x="55243" y="68998"/>
                  </a:lnTo>
                  <a:cubicBezTo>
                    <a:pt x="69253" y="59326"/>
                    <a:pt x="70293" y="36554"/>
                    <a:pt x="56833" y="25926"/>
                  </a:cubicBezTo>
                  <a:cubicBezTo>
                    <a:pt x="55478" y="24853"/>
                    <a:pt x="53973" y="23839"/>
                    <a:pt x="52363" y="23178"/>
                  </a:cubicBezTo>
                  <a:cubicBezTo>
                    <a:pt x="45453" y="20358"/>
                    <a:pt x="37856" y="32667"/>
                    <a:pt x="36207" y="37417"/>
                  </a:cubicBezTo>
                  <a:cubicBezTo>
                    <a:pt x="32313" y="48646"/>
                    <a:pt x="35834" y="61557"/>
                    <a:pt x="45434" y="68684"/>
                  </a:cubicBezTo>
                  <a:lnTo>
                    <a:pt x="45434" y="77792"/>
                  </a:lnTo>
                  <a:cubicBezTo>
                    <a:pt x="39138" y="72669"/>
                    <a:pt x="30919" y="70149"/>
                    <a:pt x="22890" y="71753"/>
                  </a:cubicBezTo>
                  <a:cubicBezTo>
                    <a:pt x="19573" y="72420"/>
                    <a:pt x="13755" y="73919"/>
                    <a:pt x="13035" y="77943"/>
                  </a:cubicBezTo>
                  <a:cubicBezTo>
                    <a:pt x="9927" y="95251"/>
                    <a:pt x="29532" y="109746"/>
                    <a:pt x="45434" y="106408"/>
                  </a:cubicBezTo>
                  <a:lnTo>
                    <a:pt x="45434" y="115648"/>
                  </a:lnTo>
                  <a:lnTo>
                    <a:pt x="16994" y="115648"/>
                  </a:lnTo>
                  <a:cubicBezTo>
                    <a:pt x="14285" y="115648"/>
                    <a:pt x="12093" y="117840"/>
                    <a:pt x="12093" y="120549"/>
                  </a:cubicBezTo>
                  <a:cubicBezTo>
                    <a:pt x="12093" y="134965"/>
                    <a:pt x="12872" y="152162"/>
                    <a:pt x="23734" y="163012"/>
                  </a:cubicBezTo>
                  <a:lnTo>
                    <a:pt x="4901" y="163012"/>
                  </a:lnTo>
                  <a:cubicBezTo>
                    <a:pt x="2192" y="163012"/>
                    <a:pt x="0" y="165204"/>
                    <a:pt x="0" y="167913"/>
                  </a:cubicBezTo>
                  <a:lnTo>
                    <a:pt x="0" y="329806"/>
                  </a:lnTo>
                  <a:cubicBezTo>
                    <a:pt x="0" y="336128"/>
                    <a:pt x="9809" y="336128"/>
                    <a:pt x="9809" y="329806"/>
                  </a:cubicBezTo>
                  <a:lnTo>
                    <a:pt x="9809" y="306923"/>
                  </a:lnTo>
                  <a:lnTo>
                    <a:pt x="98392" y="306923"/>
                  </a:lnTo>
                  <a:lnTo>
                    <a:pt x="98392" y="329806"/>
                  </a:lnTo>
                  <a:cubicBezTo>
                    <a:pt x="98392" y="336128"/>
                    <a:pt x="108201" y="336128"/>
                    <a:pt x="108201" y="329806"/>
                  </a:cubicBezTo>
                  <a:lnTo>
                    <a:pt x="108201" y="204945"/>
                  </a:lnTo>
                  <a:lnTo>
                    <a:pt x="281585" y="204945"/>
                  </a:lnTo>
                  <a:cubicBezTo>
                    <a:pt x="281612" y="206653"/>
                    <a:pt x="281775" y="215853"/>
                    <a:pt x="281795" y="218615"/>
                  </a:cubicBezTo>
                  <a:lnTo>
                    <a:pt x="198813" y="218615"/>
                  </a:lnTo>
                  <a:cubicBezTo>
                    <a:pt x="179431" y="218615"/>
                    <a:pt x="165067" y="223660"/>
                    <a:pt x="156128" y="233613"/>
                  </a:cubicBezTo>
                  <a:cubicBezTo>
                    <a:pt x="145390" y="245562"/>
                    <a:pt x="146803" y="260043"/>
                    <a:pt x="146869" y="260652"/>
                  </a:cubicBezTo>
                  <a:cubicBezTo>
                    <a:pt x="147137" y="263145"/>
                    <a:pt x="149237" y="265030"/>
                    <a:pt x="151744" y="265030"/>
                  </a:cubicBezTo>
                  <a:lnTo>
                    <a:pt x="215087" y="265030"/>
                  </a:lnTo>
                  <a:lnTo>
                    <a:pt x="215087" y="273857"/>
                  </a:lnTo>
                  <a:lnTo>
                    <a:pt x="195803" y="273857"/>
                  </a:lnTo>
                  <a:cubicBezTo>
                    <a:pt x="189482" y="273857"/>
                    <a:pt x="189482" y="283666"/>
                    <a:pt x="195803" y="283666"/>
                  </a:cubicBezTo>
                  <a:lnTo>
                    <a:pt x="215087" y="283666"/>
                  </a:lnTo>
                  <a:lnTo>
                    <a:pt x="215087" y="324912"/>
                  </a:lnTo>
                  <a:lnTo>
                    <a:pt x="152326" y="324912"/>
                  </a:lnTo>
                  <a:cubicBezTo>
                    <a:pt x="146005" y="324912"/>
                    <a:pt x="146005" y="334721"/>
                    <a:pt x="152326" y="334721"/>
                  </a:cubicBezTo>
                  <a:lnTo>
                    <a:pt x="218242" y="334721"/>
                  </a:lnTo>
                  <a:cubicBezTo>
                    <a:pt x="218785" y="334930"/>
                    <a:pt x="219374" y="335048"/>
                    <a:pt x="219989" y="335048"/>
                  </a:cubicBezTo>
                  <a:cubicBezTo>
                    <a:pt x="220604" y="335048"/>
                    <a:pt x="221193" y="334930"/>
                    <a:pt x="221736" y="334721"/>
                  </a:cubicBezTo>
                  <a:lnTo>
                    <a:pt x="287651" y="334721"/>
                  </a:lnTo>
                  <a:cubicBezTo>
                    <a:pt x="293973" y="334721"/>
                    <a:pt x="293973" y="324912"/>
                    <a:pt x="287651" y="324912"/>
                  </a:cubicBezTo>
                  <a:lnTo>
                    <a:pt x="224890" y="324912"/>
                  </a:lnTo>
                  <a:lnTo>
                    <a:pt x="224890" y="265036"/>
                  </a:lnTo>
                  <a:lnTo>
                    <a:pt x="257648" y="265036"/>
                  </a:lnTo>
                  <a:cubicBezTo>
                    <a:pt x="268904" y="265036"/>
                    <a:pt x="277044" y="262320"/>
                    <a:pt x="282521" y="256739"/>
                  </a:cubicBezTo>
                  <a:cubicBezTo>
                    <a:pt x="292127" y="246956"/>
                    <a:pt x="291839" y="230577"/>
                    <a:pt x="291467" y="209833"/>
                  </a:cubicBezTo>
                  <a:cubicBezTo>
                    <a:pt x="291440" y="208230"/>
                    <a:pt x="291407" y="206594"/>
                    <a:pt x="291388" y="204951"/>
                  </a:cubicBezTo>
                  <a:lnTo>
                    <a:pt x="324912" y="204951"/>
                  </a:lnTo>
                  <a:lnTo>
                    <a:pt x="324912" y="251039"/>
                  </a:lnTo>
                  <a:cubicBezTo>
                    <a:pt x="324912" y="257360"/>
                    <a:pt x="334721" y="257360"/>
                    <a:pt x="334721" y="251039"/>
                  </a:cubicBezTo>
                  <a:lnTo>
                    <a:pt x="334721" y="167920"/>
                  </a:lnTo>
                  <a:cubicBezTo>
                    <a:pt x="334721" y="165211"/>
                    <a:pt x="332529" y="163019"/>
                    <a:pt x="329820" y="163019"/>
                  </a:cubicBezTo>
                  <a:close/>
                  <a:moveTo>
                    <a:pt x="63422" y="83996"/>
                  </a:moveTo>
                  <a:cubicBezTo>
                    <a:pt x="69731" y="79991"/>
                    <a:pt x="75221" y="80933"/>
                    <a:pt x="78080" y="81948"/>
                  </a:cubicBezTo>
                  <a:cubicBezTo>
                    <a:pt x="77217" y="92110"/>
                    <a:pt x="64862" y="99505"/>
                    <a:pt x="55419" y="96305"/>
                  </a:cubicBezTo>
                  <a:cubicBezTo>
                    <a:pt x="55818" y="93157"/>
                    <a:pt x="57415" y="87811"/>
                    <a:pt x="63429" y="83996"/>
                  </a:cubicBezTo>
                  <a:close/>
                  <a:moveTo>
                    <a:pt x="30834" y="94198"/>
                  </a:moveTo>
                  <a:cubicBezTo>
                    <a:pt x="26666" y="91554"/>
                    <a:pt x="23126" y="87006"/>
                    <a:pt x="22668" y="81948"/>
                  </a:cubicBezTo>
                  <a:cubicBezTo>
                    <a:pt x="32490" y="78499"/>
                    <a:pt x="44033" y="86142"/>
                    <a:pt x="45316" y="96311"/>
                  </a:cubicBezTo>
                  <a:cubicBezTo>
                    <a:pt x="40552" y="97928"/>
                    <a:pt x="35009" y="96854"/>
                    <a:pt x="30834" y="94204"/>
                  </a:cubicBezTo>
                  <a:close/>
                  <a:moveTo>
                    <a:pt x="50583" y="33445"/>
                  </a:moveTo>
                  <a:cubicBezTo>
                    <a:pt x="58796" y="39688"/>
                    <a:pt x="58429" y="53947"/>
                    <a:pt x="50557" y="60281"/>
                  </a:cubicBezTo>
                  <a:cubicBezTo>
                    <a:pt x="48129" y="58285"/>
                    <a:pt x="44465" y="54084"/>
                    <a:pt x="44465" y="46919"/>
                  </a:cubicBezTo>
                  <a:cubicBezTo>
                    <a:pt x="44465" y="39446"/>
                    <a:pt x="48202" y="35317"/>
                    <a:pt x="50583" y="33445"/>
                  </a:cubicBezTo>
                  <a:close/>
                  <a:moveTo>
                    <a:pt x="21961" y="125451"/>
                  </a:moveTo>
                  <a:lnTo>
                    <a:pt x="76733" y="125451"/>
                  </a:lnTo>
                  <a:cubicBezTo>
                    <a:pt x="75901" y="151940"/>
                    <a:pt x="67997" y="162384"/>
                    <a:pt x="49347" y="162384"/>
                  </a:cubicBezTo>
                  <a:cubicBezTo>
                    <a:pt x="30442" y="162384"/>
                    <a:pt x="22753" y="152274"/>
                    <a:pt x="21961" y="125451"/>
                  </a:cubicBezTo>
                  <a:close/>
                  <a:moveTo>
                    <a:pt x="275513" y="249855"/>
                  </a:moveTo>
                  <a:cubicBezTo>
                    <a:pt x="271966" y="253460"/>
                    <a:pt x="266123" y="255214"/>
                    <a:pt x="257635" y="255214"/>
                  </a:cubicBezTo>
                  <a:lnTo>
                    <a:pt x="156737" y="255214"/>
                  </a:lnTo>
                  <a:cubicBezTo>
                    <a:pt x="157188" y="251301"/>
                    <a:pt x="158700" y="245392"/>
                    <a:pt x="163405" y="240157"/>
                  </a:cubicBezTo>
                  <a:cubicBezTo>
                    <a:pt x="170407" y="232363"/>
                    <a:pt x="182316" y="228411"/>
                    <a:pt x="198800" y="228411"/>
                  </a:cubicBezTo>
                  <a:lnTo>
                    <a:pt x="281651" y="228411"/>
                  </a:lnTo>
                  <a:cubicBezTo>
                    <a:pt x="281245" y="238017"/>
                    <a:pt x="279792" y="245496"/>
                    <a:pt x="275513" y="249855"/>
                  </a:cubicBezTo>
                  <a:close/>
                  <a:moveTo>
                    <a:pt x="306268" y="117873"/>
                  </a:moveTo>
                  <a:lnTo>
                    <a:pt x="306268" y="132335"/>
                  </a:lnTo>
                  <a:cubicBezTo>
                    <a:pt x="306268" y="134095"/>
                    <a:pt x="304835" y="135528"/>
                    <a:pt x="303075" y="135528"/>
                  </a:cubicBezTo>
                  <a:lnTo>
                    <a:pt x="291303" y="135528"/>
                  </a:lnTo>
                  <a:lnTo>
                    <a:pt x="291303" y="117880"/>
                  </a:lnTo>
                  <a:lnTo>
                    <a:pt x="306268" y="117880"/>
                  </a:lnTo>
                  <a:close/>
                  <a:moveTo>
                    <a:pt x="273831" y="72793"/>
                  </a:moveTo>
                  <a:cubicBezTo>
                    <a:pt x="276501" y="69266"/>
                    <a:pt x="279184" y="66642"/>
                    <a:pt x="281500" y="64738"/>
                  </a:cubicBezTo>
                  <a:lnTo>
                    <a:pt x="281500" y="187551"/>
                  </a:lnTo>
                  <a:cubicBezTo>
                    <a:pt x="279197" y="185575"/>
                    <a:pt x="276527" y="182879"/>
                    <a:pt x="273877" y="179300"/>
                  </a:cubicBezTo>
                  <a:cubicBezTo>
                    <a:pt x="264323" y="166395"/>
                    <a:pt x="259271" y="147889"/>
                    <a:pt x="259271" y="125778"/>
                  </a:cubicBezTo>
                  <a:cubicBezTo>
                    <a:pt x="259271" y="103699"/>
                    <a:pt x="264303" y="85377"/>
                    <a:pt x="273831" y="72793"/>
                  </a:cubicBezTo>
                  <a:close/>
                  <a:moveTo>
                    <a:pt x="250784" y="145331"/>
                  </a:moveTo>
                  <a:cubicBezTo>
                    <a:pt x="251719" y="151933"/>
                    <a:pt x="253107" y="157803"/>
                    <a:pt x="254795" y="163012"/>
                  </a:cubicBezTo>
                  <a:lnTo>
                    <a:pt x="237219" y="163012"/>
                  </a:lnTo>
                  <a:lnTo>
                    <a:pt x="237219" y="145331"/>
                  </a:lnTo>
                  <a:lnTo>
                    <a:pt x="250784" y="145331"/>
                  </a:lnTo>
                  <a:close/>
                  <a:moveTo>
                    <a:pt x="116964" y="132328"/>
                  </a:moveTo>
                  <a:lnTo>
                    <a:pt x="116964" y="117867"/>
                  </a:lnTo>
                  <a:lnTo>
                    <a:pt x="249665" y="117867"/>
                  </a:lnTo>
                  <a:cubicBezTo>
                    <a:pt x="249357" y="123743"/>
                    <a:pt x="249397" y="129645"/>
                    <a:pt x="249776" y="135515"/>
                  </a:cubicBezTo>
                  <a:lnTo>
                    <a:pt x="120150" y="135515"/>
                  </a:lnTo>
                  <a:cubicBezTo>
                    <a:pt x="118390" y="135515"/>
                    <a:pt x="116957" y="134082"/>
                    <a:pt x="116957" y="132322"/>
                  </a:cubicBezTo>
                  <a:close/>
                  <a:moveTo>
                    <a:pt x="195823" y="145331"/>
                  </a:moveTo>
                  <a:lnTo>
                    <a:pt x="227409" y="145331"/>
                  </a:lnTo>
                  <a:lnTo>
                    <a:pt x="227409" y="163012"/>
                  </a:lnTo>
                  <a:lnTo>
                    <a:pt x="195823" y="163012"/>
                  </a:lnTo>
                  <a:lnTo>
                    <a:pt x="195823" y="145331"/>
                  </a:lnTo>
                  <a:close/>
                  <a:moveTo>
                    <a:pt x="258643" y="172815"/>
                  </a:moveTo>
                  <a:cubicBezTo>
                    <a:pt x="263754" y="183730"/>
                    <a:pt x="270094" y="190784"/>
                    <a:pt x="275225" y="195135"/>
                  </a:cubicBezTo>
                  <a:lnTo>
                    <a:pt x="9796" y="195135"/>
                  </a:lnTo>
                  <a:lnTo>
                    <a:pt x="9796" y="172815"/>
                  </a:lnTo>
                  <a:lnTo>
                    <a:pt x="258643" y="172815"/>
                  </a:lnTo>
                  <a:close/>
                  <a:moveTo>
                    <a:pt x="9796" y="297120"/>
                  </a:moveTo>
                  <a:lnTo>
                    <a:pt x="9796" y="255934"/>
                  </a:lnTo>
                  <a:lnTo>
                    <a:pt x="98379" y="255934"/>
                  </a:lnTo>
                  <a:lnTo>
                    <a:pt x="98379" y="297120"/>
                  </a:lnTo>
                  <a:lnTo>
                    <a:pt x="9796" y="297120"/>
                  </a:lnTo>
                  <a:close/>
                  <a:moveTo>
                    <a:pt x="98379" y="246125"/>
                  </a:moveTo>
                  <a:lnTo>
                    <a:pt x="9796" y="246125"/>
                  </a:lnTo>
                  <a:lnTo>
                    <a:pt x="9796" y="204938"/>
                  </a:lnTo>
                  <a:lnTo>
                    <a:pt x="98379" y="204938"/>
                  </a:lnTo>
                  <a:lnTo>
                    <a:pt x="98379" y="246125"/>
                  </a:lnTo>
                  <a:close/>
                  <a:moveTo>
                    <a:pt x="291303" y="195135"/>
                  </a:moveTo>
                  <a:lnTo>
                    <a:pt x="291303" y="172815"/>
                  </a:lnTo>
                  <a:lnTo>
                    <a:pt x="324899" y="172815"/>
                  </a:lnTo>
                  <a:lnTo>
                    <a:pt x="324899" y="195135"/>
                  </a:lnTo>
                  <a:lnTo>
                    <a:pt x="291303" y="1951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5223964" y="1509401"/>
              <a:ext cx="46742" cy="9809"/>
            </a:xfrm>
            <a:custGeom>
              <a:rect b="b" l="l" r="r" t="t"/>
              <a:pathLst>
                <a:path extrusionOk="0" h="9809" w="46742">
                  <a:moveTo>
                    <a:pt x="4741" y="9809"/>
                  </a:moveTo>
                  <a:lnTo>
                    <a:pt x="42001" y="9809"/>
                  </a:lnTo>
                  <a:cubicBezTo>
                    <a:pt x="48322" y="9809"/>
                    <a:pt x="48322" y="0"/>
                    <a:pt x="42001" y="0"/>
                  </a:cubicBezTo>
                  <a:lnTo>
                    <a:pt x="4741" y="0"/>
                  </a:lnTo>
                  <a:cubicBezTo>
                    <a:pt x="-1580" y="0"/>
                    <a:pt x="-1580" y="9809"/>
                    <a:pt x="4741" y="98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5223970" y="1560397"/>
              <a:ext cx="46742" cy="9809"/>
            </a:xfrm>
            <a:custGeom>
              <a:rect b="b" l="l" r="r" t="t"/>
              <a:pathLst>
                <a:path extrusionOk="0" h="9809" w="46742">
                  <a:moveTo>
                    <a:pt x="42001" y="0"/>
                  </a:moveTo>
                  <a:lnTo>
                    <a:pt x="4741" y="0"/>
                  </a:lnTo>
                  <a:cubicBezTo>
                    <a:pt x="-1580" y="0"/>
                    <a:pt x="-1580" y="9809"/>
                    <a:pt x="4741" y="9809"/>
                  </a:cubicBezTo>
                  <a:lnTo>
                    <a:pt x="42001" y="9809"/>
                  </a:lnTo>
                  <a:cubicBezTo>
                    <a:pt x="48323" y="9809"/>
                    <a:pt x="48323" y="0"/>
                    <a:pt x="42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27"/>
          <p:cNvGrpSpPr/>
          <p:nvPr/>
        </p:nvGrpSpPr>
        <p:grpSpPr>
          <a:xfrm>
            <a:off x="5560980" y="4053978"/>
            <a:ext cx="330456" cy="344758"/>
            <a:chOff x="5984354" y="1267379"/>
            <a:chExt cx="321143" cy="335042"/>
          </a:xfrm>
        </p:grpSpPr>
        <p:sp>
          <p:nvSpPr>
            <p:cNvPr id="389" name="Google Shape;389;p27"/>
            <p:cNvSpPr/>
            <p:nvPr/>
          </p:nvSpPr>
          <p:spPr>
            <a:xfrm>
              <a:off x="6015790" y="1382727"/>
              <a:ext cx="40650" cy="40649"/>
            </a:xfrm>
            <a:custGeom>
              <a:rect b="b" l="l" r="r" t="t"/>
              <a:pathLst>
                <a:path extrusionOk="0" h="40649" w="40650">
                  <a:moveTo>
                    <a:pt x="20325" y="40650"/>
                  </a:moveTo>
                  <a:cubicBezTo>
                    <a:pt x="31528" y="40650"/>
                    <a:pt x="40650" y="31534"/>
                    <a:pt x="40650" y="20325"/>
                  </a:cubicBezTo>
                  <a:cubicBezTo>
                    <a:pt x="40650" y="9115"/>
                    <a:pt x="31534" y="0"/>
                    <a:pt x="20325" y="0"/>
                  </a:cubicBezTo>
                  <a:cubicBezTo>
                    <a:pt x="9116" y="0"/>
                    <a:pt x="0" y="9115"/>
                    <a:pt x="0" y="20325"/>
                  </a:cubicBezTo>
                  <a:cubicBezTo>
                    <a:pt x="0" y="31534"/>
                    <a:pt x="9116" y="40650"/>
                    <a:pt x="20325" y="40650"/>
                  </a:cubicBezTo>
                  <a:close/>
                  <a:moveTo>
                    <a:pt x="20325" y="9848"/>
                  </a:moveTo>
                  <a:cubicBezTo>
                    <a:pt x="26103" y="9848"/>
                    <a:pt x="30808" y="14547"/>
                    <a:pt x="30808" y="20332"/>
                  </a:cubicBezTo>
                  <a:cubicBezTo>
                    <a:pt x="30808" y="26116"/>
                    <a:pt x="26110" y="30815"/>
                    <a:pt x="20325" y="30815"/>
                  </a:cubicBezTo>
                  <a:cubicBezTo>
                    <a:pt x="14540" y="30815"/>
                    <a:pt x="9842" y="26116"/>
                    <a:pt x="9842" y="20332"/>
                  </a:cubicBezTo>
                  <a:cubicBezTo>
                    <a:pt x="9842" y="14547"/>
                    <a:pt x="14540" y="9848"/>
                    <a:pt x="20325" y="98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6077400" y="1382727"/>
              <a:ext cx="40650" cy="40649"/>
            </a:xfrm>
            <a:custGeom>
              <a:rect b="b" l="l" r="r" t="t"/>
              <a:pathLst>
                <a:path extrusionOk="0" h="40649" w="40650">
                  <a:moveTo>
                    <a:pt x="20325" y="40650"/>
                  </a:moveTo>
                  <a:cubicBezTo>
                    <a:pt x="31528" y="40650"/>
                    <a:pt x="40650" y="31534"/>
                    <a:pt x="40650" y="20325"/>
                  </a:cubicBezTo>
                  <a:cubicBezTo>
                    <a:pt x="40650" y="9115"/>
                    <a:pt x="31534" y="0"/>
                    <a:pt x="20325" y="0"/>
                  </a:cubicBezTo>
                  <a:cubicBezTo>
                    <a:pt x="9116" y="0"/>
                    <a:pt x="0" y="9115"/>
                    <a:pt x="0" y="20325"/>
                  </a:cubicBezTo>
                  <a:cubicBezTo>
                    <a:pt x="0" y="31534"/>
                    <a:pt x="9116" y="40650"/>
                    <a:pt x="20325" y="40650"/>
                  </a:cubicBezTo>
                  <a:close/>
                  <a:moveTo>
                    <a:pt x="20325" y="9848"/>
                  </a:moveTo>
                  <a:cubicBezTo>
                    <a:pt x="26103" y="9848"/>
                    <a:pt x="30808" y="14547"/>
                    <a:pt x="30808" y="20332"/>
                  </a:cubicBezTo>
                  <a:cubicBezTo>
                    <a:pt x="30808" y="26116"/>
                    <a:pt x="26110" y="30815"/>
                    <a:pt x="20325" y="30815"/>
                  </a:cubicBezTo>
                  <a:cubicBezTo>
                    <a:pt x="14540" y="30815"/>
                    <a:pt x="9842" y="26116"/>
                    <a:pt x="9842" y="20332"/>
                  </a:cubicBezTo>
                  <a:cubicBezTo>
                    <a:pt x="9842" y="14547"/>
                    <a:pt x="14540" y="9848"/>
                    <a:pt x="20325" y="98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6139003" y="1382727"/>
              <a:ext cx="40650" cy="40649"/>
            </a:xfrm>
            <a:custGeom>
              <a:rect b="b" l="l" r="r" t="t"/>
              <a:pathLst>
                <a:path extrusionOk="0" h="40649" w="40650">
                  <a:moveTo>
                    <a:pt x="20325" y="40650"/>
                  </a:moveTo>
                  <a:cubicBezTo>
                    <a:pt x="31528" y="40650"/>
                    <a:pt x="40650" y="31534"/>
                    <a:pt x="40650" y="20325"/>
                  </a:cubicBezTo>
                  <a:cubicBezTo>
                    <a:pt x="40650" y="9115"/>
                    <a:pt x="31534" y="0"/>
                    <a:pt x="20325" y="0"/>
                  </a:cubicBezTo>
                  <a:cubicBezTo>
                    <a:pt x="9116" y="0"/>
                    <a:pt x="0" y="9115"/>
                    <a:pt x="0" y="20325"/>
                  </a:cubicBezTo>
                  <a:cubicBezTo>
                    <a:pt x="0" y="31534"/>
                    <a:pt x="9116" y="40650"/>
                    <a:pt x="20325" y="40650"/>
                  </a:cubicBezTo>
                  <a:close/>
                  <a:moveTo>
                    <a:pt x="20325" y="9848"/>
                  </a:moveTo>
                  <a:cubicBezTo>
                    <a:pt x="26103" y="9848"/>
                    <a:pt x="30808" y="14547"/>
                    <a:pt x="30808" y="20332"/>
                  </a:cubicBezTo>
                  <a:cubicBezTo>
                    <a:pt x="30808" y="26116"/>
                    <a:pt x="26110" y="30815"/>
                    <a:pt x="20325" y="30815"/>
                  </a:cubicBezTo>
                  <a:cubicBezTo>
                    <a:pt x="14540" y="30815"/>
                    <a:pt x="9842" y="26116"/>
                    <a:pt x="9842" y="20332"/>
                  </a:cubicBezTo>
                  <a:cubicBezTo>
                    <a:pt x="9842" y="14547"/>
                    <a:pt x="14540" y="9848"/>
                    <a:pt x="20325" y="98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6200606" y="1382727"/>
              <a:ext cx="40649" cy="40649"/>
            </a:xfrm>
            <a:custGeom>
              <a:rect b="b" l="l" r="r" t="t"/>
              <a:pathLst>
                <a:path extrusionOk="0" h="40649" w="40649">
                  <a:moveTo>
                    <a:pt x="40650" y="20325"/>
                  </a:moveTo>
                  <a:cubicBezTo>
                    <a:pt x="40650" y="9122"/>
                    <a:pt x="31534" y="0"/>
                    <a:pt x="20325" y="0"/>
                  </a:cubicBezTo>
                  <a:cubicBezTo>
                    <a:pt x="9115" y="0"/>
                    <a:pt x="0" y="9115"/>
                    <a:pt x="0" y="20325"/>
                  </a:cubicBezTo>
                  <a:cubicBezTo>
                    <a:pt x="0" y="31534"/>
                    <a:pt x="9115" y="40650"/>
                    <a:pt x="20325" y="40650"/>
                  </a:cubicBezTo>
                  <a:cubicBezTo>
                    <a:pt x="31534" y="40650"/>
                    <a:pt x="40650" y="31534"/>
                    <a:pt x="40650" y="20325"/>
                  </a:cubicBezTo>
                  <a:close/>
                  <a:moveTo>
                    <a:pt x="9848" y="20325"/>
                  </a:moveTo>
                  <a:cubicBezTo>
                    <a:pt x="9848" y="14547"/>
                    <a:pt x="14547" y="9842"/>
                    <a:pt x="20331" y="9842"/>
                  </a:cubicBezTo>
                  <a:cubicBezTo>
                    <a:pt x="26116" y="9842"/>
                    <a:pt x="30815" y="14540"/>
                    <a:pt x="30815" y="20325"/>
                  </a:cubicBezTo>
                  <a:cubicBezTo>
                    <a:pt x="30815" y="26110"/>
                    <a:pt x="26116" y="30808"/>
                    <a:pt x="20331" y="30808"/>
                  </a:cubicBezTo>
                  <a:cubicBezTo>
                    <a:pt x="14547" y="30808"/>
                    <a:pt x="9848" y="26110"/>
                    <a:pt x="9848" y="203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6015790" y="1439841"/>
              <a:ext cx="40650" cy="40649"/>
            </a:xfrm>
            <a:custGeom>
              <a:rect b="b" l="l" r="r" t="t"/>
              <a:pathLst>
                <a:path extrusionOk="0" h="40649" w="40650">
                  <a:moveTo>
                    <a:pt x="20325" y="40650"/>
                  </a:moveTo>
                  <a:cubicBezTo>
                    <a:pt x="31528" y="40650"/>
                    <a:pt x="40650" y="31534"/>
                    <a:pt x="40650" y="20325"/>
                  </a:cubicBezTo>
                  <a:cubicBezTo>
                    <a:pt x="40650" y="9115"/>
                    <a:pt x="31534" y="0"/>
                    <a:pt x="20325" y="0"/>
                  </a:cubicBezTo>
                  <a:cubicBezTo>
                    <a:pt x="9116" y="0"/>
                    <a:pt x="0" y="9115"/>
                    <a:pt x="0" y="20325"/>
                  </a:cubicBezTo>
                  <a:cubicBezTo>
                    <a:pt x="0" y="31534"/>
                    <a:pt x="9116" y="40650"/>
                    <a:pt x="20325" y="40650"/>
                  </a:cubicBezTo>
                  <a:close/>
                  <a:moveTo>
                    <a:pt x="20325" y="9848"/>
                  </a:moveTo>
                  <a:cubicBezTo>
                    <a:pt x="26103" y="9848"/>
                    <a:pt x="30808" y="14547"/>
                    <a:pt x="30808" y="20332"/>
                  </a:cubicBezTo>
                  <a:cubicBezTo>
                    <a:pt x="30808" y="26116"/>
                    <a:pt x="26110" y="30815"/>
                    <a:pt x="20325" y="30815"/>
                  </a:cubicBezTo>
                  <a:cubicBezTo>
                    <a:pt x="14540" y="30815"/>
                    <a:pt x="9842" y="26116"/>
                    <a:pt x="9842" y="20332"/>
                  </a:cubicBezTo>
                  <a:cubicBezTo>
                    <a:pt x="9842" y="14547"/>
                    <a:pt x="14540" y="9848"/>
                    <a:pt x="20325" y="98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6077400" y="1439841"/>
              <a:ext cx="40650" cy="40649"/>
            </a:xfrm>
            <a:custGeom>
              <a:rect b="b" l="l" r="r" t="t"/>
              <a:pathLst>
                <a:path extrusionOk="0" h="40649" w="40650">
                  <a:moveTo>
                    <a:pt x="20325" y="40650"/>
                  </a:moveTo>
                  <a:cubicBezTo>
                    <a:pt x="31528" y="40650"/>
                    <a:pt x="40650" y="31534"/>
                    <a:pt x="40650" y="20325"/>
                  </a:cubicBezTo>
                  <a:cubicBezTo>
                    <a:pt x="40650" y="9115"/>
                    <a:pt x="31534" y="0"/>
                    <a:pt x="20325" y="0"/>
                  </a:cubicBezTo>
                  <a:cubicBezTo>
                    <a:pt x="9116" y="0"/>
                    <a:pt x="0" y="9115"/>
                    <a:pt x="0" y="20325"/>
                  </a:cubicBezTo>
                  <a:cubicBezTo>
                    <a:pt x="0" y="31534"/>
                    <a:pt x="9116" y="40650"/>
                    <a:pt x="20325" y="40650"/>
                  </a:cubicBezTo>
                  <a:close/>
                  <a:moveTo>
                    <a:pt x="20325" y="9848"/>
                  </a:moveTo>
                  <a:cubicBezTo>
                    <a:pt x="26103" y="9848"/>
                    <a:pt x="30808" y="14547"/>
                    <a:pt x="30808" y="20332"/>
                  </a:cubicBezTo>
                  <a:cubicBezTo>
                    <a:pt x="30808" y="26116"/>
                    <a:pt x="26110" y="30815"/>
                    <a:pt x="20325" y="30815"/>
                  </a:cubicBezTo>
                  <a:cubicBezTo>
                    <a:pt x="14540" y="30815"/>
                    <a:pt x="9842" y="26116"/>
                    <a:pt x="9842" y="20332"/>
                  </a:cubicBezTo>
                  <a:cubicBezTo>
                    <a:pt x="9842" y="14547"/>
                    <a:pt x="14540" y="9848"/>
                    <a:pt x="20325" y="98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6015790" y="1496955"/>
              <a:ext cx="40650" cy="40649"/>
            </a:xfrm>
            <a:custGeom>
              <a:rect b="b" l="l" r="r" t="t"/>
              <a:pathLst>
                <a:path extrusionOk="0" h="40649" w="40650">
                  <a:moveTo>
                    <a:pt x="20325" y="40650"/>
                  </a:moveTo>
                  <a:cubicBezTo>
                    <a:pt x="31528" y="40650"/>
                    <a:pt x="40650" y="31534"/>
                    <a:pt x="40650" y="20325"/>
                  </a:cubicBezTo>
                  <a:cubicBezTo>
                    <a:pt x="40650" y="9115"/>
                    <a:pt x="31534" y="0"/>
                    <a:pt x="20325" y="0"/>
                  </a:cubicBezTo>
                  <a:cubicBezTo>
                    <a:pt x="9116" y="0"/>
                    <a:pt x="0" y="9115"/>
                    <a:pt x="0" y="20325"/>
                  </a:cubicBezTo>
                  <a:cubicBezTo>
                    <a:pt x="0" y="31534"/>
                    <a:pt x="9116" y="40650"/>
                    <a:pt x="20325" y="40650"/>
                  </a:cubicBezTo>
                  <a:close/>
                  <a:moveTo>
                    <a:pt x="20325" y="9848"/>
                  </a:moveTo>
                  <a:cubicBezTo>
                    <a:pt x="26103" y="9848"/>
                    <a:pt x="30808" y="14547"/>
                    <a:pt x="30808" y="20332"/>
                  </a:cubicBezTo>
                  <a:cubicBezTo>
                    <a:pt x="30808" y="26116"/>
                    <a:pt x="26110" y="30815"/>
                    <a:pt x="20325" y="30815"/>
                  </a:cubicBezTo>
                  <a:cubicBezTo>
                    <a:pt x="14540" y="30815"/>
                    <a:pt x="9842" y="26116"/>
                    <a:pt x="9842" y="20332"/>
                  </a:cubicBezTo>
                  <a:cubicBezTo>
                    <a:pt x="9842" y="14547"/>
                    <a:pt x="14540" y="9848"/>
                    <a:pt x="20325" y="98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6076108" y="1495663"/>
              <a:ext cx="43232" cy="43234"/>
            </a:xfrm>
            <a:custGeom>
              <a:rect b="b" l="l" r="r" t="t"/>
              <a:pathLst>
                <a:path extrusionOk="0" h="43234" w="43232">
                  <a:moveTo>
                    <a:pt x="1449" y="41785"/>
                  </a:moveTo>
                  <a:cubicBezTo>
                    <a:pt x="3346" y="43682"/>
                    <a:pt x="6514" y="43682"/>
                    <a:pt x="8411" y="41785"/>
                  </a:cubicBezTo>
                  <a:lnTo>
                    <a:pt x="21617" y="28579"/>
                  </a:lnTo>
                  <a:lnTo>
                    <a:pt x="34822" y="41785"/>
                  </a:lnTo>
                  <a:cubicBezTo>
                    <a:pt x="39311" y="46274"/>
                    <a:pt x="46267" y="39311"/>
                    <a:pt x="41785" y="34822"/>
                  </a:cubicBezTo>
                  <a:lnTo>
                    <a:pt x="28579" y="21617"/>
                  </a:lnTo>
                  <a:lnTo>
                    <a:pt x="41785" y="8411"/>
                  </a:lnTo>
                  <a:cubicBezTo>
                    <a:pt x="46267" y="3929"/>
                    <a:pt x="39318" y="-3040"/>
                    <a:pt x="34822" y="1449"/>
                  </a:cubicBezTo>
                  <a:lnTo>
                    <a:pt x="21617" y="14654"/>
                  </a:lnTo>
                  <a:lnTo>
                    <a:pt x="8411" y="1449"/>
                  </a:lnTo>
                  <a:cubicBezTo>
                    <a:pt x="3929" y="-3034"/>
                    <a:pt x="-3040" y="3916"/>
                    <a:pt x="1449" y="8411"/>
                  </a:cubicBezTo>
                  <a:lnTo>
                    <a:pt x="14654" y="21617"/>
                  </a:lnTo>
                  <a:lnTo>
                    <a:pt x="1449" y="34822"/>
                  </a:lnTo>
                  <a:cubicBezTo>
                    <a:pt x="-475" y="36746"/>
                    <a:pt x="-475" y="39861"/>
                    <a:pt x="1449" y="417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5984354" y="1267379"/>
              <a:ext cx="321143" cy="335042"/>
            </a:xfrm>
            <a:custGeom>
              <a:rect b="b" l="l" r="r" t="t"/>
              <a:pathLst>
                <a:path extrusionOk="0" h="335042" w="321143">
                  <a:moveTo>
                    <a:pt x="316104" y="221698"/>
                  </a:moveTo>
                  <a:cubicBezTo>
                    <a:pt x="313944" y="215730"/>
                    <a:pt x="304685" y="219080"/>
                    <a:pt x="306851" y="225048"/>
                  </a:cubicBezTo>
                  <a:cubicBezTo>
                    <a:pt x="309769" y="233110"/>
                    <a:pt x="311268" y="241591"/>
                    <a:pt x="311294" y="250248"/>
                  </a:cubicBezTo>
                  <a:cubicBezTo>
                    <a:pt x="311431" y="290950"/>
                    <a:pt x="277247" y="325200"/>
                    <a:pt x="236577" y="325200"/>
                  </a:cubicBezTo>
                  <a:cubicBezTo>
                    <a:pt x="195495" y="325200"/>
                    <a:pt x="162005" y="291853"/>
                    <a:pt x="161867" y="250752"/>
                  </a:cubicBezTo>
                  <a:cubicBezTo>
                    <a:pt x="161729" y="209932"/>
                    <a:pt x="195777" y="175799"/>
                    <a:pt x="236591" y="175799"/>
                  </a:cubicBezTo>
                  <a:cubicBezTo>
                    <a:pt x="259847" y="175799"/>
                    <a:pt x="281363" y="186341"/>
                    <a:pt x="295648" y="204743"/>
                  </a:cubicBezTo>
                  <a:cubicBezTo>
                    <a:pt x="299541" y="209755"/>
                    <a:pt x="307315" y="203722"/>
                    <a:pt x="303422" y="198709"/>
                  </a:cubicBezTo>
                  <a:cubicBezTo>
                    <a:pt x="300026" y="194331"/>
                    <a:pt x="296263" y="190359"/>
                    <a:pt x="292206" y="186793"/>
                  </a:cubicBezTo>
                  <a:lnTo>
                    <a:pt x="292206" y="52364"/>
                  </a:lnTo>
                  <a:cubicBezTo>
                    <a:pt x="292206" y="40801"/>
                    <a:pt x="282802" y="31398"/>
                    <a:pt x="271240" y="31398"/>
                  </a:cubicBezTo>
                  <a:lnTo>
                    <a:pt x="241681" y="31398"/>
                  </a:lnTo>
                  <a:lnTo>
                    <a:pt x="241681" y="14122"/>
                  </a:lnTo>
                  <a:cubicBezTo>
                    <a:pt x="241681" y="-4678"/>
                    <a:pt x="212477" y="-4737"/>
                    <a:pt x="212477" y="14122"/>
                  </a:cubicBezTo>
                  <a:lnTo>
                    <a:pt x="212477" y="31398"/>
                  </a:lnTo>
                  <a:lnTo>
                    <a:pt x="160696" y="31398"/>
                  </a:lnTo>
                  <a:lnTo>
                    <a:pt x="160696" y="14122"/>
                  </a:lnTo>
                  <a:cubicBezTo>
                    <a:pt x="160696" y="-4678"/>
                    <a:pt x="131491" y="-4737"/>
                    <a:pt x="131491" y="14122"/>
                  </a:cubicBezTo>
                  <a:lnTo>
                    <a:pt x="131491" y="31398"/>
                  </a:lnTo>
                  <a:lnTo>
                    <a:pt x="79710" y="31398"/>
                  </a:lnTo>
                  <a:lnTo>
                    <a:pt x="79710" y="14122"/>
                  </a:lnTo>
                  <a:cubicBezTo>
                    <a:pt x="79710" y="-4678"/>
                    <a:pt x="50505" y="-4737"/>
                    <a:pt x="50505" y="14122"/>
                  </a:cubicBezTo>
                  <a:lnTo>
                    <a:pt x="50505" y="31398"/>
                  </a:lnTo>
                  <a:lnTo>
                    <a:pt x="20973" y="31398"/>
                  </a:lnTo>
                  <a:cubicBezTo>
                    <a:pt x="9410" y="31398"/>
                    <a:pt x="7" y="40801"/>
                    <a:pt x="7" y="52364"/>
                  </a:cubicBezTo>
                  <a:lnTo>
                    <a:pt x="7" y="227973"/>
                  </a:lnTo>
                  <a:cubicBezTo>
                    <a:pt x="7" y="234320"/>
                    <a:pt x="9849" y="234320"/>
                    <a:pt x="9849" y="227973"/>
                  </a:cubicBezTo>
                  <a:lnTo>
                    <a:pt x="9849" y="100166"/>
                  </a:lnTo>
                  <a:lnTo>
                    <a:pt x="282371" y="100166"/>
                  </a:lnTo>
                  <a:lnTo>
                    <a:pt x="282371" y="179359"/>
                  </a:lnTo>
                  <a:cubicBezTo>
                    <a:pt x="260979" y="165552"/>
                    <a:pt x="233698" y="162241"/>
                    <a:pt x="209571" y="170348"/>
                  </a:cubicBezTo>
                  <a:cubicBezTo>
                    <a:pt x="202844" y="172613"/>
                    <a:pt x="196405" y="175734"/>
                    <a:pt x="190463" y="179621"/>
                  </a:cubicBezTo>
                  <a:cubicBezTo>
                    <a:pt x="186661" y="175125"/>
                    <a:pt x="181073" y="172469"/>
                    <a:pt x="174987" y="172469"/>
                  </a:cubicBezTo>
                  <a:cubicBezTo>
                    <a:pt x="163784" y="172469"/>
                    <a:pt x="154662" y="181584"/>
                    <a:pt x="154662" y="192794"/>
                  </a:cubicBezTo>
                  <a:cubicBezTo>
                    <a:pt x="154662" y="199252"/>
                    <a:pt x="157777" y="205286"/>
                    <a:pt x="162842" y="209075"/>
                  </a:cubicBezTo>
                  <a:cubicBezTo>
                    <a:pt x="149735" y="232325"/>
                    <a:pt x="148544" y="261261"/>
                    <a:pt x="159636" y="285526"/>
                  </a:cubicBezTo>
                  <a:lnTo>
                    <a:pt x="20966" y="285526"/>
                  </a:lnTo>
                  <a:cubicBezTo>
                    <a:pt x="14835" y="285526"/>
                    <a:pt x="9842" y="280539"/>
                    <a:pt x="9842" y="274401"/>
                  </a:cubicBezTo>
                  <a:lnTo>
                    <a:pt x="9842" y="252250"/>
                  </a:lnTo>
                  <a:cubicBezTo>
                    <a:pt x="9842" y="245903"/>
                    <a:pt x="0" y="245903"/>
                    <a:pt x="0" y="252250"/>
                  </a:cubicBezTo>
                  <a:lnTo>
                    <a:pt x="0" y="274401"/>
                  </a:lnTo>
                  <a:cubicBezTo>
                    <a:pt x="0" y="285964"/>
                    <a:pt x="9403" y="295367"/>
                    <a:pt x="20966" y="295367"/>
                  </a:cubicBezTo>
                  <a:lnTo>
                    <a:pt x="164956" y="295367"/>
                  </a:lnTo>
                  <a:cubicBezTo>
                    <a:pt x="179934" y="319187"/>
                    <a:pt x="206450" y="335042"/>
                    <a:pt x="236584" y="335042"/>
                  </a:cubicBezTo>
                  <a:cubicBezTo>
                    <a:pt x="282783" y="335042"/>
                    <a:pt x="321300" y="296421"/>
                    <a:pt x="321143" y="250215"/>
                  </a:cubicBezTo>
                  <a:cubicBezTo>
                    <a:pt x="321110" y="240426"/>
                    <a:pt x="319415" y="230826"/>
                    <a:pt x="316104" y="221698"/>
                  </a:cubicBezTo>
                  <a:close/>
                  <a:moveTo>
                    <a:pt x="222312" y="14122"/>
                  </a:moveTo>
                  <a:cubicBezTo>
                    <a:pt x="222312" y="8010"/>
                    <a:pt x="231833" y="8004"/>
                    <a:pt x="231833" y="14122"/>
                  </a:cubicBezTo>
                  <a:lnTo>
                    <a:pt x="231833" y="56801"/>
                  </a:lnTo>
                  <a:cubicBezTo>
                    <a:pt x="231833" y="62913"/>
                    <a:pt x="222312" y="62919"/>
                    <a:pt x="222312" y="56801"/>
                  </a:cubicBezTo>
                  <a:lnTo>
                    <a:pt x="222312" y="14122"/>
                  </a:lnTo>
                  <a:close/>
                  <a:moveTo>
                    <a:pt x="141319" y="14122"/>
                  </a:moveTo>
                  <a:cubicBezTo>
                    <a:pt x="141319" y="8010"/>
                    <a:pt x="150841" y="8004"/>
                    <a:pt x="150841" y="14122"/>
                  </a:cubicBezTo>
                  <a:lnTo>
                    <a:pt x="150841" y="56801"/>
                  </a:lnTo>
                  <a:cubicBezTo>
                    <a:pt x="150841" y="62959"/>
                    <a:pt x="141319" y="62959"/>
                    <a:pt x="141319" y="56801"/>
                  </a:cubicBezTo>
                  <a:lnTo>
                    <a:pt x="141319" y="14122"/>
                  </a:lnTo>
                  <a:close/>
                  <a:moveTo>
                    <a:pt x="60334" y="14122"/>
                  </a:moveTo>
                  <a:cubicBezTo>
                    <a:pt x="60334" y="8010"/>
                    <a:pt x="69855" y="8004"/>
                    <a:pt x="69855" y="14122"/>
                  </a:cubicBezTo>
                  <a:lnTo>
                    <a:pt x="69855" y="56801"/>
                  </a:lnTo>
                  <a:cubicBezTo>
                    <a:pt x="69855" y="62913"/>
                    <a:pt x="60334" y="62919"/>
                    <a:pt x="60334" y="56801"/>
                  </a:cubicBezTo>
                  <a:lnTo>
                    <a:pt x="60334" y="14122"/>
                  </a:lnTo>
                  <a:close/>
                  <a:moveTo>
                    <a:pt x="9835" y="90325"/>
                  </a:moveTo>
                  <a:lnTo>
                    <a:pt x="9835" y="52364"/>
                  </a:lnTo>
                  <a:cubicBezTo>
                    <a:pt x="9835" y="46233"/>
                    <a:pt x="14822" y="41240"/>
                    <a:pt x="20960" y="41240"/>
                  </a:cubicBezTo>
                  <a:lnTo>
                    <a:pt x="50492" y="41240"/>
                  </a:lnTo>
                  <a:lnTo>
                    <a:pt x="50492" y="56794"/>
                  </a:lnTo>
                  <a:cubicBezTo>
                    <a:pt x="50492" y="75595"/>
                    <a:pt x="79697" y="75653"/>
                    <a:pt x="79697" y="56794"/>
                  </a:cubicBezTo>
                  <a:lnTo>
                    <a:pt x="79697" y="41240"/>
                  </a:lnTo>
                  <a:lnTo>
                    <a:pt x="131478" y="41240"/>
                  </a:lnTo>
                  <a:lnTo>
                    <a:pt x="131478" y="56794"/>
                  </a:lnTo>
                  <a:cubicBezTo>
                    <a:pt x="131478" y="75627"/>
                    <a:pt x="160683" y="75627"/>
                    <a:pt x="160683" y="56794"/>
                  </a:cubicBezTo>
                  <a:lnTo>
                    <a:pt x="160683" y="41240"/>
                  </a:lnTo>
                  <a:lnTo>
                    <a:pt x="212464" y="41240"/>
                  </a:lnTo>
                  <a:lnTo>
                    <a:pt x="212464" y="56794"/>
                  </a:lnTo>
                  <a:cubicBezTo>
                    <a:pt x="212464" y="75595"/>
                    <a:pt x="241668" y="75653"/>
                    <a:pt x="241668" y="56794"/>
                  </a:cubicBezTo>
                  <a:lnTo>
                    <a:pt x="241668" y="41240"/>
                  </a:lnTo>
                  <a:lnTo>
                    <a:pt x="271227" y="41240"/>
                  </a:lnTo>
                  <a:cubicBezTo>
                    <a:pt x="277358" y="41240"/>
                    <a:pt x="282351" y="46226"/>
                    <a:pt x="282351" y="52364"/>
                  </a:cubicBezTo>
                  <a:lnTo>
                    <a:pt x="282351" y="90325"/>
                  </a:lnTo>
                  <a:lnTo>
                    <a:pt x="9829" y="90325"/>
                  </a:lnTo>
                  <a:close/>
                  <a:moveTo>
                    <a:pt x="164491" y="192787"/>
                  </a:moveTo>
                  <a:cubicBezTo>
                    <a:pt x="164491" y="187009"/>
                    <a:pt x="169190" y="182304"/>
                    <a:pt x="174974" y="182304"/>
                  </a:cubicBezTo>
                  <a:cubicBezTo>
                    <a:pt x="177880" y="182304"/>
                    <a:pt x="180569" y="183482"/>
                    <a:pt x="182506" y="185497"/>
                  </a:cubicBezTo>
                  <a:cubicBezTo>
                    <a:pt x="177134" y="189980"/>
                    <a:pt x="172311" y="195117"/>
                    <a:pt x="168188" y="200764"/>
                  </a:cubicBezTo>
                  <a:cubicBezTo>
                    <a:pt x="165891" y="198794"/>
                    <a:pt x="164497" y="195889"/>
                    <a:pt x="164497" y="192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6205285" y="1552793"/>
              <a:ext cx="31312" cy="31305"/>
            </a:xfrm>
            <a:custGeom>
              <a:rect b="b" l="l" r="r" t="t"/>
              <a:pathLst>
                <a:path extrusionOk="0" h="31305" w="31312">
                  <a:moveTo>
                    <a:pt x="15600" y="0"/>
                  </a:moveTo>
                  <a:cubicBezTo>
                    <a:pt x="11419" y="13"/>
                    <a:pt x="7493" y="1656"/>
                    <a:pt x="4548" y="4620"/>
                  </a:cubicBezTo>
                  <a:cubicBezTo>
                    <a:pt x="1603" y="7584"/>
                    <a:pt x="-13" y="11524"/>
                    <a:pt x="0" y="15705"/>
                  </a:cubicBezTo>
                  <a:cubicBezTo>
                    <a:pt x="13" y="19887"/>
                    <a:pt x="1656" y="23813"/>
                    <a:pt x="4626" y="26758"/>
                  </a:cubicBezTo>
                  <a:cubicBezTo>
                    <a:pt x="7578" y="29689"/>
                    <a:pt x="11497" y="31305"/>
                    <a:pt x="15659" y="31305"/>
                  </a:cubicBezTo>
                  <a:lnTo>
                    <a:pt x="15712" y="31305"/>
                  </a:lnTo>
                  <a:cubicBezTo>
                    <a:pt x="19893" y="31292"/>
                    <a:pt x="23819" y="29650"/>
                    <a:pt x="26764" y="26686"/>
                  </a:cubicBezTo>
                  <a:cubicBezTo>
                    <a:pt x="29715" y="23721"/>
                    <a:pt x="31325" y="19782"/>
                    <a:pt x="31312" y="15600"/>
                  </a:cubicBezTo>
                  <a:cubicBezTo>
                    <a:pt x="31299" y="11419"/>
                    <a:pt x="29656" y="7493"/>
                    <a:pt x="26685" y="4548"/>
                  </a:cubicBezTo>
                  <a:cubicBezTo>
                    <a:pt x="23721" y="1603"/>
                    <a:pt x="19769" y="13"/>
                    <a:pt x="15600" y="0"/>
                  </a:cubicBezTo>
                  <a:close/>
                  <a:moveTo>
                    <a:pt x="21464" y="15633"/>
                  </a:moveTo>
                  <a:cubicBezTo>
                    <a:pt x="21464" y="17184"/>
                    <a:pt x="20868" y="18643"/>
                    <a:pt x="19775" y="19749"/>
                  </a:cubicBezTo>
                  <a:cubicBezTo>
                    <a:pt x="18682" y="20848"/>
                    <a:pt x="17223" y="21457"/>
                    <a:pt x="15673" y="21464"/>
                  </a:cubicBezTo>
                  <a:lnTo>
                    <a:pt x="15653" y="21464"/>
                  </a:lnTo>
                  <a:cubicBezTo>
                    <a:pt x="14109" y="21464"/>
                    <a:pt x="12656" y="20862"/>
                    <a:pt x="11556" y="19775"/>
                  </a:cubicBezTo>
                  <a:cubicBezTo>
                    <a:pt x="10457" y="18683"/>
                    <a:pt x="9848" y="17223"/>
                    <a:pt x="9842" y="15672"/>
                  </a:cubicBezTo>
                  <a:cubicBezTo>
                    <a:pt x="9842" y="14121"/>
                    <a:pt x="10438" y="12656"/>
                    <a:pt x="11530" y="11556"/>
                  </a:cubicBezTo>
                  <a:cubicBezTo>
                    <a:pt x="12623" y="10457"/>
                    <a:pt x="14082" y="9848"/>
                    <a:pt x="15633" y="9842"/>
                  </a:cubicBezTo>
                  <a:lnTo>
                    <a:pt x="15653" y="9842"/>
                  </a:lnTo>
                  <a:cubicBezTo>
                    <a:pt x="17197" y="9842"/>
                    <a:pt x="18650" y="10444"/>
                    <a:pt x="19749" y="11530"/>
                  </a:cubicBezTo>
                  <a:cubicBezTo>
                    <a:pt x="20848" y="12623"/>
                    <a:pt x="21457" y="14082"/>
                    <a:pt x="21464" y="15633"/>
                  </a:cubicBezTo>
                  <a:lnTo>
                    <a:pt x="21464" y="156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6205023" y="1451659"/>
              <a:ext cx="31828" cy="97508"/>
            </a:xfrm>
            <a:custGeom>
              <a:rect b="b" l="l" r="r" t="t"/>
              <a:pathLst>
                <a:path extrusionOk="0" h="97508" w="31828">
                  <a:moveTo>
                    <a:pt x="31829" y="15914"/>
                  </a:moveTo>
                  <a:cubicBezTo>
                    <a:pt x="31829" y="7139"/>
                    <a:pt x="24690" y="0"/>
                    <a:pt x="15914" y="0"/>
                  </a:cubicBezTo>
                  <a:cubicBezTo>
                    <a:pt x="7139" y="0"/>
                    <a:pt x="0" y="7139"/>
                    <a:pt x="0" y="15914"/>
                  </a:cubicBezTo>
                  <a:lnTo>
                    <a:pt x="0" y="81594"/>
                  </a:lnTo>
                  <a:cubicBezTo>
                    <a:pt x="0" y="90370"/>
                    <a:pt x="7139" y="97509"/>
                    <a:pt x="15914" y="97509"/>
                  </a:cubicBezTo>
                  <a:cubicBezTo>
                    <a:pt x="24690" y="97509"/>
                    <a:pt x="31829" y="90370"/>
                    <a:pt x="31829" y="81594"/>
                  </a:cubicBezTo>
                  <a:lnTo>
                    <a:pt x="31829" y="15914"/>
                  </a:lnTo>
                  <a:close/>
                  <a:moveTo>
                    <a:pt x="21980" y="81601"/>
                  </a:moveTo>
                  <a:cubicBezTo>
                    <a:pt x="21980" y="84951"/>
                    <a:pt x="19258" y="87674"/>
                    <a:pt x="15908" y="87674"/>
                  </a:cubicBezTo>
                  <a:cubicBezTo>
                    <a:pt x="12557" y="87674"/>
                    <a:pt x="9835" y="84951"/>
                    <a:pt x="9835" y="81601"/>
                  </a:cubicBezTo>
                  <a:lnTo>
                    <a:pt x="9835" y="15921"/>
                  </a:lnTo>
                  <a:cubicBezTo>
                    <a:pt x="9835" y="12571"/>
                    <a:pt x="12557" y="9848"/>
                    <a:pt x="15908" y="9848"/>
                  </a:cubicBezTo>
                  <a:cubicBezTo>
                    <a:pt x="19258" y="9848"/>
                    <a:pt x="21980" y="12571"/>
                    <a:pt x="21980" y="15921"/>
                  </a:cubicBezTo>
                  <a:lnTo>
                    <a:pt x="21980" y="816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27"/>
          <p:cNvSpPr/>
          <p:nvPr/>
        </p:nvSpPr>
        <p:spPr>
          <a:xfrm>
            <a:off x="6322896" y="4053813"/>
            <a:ext cx="345005" cy="345092"/>
          </a:xfrm>
          <a:custGeom>
            <a:rect b="b" l="l" r="r" t="t"/>
            <a:pathLst>
              <a:path extrusionOk="0" h="335041" w="334956">
                <a:moveTo>
                  <a:pt x="316824" y="75842"/>
                </a:moveTo>
                <a:lnTo>
                  <a:pt x="184698" y="75842"/>
                </a:lnTo>
                <a:lnTo>
                  <a:pt x="184698" y="43575"/>
                </a:lnTo>
                <a:cubicBezTo>
                  <a:pt x="184698" y="40866"/>
                  <a:pt x="182500" y="38667"/>
                  <a:pt x="179790" y="38667"/>
                </a:cubicBezTo>
                <a:lnTo>
                  <a:pt x="149538" y="38667"/>
                </a:lnTo>
                <a:lnTo>
                  <a:pt x="149538" y="21006"/>
                </a:lnTo>
                <a:cubicBezTo>
                  <a:pt x="149538" y="9423"/>
                  <a:pt x="140115" y="0"/>
                  <a:pt x="128533" y="0"/>
                </a:cubicBezTo>
                <a:lnTo>
                  <a:pt x="120995" y="0"/>
                </a:lnTo>
                <a:cubicBezTo>
                  <a:pt x="109412" y="0"/>
                  <a:pt x="99989" y="9423"/>
                  <a:pt x="99989" y="21006"/>
                </a:cubicBezTo>
                <a:lnTo>
                  <a:pt x="99989" y="38667"/>
                </a:lnTo>
                <a:lnTo>
                  <a:pt x="67722" y="38667"/>
                </a:lnTo>
                <a:cubicBezTo>
                  <a:pt x="65013" y="38667"/>
                  <a:pt x="62814" y="40866"/>
                  <a:pt x="62814" y="43575"/>
                </a:cubicBezTo>
                <a:lnTo>
                  <a:pt x="62814" y="75842"/>
                </a:lnTo>
                <a:lnTo>
                  <a:pt x="18126" y="75842"/>
                </a:lnTo>
                <a:cubicBezTo>
                  <a:pt x="8134" y="75842"/>
                  <a:pt x="0" y="83976"/>
                  <a:pt x="0" y="93982"/>
                </a:cubicBezTo>
                <a:lnTo>
                  <a:pt x="0" y="116820"/>
                </a:lnTo>
                <a:cubicBezTo>
                  <a:pt x="0" y="123147"/>
                  <a:pt x="9816" y="123147"/>
                  <a:pt x="9816" y="116820"/>
                </a:cubicBezTo>
                <a:lnTo>
                  <a:pt x="9816" y="93982"/>
                </a:lnTo>
                <a:cubicBezTo>
                  <a:pt x="9816" y="89395"/>
                  <a:pt x="13546" y="85658"/>
                  <a:pt x="18126" y="85658"/>
                </a:cubicBezTo>
                <a:lnTo>
                  <a:pt x="62814" y="85658"/>
                </a:lnTo>
                <a:lnTo>
                  <a:pt x="62814" y="152869"/>
                </a:lnTo>
                <a:lnTo>
                  <a:pt x="57049" y="183939"/>
                </a:lnTo>
                <a:cubicBezTo>
                  <a:pt x="56499" y="186910"/>
                  <a:pt x="58855" y="189743"/>
                  <a:pt x="61872" y="189743"/>
                </a:cubicBezTo>
                <a:lnTo>
                  <a:pt x="244450" y="189730"/>
                </a:lnTo>
                <a:lnTo>
                  <a:pt x="242244" y="198061"/>
                </a:lnTo>
                <a:cubicBezTo>
                  <a:pt x="238881" y="195024"/>
                  <a:pt x="234431" y="193166"/>
                  <a:pt x="229549" y="193166"/>
                </a:cubicBezTo>
                <a:cubicBezTo>
                  <a:pt x="220794" y="193166"/>
                  <a:pt x="213412" y="199134"/>
                  <a:pt x="211240" y="207215"/>
                </a:cubicBezTo>
                <a:lnTo>
                  <a:pt x="178285" y="207215"/>
                </a:lnTo>
                <a:cubicBezTo>
                  <a:pt x="176119" y="199134"/>
                  <a:pt x="168731" y="193166"/>
                  <a:pt x="159976" y="193166"/>
                </a:cubicBezTo>
                <a:cubicBezTo>
                  <a:pt x="151220" y="193166"/>
                  <a:pt x="143839" y="199134"/>
                  <a:pt x="141666" y="207215"/>
                </a:cubicBezTo>
                <a:lnTo>
                  <a:pt x="135888" y="207215"/>
                </a:lnTo>
                <a:cubicBezTo>
                  <a:pt x="129560" y="207215"/>
                  <a:pt x="129560" y="217031"/>
                  <a:pt x="135888" y="217031"/>
                </a:cubicBezTo>
                <a:lnTo>
                  <a:pt x="141666" y="217031"/>
                </a:lnTo>
                <a:cubicBezTo>
                  <a:pt x="143832" y="225113"/>
                  <a:pt x="151220" y="231080"/>
                  <a:pt x="159976" y="231080"/>
                </a:cubicBezTo>
                <a:cubicBezTo>
                  <a:pt x="168731" y="231080"/>
                  <a:pt x="176113" y="225113"/>
                  <a:pt x="178285" y="217031"/>
                </a:cubicBezTo>
                <a:lnTo>
                  <a:pt x="211240" y="217031"/>
                </a:lnTo>
                <a:cubicBezTo>
                  <a:pt x="213406" y="225113"/>
                  <a:pt x="220794" y="231080"/>
                  <a:pt x="229549" y="231080"/>
                </a:cubicBezTo>
                <a:cubicBezTo>
                  <a:pt x="239764" y="231080"/>
                  <a:pt x="248114" y="222960"/>
                  <a:pt x="248487" y="212830"/>
                </a:cubicBezTo>
                <a:lnTo>
                  <a:pt x="274806" y="113469"/>
                </a:lnTo>
                <a:lnTo>
                  <a:pt x="295105" y="113469"/>
                </a:lnTo>
                <a:cubicBezTo>
                  <a:pt x="301433" y="113469"/>
                  <a:pt x="301433" y="103653"/>
                  <a:pt x="295105" y="103653"/>
                </a:cubicBezTo>
                <a:lnTo>
                  <a:pt x="271024" y="103653"/>
                </a:lnTo>
                <a:cubicBezTo>
                  <a:pt x="268792" y="103653"/>
                  <a:pt x="266849" y="105159"/>
                  <a:pt x="266279" y="107311"/>
                </a:cubicBezTo>
                <a:lnTo>
                  <a:pt x="263191" y="119038"/>
                </a:lnTo>
                <a:lnTo>
                  <a:pt x="184698" y="119038"/>
                </a:lnTo>
                <a:lnTo>
                  <a:pt x="184698" y="85652"/>
                </a:lnTo>
                <a:lnTo>
                  <a:pt x="316824" y="85652"/>
                </a:lnTo>
                <a:cubicBezTo>
                  <a:pt x="321404" y="85652"/>
                  <a:pt x="325134" y="89388"/>
                  <a:pt x="325134" y="93975"/>
                </a:cubicBezTo>
                <a:lnTo>
                  <a:pt x="325134" y="242748"/>
                </a:lnTo>
                <a:lnTo>
                  <a:pt x="301583" y="242748"/>
                </a:lnTo>
                <a:cubicBezTo>
                  <a:pt x="295255" y="242748"/>
                  <a:pt x="295255" y="252564"/>
                  <a:pt x="301583" y="252564"/>
                </a:cubicBezTo>
                <a:lnTo>
                  <a:pt x="325134" y="252564"/>
                </a:lnTo>
                <a:lnTo>
                  <a:pt x="325134" y="275460"/>
                </a:lnTo>
                <a:cubicBezTo>
                  <a:pt x="325134" y="280048"/>
                  <a:pt x="321404" y="283784"/>
                  <a:pt x="316824" y="283784"/>
                </a:cubicBezTo>
                <a:lnTo>
                  <a:pt x="18126" y="283784"/>
                </a:lnTo>
                <a:cubicBezTo>
                  <a:pt x="13546" y="283784"/>
                  <a:pt x="9816" y="280048"/>
                  <a:pt x="9816" y="275460"/>
                </a:cubicBezTo>
                <a:lnTo>
                  <a:pt x="9816" y="252564"/>
                </a:lnTo>
                <a:lnTo>
                  <a:pt x="276069" y="252564"/>
                </a:lnTo>
                <a:cubicBezTo>
                  <a:pt x="282397" y="252564"/>
                  <a:pt x="282397" y="242748"/>
                  <a:pt x="276069" y="242748"/>
                </a:cubicBezTo>
                <a:lnTo>
                  <a:pt x="9816" y="242748"/>
                </a:lnTo>
                <a:lnTo>
                  <a:pt x="9816" y="141673"/>
                </a:lnTo>
                <a:cubicBezTo>
                  <a:pt x="9816" y="135345"/>
                  <a:pt x="0" y="135345"/>
                  <a:pt x="0" y="141673"/>
                </a:cubicBezTo>
                <a:lnTo>
                  <a:pt x="0" y="275454"/>
                </a:lnTo>
                <a:cubicBezTo>
                  <a:pt x="0" y="285453"/>
                  <a:pt x="8128" y="293593"/>
                  <a:pt x="18126" y="293593"/>
                </a:cubicBezTo>
                <a:lnTo>
                  <a:pt x="132263" y="293593"/>
                </a:lnTo>
                <a:lnTo>
                  <a:pt x="132263" y="325226"/>
                </a:lnTo>
                <a:lnTo>
                  <a:pt x="103987" y="325226"/>
                </a:lnTo>
                <a:cubicBezTo>
                  <a:pt x="97660" y="325226"/>
                  <a:pt x="97660" y="335041"/>
                  <a:pt x="103987" y="335041"/>
                </a:cubicBezTo>
                <a:lnTo>
                  <a:pt x="230969" y="335041"/>
                </a:lnTo>
                <a:cubicBezTo>
                  <a:pt x="237297" y="335041"/>
                  <a:pt x="237297" y="325226"/>
                  <a:pt x="230969" y="325226"/>
                </a:cubicBezTo>
                <a:lnTo>
                  <a:pt x="202694" y="325226"/>
                </a:lnTo>
                <a:lnTo>
                  <a:pt x="202694" y="293593"/>
                </a:lnTo>
                <a:lnTo>
                  <a:pt x="316830" y="293593"/>
                </a:lnTo>
                <a:cubicBezTo>
                  <a:pt x="326823" y="293593"/>
                  <a:pt x="334956" y="285459"/>
                  <a:pt x="334956" y="275454"/>
                </a:cubicBezTo>
                <a:lnTo>
                  <a:pt x="334956" y="93982"/>
                </a:lnTo>
                <a:cubicBezTo>
                  <a:pt x="334956" y="83983"/>
                  <a:pt x="326829" y="75842"/>
                  <a:pt x="316830" y="75842"/>
                </a:cubicBezTo>
                <a:close/>
                <a:moveTo>
                  <a:pt x="169118" y="212254"/>
                </a:moveTo>
                <a:cubicBezTo>
                  <a:pt x="169045" y="217234"/>
                  <a:pt x="164975" y="221265"/>
                  <a:pt x="159983" y="221265"/>
                </a:cubicBezTo>
                <a:cubicBezTo>
                  <a:pt x="154989" y="221265"/>
                  <a:pt x="150841" y="217162"/>
                  <a:pt x="150841" y="212123"/>
                </a:cubicBezTo>
                <a:cubicBezTo>
                  <a:pt x="150841" y="207084"/>
                  <a:pt x="154944" y="202981"/>
                  <a:pt x="159983" y="202981"/>
                </a:cubicBezTo>
                <a:cubicBezTo>
                  <a:pt x="165021" y="202981"/>
                  <a:pt x="169045" y="207012"/>
                  <a:pt x="169118" y="211992"/>
                </a:cubicBezTo>
                <a:cubicBezTo>
                  <a:pt x="169118" y="212038"/>
                  <a:pt x="169111" y="212077"/>
                  <a:pt x="169111" y="212123"/>
                </a:cubicBezTo>
                <a:cubicBezTo>
                  <a:pt x="169111" y="212169"/>
                  <a:pt x="169111" y="212208"/>
                  <a:pt x="169118" y="212254"/>
                </a:cubicBezTo>
                <a:close/>
                <a:moveTo>
                  <a:pt x="229556" y="221265"/>
                </a:moveTo>
                <a:cubicBezTo>
                  <a:pt x="224517" y="221265"/>
                  <a:pt x="220414" y="217162"/>
                  <a:pt x="220414" y="212123"/>
                </a:cubicBezTo>
                <a:cubicBezTo>
                  <a:pt x="220414" y="207084"/>
                  <a:pt x="224517" y="202981"/>
                  <a:pt x="229556" y="202981"/>
                </a:cubicBezTo>
                <a:cubicBezTo>
                  <a:pt x="234594" y="202981"/>
                  <a:pt x="238698" y="207084"/>
                  <a:pt x="238698" y="212123"/>
                </a:cubicBezTo>
                <a:cubicBezTo>
                  <a:pt x="238698" y="217162"/>
                  <a:pt x="234594" y="221265"/>
                  <a:pt x="229556" y="221265"/>
                </a:cubicBezTo>
                <a:close/>
                <a:moveTo>
                  <a:pt x="109805" y="21006"/>
                </a:moveTo>
                <a:cubicBezTo>
                  <a:pt x="109805" y="14835"/>
                  <a:pt x="114824" y="9809"/>
                  <a:pt x="121001" y="9809"/>
                </a:cubicBezTo>
                <a:lnTo>
                  <a:pt x="128540" y="9809"/>
                </a:lnTo>
                <a:cubicBezTo>
                  <a:pt x="134710" y="9809"/>
                  <a:pt x="139736" y="14828"/>
                  <a:pt x="139736" y="21006"/>
                </a:cubicBezTo>
                <a:lnTo>
                  <a:pt x="139736" y="38667"/>
                </a:lnTo>
                <a:lnTo>
                  <a:pt x="109811" y="38667"/>
                </a:lnTo>
                <a:lnTo>
                  <a:pt x="109811" y="21006"/>
                </a:lnTo>
                <a:close/>
                <a:moveTo>
                  <a:pt x="67774" y="179928"/>
                </a:moveTo>
                <a:lnTo>
                  <a:pt x="71798" y="158229"/>
                </a:lnTo>
                <a:lnTo>
                  <a:pt x="99440" y="158229"/>
                </a:lnTo>
                <a:cubicBezTo>
                  <a:pt x="105767" y="158229"/>
                  <a:pt x="105767" y="148413"/>
                  <a:pt x="99440" y="148413"/>
                </a:cubicBezTo>
                <a:lnTo>
                  <a:pt x="72630" y="148413"/>
                </a:lnTo>
                <a:lnTo>
                  <a:pt x="72630" y="48483"/>
                </a:lnTo>
                <a:lnTo>
                  <a:pt x="99989" y="48483"/>
                </a:lnTo>
                <a:lnTo>
                  <a:pt x="99989" y="55216"/>
                </a:lnTo>
                <a:cubicBezTo>
                  <a:pt x="99989" y="61544"/>
                  <a:pt x="109805" y="61544"/>
                  <a:pt x="109805" y="55216"/>
                </a:cubicBezTo>
                <a:lnTo>
                  <a:pt x="109805" y="48483"/>
                </a:lnTo>
                <a:lnTo>
                  <a:pt x="139729" y="48483"/>
                </a:lnTo>
                <a:lnTo>
                  <a:pt x="139729" y="55216"/>
                </a:lnTo>
                <a:cubicBezTo>
                  <a:pt x="139729" y="61544"/>
                  <a:pt x="149545" y="61544"/>
                  <a:pt x="149545" y="55216"/>
                </a:cubicBezTo>
                <a:lnTo>
                  <a:pt x="149545" y="48483"/>
                </a:lnTo>
                <a:lnTo>
                  <a:pt x="174889" y="48483"/>
                </a:lnTo>
                <a:lnTo>
                  <a:pt x="174889" y="119044"/>
                </a:lnTo>
                <a:lnTo>
                  <a:pt x="125196" y="119044"/>
                </a:lnTo>
                <a:cubicBezTo>
                  <a:pt x="121878" y="119044"/>
                  <a:pt x="119463" y="122447"/>
                  <a:pt x="120569" y="125582"/>
                </a:cubicBezTo>
                <a:lnTo>
                  <a:pt x="139684" y="179934"/>
                </a:lnTo>
                <a:lnTo>
                  <a:pt x="67781" y="179934"/>
                </a:lnTo>
                <a:close/>
                <a:moveTo>
                  <a:pt x="260612" y="128860"/>
                </a:moveTo>
                <a:lnTo>
                  <a:pt x="247054" y="179921"/>
                </a:lnTo>
                <a:lnTo>
                  <a:pt x="150082" y="179921"/>
                </a:lnTo>
                <a:lnTo>
                  <a:pt x="132126" y="128860"/>
                </a:lnTo>
                <a:lnTo>
                  <a:pt x="260612" y="128860"/>
                </a:lnTo>
                <a:close/>
                <a:moveTo>
                  <a:pt x="192878" y="325226"/>
                </a:moveTo>
                <a:lnTo>
                  <a:pt x="142072" y="325226"/>
                </a:lnTo>
                <a:lnTo>
                  <a:pt x="142072" y="293593"/>
                </a:lnTo>
                <a:lnTo>
                  <a:pt x="192878" y="293593"/>
                </a:lnTo>
                <a:lnTo>
                  <a:pt x="192878" y="32522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27"/>
          <p:cNvGrpSpPr/>
          <p:nvPr/>
        </p:nvGrpSpPr>
        <p:grpSpPr>
          <a:xfrm>
            <a:off x="7092212" y="4053979"/>
            <a:ext cx="344763" cy="344757"/>
            <a:chOff x="7385109" y="1245995"/>
            <a:chExt cx="335047" cy="335041"/>
          </a:xfrm>
        </p:grpSpPr>
        <p:grpSp>
          <p:nvGrpSpPr>
            <p:cNvPr id="402" name="Google Shape;402;p27"/>
            <p:cNvGrpSpPr/>
            <p:nvPr/>
          </p:nvGrpSpPr>
          <p:grpSpPr>
            <a:xfrm>
              <a:off x="7511465" y="1389925"/>
              <a:ext cx="81604" cy="55478"/>
              <a:chOff x="7511465" y="1389925"/>
              <a:chExt cx="81604" cy="55478"/>
            </a:xfrm>
          </p:grpSpPr>
          <p:sp>
            <p:nvSpPr>
              <p:cNvPr id="403" name="Google Shape;403;p27"/>
              <p:cNvSpPr/>
              <p:nvPr/>
            </p:nvSpPr>
            <p:spPr>
              <a:xfrm>
                <a:off x="7511465" y="1389925"/>
                <a:ext cx="36989" cy="55478"/>
              </a:xfrm>
              <a:custGeom>
                <a:rect b="b" l="l" r="r" t="t"/>
                <a:pathLst>
                  <a:path extrusionOk="0" h="55478" w="36989">
                    <a:moveTo>
                      <a:pt x="36983" y="51120"/>
                    </a:moveTo>
                    <a:cubicBezTo>
                      <a:pt x="36983" y="53574"/>
                      <a:pt x="35079" y="55478"/>
                      <a:pt x="32625" y="55478"/>
                    </a:cubicBezTo>
                    <a:lnTo>
                      <a:pt x="4572" y="55478"/>
                    </a:lnTo>
                    <a:cubicBezTo>
                      <a:pt x="3309" y="55498"/>
                      <a:pt x="1987" y="55040"/>
                      <a:pt x="1162" y="54052"/>
                    </a:cubicBezTo>
                    <a:cubicBezTo>
                      <a:pt x="-500" y="52226"/>
                      <a:pt x="-343" y="49536"/>
                      <a:pt x="1398" y="47868"/>
                    </a:cubicBezTo>
                    <a:lnTo>
                      <a:pt x="24857" y="26627"/>
                    </a:lnTo>
                    <a:cubicBezTo>
                      <a:pt x="28830" y="23067"/>
                      <a:pt x="29248" y="16804"/>
                      <a:pt x="25990" y="12629"/>
                    </a:cubicBezTo>
                    <a:cubicBezTo>
                      <a:pt x="22633" y="8330"/>
                      <a:pt x="16227" y="7617"/>
                      <a:pt x="11855" y="10784"/>
                    </a:cubicBezTo>
                    <a:cubicBezTo>
                      <a:pt x="10108" y="12054"/>
                      <a:pt x="8649" y="14337"/>
                      <a:pt x="6411" y="14724"/>
                    </a:cubicBezTo>
                    <a:cubicBezTo>
                      <a:pt x="4317" y="15083"/>
                      <a:pt x="2249" y="13794"/>
                      <a:pt x="1562" y="11812"/>
                    </a:cubicBezTo>
                    <a:cubicBezTo>
                      <a:pt x="462" y="8644"/>
                      <a:pt x="3165" y="6753"/>
                      <a:pt x="5206" y="4914"/>
                    </a:cubicBezTo>
                    <a:cubicBezTo>
                      <a:pt x="8773" y="1584"/>
                      <a:pt x="13452" y="0"/>
                      <a:pt x="17967" y="0"/>
                    </a:cubicBezTo>
                    <a:cubicBezTo>
                      <a:pt x="23117" y="0"/>
                      <a:pt x="28352" y="2140"/>
                      <a:pt x="32075" y="6262"/>
                    </a:cubicBezTo>
                    <a:cubicBezTo>
                      <a:pt x="35406" y="9829"/>
                      <a:pt x="36990" y="14508"/>
                      <a:pt x="36990" y="19023"/>
                    </a:cubicBezTo>
                    <a:cubicBezTo>
                      <a:pt x="36990" y="24173"/>
                      <a:pt x="34850" y="29401"/>
                      <a:pt x="30727" y="33131"/>
                    </a:cubicBezTo>
                    <a:lnTo>
                      <a:pt x="15749" y="46683"/>
                    </a:lnTo>
                    <a:lnTo>
                      <a:pt x="32631" y="46683"/>
                    </a:lnTo>
                    <a:cubicBezTo>
                      <a:pt x="35085" y="46683"/>
                      <a:pt x="36990" y="48666"/>
                      <a:pt x="36990" y="511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27"/>
              <p:cNvSpPr/>
              <p:nvPr/>
            </p:nvSpPr>
            <p:spPr>
              <a:xfrm>
                <a:off x="7549815" y="1389956"/>
                <a:ext cx="43254" cy="55440"/>
              </a:xfrm>
              <a:custGeom>
                <a:rect b="b" l="l" r="r" t="t"/>
                <a:pathLst>
                  <a:path extrusionOk="0" h="55440" w="43254">
                    <a:moveTo>
                      <a:pt x="43248" y="40704"/>
                    </a:moveTo>
                    <a:cubicBezTo>
                      <a:pt x="43248" y="43158"/>
                      <a:pt x="41265" y="45062"/>
                      <a:pt x="38811" y="45062"/>
                    </a:cubicBezTo>
                    <a:lnTo>
                      <a:pt x="38019" y="45062"/>
                    </a:lnTo>
                    <a:lnTo>
                      <a:pt x="38019" y="51083"/>
                    </a:lnTo>
                    <a:cubicBezTo>
                      <a:pt x="38019" y="53536"/>
                      <a:pt x="36116" y="55441"/>
                      <a:pt x="33662" y="55441"/>
                    </a:cubicBezTo>
                    <a:cubicBezTo>
                      <a:pt x="31208" y="55441"/>
                      <a:pt x="29303" y="53536"/>
                      <a:pt x="29303" y="51083"/>
                    </a:cubicBezTo>
                    <a:lnTo>
                      <a:pt x="29303" y="45062"/>
                    </a:lnTo>
                    <a:lnTo>
                      <a:pt x="4496" y="45062"/>
                    </a:lnTo>
                    <a:cubicBezTo>
                      <a:pt x="818" y="45187"/>
                      <a:pt x="-1341" y="40881"/>
                      <a:pt x="929" y="38008"/>
                    </a:cubicBezTo>
                    <a:cubicBezTo>
                      <a:pt x="1937" y="36752"/>
                      <a:pt x="29918" y="1880"/>
                      <a:pt x="30252" y="1553"/>
                    </a:cubicBezTo>
                    <a:cubicBezTo>
                      <a:pt x="30527" y="1284"/>
                      <a:pt x="30881" y="931"/>
                      <a:pt x="31208" y="715"/>
                    </a:cubicBezTo>
                    <a:cubicBezTo>
                      <a:pt x="34067" y="-1137"/>
                      <a:pt x="38026" y="800"/>
                      <a:pt x="38026" y="4321"/>
                    </a:cubicBezTo>
                    <a:lnTo>
                      <a:pt x="38026" y="36339"/>
                    </a:lnTo>
                    <a:lnTo>
                      <a:pt x="38818" y="36339"/>
                    </a:lnTo>
                    <a:cubicBezTo>
                      <a:pt x="41272" y="36339"/>
                      <a:pt x="43254" y="38322"/>
                      <a:pt x="43254" y="40698"/>
                    </a:cubicBezTo>
                    <a:close/>
                    <a:moveTo>
                      <a:pt x="29297" y="16774"/>
                    </a:moveTo>
                    <a:lnTo>
                      <a:pt x="13526" y="36346"/>
                    </a:lnTo>
                    <a:lnTo>
                      <a:pt x="29297" y="36346"/>
                    </a:lnTo>
                    <a:lnTo>
                      <a:pt x="29297" y="1677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5" name="Google Shape;405;p27"/>
            <p:cNvSpPr/>
            <p:nvPr/>
          </p:nvSpPr>
          <p:spPr>
            <a:xfrm>
              <a:off x="7385109" y="1245995"/>
              <a:ext cx="335047" cy="335041"/>
            </a:xfrm>
            <a:custGeom>
              <a:rect b="b" l="l" r="r" t="t"/>
              <a:pathLst>
                <a:path extrusionOk="0" h="335041" w="335047">
                  <a:moveTo>
                    <a:pt x="308886" y="115000"/>
                  </a:moveTo>
                  <a:cubicBezTo>
                    <a:pt x="296937" y="47809"/>
                    <a:pt x="234824" y="0"/>
                    <a:pt x="167521" y="0"/>
                  </a:cubicBezTo>
                  <a:cubicBezTo>
                    <a:pt x="100218" y="0"/>
                    <a:pt x="38105" y="47809"/>
                    <a:pt x="26156" y="115000"/>
                  </a:cubicBezTo>
                  <a:cubicBezTo>
                    <a:pt x="11360" y="117310"/>
                    <a:pt x="0" y="130051"/>
                    <a:pt x="0" y="145383"/>
                  </a:cubicBezTo>
                  <a:lnTo>
                    <a:pt x="0" y="161631"/>
                  </a:lnTo>
                  <a:cubicBezTo>
                    <a:pt x="0" y="167959"/>
                    <a:pt x="9816" y="167959"/>
                    <a:pt x="9816" y="161631"/>
                  </a:cubicBezTo>
                  <a:lnTo>
                    <a:pt x="9816" y="145383"/>
                  </a:lnTo>
                  <a:cubicBezTo>
                    <a:pt x="9816" y="133833"/>
                    <a:pt x="19311" y="124443"/>
                    <a:pt x="30985" y="124443"/>
                  </a:cubicBezTo>
                  <a:lnTo>
                    <a:pt x="41226" y="124443"/>
                  </a:lnTo>
                  <a:lnTo>
                    <a:pt x="41226" y="226284"/>
                  </a:lnTo>
                  <a:lnTo>
                    <a:pt x="30985" y="226284"/>
                  </a:lnTo>
                  <a:cubicBezTo>
                    <a:pt x="19311" y="226284"/>
                    <a:pt x="9816" y="216887"/>
                    <a:pt x="9816" y="205344"/>
                  </a:cubicBezTo>
                  <a:lnTo>
                    <a:pt x="9816" y="186504"/>
                  </a:lnTo>
                  <a:cubicBezTo>
                    <a:pt x="9816" y="180176"/>
                    <a:pt x="0" y="180176"/>
                    <a:pt x="0" y="186504"/>
                  </a:cubicBezTo>
                  <a:lnTo>
                    <a:pt x="0" y="205344"/>
                  </a:lnTo>
                  <a:cubicBezTo>
                    <a:pt x="0" y="222305"/>
                    <a:pt x="13899" y="236100"/>
                    <a:pt x="30985" y="236100"/>
                  </a:cubicBezTo>
                  <a:lnTo>
                    <a:pt x="41749" y="236100"/>
                  </a:lnTo>
                  <a:cubicBezTo>
                    <a:pt x="46297" y="253094"/>
                    <a:pt x="72355" y="249750"/>
                    <a:pt x="72355" y="232121"/>
                  </a:cubicBezTo>
                  <a:lnTo>
                    <a:pt x="72355" y="118599"/>
                  </a:lnTo>
                  <a:cubicBezTo>
                    <a:pt x="72355" y="101003"/>
                    <a:pt x="46311" y="97600"/>
                    <a:pt x="41749" y="114621"/>
                  </a:cubicBezTo>
                  <a:lnTo>
                    <a:pt x="36213" y="114621"/>
                  </a:lnTo>
                  <a:cubicBezTo>
                    <a:pt x="48267" y="53057"/>
                    <a:pt x="105676" y="9809"/>
                    <a:pt x="167521" y="9809"/>
                  </a:cubicBezTo>
                  <a:cubicBezTo>
                    <a:pt x="229366" y="9809"/>
                    <a:pt x="286775" y="53050"/>
                    <a:pt x="298828" y="114621"/>
                  </a:cubicBezTo>
                  <a:lnTo>
                    <a:pt x="293292" y="114621"/>
                  </a:lnTo>
                  <a:cubicBezTo>
                    <a:pt x="288744" y="97627"/>
                    <a:pt x="262687" y="100971"/>
                    <a:pt x="262687" y="118599"/>
                  </a:cubicBezTo>
                  <a:lnTo>
                    <a:pt x="262687" y="232121"/>
                  </a:lnTo>
                  <a:cubicBezTo>
                    <a:pt x="262687" y="249717"/>
                    <a:pt x="288731" y="253120"/>
                    <a:pt x="293292" y="236100"/>
                  </a:cubicBezTo>
                  <a:lnTo>
                    <a:pt x="298763" y="236100"/>
                  </a:lnTo>
                  <a:cubicBezTo>
                    <a:pt x="289955" y="282737"/>
                    <a:pt x="247322" y="313139"/>
                    <a:pt x="200999" y="314612"/>
                  </a:cubicBezTo>
                  <a:cubicBezTo>
                    <a:pt x="198912" y="308506"/>
                    <a:pt x="193094" y="304102"/>
                    <a:pt x="186263" y="304102"/>
                  </a:cubicBezTo>
                  <a:lnTo>
                    <a:pt x="148792" y="304102"/>
                  </a:lnTo>
                  <a:cubicBezTo>
                    <a:pt x="140358" y="304102"/>
                    <a:pt x="133225" y="311111"/>
                    <a:pt x="133225" y="319572"/>
                  </a:cubicBezTo>
                  <a:cubicBezTo>
                    <a:pt x="133225" y="328033"/>
                    <a:pt x="140358" y="335041"/>
                    <a:pt x="148792" y="335041"/>
                  </a:cubicBezTo>
                  <a:lnTo>
                    <a:pt x="186263" y="335041"/>
                  </a:lnTo>
                  <a:cubicBezTo>
                    <a:pt x="193140" y="335041"/>
                    <a:pt x="198983" y="330585"/>
                    <a:pt x="201038" y="324421"/>
                  </a:cubicBezTo>
                  <a:cubicBezTo>
                    <a:pt x="252943" y="322890"/>
                    <a:pt x="299987" y="288018"/>
                    <a:pt x="308801" y="235733"/>
                  </a:cubicBezTo>
                  <a:cubicBezTo>
                    <a:pt x="323642" y="233462"/>
                    <a:pt x="335048" y="220695"/>
                    <a:pt x="335048" y="205337"/>
                  </a:cubicBezTo>
                  <a:lnTo>
                    <a:pt x="335048" y="145377"/>
                  </a:lnTo>
                  <a:cubicBezTo>
                    <a:pt x="335048" y="130045"/>
                    <a:pt x="323695" y="117304"/>
                    <a:pt x="308893" y="114994"/>
                  </a:cubicBezTo>
                  <a:close/>
                  <a:moveTo>
                    <a:pt x="51041" y="118599"/>
                  </a:moveTo>
                  <a:cubicBezTo>
                    <a:pt x="51041" y="111297"/>
                    <a:pt x="62539" y="111297"/>
                    <a:pt x="62539" y="118599"/>
                  </a:cubicBezTo>
                  <a:lnTo>
                    <a:pt x="62539" y="232121"/>
                  </a:lnTo>
                  <a:cubicBezTo>
                    <a:pt x="62539" y="239424"/>
                    <a:pt x="51041" y="239430"/>
                    <a:pt x="51041" y="232121"/>
                  </a:cubicBezTo>
                  <a:lnTo>
                    <a:pt x="51041" y="118599"/>
                  </a:lnTo>
                  <a:close/>
                  <a:moveTo>
                    <a:pt x="186255" y="325226"/>
                  </a:moveTo>
                  <a:lnTo>
                    <a:pt x="148786" y="325226"/>
                  </a:lnTo>
                  <a:cubicBezTo>
                    <a:pt x="141392" y="325226"/>
                    <a:pt x="141385" y="313912"/>
                    <a:pt x="148786" y="313912"/>
                  </a:cubicBezTo>
                  <a:lnTo>
                    <a:pt x="186255" y="313912"/>
                  </a:lnTo>
                  <a:cubicBezTo>
                    <a:pt x="193650" y="313912"/>
                    <a:pt x="193657" y="325226"/>
                    <a:pt x="186255" y="325226"/>
                  </a:cubicBezTo>
                  <a:close/>
                  <a:moveTo>
                    <a:pt x="284000" y="232121"/>
                  </a:moveTo>
                  <a:cubicBezTo>
                    <a:pt x="284000" y="239424"/>
                    <a:pt x="272503" y="239430"/>
                    <a:pt x="272503" y="232121"/>
                  </a:cubicBezTo>
                  <a:lnTo>
                    <a:pt x="272503" y="118606"/>
                  </a:lnTo>
                  <a:cubicBezTo>
                    <a:pt x="272503" y="111303"/>
                    <a:pt x="284000" y="111303"/>
                    <a:pt x="284000" y="118606"/>
                  </a:cubicBezTo>
                  <a:lnTo>
                    <a:pt x="284000" y="232121"/>
                  </a:lnTo>
                  <a:close/>
                  <a:moveTo>
                    <a:pt x="325226" y="205337"/>
                  </a:moveTo>
                  <a:cubicBezTo>
                    <a:pt x="325226" y="216887"/>
                    <a:pt x="315731" y="226277"/>
                    <a:pt x="304057" y="226277"/>
                  </a:cubicBezTo>
                  <a:lnTo>
                    <a:pt x="293816" y="226277"/>
                  </a:lnTo>
                  <a:lnTo>
                    <a:pt x="293816" y="124436"/>
                  </a:lnTo>
                  <a:lnTo>
                    <a:pt x="304057" y="124436"/>
                  </a:lnTo>
                  <a:cubicBezTo>
                    <a:pt x="315731" y="124436"/>
                    <a:pt x="325226" y="133833"/>
                    <a:pt x="325226" y="145377"/>
                  </a:cubicBezTo>
                  <a:lnTo>
                    <a:pt x="325226" y="2053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7471585" y="1337143"/>
              <a:ext cx="162082" cy="170145"/>
            </a:xfrm>
            <a:custGeom>
              <a:rect b="b" l="l" r="r" t="t"/>
              <a:pathLst>
                <a:path extrusionOk="0" h="170145" w="162082">
                  <a:moveTo>
                    <a:pt x="106415" y="156737"/>
                  </a:moveTo>
                  <a:lnTo>
                    <a:pt x="135927" y="169739"/>
                  </a:lnTo>
                  <a:cubicBezTo>
                    <a:pt x="139114" y="171146"/>
                    <a:pt x="142812" y="168718"/>
                    <a:pt x="142812" y="165250"/>
                  </a:cubicBezTo>
                  <a:lnTo>
                    <a:pt x="142812" y="132407"/>
                  </a:lnTo>
                  <a:cubicBezTo>
                    <a:pt x="155258" y="117893"/>
                    <a:pt x="162082" y="99492"/>
                    <a:pt x="162082" y="80384"/>
                  </a:cubicBezTo>
                  <a:cubicBezTo>
                    <a:pt x="162082" y="63553"/>
                    <a:pt x="156893" y="47442"/>
                    <a:pt x="147078" y="33779"/>
                  </a:cubicBezTo>
                  <a:cubicBezTo>
                    <a:pt x="143387" y="28636"/>
                    <a:pt x="135410" y="34368"/>
                    <a:pt x="139108" y="39505"/>
                  </a:cubicBezTo>
                  <a:cubicBezTo>
                    <a:pt x="147719" y="51486"/>
                    <a:pt x="152267" y="65621"/>
                    <a:pt x="152267" y="80377"/>
                  </a:cubicBezTo>
                  <a:cubicBezTo>
                    <a:pt x="152267" y="97692"/>
                    <a:pt x="145867" y="114353"/>
                    <a:pt x="134252" y="127277"/>
                  </a:cubicBezTo>
                  <a:cubicBezTo>
                    <a:pt x="133441" y="128180"/>
                    <a:pt x="132996" y="129344"/>
                    <a:pt x="132996" y="130555"/>
                  </a:cubicBezTo>
                  <a:lnTo>
                    <a:pt x="132996" y="157718"/>
                  </a:lnTo>
                  <a:lnTo>
                    <a:pt x="108620" y="146980"/>
                  </a:lnTo>
                  <a:cubicBezTo>
                    <a:pt x="107475" y="146476"/>
                    <a:pt x="106186" y="146430"/>
                    <a:pt x="105008" y="146842"/>
                  </a:cubicBezTo>
                  <a:cubicBezTo>
                    <a:pt x="97325" y="149558"/>
                    <a:pt x="89257" y="150939"/>
                    <a:pt x="81044" y="150939"/>
                  </a:cubicBezTo>
                  <a:cubicBezTo>
                    <a:pt x="41769" y="150939"/>
                    <a:pt x="9816" y="119287"/>
                    <a:pt x="9816" y="80377"/>
                  </a:cubicBezTo>
                  <a:cubicBezTo>
                    <a:pt x="9816" y="41468"/>
                    <a:pt x="41769" y="9816"/>
                    <a:pt x="81044" y="9816"/>
                  </a:cubicBezTo>
                  <a:cubicBezTo>
                    <a:pt x="95689" y="9816"/>
                    <a:pt x="109758" y="14180"/>
                    <a:pt x="121721" y="22445"/>
                  </a:cubicBezTo>
                  <a:cubicBezTo>
                    <a:pt x="126929" y="26044"/>
                    <a:pt x="132505" y="17963"/>
                    <a:pt x="127296" y="14370"/>
                  </a:cubicBezTo>
                  <a:cubicBezTo>
                    <a:pt x="113685" y="4973"/>
                    <a:pt x="97692" y="0"/>
                    <a:pt x="81044" y="0"/>
                  </a:cubicBezTo>
                  <a:cubicBezTo>
                    <a:pt x="36357" y="0"/>
                    <a:pt x="0" y="36056"/>
                    <a:pt x="0" y="80377"/>
                  </a:cubicBezTo>
                  <a:cubicBezTo>
                    <a:pt x="0" y="124698"/>
                    <a:pt x="36357" y="160754"/>
                    <a:pt x="81044" y="160754"/>
                  </a:cubicBezTo>
                  <a:cubicBezTo>
                    <a:pt x="89715" y="160754"/>
                    <a:pt x="98242" y="159400"/>
                    <a:pt x="106415" y="1567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" name="Google Shape;407;p27"/>
          <p:cNvGrpSpPr/>
          <p:nvPr/>
        </p:nvGrpSpPr>
        <p:grpSpPr>
          <a:xfrm>
            <a:off x="7861410" y="4053979"/>
            <a:ext cx="344757" cy="344757"/>
            <a:chOff x="8144279" y="1245995"/>
            <a:chExt cx="335041" cy="335041"/>
          </a:xfrm>
        </p:grpSpPr>
        <p:sp>
          <p:nvSpPr>
            <p:cNvPr id="408" name="Google Shape;408;p27"/>
            <p:cNvSpPr/>
            <p:nvPr/>
          </p:nvSpPr>
          <p:spPr>
            <a:xfrm>
              <a:off x="8211883" y="1299001"/>
              <a:ext cx="47298" cy="76502"/>
            </a:xfrm>
            <a:custGeom>
              <a:rect b="b" l="l" r="r" t="t"/>
              <a:pathLst>
                <a:path extrusionOk="0" h="76502" w="47298">
                  <a:moveTo>
                    <a:pt x="47240" y="50824"/>
                  </a:moveTo>
                  <a:cubicBezTo>
                    <a:pt x="46388" y="39196"/>
                    <a:pt x="35657" y="35858"/>
                    <a:pt x="29506" y="34301"/>
                  </a:cubicBezTo>
                  <a:lnTo>
                    <a:pt x="29506" y="15775"/>
                  </a:lnTo>
                  <a:cubicBezTo>
                    <a:pt x="33759" y="17058"/>
                    <a:pt x="36377" y="19774"/>
                    <a:pt x="36508" y="19963"/>
                  </a:cubicBezTo>
                  <a:cubicBezTo>
                    <a:pt x="40761" y="24636"/>
                    <a:pt x="48090" y="18151"/>
                    <a:pt x="43837" y="13413"/>
                  </a:cubicBezTo>
                  <a:cubicBezTo>
                    <a:pt x="43575" y="13125"/>
                    <a:pt x="38275" y="7295"/>
                    <a:pt x="29506" y="5698"/>
                  </a:cubicBezTo>
                  <a:cubicBezTo>
                    <a:pt x="30029" y="-1893"/>
                    <a:pt x="19429" y="-1932"/>
                    <a:pt x="19690" y="5777"/>
                  </a:cubicBezTo>
                  <a:cubicBezTo>
                    <a:pt x="16418" y="6372"/>
                    <a:pt x="13342" y="7511"/>
                    <a:pt x="10856" y="9140"/>
                  </a:cubicBezTo>
                  <a:cubicBezTo>
                    <a:pt x="5752" y="12445"/>
                    <a:pt x="2938" y="17667"/>
                    <a:pt x="2938" y="23857"/>
                  </a:cubicBezTo>
                  <a:cubicBezTo>
                    <a:pt x="2938" y="35682"/>
                    <a:pt x="13212" y="39929"/>
                    <a:pt x="19690" y="41846"/>
                  </a:cubicBezTo>
                  <a:lnTo>
                    <a:pt x="19690" y="60764"/>
                  </a:lnTo>
                  <a:cubicBezTo>
                    <a:pt x="12950" y="59049"/>
                    <a:pt x="9024" y="54155"/>
                    <a:pt x="8827" y="53926"/>
                  </a:cubicBezTo>
                  <a:cubicBezTo>
                    <a:pt x="5032" y="48920"/>
                    <a:pt x="-2820" y="54868"/>
                    <a:pt x="1040" y="59913"/>
                  </a:cubicBezTo>
                  <a:cubicBezTo>
                    <a:pt x="1367" y="60319"/>
                    <a:pt x="8107" y="68859"/>
                    <a:pt x="19690" y="70782"/>
                  </a:cubicBezTo>
                  <a:cubicBezTo>
                    <a:pt x="19429" y="78406"/>
                    <a:pt x="30095" y="78406"/>
                    <a:pt x="29506" y="70802"/>
                  </a:cubicBezTo>
                  <a:cubicBezTo>
                    <a:pt x="35003" y="69991"/>
                    <a:pt x="39517" y="67831"/>
                    <a:pt x="42724" y="64428"/>
                  </a:cubicBezTo>
                  <a:cubicBezTo>
                    <a:pt x="46061" y="60836"/>
                    <a:pt x="47632" y="56131"/>
                    <a:pt x="47240" y="50817"/>
                  </a:cubicBezTo>
                  <a:close/>
                  <a:moveTo>
                    <a:pt x="19690" y="31494"/>
                  </a:moveTo>
                  <a:cubicBezTo>
                    <a:pt x="15240" y="29799"/>
                    <a:pt x="12754" y="27639"/>
                    <a:pt x="12754" y="23864"/>
                  </a:cubicBezTo>
                  <a:cubicBezTo>
                    <a:pt x="12754" y="18943"/>
                    <a:pt x="16353" y="16783"/>
                    <a:pt x="19690" y="15841"/>
                  </a:cubicBezTo>
                  <a:lnTo>
                    <a:pt x="19690" y="31494"/>
                  </a:lnTo>
                  <a:close/>
                  <a:moveTo>
                    <a:pt x="35526" y="57741"/>
                  </a:moveTo>
                  <a:cubicBezTo>
                    <a:pt x="34152" y="59200"/>
                    <a:pt x="32123" y="60247"/>
                    <a:pt x="29506" y="60823"/>
                  </a:cubicBezTo>
                  <a:lnTo>
                    <a:pt x="29506" y="44490"/>
                  </a:lnTo>
                  <a:cubicBezTo>
                    <a:pt x="34544" y="46027"/>
                    <a:pt x="37162" y="47840"/>
                    <a:pt x="37424" y="51511"/>
                  </a:cubicBezTo>
                  <a:cubicBezTo>
                    <a:pt x="37620" y="54070"/>
                    <a:pt x="36966" y="56164"/>
                    <a:pt x="35526" y="57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8353892" y="1454230"/>
              <a:ext cx="54717" cy="70325"/>
            </a:xfrm>
            <a:custGeom>
              <a:rect b="b" l="l" r="r" t="t"/>
              <a:pathLst>
                <a:path extrusionOk="0" h="70325" w="54717">
                  <a:moveTo>
                    <a:pt x="4761" y="48589"/>
                  </a:moveTo>
                  <a:lnTo>
                    <a:pt x="10127" y="48589"/>
                  </a:lnTo>
                  <a:cubicBezTo>
                    <a:pt x="11239" y="52718"/>
                    <a:pt x="12875" y="56369"/>
                    <a:pt x="15035" y="59418"/>
                  </a:cubicBezTo>
                  <a:cubicBezTo>
                    <a:pt x="23279" y="71066"/>
                    <a:pt x="39247" y="72774"/>
                    <a:pt x="51745" y="67428"/>
                  </a:cubicBezTo>
                  <a:cubicBezTo>
                    <a:pt x="54231" y="66361"/>
                    <a:pt x="55410" y="63476"/>
                    <a:pt x="54297" y="60982"/>
                  </a:cubicBezTo>
                  <a:cubicBezTo>
                    <a:pt x="53250" y="58489"/>
                    <a:pt x="50371" y="57338"/>
                    <a:pt x="47884" y="58404"/>
                  </a:cubicBezTo>
                  <a:cubicBezTo>
                    <a:pt x="42125" y="60858"/>
                    <a:pt x="34927" y="61545"/>
                    <a:pt x="29104" y="58830"/>
                  </a:cubicBezTo>
                  <a:cubicBezTo>
                    <a:pt x="24850" y="56814"/>
                    <a:pt x="21971" y="52947"/>
                    <a:pt x="20401" y="48589"/>
                  </a:cubicBezTo>
                  <a:lnTo>
                    <a:pt x="34404" y="48589"/>
                  </a:lnTo>
                  <a:cubicBezTo>
                    <a:pt x="40686" y="48589"/>
                    <a:pt x="40751" y="38773"/>
                    <a:pt x="34404" y="38773"/>
                  </a:cubicBezTo>
                  <a:lnTo>
                    <a:pt x="18437" y="38773"/>
                  </a:lnTo>
                  <a:cubicBezTo>
                    <a:pt x="18241" y="36391"/>
                    <a:pt x="18241" y="33996"/>
                    <a:pt x="18437" y="31614"/>
                  </a:cubicBezTo>
                  <a:lnTo>
                    <a:pt x="34404" y="31614"/>
                  </a:lnTo>
                  <a:cubicBezTo>
                    <a:pt x="40686" y="31614"/>
                    <a:pt x="40751" y="21798"/>
                    <a:pt x="34404" y="21798"/>
                  </a:cubicBezTo>
                  <a:lnTo>
                    <a:pt x="20401" y="21798"/>
                  </a:lnTo>
                  <a:cubicBezTo>
                    <a:pt x="21971" y="17512"/>
                    <a:pt x="24784" y="13691"/>
                    <a:pt x="28907" y="11649"/>
                  </a:cubicBezTo>
                  <a:cubicBezTo>
                    <a:pt x="34404" y="8972"/>
                    <a:pt x="41275" y="9450"/>
                    <a:pt x="46837" y="11557"/>
                  </a:cubicBezTo>
                  <a:cubicBezTo>
                    <a:pt x="52726" y="13795"/>
                    <a:pt x="56260" y="4614"/>
                    <a:pt x="50305" y="2376"/>
                  </a:cubicBezTo>
                  <a:cubicBezTo>
                    <a:pt x="42191" y="-693"/>
                    <a:pt x="32441" y="-1040"/>
                    <a:pt x="24523" y="2821"/>
                  </a:cubicBezTo>
                  <a:cubicBezTo>
                    <a:pt x="16998" y="6525"/>
                    <a:pt x="12286" y="13802"/>
                    <a:pt x="10127" y="21792"/>
                  </a:cubicBezTo>
                  <a:lnTo>
                    <a:pt x="4761" y="21792"/>
                  </a:lnTo>
                  <a:cubicBezTo>
                    <a:pt x="-1587" y="21792"/>
                    <a:pt x="-1587" y="31607"/>
                    <a:pt x="4761" y="31607"/>
                  </a:cubicBezTo>
                  <a:lnTo>
                    <a:pt x="8556" y="31607"/>
                  </a:lnTo>
                  <a:cubicBezTo>
                    <a:pt x="8425" y="33989"/>
                    <a:pt x="8425" y="36384"/>
                    <a:pt x="8556" y="38766"/>
                  </a:cubicBezTo>
                  <a:lnTo>
                    <a:pt x="4761" y="38766"/>
                  </a:lnTo>
                  <a:cubicBezTo>
                    <a:pt x="-1587" y="38766"/>
                    <a:pt x="-1587" y="48582"/>
                    <a:pt x="4761" y="485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8144279" y="1245995"/>
              <a:ext cx="182505" cy="182519"/>
            </a:xfrm>
            <a:custGeom>
              <a:rect b="b" l="l" r="r" t="t"/>
              <a:pathLst>
                <a:path extrusionOk="0" h="182519" w="182505">
                  <a:moveTo>
                    <a:pt x="91286" y="182519"/>
                  </a:moveTo>
                  <a:cubicBezTo>
                    <a:pt x="141607" y="182519"/>
                    <a:pt x="182506" y="141581"/>
                    <a:pt x="182506" y="91260"/>
                  </a:cubicBezTo>
                  <a:cubicBezTo>
                    <a:pt x="182506" y="40938"/>
                    <a:pt x="141607" y="0"/>
                    <a:pt x="91286" y="0"/>
                  </a:cubicBezTo>
                  <a:cubicBezTo>
                    <a:pt x="40964" y="0"/>
                    <a:pt x="0" y="40938"/>
                    <a:pt x="0" y="91260"/>
                  </a:cubicBezTo>
                  <a:cubicBezTo>
                    <a:pt x="0" y="141581"/>
                    <a:pt x="40964" y="182519"/>
                    <a:pt x="91286" y="182519"/>
                  </a:cubicBezTo>
                  <a:close/>
                  <a:moveTo>
                    <a:pt x="91286" y="9816"/>
                  </a:moveTo>
                  <a:cubicBezTo>
                    <a:pt x="136176" y="9816"/>
                    <a:pt x="172690" y="46350"/>
                    <a:pt x="172690" y="91260"/>
                  </a:cubicBezTo>
                  <a:cubicBezTo>
                    <a:pt x="172690" y="136169"/>
                    <a:pt x="136176" y="172703"/>
                    <a:pt x="91286" y="172703"/>
                  </a:cubicBezTo>
                  <a:cubicBezTo>
                    <a:pt x="46395" y="172703"/>
                    <a:pt x="9816" y="136169"/>
                    <a:pt x="9816" y="91260"/>
                  </a:cubicBezTo>
                  <a:cubicBezTo>
                    <a:pt x="9816" y="46350"/>
                    <a:pt x="46395" y="9816"/>
                    <a:pt x="9128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8172351" y="1274093"/>
              <a:ext cx="126360" cy="126334"/>
            </a:xfrm>
            <a:custGeom>
              <a:rect b="b" l="l" r="r" t="t"/>
              <a:pathLst>
                <a:path extrusionOk="0" h="126334" w="126360">
                  <a:moveTo>
                    <a:pt x="63213" y="126328"/>
                  </a:moveTo>
                  <a:cubicBezTo>
                    <a:pt x="98026" y="126328"/>
                    <a:pt x="126361" y="97993"/>
                    <a:pt x="126361" y="63161"/>
                  </a:cubicBezTo>
                  <a:cubicBezTo>
                    <a:pt x="126361" y="49353"/>
                    <a:pt x="121976" y="36233"/>
                    <a:pt x="113731" y="25226"/>
                  </a:cubicBezTo>
                  <a:cubicBezTo>
                    <a:pt x="109935" y="20168"/>
                    <a:pt x="102083" y="26070"/>
                    <a:pt x="105878" y="31129"/>
                  </a:cubicBezTo>
                  <a:cubicBezTo>
                    <a:pt x="112880" y="40421"/>
                    <a:pt x="116545" y="51500"/>
                    <a:pt x="116545" y="63161"/>
                  </a:cubicBezTo>
                  <a:cubicBezTo>
                    <a:pt x="116545" y="92581"/>
                    <a:pt x="92594" y="116512"/>
                    <a:pt x="63213" y="116512"/>
                  </a:cubicBezTo>
                  <a:cubicBezTo>
                    <a:pt x="33766" y="116512"/>
                    <a:pt x="9816" y="92581"/>
                    <a:pt x="9816" y="63161"/>
                  </a:cubicBezTo>
                  <a:cubicBezTo>
                    <a:pt x="9816" y="33740"/>
                    <a:pt x="33766" y="9809"/>
                    <a:pt x="63213" y="9809"/>
                  </a:cubicBezTo>
                  <a:cubicBezTo>
                    <a:pt x="72571" y="9809"/>
                    <a:pt x="81797" y="12283"/>
                    <a:pt x="89912" y="16955"/>
                  </a:cubicBezTo>
                  <a:cubicBezTo>
                    <a:pt x="95343" y="20129"/>
                    <a:pt x="100251" y="11628"/>
                    <a:pt x="94820" y="8461"/>
                  </a:cubicBezTo>
                  <a:cubicBezTo>
                    <a:pt x="85265" y="2925"/>
                    <a:pt x="74338" y="0"/>
                    <a:pt x="63213" y="0"/>
                  </a:cubicBezTo>
                  <a:cubicBezTo>
                    <a:pt x="28400" y="0"/>
                    <a:pt x="0" y="28335"/>
                    <a:pt x="0" y="63167"/>
                  </a:cubicBezTo>
                  <a:cubicBezTo>
                    <a:pt x="0" y="98000"/>
                    <a:pt x="28400" y="126334"/>
                    <a:pt x="63213" y="126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8296814" y="1398517"/>
              <a:ext cx="182506" cy="182519"/>
            </a:xfrm>
            <a:custGeom>
              <a:rect b="b" l="l" r="r" t="t"/>
              <a:pathLst>
                <a:path extrusionOk="0" h="182519" w="182506">
                  <a:moveTo>
                    <a:pt x="91286" y="0"/>
                  </a:moveTo>
                  <a:cubicBezTo>
                    <a:pt x="68906" y="0"/>
                    <a:pt x="47442" y="8160"/>
                    <a:pt x="30691" y="22969"/>
                  </a:cubicBezTo>
                  <a:cubicBezTo>
                    <a:pt x="25979" y="27170"/>
                    <a:pt x="32523" y="34512"/>
                    <a:pt x="37234" y="30311"/>
                  </a:cubicBezTo>
                  <a:cubicBezTo>
                    <a:pt x="52154" y="17092"/>
                    <a:pt x="71327" y="9816"/>
                    <a:pt x="91286" y="9816"/>
                  </a:cubicBezTo>
                  <a:cubicBezTo>
                    <a:pt x="136176" y="9816"/>
                    <a:pt x="172691" y="46350"/>
                    <a:pt x="172691" y="91260"/>
                  </a:cubicBezTo>
                  <a:cubicBezTo>
                    <a:pt x="172691" y="136170"/>
                    <a:pt x="136176" y="172703"/>
                    <a:pt x="91286" y="172703"/>
                  </a:cubicBezTo>
                  <a:cubicBezTo>
                    <a:pt x="46330" y="172703"/>
                    <a:pt x="9816" y="136170"/>
                    <a:pt x="9816" y="91260"/>
                  </a:cubicBezTo>
                  <a:cubicBezTo>
                    <a:pt x="9816" y="75528"/>
                    <a:pt x="14331" y="60262"/>
                    <a:pt x="22772" y="47109"/>
                  </a:cubicBezTo>
                  <a:cubicBezTo>
                    <a:pt x="26240" y="41795"/>
                    <a:pt x="17995" y="36462"/>
                    <a:pt x="14527" y="41782"/>
                  </a:cubicBezTo>
                  <a:cubicBezTo>
                    <a:pt x="5039" y="56525"/>
                    <a:pt x="0" y="73631"/>
                    <a:pt x="0" y="91260"/>
                  </a:cubicBezTo>
                  <a:cubicBezTo>
                    <a:pt x="0" y="141581"/>
                    <a:pt x="40899" y="182519"/>
                    <a:pt x="91221" y="182519"/>
                  </a:cubicBezTo>
                  <a:cubicBezTo>
                    <a:pt x="141542" y="182519"/>
                    <a:pt x="182506" y="141581"/>
                    <a:pt x="182506" y="91260"/>
                  </a:cubicBezTo>
                  <a:cubicBezTo>
                    <a:pt x="182506" y="40938"/>
                    <a:pt x="141542" y="0"/>
                    <a:pt x="91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8324887" y="1426609"/>
              <a:ext cx="126360" cy="126334"/>
            </a:xfrm>
            <a:custGeom>
              <a:rect b="b" l="l" r="r" t="t"/>
              <a:pathLst>
                <a:path extrusionOk="0" h="126334" w="126360">
                  <a:moveTo>
                    <a:pt x="63213" y="126334"/>
                  </a:moveTo>
                  <a:cubicBezTo>
                    <a:pt x="98026" y="126334"/>
                    <a:pt x="126360" y="98000"/>
                    <a:pt x="126360" y="63167"/>
                  </a:cubicBezTo>
                  <a:cubicBezTo>
                    <a:pt x="126360" y="28335"/>
                    <a:pt x="98026" y="0"/>
                    <a:pt x="63213" y="0"/>
                  </a:cubicBezTo>
                  <a:cubicBezTo>
                    <a:pt x="28334" y="0"/>
                    <a:pt x="0" y="28335"/>
                    <a:pt x="0" y="63167"/>
                  </a:cubicBezTo>
                  <a:cubicBezTo>
                    <a:pt x="0" y="98000"/>
                    <a:pt x="28334" y="126334"/>
                    <a:pt x="63213" y="126334"/>
                  </a:cubicBezTo>
                  <a:close/>
                  <a:moveTo>
                    <a:pt x="63213" y="9816"/>
                  </a:moveTo>
                  <a:cubicBezTo>
                    <a:pt x="92594" y="9816"/>
                    <a:pt x="116544" y="33753"/>
                    <a:pt x="116544" y="63167"/>
                  </a:cubicBezTo>
                  <a:cubicBezTo>
                    <a:pt x="116544" y="92581"/>
                    <a:pt x="92594" y="116519"/>
                    <a:pt x="63213" y="116519"/>
                  </a:cubicBezTo>
                  <a:cubicBezTo>
                    <a:pt x="33766" y="116519"/>
                    <a:pt x="9816" y="92581"/>
                    <a:pt x="9816" y="63167"/>
                  </a:cubicBezTo>
                  <a:cubicBezTo>
                    <a:pt x="9816" y="33753"/>
                    <a:pt x="33766" y="9816"/>
                    <a:pt x="63213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8158240" y="1436391"/>
              <a:ext cx="129346" cy="119954"/>
            </a:xfrm>
            <a:custGeom>
              <a:rect b="b" l="l" r="r" t="t"/>
              <a:pathLst>
                <a:path extrusionOk="0" h="119954" w="129346">
                  <a:moveTo>
                    <a:pt x="124636" y="110139"/>
                  </a:moveTo>
                  <a:cubicBezTo>
                    <a:pt x="71631" y="110139"/>
                    <a:pt x="27788" y="70327"/>
                    <a:pt x="21375" y="19043"/>
                  </a:cubicBezTo>
                  <a:lnTo>
                    <a:pt x="26152" y="24736"/>
                  </a:lnTo>
                  <a:cubicBezTo>
                    <a:pt x="30209" y="29592"/>
                    <a:pt x="37734" y="23290"/>
                    <a:pt x="33677" y="18435"/>
                  </a:cubicBezTo>
                  <a:lnTo>
                    <a:pt x="19673" y="1722"/>
                  </a:lnTo>
                  <a:cubicBezTo>
                    <a:pt x="17514" y="-883"/>
                    <a:pt x="13260" y="-464"/>
                    <a:pt x="11624" y="2514"/>
                  </a:cubicBezTo>
                  <a:lnTo>
                    <a:pt x="631" y="22531"/>
                  </a:lnTo>
                  <a:cubicBezTo>
                    <a:pt x="-2379" y="28061"/>
                    <a:pt x="6193" y="32818"/>
                    <a:pt x="9269" y="27249"/>
                  </a:cubicBezTo>
                  <a:lnTo>
                    <a:pt x="11886" y="22374"/>
                  </a:lnTo>
                  <a:cubicBezTo>
                    <a:pt x="19869" y="77473"/>
                    <a:pt x="67378" y="119955"/>
                    <a:pt x="124636" y="119955"/>
                  </a:cubicBezTo>
                  <a:cubicBezTo>
                    <a:pt x="130917" y="119955"/>
                    <a:pt x="130917" y="110139"/>
                    <a:pt x="124636" y="110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8336028" y="1270678"/>
              <a:ext cx="128480" cy="118730"/>
            </a:xfrm>
            <a:custGeom>
              <a:rect b="b" l="l" r="r" t="t"/>
              <a:pathLst>
                <a:path extrusionOk="0" h="118730" w="128480">
                  <a:moveTo>
                    <a:pt x="4761" y="9822"/>
                  </a:moveTo>
                  <a:cubicBezTo>
                    <a:pt x="57569" y="9822"/>
                    <a:pt x="101281" y="49360"/>
                    <a:pt x="107956" y="100382"/>
                  </a:cubicBezTo>
                  <a:lnTo>
                    <a:pt x="102394" y="94492"/>
                  </a:lnTo>
                  <a:cubicBezTo>
                    <a:pt x="98075" y="89885"/>
                    <a:pt x="90877" y="96612"/>
                    <a:pt x="95261" y="101219"/>
                  </a:cubicBezTo>
                  <a:lnTo>
                    <a:pt x="109461" y="116316"/>
                  </a:lnTo>
                  <a:cubicBezTo>
                    <a:pt x="111489" y="119908"/>
                    <a:pt x="117052" y="119385"/>
                    <a:pt x="118360" y="115465"/>
                  </a:cubicBezTo>
                  <a:lnTo>
                    <a:pt x="127980" y="95199"/>
                  </a:lnTo>
                  <a:cubicBezTo>
                    <a:pt x="130663" y="89480"/>
                    <a:pt x="121829" y="85272"/>
                    <a:pt x="119081" y="90991"/>
                  </a:cubicBezTo>
                  <a:lnTo>
                    <a:pt x="117052" y="95238"/>
                  </a:lnTo>
                  <a:cubicBezTo>
                    <a:pt x="108152" y="41278"/>
                    <a:pt x="61168" y="0"/>
                    <a:pt x="4761" y="0"/>
                  </a:cubicBezTo>
                  <a:cubicBezTo>
                    <a:pt x="-1587" y="0"/>
                    <a:pt x="-1587" y="9816"/>
                    <a:pt x="4761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p27"/>
          <p:cNvSpPr/>
          <p:nvPr/>
        </p:nvSpPr>
        <p:spPr>
          <a:xfrm>
            <a:off x="937669" y="1311033"/>
            <a:ext cx="345085" cy="345092"/>
          </a:xfrm>
          <a:custGeom>
            <a:rect b="b" l="l" r="r" t="t"/>
            <a:pathLst>
              <a:path extrusionOk="0" h="335041" w="335034">
                <a:moveTo>
                  <a:pt x="314016" y="293004"/>
                </a:moveTo>
                <a:cubicBezTo>
                  <a:pt x="310116" y="293004"/>
                  <a:pt x="306465" y="294077"/>
                  <a:pt x="303330" y="295936"/>
                </a:cubicBezTo>
                <a:lnTo>
                  <a:pt x="221055" y="210991"/>
                </a:lnTo>
                <a:cubicBezTo>
                  <a:pt x="230917" y="198715"/>
                  <a:pt x="236401" y="183101"/>
                  <a:pt x="236394" y="167357"/>
                </a:cubicBezTo>
                <a:lnTo>
                  <a:pt x="279504" y="163398"/>
                </a:lnTo>
                <a:cubicBezTo>
                  <a:pt x="282325" y="171683"/>
                  <a:pt x="290171" y="177657"/>
                  <a:pt x="299397" y="177657"/>
                </a:cubicBezTo>
                <a:cubicBezTo>
                  <a:pt x="310987" y="177657"/>
                  <a:pt x="320410" y="168234"/>
                  <a:pt x="320410" y="156645"/>
                </a:cubicBezTo>
                <a:cubicBezTo>
                  <a:pt x="320410" y="145056"/>
                  <a:pt x="310987" y="135633"/>
                  <a:pt x="299397" y="135633"/>
                </a:cubicBezTo>
                <a:cubicBezTo>
                  <a:pt x="288836" y="135633"/>
                  <a:pt x="280074" y="143466"/>
                  <a:pt x="278601" y="153628"/>
                </a:cubicBezTo>
                <a:lnTo>
                  <a:pt x="235687" y="157574"/>
                </a:lnTo>
                <a:cubicBezTo>
                  <a:pt x="233456" y="142059"/>
                  <a:pt x="226022" y="127636"/>
                  <a:pt x="214636" y="116826"/>
                </a:cubicBezTo>
                <a:lnTo>
                  <a:pt x="260613" y="66360"/>
                </a:lnTo>
                <a:cubicBezTo>
                  <a:pt x="263577" y="67964"/>
                  <a:pt x="266973" y="68880"/>
                  <a:pt x="270579" y="68880"/>
                </a:cubicBezTo>
                <a:cubicBezTo>
                  <a:pt x="282168" y="68880"/>
                  <a:pt x="291591" y="59457"/>
                  <a:pt x="291591" y="47868"/>
                </a:cubicBezTo>
                <a:cubicBezTo>
                  <a:pt x="291591" y="36279"/>
                  <a:pt x="282161" y="26856"/>
                  <a:pt x="270579" y="26856"/>
                </a:cubicBezTo>
                <a:cubicBezTo>
                  <a:pt x="258996" y="26856"/>
                  <a:pt x="249567" y="36279"/>
                  <a:pt x="249567" y="47868"/>
                </a:cubicBezTo>
                <a:cubicBezTo>
                  <a:pt x="249567" y="52304"/>
                  <a:pt x="250954" y="56420"/>
                  <a:pt x="253303" y="59810"/>
                </a:cubicBezTo>
                <a:lnTo>
                  <a:pt x="207052" y="110577"/>
                </a:lnTo>
                <a:cubicBezTo>
                  <a:pt x="193683" y="101088"/>
                  <a:pt x="177003" y="96553"/>
                  <a:pt x="160663" y="98006"/>
                </a:cubicBezTo>
                <a:lnTo>
                  <a:pt x="150631" y="40297"/>
                </a:lnTo>
                <a:cubicBezTo>
                  <a:pt x="158085" y="37064"/>
                  <a:pt x="163313" y="29637"/>
                  <a:pt x="163313" y="21012"/>
                </a:cubicBezTo>
                <a:cubicBezTo>
                  <a:pt x="163313" y="9423"/>
                  <a:pt x="153884" y="0"/>
                  <a:pt x="142301" y="0"/>
                </a:cubicBezTo>
                <a:cubicBezTo>
                  <a:pt x="130719" y="0"/>
                  <a:pt x="121289" y="9423"/>
                  <a:pt x="121289" y="21012"/>
                </a:cubicBezTo>
                <a:cubicBezTo>
                  <a:pt x="121289" y="32601"/>
                  <a:pt x="129999" y="41285"/>
                  <a:pt x="140966" y="41978"/>
                </a:cubicBezTo>
                <a:lnTo>
                  <a:pt x="150972" y="99577"/>
                </a:lnTo>
                <a:cubicBezTo>
                  <a:pt x="134370" y="103490"/>
                  <a:pt x="119437" y="113535"/>
                  <a:pt x="109700" y="127545"/>
                </a:cubicBezTo>
                <a:lnTo>
                  <a:pt x="68683" y="106722"/>
                </a:lnTo>
                <a:cubicBezTo>
                  <a:pt x="69030" y="105283"/>
                  <a:pt x="69227" y="103784"/>
                  <a:pt x="69253" y="102240"/>
                </a:cubicBezTo>
                <a:cubicBezTo>
                  <a:pt x="69462" y="90795"/>
                  <a:pt x="60078" y="81051"/>
                  <a:pt x="48633" y="80842"/>
                </a:cubicBezTo>
                <a:cubicBezTo>
                  <a:pt x="37188" y="80619"/>
                  <a:pt x="27445" y="90016"/>
                  <a:pt x="27235" y="101461"/>
                </a:cubicBezTo>
                <a:cubicBezTo>
                  <a:pt x="27019" y="113063"/>
                  <a:pt x="36645" y="122866"/>
                  <a:pt x="48254" y="122866"/>
                </a:cubicBezTo>
                <a:cubicBezTo>
                  <a:pt x="54627" y="122866"/>
                  <a:pt x="60373" y="120000"/>
                  <a:pt x="64234" y="115471"/>
                </a:cubicBezTo>
                <a:lnTo>
                  <a:pt x="104674" y="135999"/>
                </a:lnTo>
                <a:cubicBezTo>
                  <a:pt x="96266" y="152751"/>
                  <a:pt x="94937" y="172494"/>
                  <a:pt x="101121" y="190201"/>
                </a:cubicBezTo>
                <a:lnTo>
                  <a:pt x="36940" y="223104"/>
                </a:lnTo>
                <a:cubicBezTo>
                  <a:pt x="33085" y="218621"/>
                  <a:pt x="27373" y="215775"/>
                  <a:pt x="21012" y="215775"/>
                </a:cubicBezTo>
                <a:cubicBezTo>
                  <a:pt x="9423" y="215775"/>
                  <a:pt x="0" y="225204"/>
                  <a:pt x="0" y="236787"/>
                </a:cubicBezTo>
                <a:cubicBezTo>
                  <a:pt x="0" y="248369"/>
                  <a:pt x="9430" y="257799"/>
                  <a:pt x="21012" y="257799"/>
                </a:cubicBezTo>
                <a:cubicBezTo>
                  <a:pt x="32595" y="257799"/>
                  <a:pt x="42024" y="248376"/>
                  <a:pt x="42024" y="236787"/>
                </a:cubicBezTo>
                <a:cubicBezTo>
                  <a:pt x="42024" y="235079"/>
                  <a:pt x="41815" y="233423"/>
                  <a:pt x="41429" y="231833"/>
                </a:cubicBezTo>
                <a:lnTo>
                  <a:pt x="105008" y="199238"/>
                </a:lnTo>
                <a:cubicBezTo>
                  <a:pt x="112429" y="213628"/>
                  <a:pt x="124829" y="225453"/>
                  <a:pt x="140776" y="231879"/>
                </a:cubicBezTo>
                <a:lnTo>
                  <a:pt x="132328" y="260082"/>
                </a:lnTo>
                <a:cubicBezTo>
                  <a:pt x="131942" y="260063"/>
                  <a:pt x="131556" y="260050"/>
                  <a:pt x="131170" y="260050"/>
                </a:cubicBezTo>
                <a:cubicBezTo>
                  <a:pt x="119581" y="260050"/>
                  <a:pt x="110158" y="269473"/>
                  <a:pt x="110158" y="281062"/>
                </a:cubicBezTo>
                <a:cubicBezTo>
                  <a:pt x="110158" y="292651"/>
                  <a:pt x="119588" y="302074"/>
                  <a:pt x="131170" y="302074"/>
                </a:cubicBezTo>
                <a:cubicBezTo>
                  <a:pt x="142753" y="302074"/>
                  <a:pt x="152182" y="292651"/>
                  <a:pt x="152182" y="281062"/>
                </a:cubicBezTo>
                <a:cubicBezTo>
                  <a:pt x="152182" y="273321"/>
                  <a:pt x="147974" y="266554"/>
                  <a:pt x="141725" y="262909"/>
                </a:cubicBezTo>
                <a:lnTo>
                  <a:pt x="150108" y="234909"/>
                </a:lnTo>
                <a:cubicBezTo>
                  <a:pt x="157011" y="236623"/>
                  <a:pt x="164157" y="237271"/>
                  <a:pt x="171257" y="236819"/>
                </a:cubicBezTo>
                <a:cubicBezTo>
                  <a:pt x="177572" y="236414"/>
                  <a:pt x="176950" y="226618"/>
                  <a:pt x="170629" y="227023"/>
                </a:cubicBezTo>
                <a:cubicBezTo>
                  <a:pt x="157712" y="227854"/>
                  <a:pt x="144650" y="224360"/>
                  <a:pt x="133853" y="217227"/>
                </a:cubicBezTo>
                <a:cubicBezTo>
                  <a:pt x="135371" y="199441"/>
                  <a:pt x="149277" y="185202"/>
                  <a:pt x="167370" y="184993"/>
                </a:cubicBezTo>
                <a:cubicBezTo>
                  <a:pt x="185169" y="185123"/>
                  <a:pt x="198584" y="199638"/>
                  <a:pt x="200325" y="216848"/>
                </a:cubicBezTo>
                <a:cubicBezTo>
                  <a:pt x="197989" y="218418"/>
                  <a:pt x="195541" y="219845"/>
                  <a:pt x="192963" y="221101"/>
                </a:cubicBezTo>
                <a:cubicBezTo>
                  <a:pt x="187270" y="223869"/>
                  <a:pt x="191569" y="232697"/>
                  <a:pt x="197256" y="229929"/>
                </a:cubicBezTo>
                <a:cubicBezTo>
                  <a:pt x="203610" y="226833"/>
                  <a:pt x="209355" y="222881"/>
                  <a:pt x="214374" y="218202"/>
                </a:cubicBezTo>
                <a:lnTo>
                  <a:pt x="296289" y="302774"/>
                </a:lnTo>
                <a:cubicBezTo>
                  <a:pt x="294215" y="306033"/>
                  <a:pt x="293011" y="309887"/>
                  <a:pt x="293011" y="314029"/>
                </a:cubicBezTo>
                <a:cubicBezTo>
                  <a:pt x="293011" y="325618"/>
                  <a:pt x="302434" y="335041"/>
                  <a:pt x="314023" y="335041"/>
                </a:cubicBezTo>
                <a:cubicBezTo>
                  <a:pt x="325612" y="335041"/>
                  <a:pt x="335035" y="325618"/>
                  <a:pt x="335035" y="314029"/>
                </a:cubicBezTo>
                <a:cubicBezTo>
                  <a:pt x="335035" y="302440"/>
                  <a:pt x="325612" y="293017"/>
                  <a:pt x="314023" y="293017"/>
                </a:cubicBezTo>
                <a:close/>
                <a:moveTo>
                  <a:pt x="270579" y="36665"/>
                </a:moveTo>
                <a:cubicBezTo>
                  <a:pt x="276756" y="36665"/>
                  <a:pt x="281775" y="41690"/>
                  <a:pt x="281775" y="47861"/>
                </a:cubicBezTo>
                <a:cubicBezTo>
                  <a:pt x="281775" y="54032"/>
                  <a:pt x="276749" y="59058"/>
                  <a:pt x="270579" y="59058"/>
                </a:cubicBezTo>
                <a:cubicBezTo>
                  <a:pt x="264408" y="59058"/>
                  <a:pt x="259382" y="54032"/>
                  <a:pt x="259382" y="47861"/>
                </a:cubicBezTo>
                <a:cubicBezTo>
                  <a:pt x="259382" y="41690"/>
                  <a:pt x="264408" y="36665"/>
                  <a:pt x="270579" y="36665"/>
                </a:cubicBezTo>
                <a:close/>
                <a:moveTo>
                  <a:pt x="131105" y="21006"/>
                </a:moveTo>
                <a:cubicBezTo>
                  <a:pt x="131105" y="14828"/>
                  <a:pt x="136130" y="9809"/>
                  <a:pt x="142301" y="9809"/>
                </a:cubicBezTo>
                <a:cubicBezTo>
                  <a:pt x="148472" y="9809"/>
                  <a:pt x="153497" y="14835"/>
                  <a:pt x="153497" y="21006"/>
                </a:cubicBezTo>
                <a:cubicBezTo>
                  <a:pt x="153497" y="27176"/>
                  <a:pt x="148472" y="32202"/>
                  <a:pt x="142301" y="32202"/>
                </a:cubicBezTo>
                <a:cubicBezTo>
                  <a:pt x="136130" y="32202"/>
                  <a:pt x="131105" y="27176"/>
                  <a:pt x="131105" y="21006"/>
                </a:cubicBezTo>
                <a:close/>
                <a:moveTo>
                  <a:pt x="48038" y="113044"/>
                </a:moveTo>
                <a:cubicBezTo>
                  <a:pt x="41946" y="112933"/>
                  <a:pt x="36940" y="107743"/>
                  <a:pt x="37051" y="101638"/>
                </a:cubicBezTo>
                <a:cubicBezTo>
                  <a:pt x="37162" y="95539"/>
                  <a:pt x="42345" y="90540"/>
                  <a:pt x="48457" y="90651"/>
                </a:cubicBezTo>
                <a:cubicBezTo>
                  <a:pt x="54549" y="90762"/>
                  <a:pt x="59555" y="95951"/>
                  <a:pt x="59444" y="102057"/>
                </a:cubicBezTo>
                <a:cubicBezTo>
                  <a:pt x="59326" y="108227"/>
                  <a:pt x="54196" y="113168"/>
                  <a:pt x="48038" y="113044"/>
                </a:cubicBezTo>
                <a:close/>
                <a:moveTo>
                  <a:pt x="21006" y="247983"/>
                </a:moveTo>
                <a:cubicBezTo>
                  <a:pt x="14828" y="247983"/>
                  <a:pt x="9809" y="242957"/>
                  <a:pt x="9809" y="236787"/>
                </a:cubicBezTo>
                <a:cubicBezTo>
                  <a:pt x="9809" y="230616"/>
                  <a:pt x="14835" y="225590"/>
                  <a:pt x="21006" y="225590"/>
                </a:cubicBezTo>
                <a:cubicBezTo>
                  <a:pt x="27176" y="225590"/>
                  <a:pt x="32202" y="230616"/>
                  <a:pt x="32202" y="236787"/>
                </a:cubicBezTo>
                <a:cubicBezTo>
                  <a:pt x="32202" y="242957"/>
                  <a:pt x="27176" y="247983"/>
                  <a:pt x="21006" y="247983"/>
                </a:cubicBezTo>
                <a:close/>
                <a:moveTo>
                  <a:pt x="131170" y="292252"/>
                </a:moveTo>
                <a:cubicBezTo>
                  <a:pt x="124993" y="292252"/>
                  <a:pt x="119974" y="287226"/>
                  <a:pt x="119974" y="281055"/>
                </a:cubicBezTo>
                <a:cubicBezTo>
                  <a:pt x="119974" y="274884"/>
                  <a:pt x="124999" y="269859"/>
                  <a:pt x="131170" y="269859"/>
                </a:cubicBezTo>
                <a:cubicBezTo>
                  <a:pt x="137341" y="269859"/>
                  <a:pt x="142366" y="274884"/>
                  <a:pt x="142366" y="281055"/>
                </a:cubicBezTo>
                <a:cubicBezTo>
                  <a:pt x="142366" y="287226"/>
                  <a:pt x="137341" y="292252"/>
                  <a:pt x="131170" y="292252"/>
                </a:cubicBezTo>
                <a:close/>
                <a:moveTo>
                  <a:pt x="299404" y="145442"/>
                </a:moveTo>
                <a:cubicBezTo>
                  <a:pt x="305581" y="145442"/>
                  <a:pt x="310600" y="150468"/>
                  <a:pt x="310600" y="156638"/>
                </a:cubicBezTo>
                <a:cubicBezTo>
                  <a:pt x="310600" y="162809"/>
                  <a:pt x="305575" y="167835"/>
                  <a:pt x="299404" y="167835"/>
                </a:cubicBezTo>
                <a:cubicBezTo>
                  <a:pt x="293233" y="167835"/>
                  <a:pt x="288208" y="162809"/>
                  <a:pt x="288208" y="156638"/>
                </a:cubicBezTo>
                <a:cubicBezTo>
                  <a:pt x="288208" y="150468"/>
                  <a:pt x="293233" y="145442"/>
                  <a:pt x="299404" y="145442"/>
                </a:cubicBezTo>
                <a:close/>
                <a:moveTo>
                  <a:pt x="147026" y="162351"/>
                </a:moveTo>
                <a:lnTo>
                  <a:pt x="175812" y="152908"/>
                </a:lnTo>
                <a:lnTo>
                  <a:pt x="187519" y="161121"/>
                </a:lnTo>
                <a:cubicBezTo>
                  <a:pt x="180641" y="178848"/>
                  <a:pt x="154976" y="179614"/>
                  <a:pt x="147026" y="162358"/>
                </a:cubicBezTo>
                <a:close/>
                <a:moveTo>
                  <a:pt x="179437" y="143459"/>
                </a:moveTo>
                <a:cubicBezTo>
                  <a:pt x="176401" y="141333"/>
                  <a:pt x="171761" y="143904"/>
                  <a:pt x="168738" y="144899"/>
                </a:cubicBezTo>
                <a:cubicBezTo>
                  <a:pt x="162443" y="146967"/>
                  <a:pt x="146633" y="152149"/>
                  <a:pt x="145023" y="152679"/>
                </a:cubicBezTo>
                <a:cubicBezTo>
                  <a:pt x="145292" y="140789"/>
                  <a:pt x="155048" y="131196"/>
                  <a:pt x="167010" y="131196"/>
                </a:cubicBezTo>
                <a:cubicBezTo>
                  <a:pt x="178056" y="131196"/>
                  <a:pt x="187224" y="139382"/>
                  <a:pt x="188768" y="150010"/>
                </a:cubicBezTo>
                <a:lnTo>
                  <a:pt x="179430" y="143459"/>
                </a:lnTo>
                <a:close/>
                <a:moveTo>
                  <a:pt x="185235" y="179234"/>
                </a:moveTo>
                <a:cubicBezTo>
                  <a:pt x="193657" y="173325"/>
                  <a:pt x="198820" y="163483"/>
                  <a:pt x="198820" y="153190"/>
                </a:cubicBezTo>
                <a:cubicBezTo>
                  <a:pt x="198820" y="135652"/>
                  <a:pt x="184554" y="121387"/>
                  <a:pt x="167010" y="121387"/>
                </a:cubicBezTo>
                <a:cubicBezTo>
                  <a:pt x="149466" y="121387"/>
                  <a:pt x="135194" y="135652"/>
                  <a:pt x="135194" y="153190"/>
                </a:cubicBezTo>
                <a:cubicBezTo>
                  <a:pt x="135194" y="163509"/>
                  <a:pt x="140377" y="173364"/>
                  <a:pt x="148825" y="179273"/>
                </a:cubicBezTo>
                <a:cubicBezTo>
                  <a:pt x="136902" y="184966"/>
                  <a:pt x="128042" y="196169"/>
                  <a:pt x="125019" y="210081"/>
                </a:cubicBezTo>
                <a:cubicBezTo>
                  <a:pt x="108902" y="194272"/>
                  <a:pt x="102960" y="170073"/>
                  <a:pt x="110047" y="148616"/>
                </a:cubicBezTo>
                <a:cubicBezTo>
                  <a:pt x="115053" y="133454"/>
                  <a:pt x="125660" y="121151"/>
                  <a:pt x="139919" y="113973"/>
                </a:cubicBezTo>
                <a:cubicBezTo>
                  <a:pt x="154178" y="106794"/>
                  <a:pt x="170380" y="105597"/>
                  <a:pt x="185542" y="110603"/>
                </a:cubicBezTo>
                <a:cubicBezTo>
                  <a:pt x="216841" y="120936"/>
                  <a:pt x="233894" y="154800"/>
                  <a:pt x="223562" y="186098"/>
                </a:cubicBezTo>
                <a:cubicBezTo>
                  <a:pt x="220571" y="195149"/>
                  <a:pt x="215598" y="203145"/>
                  <a:pt x="209054" y="209663"/>
                </a:cubicBezTo>
                <a:cubicBezTo>
                  <a:pt x="205874" y="195914"/>
                  <a:pt x="197027" y="184868"/>
                  <a:pt x="185228" y="179241"/>
                </a:cubicBezTo>
                <a:close/>
                <a:moveTo>
                  <a:pt x="314016" y="325219"/>
                </a:moveTo>
                <a:cubicBezTo>
                  <a:pt x="307839" y="325219"/>
                  <a:pt x="302820" y="320194"/>
                  <a:pt x="302820" y="314023"/>
                </a:cubicBezTo>
                <a:cubicBezTo>
                  <a:pt x="302820" y="307852"/>
                  <a:pt x="307846" y="302826"/>
                  <a:pt x="314016" y="302826"/>
                </a:cubicBezTo>
                <a:cubicBezTo>
                  <a:pt x="320187" y="302826"/>
                  <a:pt x="325213" y="307852"/>
                  <a:pt x="325213" y="314023"/>
                </a:cubicBezTo>
                <a:cubicBezTo>
                  <a:pt x="325213" y="320194"/>
                  <a:pt x="320187" y="325219"/>
                  <a:pt x="314016" y="32521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" name="Google Shape;417;p27"/>
          <p:cNvGrpSpPr/>
          <p:nvPr/>
        </p:nvGrpSpPr>
        <p:grpSpPr>
          <a:xfrm>
            <a:off x="1724494" y="1311219"/>
            <a:ext cx="309836" cy="344697"/>
            <a:chOff x="2327419" y="2229734"/>
            <a:chExt cx="301133" cy="335048"/>
          </a:xfrm>
        </p:grpSpPr>
        <p:sp>
          <p:nvSpPr>
            <p:cNvPr id="418" name="Google Shape;418;p27"/>
            <p:cNvSpPr/>
            <p:nvPr/>
          </p:nvSpPr>
          <p:spPr>
            <a:xfrm>
              <a:off x="2327419" y="2229734"/>
              <a:ext cx="301133" cy="335048"/>
            </a:xfrm>
            <a:custGeom>
              <a:rect b="b" l="l" r="r" t="t"/>
              <a:pathLst>
                <a:path extrusionOk="0" h="335048" w="301133">
                  <a:moveTo>
                    <a:pt x="271145" y="167521"/>
                  </a:moveTo>
                  <a:cubicBezTo>
                    <a:pt x="288840" y="146528"/>
                    <a:pt x="311782" y="111742"/>
                    <a:pt x="295632" y="83760"/>
                  </a:cubicBezTo>
                  <a:cubicBezTo>
                    <a:pt x="279482" y="55786"/>
                    <a:pt x="237870" y="58259"/>
                    <a:pt x="210851" y="63082"/>
                  </a:cubicBezTo>
                  <a:cubicBezTo>
                    <a:pt x="201526" y="37273"/>
                    <a:pt x="182857" y="0"/>
                    <a:pt x="150557" y="0"/>
                  </a:cubicBezTo>
                  <a:cubicBezTo>
                    <a:pt x="118257" y="0"/>
                    <a:pt x="99581" y="37293"/>
                    <a:pt x="90256" y="63108"/>
                  </a:cubicBezTo>
                  <a:cubicBezTo>
                    <a:pt x="83889" y="61957"/>
                    <a:pt x="77705" y="61139"/>
                    <a:pt x="71756" y="60681"/>
                  </a:cubicBezTo>
                  <a:cubicBezTo>
                    <a:pt x="65455" y="60170"/>
                    <a:pt x="64689" y="69979"/>
                    <a:pt x="71004" y="70470"/>
                  </a:cubicBezTo>
                  <a:cubicBezTo>
                    <a:pt x="76187" y="70869"/>
                    <a:pt x="81566" y="71556"/>
                    <a:pt x="87095" y="72512"/>
                  </a:cubicBezTo>
                  <a:cubicBezTo>
                    <a:pt x="82141" y="88400"/>
                    <a:pt x="78503" y="106016"/>
                    <a:pt x="76298" y="124653"/>
                  </a:cubicBezTo>
                  <a:cubicBezTo>
                    <a:pt x="61260" y="135882"/>
                    <a:pt x="47826" y="147844"/>
                    <a:pt x="36538" y="160080"/>
                  </a:cubicBezTo>
                  <a:cubicBezTo>
                    <a:pt x="22220" y="142831"/>
                    <a:pt x="521" y="111990"/>
                    <a:pt x="13988" y="88675"/>
                  </a:cubicBezTo>
                  <a:cubicBezTo>
                    <a:pt x="21330" y="75960"/>
                    <a:pt x="37421" y="71812"/>
                    <a:pt x="49632" y="70575"/>
                  </a:cubicBezTo>
                  <a:cubicBezTo>
                    <a:pt x="55920" y="69933"/>
                    <a:pt x="54939" y="60183"/>
                    <a:pt x="48644" y="60811"/>
                  </a:cubicBezTo>
                  <a:cubicBezTo>
                    <a:pt x="27867" y="62918"/>
                    <a:pt x="12941" y="70856"/>
                    <a:pt x="5488" y="83767"/>
                  </a:cubicBezTo>
                  <a:cubicBezTo>
                    <a:pt x="-10662" y="111742"/>
                    <a:pt x="12274" y="146528"/>
                    <a:pt x="29974" y="167527"/>
                  </a:cubicBezTo>
                  <a:cubicBezTo>
                    <a:pt x="12267" y="188533"/>
                    <a:pt x="-10662" y="223313"/>
                    <a:pt x="5488" y="251288"/>
                  </a:cubicBezTo>
                  <a:cubicBezTo>
                    <a:pt x="21664" y="279308"/>
                    <a:pt x="63197" y="276802"/>
                    <a:pt x="90269" y="271966"/>
                  </a:cubicBezTo>
                  <a:cubicBezTo>
                    <a:pt x="99600" y="297775"/>
                    <a:pt x="118263" y="335048"/>
                    <a:pt x="150563" y="335048"/>
                  </a:cubicBezTo>
                  <a:cubicBezTo>
                    <a:pt x="163703" y="335048"/>
                    <a:pt x="176568" y="327994"/>
                    <a:pt x="187758" y="314645"/>
                  </a:cubicBezTo>
                  <a:cubicBezTo>
                    <a:pt x="191815" y="309802"/>
                    <a:pt x="184303" y="303487"/>
                    <a:pt x="180239" y="308336"/>
                  </a:cubicBezTo>
                  <a:cubicBezTo>
                    <a:pt x="170836" y="319546"/>
                    <a:pt x="160857" y="325232"/>
                    <a:pt x="150563" y="325232"/>
                  </a:cubicBezTo>
                  <a:cubicBezTo>
                    <a:pt x="123655" y="325232"/>
                    <a:pt x="107754" y="290949"/>
                    <a:pt x="99999" y="269996"/>
                  </a:cubicBezTo>
                  <a:cubicBezTo>
                    <a:pt x="116241" y="266345"/>
                    <a:pt x="133314" y="260685"/>
                    <a:pt x="150563" y="253277"/>
                  </a:cubicBezTo>
                  <a:cubicBezTo>
                    <a:pt x="167813" y="260691"/>
                    <a:pt x="184885" y="266345"/>
                    <a:pt x="201134" y="269996"/>
                  </a:cubicBezTo>
                  <a:cubicBezTo>
                    <a:pt x="198359" y="277509"/>
                    <a:pt x="195257" y="284497"/>
                    <a:pt x="191854" y="290845"/>
                  </a:cubicBezTo>
                  <a:cubicBezTo>
                    <a:pt x="188864" y="296414"/>
                    <a:pt x="197508" y="301066"/>
                    <a:pt x="200499" y="295491"/>
                  </a:cubicBezTo>
                  <a:cubicBezTo>
                    <a:pt x="204327" y="288358"/>
                    <a:pt x="207789" y="280466"/>
                    <a:pt x="210858" y="271960"/>
                  </a:cubicBezTo>
                  <a:cubicBezTo>
                    <a:pt x="237851" y="276782"/>
                    <a:pt x="279489" y="279262"/>
                    <a:pt x="295645" y="251288"/>
                  </a:cubicBezTo>
                  <a:cubicBezTo>
                    <a:pt x="311802" y="223306"/>
                    <a:pt x="288853" y="188520"/>
                    <a:pt x="271158" y="167527"/>
                  </a:cubicBezTo>
                  <a:close/>
                  <a:moveTo>
                    <a:pt x="225260" y="70915"/>
                  </a:moveTo>
                  <a:cubicBezTo>
                    <a:pt x="245127" y="68769"/>
                    <a:pt x="275536" y="68585"/>
                    <a:pt x="287125" y="88668"/>
                  </a:cubicBezTo>
                  <a:cubicBezTo>
                    <a:pt x="295567" y="103287"/>
                    <a:pt x="289893" y="126046"/>
                    <a:pt x="271564" y="151122"/>
                  </a:cubicBezTo>
                  <a:cubicBezTo>
                    <a:pt x="269379" y="154113"/>
                    <a:pt x="267042" y="157097"/>
                    <a:pt x="264569" y="160074"/>
                  </a:cubicBezTo>
                  <a:cubicBezTo>
                    <a:pt x="253287" y="147837"/>
                    <a:pt x="239847" y="135875"/>
                    <a:pt x="224809" y="124646"/>
                  </a:cubicBezTo>
                  <a:cubicBezTo>
                    <a:pt x="222604" y="106009"/>
                    <a:pt x="218965" y="88393"/>
                    <a:pt x="214005" y="72499"/>
                  </a:cubicBezTo>
                  <a:cubicBezTo>
                    <a:pt x="217820" y="71851"/>
                    <a:pt x="221576" y="71314"/>
                    <a:pt x="225254" y="70915"/>
                  </a:cubicBezTo>
                  <a:close/>
                  <a:moveTo>
                    <a:pt x="83620" y="167521"/>
                  </a:moveTo>
                  <a:cubicBezTo>
                    <a:pt x="83620" y="154708"/>
                    <a:pt x="84281" y="142137"/>
                    <a:pt x="85557" y="129999"/>
                  </a:cubicBezTo>
                  <a:cubicBezTo>
                    <a:pt x="95432" y="122820"/>
                    <a:pt x="105987" y="115962"/>
                    <a:pt x="117085" y="109556"/>
                  </a:cubicBezTo>
                  <a:cubicBezTo>
                    <a:pt x="128164" y="103163"/>
                    <a:pt x="139367" y="97457"/>
                    <a:pt x="150504" y="92496"/>
                  </a:cubicBezTo>
                  <a:cubicBezTo>
                    <a:pt x="161720" y="97470"/>
                    <a:pt x="172976" y="103182"/>
                    <a:pt x="184015" y="109556"/>
                  </a:cubicBezTo>
                  <a:cubicBezTo>
                    <a:pt x="195107" y="115962"/>
                    <a:pt x="205668" y="122820"/>
                    <a:pt x="215543" y="129999"/>
                  </a:cubicBezTo>
                  <a:cubicBezTo>
                    <a:pt x="216819" y="142137"/>
                    <a:pt x="217480" y="154708"/>
                    <a:pt x="217480" y="167521"/>
                  </a:cubicBezTo>
                  <a:cubicBezTo>
                    <a:pt x="217480" y="180334"/>
                    <a:pt x="216812" y="192904"/>
                    <a:pt x="215523" y="205056"/>
                  </a:cubicBezTo>
                  <a:cubicBezTo>
                    <a:pt x="205655" y="212228"/>
                    <a:pt x="195100" y="219086"/>
                    <a:pt x="184015" y="225486"/>
                  </a:cubicBezTo>
                  <a:cubicBezTo>
                    <a:pt x="172923" y="231892"/>
                    <a:pt x="161701" y="237605"/>
                    <a:pt x="150550" y="242565"/>
                  </a:cubicBezTo>
                  <a:cubicBezTo>
                    <a:pt x="139400" y="237605"/>
                    <a:pt x="128177" y="231892"/>
                    <a:pt x="117085" y="225486"/>
                  </a:cubicBezTo>
                  <a:cubicBezTo>
                    <a:pt x="105987" y="219079"/>
                    <a:pt x="95432" y="212221"/>
                    <a:pt x="85557" y="205043"/>
                  </a:cubicBezTo>
                  <a:cubicBezTo>
                    <a:pt x="84281" y="192904"/>
                    <a:pt x="83614" y="180334"/>
                    <a:pt x="83614" y="167521"/>
                  </a:cubicBezTo>
                  <a:close/>
                  <a:moveTo>
                    <a:pt x="162767" y="87327"/>
                  </a:moveTo>
                  <a:cubicBezTo>
                    <a:pt x="176974" y="81679"/>
                    <a:pt x="190958" y="77328"/>
                    <a:pt x="204320" y="74390"/>
                  </a:cubicBezTo>
                  <a:cubicBezTo>
                    <a:pt x="208456" y="87418"/>
                    <a:pt x="211676" y="101690"/>
                    <a:pt x="213887" y="116806"/>
                  </a:cubicBezTo>
                  <a:cubicBezTo>
                    <a:pt x="197672" y="105643"/>
                    <a:pt x="180553" y="95762"/>
                    <a:pt x="162767" y="87327"/>
                  </a:cubicBezTo>
                  <a:close/>
                  <a:moveTo>
                    <a:pt x="226137" y="138028"/>
                  </a:moveTo>
                  <a:cubicBezTo>
                    <a:pt x="238119" y="147503"/>
                    <a:pt x="248870" y="157430"/>
                    <a:pt x="258084" y="167521"/>
                  </a:cubicBezTo>
                  <a:cubicBezTo>
                    <a:pt x="248870" y="177618"/>
                    <a:pt x="238106" y="187545"/>
                    <a:pt x="226124" y="197027"/>
                  </a:cubicBezTo>
                  <a:cubicBezTo>
                    <a:pt x="227695" y="177402"/>
                    <a:pt x="227695" y="157646"/>
                    <a:pt x="226137" y="138021"/>
                  </a:cubicBezTo>
                  <a:close/>
                  <a:moveTo>
                    <a:pt x="104246" y="54516"/>
                  </a:moveTo>
                  <a:cubicBezTo>
                    <a:pt x="116797" y="26103"/>
                    <a:pt x="133674" y="9809"/>
                    <a:pt x="150557" y="9809"/>
                  </a:cubicBezTo>
                  <a:cubicBezTo>
                    <a:pt x="177465" y="9809"/>
                    <a:pt x="193366" y="44092"/>
                    <a:pt x="201120" y="65045"/>
                  </a:cubicBezTo>
                  <a:cubicBezTo>
                    <a:pt x="184859" y="68703"/>
                    <a:pt x="167767" y="74370"/>
                    <a:pt x="150498" y="81791"/>
                  </a:cubicBezTo>
                  <a:cubicBezTo>
                    <a:pt x="133275" y="74416"/>
                    <a:pt x="116156" y="68756"/>
                    <a:pt x="99980" y="65084"/>
                  </a:cubicBezTo>
                  <a:cubicBezTo>
                    <a:pt x="101328" y="61440"/>
                    <a:pt x="102748" y="57912"/>
                    <a:pt x="104246" y="54510"/>
                  </a:cubicBezTo>
                  <a:close/>
                  <a:moveTo>
                    <a:pt x="96780" y="74422"/>
                  </a:moveTo>
                  <a:cubicBezTo>
                    <a:pt x="110057" y="77361"/>
                    <a:pt x="124048" y="81732"/>
                    <a:pt x="138235" y="87353"/>
                  </a:cubicBezTo>
                  <a:cubicBezTo>
                    <a:pt x="120495" y="95801"/>
                    <a:pt x="103409" y="105669"/>
                    <a:pt x="87219" y="116813"/>
                  </a:cubicBezTo>
                  <a:cubicBezTo>
                    <a:pt x="89431" y="101710"/>
                    <a:pt x="92644" y="87445"/>
                    <a:pt x="96780" y="74422"/>
                  </a:cubicBezTo>
                  <a:close/>
                  <a:moveTo>
                    <a:pt x="74969" y="138028"/>
                  </a:moveTo>
                  <a:cubicBezTo>
                    <a:pt x="73412" y="157646"/>
                    <a:pt x="73412" y="177402"/>
                    <a:pt x="74969" y="197020"/>
                  </a:cubicBezTo>
                  <a:cubicBezTo>
                    <a:pt x="62988" y="187545"/>
                    <a:pt x="52236" y="177618"/>
                    <a:pt x="43023" y="167527"/>
                  </a:cubicBezTo>
                  <a:cubicBezTo>
                    <a:pt x="52236" y="157430"/>
                    <a:pt x="62988" y="147510"/>
                    <a:pt x="74969" y="138035"/>
                  </a:cubicBezTo>
                  <a:close/>
                  <a:moveTo>
                    <a:pt x="75846" y="264127"/>
                  </a:moveTo>
                  <a:cubicBezTo>
                    <a:pt x="44973" y="267464"/>
                    <a:pt x="22416" y="260992"/>
                    <a:pt x="13981" y="246373"/>
                  </a:cubicBezTo>
                  <a:cubicBezTo>
                    <a:pt x="521" y="223064"/>
                    <a:pt x="22233" y="192197"/>
                    <a:pt x="36538" y="174968"/>
                  </a:cubicBezTo>
                  <a:cubicBezTo>
                    <a:pt x="47826" y="187204"/>
                    <a:pt x="61260" y="199167"/>
                    <a:pt x="76298" y="210396"/>
                  </a:cubicBezTo>
                  <a:cubicBezTo>
                    <a:pt x="78503" y="229032"/>
                    <a:pt x="82141" y="246648"/>
                    <a:pt x="87102" y="262543"/>
                  </a:cubicBezTo>
                  <a:cubicBezTo>
                    <a:pt x="83287" y="263191"/>
                    <a:pt x="79537" y="263727"/>
                    <a:pt x="75853" y="264127"/>
                  </a:cubicBezTo>
                  <a:close/>
                  <a:moveTo>
                    <a:pt x="96786" y="260645"/>
                  </a:moveTo>
                  <a:cubicBezTo>
                    <a:pt x="92651" y="247617"/>
                    <a:pt x="89431" y="233345"/>
                    <a:pt x="87219" y="218229"/>
                  </a:cubicBezTo>
                  <a:cubicBezTo>
                    <a:pt x="103428" y="229386"/>
                    <a:pt x="120540" y="239267"/>
                    <a:pt x="138307" y="247721"/>
                  </a:cubicBezTo>
                  <a:cubicBezTo>
                    <a:pt x="124107" y="253362"/>
                    <a:pt x="110136" y="257714"/>
                    <a:pt x="96786" y="260639"/>
                  </a:cubicBezTo>
                  <a:close/>
                  <a:moveTo>
                    <a:pt x="162800" y="247728"/>
                  </a:moveTo>
                  <a:cubicBezTo>
                    <a:pt x="180560" y="239273"/>
                    <a:pt x="197665" y="229399"/>
                    <a:pt x="213868" y="218248"/>
                  </a:cubicBezTo>
                  <a:cubicBezTo>
                    <a:pt x="211643" y="233390"/>
                    <a:pt x="208430" y="247676"/>
                    <a:pt x="204320" y="260652"/>
                  </a:cubicBezTo>
                  <a:cubicBezTo>
                    <a:pt x="190971" y="257720"/>
                    <a:pt x="177000" y="253369"/>
                    <a:pt x="162800" y="247728"/>
                  </a:cubicBezTo>
                  <a:close/>
                  <a:moveTo>
                    <a:pt x="287132" y="246373"/>
                  </a:moveTo>
                  <a:cubicBezTo>
                    <a:pt x="273652" y="269715"/>
                    <a:pt x="236149" y="266325"/>
                    <a:pt x="214005" y="262543"/>
                  </a:cubicBezTo>
                  <a:cubicBezTo>
                    <a:pt x="218933" y="246700"/>
                    <a:pt x="222584" y="229072"/>
                    <a:pt x="224802" y="210415"/>
                  </a:cubicBezTo>
                  <a:cubicBezTo>
                    <a:pt x="239853" y="199180"/>
                    <a:pt x="253294" y="187218"/>
                    <a:pt x="264582" y="174974"/>
                  </a:cubicBezTo>
                  <a:cubicBezTo>
                    <a:pt x="278985" y="192328"/>
                    <a:pt x="300599" y="223058"/>
                    <a:pt x="287138" y="2463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2433471" y="2352757"/>
              <a:ext cx="88995" cy="88995"/>
            </a:xfrm>
            <a:custGeom>
              <a:rect b="b" l="l" r="r" t="t"/>
              <a:pathLst>
                <a:path extrusionOk="0" h="88995" w="88995">
                  <a:moveTo>
                    <a:pt x="44498" y="88995"/>
                  </a:moveTo>
                  <a:cubicBezTo>
                    <a:pt x="69030" y="88995"/>
                    <a:pt x="88995" y="69030"/>
                    <a:pt x="88995" y="44498"/>
                  </a:cubicBezTo>
                  <a:cubicBezTo>
                    <a:pt x="88995" y="19965"/>
                    <a:pt x="69030" y="0"/>
                    <a:pt x="44498" y="0"/>
                  </a:cubicBezTo>
                  <a:cubicBezTo>
                    <a:pt x="19965" y="0"/>
                    <a:pt x="0" y="19965"/>
                    <a:pt x="0" y="44498"/>
                  </a:cubicBezTo>
                  <a:cubicBezTo>
                    <a:pt x="0" y="69030"/>
                    <a:pt x="19965" y="88995"/>
                    <a:pt x="44498" y="88995"/>
                  </a:cubicBezTo>
                  <a:close/>
                  <a:moveTo>
                    <a:pt x="44498" y="9816"/>
                  </a:moveTo>
                  <a:cubicBezTo>
                    <a:pt x="63625" y="9816"/>
                    <a:pt x="79180" y="25377"/>
                    <a:pt x="79180" y="44498"/>
                  </a:cubicBezTo>
                  <a:cubicBezTo>
                    <a:pt x="79180" y="63619"/>
                    <a:pt x="63625" y="79180"/>
                    <a:pt x="44498" y="79180"/>
                  </a:cubicBezTo>
                  <a:cubicBezTo>
                    <a:pt x="25370" y="79180"/>
                    <a:pt x="9816" y="63619"/>
                    <a:pt x="9816" y="44498"/>
                  </a:cubicBezTo>
                  <a:cubicBezTo>
                    <a:pt x="9816" y="25377"/>
                    <a:pt x="25377" y="9816"/>
                    <a:pt x="44498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p27"/>
          <p:cNvGrpSpPr/>
          <p:nvPr/>
        </p:nvGrpSpPr>
        <p:grpSpPr>
          <a:xfrm>
            <a:off x="2476244" y="1311223"/>
            <a:ext cx="344730" cy="344690"/>
            <a:chOff x="3225602" y="2219035"/>
            <a:chExt cx="335047" cy="335041"/>
          </a:xfrm>
        </p:grpSpPr>
        <p:sp>
          <p:nvSpPr>
            <p:cNvPr id="421" name="Google Shape;421;p27"/>
            <p:cNvSpPr/>
            <p:nvPr/>
          </p:nvSpPr>
          <p:spPr>
            <a:xfrm>
              <a:off x="3261835" y="2219035"/>
              <a:ext cx="279950" cy="335041"/>
            </a:xfrm>
            <a:custGeom>
              <a:rect b="b" l="l" r="r" t="t"/>
              <a:pathLst>
                <a:path extrusionOk="0" h="335041" w="279950">
                  <a:moveTo>
                    <a:pt x="275041" y="274086"/>
                  </a:moveTo>
                  <a:cubicBezTo>
                    <a:pt x="277763" y="274086"/>
                    <a:pt x="280021" y="271770"/>
                    <a:pt x="279949" y="269047"/>
                  </a:cubicBezTo>
                  <a:cubicBezTo>
                    <a:pt x="279026" y="234045"/>
                    <a:pt x="267503" y="200763"/>
                    <a:pt x="246608" y="172815"/>
                  </a:cubicBezTo>
                  <a:cubicBezTo>
                    <a:pt x="227926" y="147811"/>
                    <a:pt x="203079" y="128729"/>
                    <a:pt x="174385" y="117225"/>
                  </a:cubicBezTo>
                  <a:cubicBezTo>
                    <a:pt x="187054" y="105577"/>
                    <a:pt x="195011" y="88871"/>
                    <a:pt x="195011" y="70346"/>
                  </a:cubicBezTo>
                  <a:cubicBezTo>
                    <a:pt x="195011" y="67617"/>
                    <a:pt x="192590" y="65294"/>
                    <a:pt x="189874" y="65294"/>
                  </a:cubicBezTo>
                  <a:lnTo>
                    <a:pt x="175556" y="65294"/>
                  </a:lnTo>
                  <a:cubicBezTo>
                    <a:pt x="172474" y="49543"/>
                    <a:pt x="161160" y="36802"/>
                    <a:pt x="146404" y="31567"/>
                  </a:cubicBezTo>
                  <a:cubicBezTo>
                    <a:pt x="149087" y="28236"/>
                    <a:pt x="150703" y="24009"/>
                    <a:pt x="150703" y="19409"/>
                  </a:cubicBezTo>
                  <a:cubicBezTo>
                    <a:pt x="150703" y="8710"/>
                    <a:pt x="142000" y="0"/>
                    <a:pt x="131294" y="0"/>
                  </a:cubicBezTo>
                  <a:cubicBezTo>
                    <a:pt x="120588" y="0"/>
                    <a:pt x="111885" y="8703"/>
                    <a:pt x="111885" y="19409"/>
                  </a:cubicBezTo>
                  <a:cubicBezTo>
                    <a:pt x="111885" y="24042"/>
                    <a:pt x="113521" y="28302"/>
                    <a:pt x="116243" y="31639"/>
                  </a:cubicBezTo>
                  <a:cubicBezTo>
                    <a:pt x="110707" y="33622"/>
                    <a:pt x="105570" y="36684"/>
                    <a:pt x="101140" y="40728"/>
                  </a:cubicBezTo>
                  <a:cubicBezTo>
                    <a:pt x="93968" y="47272"/>
                    <a:pt x="89152" y="55877"/>
                    <a:pt x="87313" y="65287"/>
                  </a:cubicBezTo>
                  <a:lnTo>
                    <a:pt x="72714" y="65287"/>
                  </a:lnTo>
                  <a:cubicBezTo>
                    <a:pt x="69998" y="65287"/>
                    <a:pt x="67577" y="67610"/>
                    <a:pt x="67577" y="70339"/>
                  </a:cubicBezTo>
                  <a:cubicBezTo>
                    <a:pt x="67577" y="84487"/>
                    <a:pt x="72217" y="97574"/>
                    <a:pt x="80056" y="108156"/>
                  </a:cubicBezTo>
                  <a:cubicBezTo>
                    <a:pt x="51093" y="113672"/>
                    <a:pt x="24140" y="126707"/>
                    <a:pt x="1694" y="146142"/>
                  </a:cubicBezTo>
                  <a:cubicBezTo>
                    <a:pt x="-354" y="147916"/>
                    <a:pt x="-576" y="151017"/>
                    <a:pt x="1197" y="153066"/>
                  </a:cubicBezTo>
                  <a:cubicBezTo>
                    <a:pt x="2166" y="154185"/>
                    <a:pt x="3533" y="154760"/>
                    <a:pt x="4907" y="154760"/>
                  </a:cubicBezTo>
                  <a:cubicBezTo>
                    <a:pt x="6046" y="154760"/>
                    <a:pt x="7191" y="154368"/>
                    <a:pt x="8121" y="153563"/>
                  </a:cubicBezTo>
                  <a:cubicBezTo>
                    <a:pt x="30762" y="133958"/>
                    <a:pt x="58265" y="121269"/>
                    <a:pt x="87752" y="116793"/>
                  </a:cubicBezTo>
                  <a:cubicBezTo>
                    <a:pt x="90781" y="119633"/>
                    <a:pt x="94093" y="122185"/>
                    <a:pt x="97633" y="124397"/>
                  </a:cubicBezTo>
                  <a:lnTo>
                    <a:pt x="95323" y="148066"/>
                  </a:lnTo>
                  <a:lnTo>
                    <a:pt x="90755" y="148066"/>
                  </a:lnTo>
                  <a:cubicBezTo>
                    <a:pt x="84434" y="148066"/>
                    <a:pt x="84427" y="157882"/>
                    <a:pt x="90755" y="157882"/>
                  </a:cubicBezTo>
                  <a:lnTo>
                    <a:pt x="94367" y="157882"/>
                  </a:lnTo>
                  <a:lnTo>
                    <a:pt x="92627" y="175700"/>
                  </a:lnTo>
                  <a:lnTo>
                    <a:pt x="87451" y="175700"/>
                  </a:lnTo>
                  <a:cubicBezTo>
                    <a:pt x="81129" y="175700"/>
                    <a:pt x="81123" y="185516"/>
                    <a:pt x="87451" y="185516"/>
                  </a:cubicBezTo>
                  <a:lnTo>
                    <a:pt x="91671" y="185516"/>
                  </a:lnTo>
                  <a:lnTo>
                    <a:pt x="88812" y="214813"/>
                  </a:lnTo>
                  <a:cubicBezTo>
                    <a:pt x="88197" y="221101"/>
                    <a:pt x="97966" y="222083"/>
                    <a:pt x="98582" y="215768"/>
                  </a:cubicBezTo>
                  <a:lnTo>
                    <a:pt x="101533" y="185516"/>
                  </a:lnTo>
                  <a:lnTo>
                    <a:pt x="161081" y="185516"/>
                  </a:lnTo>
                  <a:lnTo>
                    <a:pt x="172055" y="297938"/>
                  </a:lnTo>
                  <a:lnTo>
                    <a:pt x="158791" y="297938"/>
                  </a:lnTo>
                  <a:cubicBezTo>
                    <a:pt x="152470" y="297938"/>
                    <a:pt x="152463" y="307754"/>
                    <a:pt x="158791" y="307754"/>
                  </a:cubicBezTo>
                  <a:lnTo>
                    <a:pt x="181766" y="307754"/>
                  </a:lnTo>
                  <a:cubicBezTo>
                    <a:pt x="188009" y="307754"/>
                    <a:pt x="193087" y="312832"/>
                    <a:pt x="193087" y="319068"/>
                  </a:cubicBezTo>
                  <a:lnTo>
                    <a:pt x="193087" y="324617"/>
                  </a:lnTo>
                  <a:lnTo>
                    <a:pt x="69534" y="324617"/>
                  </a:lnTo>
                  <a:lnTo>
                    <a:pt x="69534" y="319068"/>
                  </a:lnTo>
                  <a:cubicBezTo>
                    <a:pt x="69534" y="312832"/>
                    <a:pt x="74612" y="307754"/>
                    <a:pt x="80855" y="307754"/>
                  </a:cubicBezTo>
                  <a:lnTo>
                    <a:pt x="133277" y="307754"/>
                  </a:lnTo>
                  <a:cubicBezTo>
                    <a:pt x="139598" y="307754"/>
                    <a:pt x="139605" y="297938"/>
                    <a:pt x="133277" y="297938"/>
                  </a:cubicBezTo>
                  <a:lnTo>
                    <a:pt x="90572" y="297938"/>
                  </a:lnTo>
                  <a:lnTo>
                    <a:pt x="96357" y="238671"/>
                  </a:lnTo>
                  <a:cubicBezTo>
                    <a:pt x="96972" y="232383"/>
                    <a:pt x="87202" y="231421"/>
                    <a:pt x="86587" y="237716"/>
                  </a:cubicBezTo>
                  <a:lnTo>
                    <a:pt x="80711" y="297945"/>
                  </a:lnTo>
                  <a:cubicBezTo>
                    <a:pt x="69128" y="298023"/>
                    <a:pt x="59725" y="307473"/>
                    <a:pt x="59725" y="319068"/>
                  </a:cubicBezTo>
                  <a:lnTo>
                    <a:pt x="59725" y="325226"/>
                  </a:lnTo>
                  <a:lnTo>
                    <a:pt x="45865" y="325226"/>
                  </a:lnTo>
                  <a:cubicBezTo>
                    <a:pt x="39544" y="325226"/>
                    <a:pt x="39537" y="335041"/>
                    <a:pt x="45865" y="335041"/>
                  </a:cubicBezTo>
                  <a:lnTo>
                    <a:pt x="216762" y="335041"/>
                  </a:lnTo>
                  <a:cubicBezTo>
                    <a:pt x="223084" y="335041"/>
                    <a:pt x="223090" y="325226"/>
                    <a:pt x="216762" y="325226"/>
                  </a:cubicBezTo>
                  <a:lnTo>
                    <a:pt x="202903" y="325226"/>
                  </a:lnTo>
                  <a:lnTo>
                    <a:pt x="202903" y="319068"/>
                  </a:lnTo>
                  <a:cubicBezTo>
                    <a:pt x="202903" y="307466"/>
                    <a:pt x="193506" y="298023"/>
                    <a:pt x="181917" y="297945"/>
                  </a:cubicBezTo>
                  <a:lnTo>
                    <a:pt x="170943" y="185516"/>
                  </a:lnTo>
                  <a:lnTo>
                    <a:pt x="175163" y="185516"/>
                  </a:lnTo>
                  <a:cubicBezTo>
                    <a:pt x="181485" y="185516"/>
                    <a:pt x="181491" y="175700"/>
                    <a:pt x="175163" y="175700"/>
                  </a:cubicBezTo>
                  <a:lnTo>
                    <a:pt x="169987" y="175700"/>
                  </a:lnTo>
                  <a:lnTo>
                    <a:pt x="168247" y="157882"/>
                  </a:lnTo>
                  <a:lnTo>
                    <a:pt x="171859" y="157882"/>
                  </a:lnTo>
                  <a:cubicBezTo>
                    <a:pt x="178180" y="157882"/>
                    <a:pt x="178187" y="148066"/>
                    <a:pt x="171859" y="148066"/>
                  </a:cubicBezTo>
                  <a:lnTo>
                    <a:pt x="167291" y="148066"/>
                  </a:lnTo>
                  <a:lnTo>
                    <a:pt x="164981" y="124397"/>
                  </a:lnTo>
                  <a:cubicBezTo>
                    <a:pt x="165066" y="124345"/>
                    <a:pt x="165152" y="124293"/>
                    <a:pt x="165237" y="124240"/>
                  </a:cubicBezTo>
                  <a:cubicBezTo>
                    <a:pt x="194592" y="134763"/>
                    <a:pt x="219982" y="153550"/>
                    <a:pt x="238769" y="178684"/>
                  </a:cubicBezTo>
                  <a:cubicBezTo>
                    <a:pt x="258440" y="205004"/>
                    <a:pt x="269289" y="236335"/>
                    <a:pt x="270160" y="269303"/>
                  </a:cubicBezTo>
                  <a:cubicBezTo>
                    <a:pt x="270231" y="271966"/>
                    <a:pt x="272411" y="274080"/>
                    <a:pt x="275061" y="274080"/>
                  </a:cubicBezTo>
                  <a:close/>
                  <a:moveTo>
                    <a:pt x="121694" y="19409"/>
                  </a:moveTo>
                  <a:cubicBezTo>
                    <a:pt x="121694" y="14122"/>
                    <a:pt x="126000" y="9816"/>
                    <a:pt x="131287" y="9816"/>
                  </a:cubicBezTo>
                  <a:cubicBezTo>
                    <a:pt x="136575" y="9816"/>
                    <a:pt x="140881" y="14115"/>
                    <a:pt x="140881" y="19402"/>
                  </a:cubicBezTo>
                  <a:cubicBezTo>
                    <a:pt x="140881" y="24690"/>
                    <a:pt x="136634" y="28924"/>
                    <a:pt x="131399" y="28989"/>
                  </a:cubicBezTo>
                  <a:cubicBezTo>
                    <a:pt x="131346" y="28989"/>
                    <a:pt x="131294" y="28989"/>
                    <a:pt x="131242" y="28989"/>
                  </a:cubicBezTo>
                  <a:cubicBezTo>
                    <a:pt x="125967" y="28969"/>
                    <a:pt x="121688" y="24677"/>
                    <a:pt x="121688" y="19402"/>
                  </a:cubicBezTo>
                  <a:close/>
                  <a:moveTo>
                    <a:pt x="131222" y="38818"/>
                  </a:moveTo>
                  <a:cubicBezTo>
                    <a:pt x="131222" y="38818"/>
                    <a:pt x="131261" y="38818"/>
                    <a:pt x="131287" y="38818"/>
                  </a:cubicBezTo>
                  <a:cubicBezTo>
                    <a:pt x="131353" y="38818"/>
                    <a:pt x="131418" y="38818"/>
                    <a:pt x="131484" y="38818"/>
                  </a:cubicBezTo>
                  <a:cubicBezTo>
                    <a:pt x="148681" y="38844"/>
                    <a:pt x="163202" y="51362"/>
                    <a:pt x="166061" y="67951"/>
                  </a:cubicBezTo>
                  <a:cubicBezTo>
                    <a:pt x="165806" y="68448"/>
                    <a:pt x="165623" y="68991"/>
                    <a:pt x="165551" y="69567"/>
                  </a:cubicBezTo>
                  <a:cubicBezTo>
                    <a:pt x="164157" y="79664"/>
                    <a:pt x="146855" y="80318"/>
                    <a:pt x="145906" y="69888"/>
                  </a:cubicBezTo>
                  <a:cubicBezTo>
                    <a:pt x="145736" y="67309"/>
                    <a:pt x="143596" y="65300"/>
                    <a:pt x="141011" y="65300"/>
                  </a:cubicBezTo>
                  <a:lnTo>
                    <a:pt x="121557" y="65300"/>
                  </a:lnTo>
                  <a:cubicBezTo>
                    <a:pt x="119096" y="65300"/>
                    <a:pt x="117022" y="67074"/>
                    <a:pt x="116695" y="69515"/>
                  </a:cubicBezTo>
                  <a:cubicBezTo>
                    <a:pt x="115157" y="79441"/>
                    <a:pt x="98006" y="80482"/>
                    <a:pt x="97044" y="69888"/>
                  </a:cubicBezTo>
                  <a:cubicBezTo>
                    <a:pt x="97011" y="69371"/>
                    <a:pt x="96893" y="68873"/>
                    <a:pt x="96710" y="68409"/>
                  </a:cubicBezTo>
                  <a:cubicBezTo>
                    <a:pt x="99373" y="51467"/>
                    <a:pt x="113835" y="38922"/>
                    <a:pt x="131215" y="38824"/>
                  </a:cubicBezTo>
                  <a:close/>
                  <a:moveTo>
                    <a:pt x="88236" y="75110"/>
                  </a:moveTo>
                  <a:cubicBezTo>
                    <a:pt x="91004" y="82969"/>
                    <a:pt x="98300" y="87222"/>
                    <a:pt x="106460" y="87216"/>
                  </a:cubicBezTo>
                  <a:cubicBezTo>
                    <a:pt x="114719" y="87209"/>
                    <a:pt x="122120" y="82884"/>
                    <a:pt x="125267" y="75110"/>
                  </a:cubicBezTo>
                  <a:lnTo>
                    <a:pt x="137098" y="75110"/>
                  </a:lnTo>
                  <a:cubicBezTo>
                    <a:pt x="139075" y="80724"/>
                    <a:pt x="144283" y="87216"/>
                    <a:pt x="155323" y="87216"/>
                  </a:cubicBezTo>
                  <a:cubicBezTo>
                    <a:pt x="166362" y="87216"/>
                    <a:pt x="171597" y="80999"/>
                    <a:pt x="173953" y="75528"/>
                  </a:cubicBezTo>
                  <a:cubicBezTo>
                    <a:pt x="174162" y="75404"/>
                    <a:pt x="174352" y="75260"/>
                    <a:pt x="174542" y="75110"/>
                  </a:cubicBezTo>
                  <a:lnTo>
                    <a:pt x="184992" y="75110"/>
                  </a:lnTo>
                  <a:cubicBezTo>
                    <a:pt x="182584" y="102456"/>
                    <a:pt x="158732" y="124234"/>
                    <a:pt x="131294" y="124234"/>
                  </a:cubicBezTo>
                  <a:cubicBezTo>
                    <a:pt x="103856" y="124234"/>
                    <a:pt x="80017" y="102600"/>
                    <a:pt x="77596" y="75110"/>
                  </a:cubicBezTo>
                  <a:lnTo>
                    <a:pt x="88242" y="75110"/>
                  </a:lnTo>
                  <a:close/>
                  <a:moveTo>
                    <a:pt x="160100" y="175707"/>
                  </a:moveTo>
                  <a:lnTo>
                    <a:pt x="102469" y="175707"/>
                  </a:lnTo>
                  <a:lnTo>
                    <a:pt x="104209" y="157888"/>
                  </a:lnTo>
                  <a:lnTo>
                    <a:pt x="158359" y="157888"/>
                  </a:lnTo>
                  <a:lnTo>
                    <a:pt x="160100" y="175707"/>
                  </a:lnTo>
                  <a:close/>
                  <a:moveTo>
                    <a:pt x="157404" y="148073"/>
                  </a:moveTo>
                  <a:lnTo>
                    <a:pt x="105165" y="148073"/>
                  </a:lnTo>
                  <a:lnTo>
                    <a:pt x="107003" y="129240"/>
                  </a:lnTo>
                  <a:cubicBezTo>
                    <a:pt x="114489" y="132335"/>
                    <a:pt x="122689" y="134049"/>
                    <a:pt x="131281" y="134049"/>
                  </a:cubicBezTo>
                  <a:cubicBezTo>
                    <a:pt x="139873" y="134049"/>
                    <a:pt x="148072" y="132335"/>
                    <a:pt x="155558" y="129240"/>
                  </a:cubicBezTo>
                  <a:lnTo>
                    <a:pt x="157397" y="1480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3517754" y="2503008"/>
              <a:ext cx="42895" cy="42895"/>
            </a:xfrm>
            <a:custGeom>
              <a:rect b="b" l="l" r="r" t="t"/>
              <a:pathLst>
                <a:path extrusionOk="0" h="42895" w="42895">
                  <a:moveTo>
                    <a:pt x="42850" y="20156"/>
                  </a:moveTo>
                  <a:lnTo>
                    <a:pt x="42850" y="20156"/>
                  </a:lnTo>
                  <a:cubicBezTo>
                    <a:pt x="42503" y="14437"/>
                    <a:pt x="39957" y="9195"/>
                    <a:pt x="35665" y="5400"/>
                  </a:cubicBezTo>
                  <a:cubicBezTo>
                    <a:pt x="31378" y="1598"/>
                    <a:pt x="25862" y="-307"/>
                    <a:pt x="20149" y="40"/>
                  </a:cubicBezTo>
                  <a:cubicBezTo>
                    <a:pt x="14430" y="387"/>
                    <a:pt x="9188" y="2933"/>
                    <a:pt x="5393" y="7225"/>
                  </a:cubicBezTo>
                  <a:cubicBezTo>
                    <a:pt x="1598" y="11518"/>
                    <a:pt x="-307" y="17021"/>
                    <a:pt x="40" y="22741"/>
                  </a:cubicBezTo>
                  <a:cubicBezTo>
                    <a:pt x="387" y="28460"/>
                    <a:pt x="2933" y="33701"/>
                    <a:pt x="7225" y="37497"/>
                  </a:cubicBezTo>
                  <a:cubicBezTo>
                    <a:pt x="11184" y="41004"/>
                    <a:pt x="16177" y="42895"/>
                    <a:pt x="21419" y="42895"/>
                  </a:cubicBezTo>
                  <a:cubicBezTo>
                    <a:pt x="21857" y="42895"/>
                    <a:pt x="22302" y="42882"/>
                    <a:pt x="22741" y="42856"/>
                  </a:cubicBezTo>
                  <a:cubicBezTo>
                    <a:pt x="34546" y="42143"/>
                    <a:pt x="43563" y="31967"/>
                    <a:pt x="42856" y="20162"/>
                  </a:cubicBezTo>
                  <a:close/>
                  <a:moveTo>
                    <a:pt x="22145" y="33060"/>
                  </a:moveTo>
                  <a:cubicBezTo>
                    <a:pt x="19050" y="33250"/>
                    <a:pt x="16059" y="32216"/>
                    <a:pt x="13736" y="30155"/>
                  </a:cubicBezTo>
                  <a:cubicBezTo>
                    <a:pt x="11413" y="28093"/>
                    <a:pt x="10026" y="25253"/>
                    <a:pt x="9843" y="22152"/>
                  </a:cubicBezTo>
                  <a:cubicBezTo>
                    <a:pt x="9653" y="19050"/>
                    <a:pt x="10687" y="16066"/>
                    <a:pt x="12748" y="13736"/>
                  </a:cubicBezTo>
                  <a:cubicBezTo>
                    <a:pt x="14809" y="11413"/>
                    <a:pt x="17649" y="10026"/>
                    <a:pt x="20751" y="9843"/>
                  </a:cubicBezTo>
                  <a:cubicBezTo>
                    <a:pt x="20993" y="9830"/>
                    <a:pt x="21229" y="9823"/>
                    <a:pt x="21471" y="9823"/>
                  </a:cubicBezTo>
                  <a:cubicBezTo>
                    <a:pt x="24311" y="9823"/>
                    <a:pt x="27020" y="10851"/>
                    <a:pt x="29167" y="12748"/>
                  </a:cubicBezTo>
                  <a:cubicBezTo>
                    <a:pt x="31490" y="14810"/>
                    <a:pt x="32877" y="17650"/>
                    <a:pt x="33060" y="20751"/>
                  </a:cubicBezTo>
                  <a:cubicBezTo>
                    <a:pt x="33446" y="27151"/>
                    <a:pt x="28551" y="32674"/>
                    <a:pt x="22152" y="33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3225602" y="2375620"/>
              <a:ext cx="42882" cy="42894"/>
            </a:xfrm>
            <a:custGeom>
              <a:rect b="b" l="l" r="r" t="t"/>
              <a:pathLst>
                <a:path extrusionOk="0" h="42894" w="42882">
                  <a:moveTo>
                    <a:pt x="42848" y="20155"/>
                  </a:moveTo>
                  <a:cubicBezTo>
                    <a:pt x="42135" y="8350"/>
                    <a:pt x="31966" y="-674"/>
                    <a:pt x="20154" y="40"/>
                  </a:cubicBezTo>
                  <a:cubicBezTo>
                    <a:pt x="8356" y="753"/>
                    <a:pt x="-668" y="10935"/>
                    <a:pt x="39" y="22740"/>
                  </a:cubicBezTo>
                  <a:cubicBezTo>
                    <a:pt x="726" y="34106"/>
                    <a:pt x="10188" y="42895"/>
                    <a:pt x="21431" y="42895"/>
                  </a:cubicBezTo>
                  <a:cubicBezTo>
                    <a:pt x="21862" y="42895"/>
                    <a:pt x="22301" y="42882"/>
                    <a:pt x="22733" y="42856"/>
                  </a:cubicBezTo>
                  <a:cubicBezTo>
                    <a:pt x="28452" y="42509"/>
                    <a:pt x="33694" y="39963"/>
                    <a:pt x="37489" y="35670"/>
                  </a:cubicBezTo>
                  <a:cubicBezTo>
                    <a:pt x="41291" y="31384"/>
                    <a:pt x="43189" y="25874"/>
                    <a:pt x="42842" y="20155"/>
                  </a:cubicBezTo>
                  <a:cubicBezTo>
                    <a:pt x="42842" y="20155"/>
                    <a:pt x="42842" y="20155"/>
                    <a:pt x="42842" y="20155"/>
                  </a:cubicBezTo>
                  <a:close/>
                  <a:moveTo>
                    <a:pt x="30147" y="29159"/>
                  </a:moveTo>
                  <a:cubicBezTo>
                    <a:pt x="28086" y="31482"/>
                    <a:pt x="25245" y="32870"/>
                    <a:pt x="22144" y="33053"/>
                  </a:cubicBezTo>
                  <a:cubicBezTo>
                    <a:pt x="15737" y="33439"/>
                    <a:pt x="10221" y="28544"/>
                    <a:pt x="9835" y="22144"/>
                  </a:cubicBezTo>
                  <a:cubicBezTo>
                    <a:pt x="9449" y="15745"/>
                    <a:pt x="14344" y="10222"/>
                    <a:pt x="20743" y="9836"/>
                  </a:cubicBezTo>
                  <a:cubicBezTo>
                    <a:pt x="20979" y="9823"/>
                    <a:pt x="21215" y="9816"/>
                    <a:pt x="21450" y="9816"/>
                  </a:cubicBezTo>
                  <a:cubicBezTo>
                    <a:pt x="27542" y="9816"/>
                    <a:pt x="32679" y="14586"/>
                    <a:pt x="33052" y="20751"/>
                  </a:cubicBezTo>
                  <a:cubicBezTo>
                    <a:pt x="33236" y="23852"/>
                    <a:pt x="32208" y="26843"/>
                    <a:pt x="30147" y="291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3252088" y="2263092"/>
              <a:ext cx="36020" cy="37422"/>
            </a:xfrm>
            <a:custGeom>
              <a:rect b="b" l="l" r="r" t="t"/>
              <a:pathLst>
                <a:path extrusionOk="0" h="37422" w="36020">
                  <a:moveTo>
                    <a:pt x="1547" y="36071"/>
                  </a:moveTo>
                  <a:cubicBezTo>
                    <a:pt x="3478" y="37903"/>
                    <a:pt x="6651" y="37825"/>
                    <a:pt x="8483" y="35888"/>
                  </a:cubicBezTo>
                  <a:lnTo>
                    <a:pt x="18011" y="25843"/>
                  </a:lnTo>
                  <a:lnTo>
                    <a:pt x="27539" y="35888"/>
                  </a:lnTo>
                  <a:cubicBezTo>
                    <a:pt x="31904" y="40488"/>
                    <a:pt x="39004" y="33709"/>
                    <a:pt x="34665" y="29135"/>
                  </a:cubicBezTo>
                  <a:lnTo>
                    <a:pt x="24777" y="18711"/>
                  </a:lnTo>
                  <a:lnTo>
                    <a:pt x="34665" y="8286"/>
                  </a:lnTo>
                  <a:cubicBezTo>
                    <a:pt x="39010" y="3699"/>
                    <a:pt x="31897" y="-3061"/>
                    <a:pt x="27539" y="1533"/>
                  </a:cubicBezTo>
                  <a:lnTo>
                    <a:pt x="18011" y="11578"/>
                  </a:lnTo>
                  <a:lnTo>
                    <a:pt x="8483" y="1533"/>
                  </a:lnTo>
                  <a:cubicBezTo>
                    <a:pt x="4132" y="-3054"/>
                    <a:pt x="-2994" y="3693"/>
                    <a:pt x="1357" y="8286"/>
                  </a:cubicBezTo>
                  <a:lnTo>
                    <a:pt x="11245" y="18711"/>
                  </a:lnTo>
                  <a:lnTo>
                    <a:pt x="1357" y="29135"/>
                  </a:lnTo>
                  <a:cubicBezTo>
                    <a:pt x="-508" y="31104"/>
                    <a:pt x="-423" y="34206"/>
                    <a:pt x="1540" y="360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3496183" y="2295913"/>
              <a:ext cx="36012" cy="36008"/>
            </a:xfrm>
            <a:custGeom>
              <a:rect b="b" l="l" r="r" t="t"/>
              <a:pathLst>
                <a:path extrusionOk="0" h="36008" w="36012">
                  <a:moveTo>
                    <a:pt x="1444" y="34568"/>
                  </a:moveTo>
                  <a:cubicBezTo>
                    <a:pt x="3328" y="36453"/>
                    <a:pt x="6502" y="36453"/>
                    <a:pt x="8387" y="34568"/>
                  </a:cubicBezTo>
                  <a:lnTo>
                    <a:pt x="18006" y="24949"/>
                  </a:lnTo>
                  <a:lnTo>
                    <a:pt x="27625" y="34568"/>
                  </a:lnTo>
                  <a:cubicBezTo>
                    <a:pt x="32088" y="39031"/>
                    <a:pt x="39044" y="32101"/>
                    <a:pt x="34568" y="27625"/>
                  </a:cubicBezTo>
                  <a:lnTo>
                    <a:pt x="24949" y="18006"/>
                  </a:lnTo>
                  <a:lnTo>
                    <a:pt x="34568" y="8387"/>
                  </a:lnTo>
                  <a:cubicBezTo>
                    <a:pt x="39031" y="3924"/>
                    <a:pt x="32108" y="-3032"/>
                    <a:pt x="27625" y="1444"/>
                  </a:cubicBezTo>
                  <a:lnTo>
                    <a:pt x="18006" y="11063"/>
                  </a:lnTo>
                  <a:lnTo>
                    <a:pt x="8387" y="1444"/>
                  </a:lnTo>
                  <a:cubicBezTo>
                    <a:pt x="3924" y="-3019"/>
                    <a:pt x="-3032" y="3911"/>
                    <a:pt x="1444" y="8387"/>
                  </a:cubicBezTo>
                  <a:lnTo>
                    <a:pt x="11063" y="18006"/>
                  </a:lnTo>
                  <a:lnTo>
                    <a:pt x="1444" y="27625"/>
                  </a:lnTo>
                  <a:cubicBezTo>
                    <a:pt x="-473" y="29543"/>
                    <a:pt x="-473" y="32651"/>
                    <a:pt x="1444" y="34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3460833" y="2430726"/>
              <a:ext cx="36012" cy="36008"/>
            </a:xfrm>
            <a:custGeom>
              <a:rect b="b" l="l" r="r" t="t"/>
              <a:pathLst>
                <a:path extrusionOk="0" h="36008" w="36012">
                  <a:moveTo>
                    <a:pt x="34568" y="1440"/>
                  </a:moveTo>
                  <a:cubicBezTo>
                    <a:pt x="32651" y="-477"/>
                    <a:pt x="29543" y="-477"/>
                    <a:pt x="27625" y="1440"/>
                  </a:cubicBezTo>
                  <a:lnTo>
                    <a:pt x="18006" y="11059"/>
                  </a:lnTo>
                  <a:lnTo>
                    <a:pt x="8387" y="1440"/>
                  </a:lnTo>
                  <a:cubicBezTo>
                    <a:pt x="3924" y="-3023"/>
                    <a:pt x="-3032" y="3907"/>
                    <a:pt x="1444" y="8383"/>
                  </a:cubicBezTo>
                  <a:lnTo>
                    <a:pt x="11063" y="18002"/>
                  </a:lnTo>
                  <a:lnTo>
                    <a:pt x="1444" y="27622"/>
                  </a:lnTo>
                  <a:cubicBezTo>
                    <a:pt x="-3019" y="32085"/>
                    <a:pt x="3904" y="39041"/>
                    <a:pt x="8387" y="34565"/>
                  </a:cubicBezTo>
                  <a:lnTo>
                    <a:pt x="18006" y="24945"/>
                  </a:lnTo>
                  <a:lnTo>
                    <a:pt x="27625" y="34565"/>
                  </a:lnTo>
                  <a:cubicBezTo>
                    <a:pt x="32088" y="39027"/>
                    <a:pt x="39044" y="32098"/>
                    <a:pt x="34568" y="27622"/>
                  </a:cubicBezTo>
                  <a:lnTo>
                    <a:pt x="24949" y="18002"/>
                  </a:lnTo>
                  <a:lnTo>
                    <a:pt x="34568" y="8383"/>
                  </a:lnTo>
                  <a:cubicBezTo>
                    <a:pt x="36486" y="6466"/>
                    <a:pt x="36486" y="3357"/>
                    <a:pt x="34568" y="14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3286121" y="2450347"/>
              <a:ext cx="36012" cy="36012"/>
            </a:xfrm>
            <a:custGeom>
              <a:rect b="b" l="l" r="r" t="t"/>
              <a:pathLst>
                <a:path extrusionOk="0" h="36012" w="36012">
                  <a:moveTo>
                    <a:pt x="27625" y="34568"/>
                  </a:moveTo>
                  <a:cubicBezTo>
                    <a:pt x="32088" y="39031"/>
                    <a:pt x="39044" y="32101"/>
                    <a:pt x="34568" y="27625"/>
                  </a:cubicBezTo>
                  <a:lnTo>
                    <a:pt x="24949" y="18006"/>
                  </a:lnTo>
                  <a:lnTo>
                    <a:pt x="34568" y="8387"/>
                  </a:lnTo>
                  <a:cubicBezTo>
                    <a:pt x="39031" y="3924"/>
                    <a:pt x="32108" y="-3032"/>
                    <a:pt x="27625" y="1444"/>
                  </a:cubicBezTo>
                  <a:lnTo>
                    <a:pt x="18006" y="11063"/>
                  </a:lnTo>
                  <a:lnTo>
                    <a:pt x="8387" y="1444"/>
                  </a:lnTo>
                  <a:cubicBezTo>
                    <a:pt x="3924" y="-3019"/>
                    <a:pt x="-3032" y="3911"/>
                    <a:pt x="1444" y="8387"/>
                  </a:cubicBezTo>
                  <a:lnTo>
                    <a:pt x="11063" y="18006"/>
                  </a:lnTo>
                  <a:lnTo>
                    <a:pt x="1444" y="27625"/>
                  </a:lnTo>
                  <a:cubicBezTo>
                    <a:pt x="-3019" y="32088"/>
                    <a:pt x="3904" y="39044"/>
                    <a:pt x="8387" y="34568"/>
                  </a:cubicBezTo>
                  <a:lnTo>
                    <a:pt x="18006" y="24949"/>
                  </a:lnTo>
                  <a:lnTo>
                    <a:pt x="27625" y="345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27"/>
          <p:cNvGrpSpPr/>
          <p:nvPr/>
        </p:nvGrpSpPr>
        <p:grpSpPr>
          <a:xfrm>
            <a:off x="3245277" y="1311987"/>
            <a:ext cx="345046" cy="343162"/>
            <a:chOff x="4027539" y="2283190"/>
            <a:chExt cx="335354" cy="333556"/>
          </a:xfrm>
        </p:grpSpPr>
        <p:sp>
          <p:nvSpPr>
            <p:cNvPr id="429" name="Google Shape;429;p27"/>
            <p:cNvSpPr/>
            <p:nvPr/>
          </p:nvSpPr>
          <p:spPr>
            <a:xfrm>
              <a:off x="4077163" y="2549816"/>
              <a:ext cx="41356" cy="44949"/>
            </a:xfrm>
            <a:custGeom>
              <a:rect b="b" l="l" r="r" t="t"/>
              <a:pathLst>
                <a:path extrusionOk="0" h="44949" w="41356">
                  <a:moveTo>
                    <a:pt x="33825" y="0"/>
                  </a:moveTo>
                  <a:lnTo>
                    <a:pt x="7538" y="0"/>
                  </a:lnTo>
                  <a:cubicBezTo>
                    <a:pt x="3383" y="0"/>
                    <a:pt x="0" y="3383"/>
                    <a:pt x="0" y="7538"/>
                  </a:cubicBezTo>
                  <a:lnTo>
                    <a:pt x="0" y="24271"/>
                  </a:lnTo>
                  <a:cubicBezTo>
                    <a:pt x="0" y="35670"/>
                    <a:pt x="9279" y="44949"/>
                    <a:pt x="20678" y="44949"/>
                  </a:cubicBezTo>
                  <a:cubicBezTo>
                    <a:pt x="32078" y="44949"/>
                    <a:pt x="41357" y="35677"/>
                    <a:pt x="41357" y="24271"/>
                  </a:cubicBezTo>
                  <a:lnTo>
                    <a:pt x="41357" y="7538"/>
                  </a:lnTo>
                  <a:cubicBezTo>
                    <a:pt x="41357" y="3383"/>
                    <a:pt x="37974" y="0"/>
                    <a:pt x="33818" y="0"/>
                  </a:cubicBezTo>
                  <a:close/>
                  <a:moveTo>
                    <a:pt x="31548" y="24271"/>
                  </a:moveTo>
                  <a:cubicBezTo>
                    <a:pt x="31548" y="30258"/>
                    <a:pt x="26672" y="35134"/>
                    <a:pt x="20685" y="35134"/>
                  </a:cubicBezTo>
                  <a:cubicBezTo>
                    <a:pt x="14697" y="35134"/>
                    <a:pt x="9822" y="30265"/>
                    <a:pt x="9822" y="24271"/>
                  </a:cubicBezTo>
                  <a:lnTo>
                    <a:pt x="9822" y="9816"/>
                  </a:lnTo>
                  <a:lnTo>
                    <a:pt x="31548" y="9816"/>
                  </a:lnTo>
                  <a:lnTo>
                    <a:pt x="31548" y="24271"/>
                  </a:lnTo>
                  <a:lnTo>
                    <a:pt x="31548" y="242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4027539" y="2283190"/>
              <a:ext cx="335354" cy="333556"/>
            </a:xfrm>
            <a:custGeom>
              <a:rect b="b" l="l" r="r" t="t"/>
              <a:pathLst>
                <a:path extrusionOk="0" h="333556" w="335354">
                  <a:moveTo>
                    <a:pt x="313123" y="208066"/>
                  </a:moveTo>
                  <a:cubicBezTo>
                    <a:pt x="308588" y="203669"/>
                    <a:pt x="301724" y="210683"/>
                    <a:pt x="306285" y="215114"/>
                  </a:cubicBezTo>
                  <a:cubicBezTo>
                    <a:pt x="318574" y="227036"/>
                    <a:pt x="325419" y="242951"/>
                    <a:pt x="325563" y="259919"/>
                  </a:cubicBezTo>
                  <a:cubicBezTo>
                    <a:pt x="325857" y="294784"/>
                    <a:pt x="296665" y="324100"/>
                    <a:pt x="261741" y="323740"/>
                  </a:cubicBezTo>
                  <a:cubicBezTo>
                    <a:pt x="227452" y="323446"/>
                    <a:pt x="199320" y="295314"/>
                    <a:pt x="199026" y="261025"/>
                  </a:cubicBezTo>
                  <a:cubicBezTo>
                    <a:pt x="198731" y="226173"/>
                    <a:pt x="227916" y="196843"/>
                    <a:pt x="262847" y="197203"/>
                  </a:cubicBezTo>
                  <a:cubicBezTo>
                    <a:pt x="272944" y="197288"/>
                    <a:pt x="282590" y="199716"/>
                    <a:pt x="291522" y="204408"/>
                  </a:cubicBezTo>
                  <a:cubicBezTo>
                    <a:pt x="297117" y="207346"/>
                    <a:pt x="301717" y="198676"/>
                    <a:pt x="296089" y="195718"/>
                  </a:cubicBezTo>
                  <a:cubicBezTo>
                    <a:pt x="285908" y="190365"/>
                    <a:pt x="274443" y="187486"/>
                    <a:pt x="262932" y="187388"/>
                  </a:cubicBezTo>
                  <a:cubicBezTo>
                    <a:pt x="238890" y="187172"/>
                    <a:pt x="215974" y="199088"/>
                    <a:pt x="202232" y="218804"/>
                  </a:cubicBezTo>
                  <a:cubicBezTo>
                    <a:pt x="200033" y="217077"/>
                    <a:pt x="197789" y="215415"/>
                    <a:pt x="195499" y="213857"/>
                  </a:cubicBezTo>
                  <a:cubicBezTo>
                    <a:pt x="188968" y="209401"/>
                    <a:pt x="181999" y="205566"/>
                    <a:pt x="174768" y="202458"/>
                  </a:cubicBezTo>
                  <a:cubicBezTo>
                    <a:pt x="171031" y="200848"/>
                    <a:pt x="166634" y="201588"/>
                    <a:pt x="163571" y="204343"/>
                  </a:cubicBezTo>
                  <a:cubicBezTo>
                    <a:pt x="161726" y="205998"/>
                    <a:pt x="157839" y="208838"/>
                    <a:pt x="151060" y="211096"/>
                  </a:cubicBezTo>
                  <a:lnTo>
                    <a:pt x="151060" y="179738"/>
                  </a:lnTo>
                  <a:cubicBezTo>
                    <a:pt x="190512" y="169157"/>
                    <a:pt x="219606" y="133598"/>
                    <a:pt x="219606" y="91476"/>
                  </a:cubicBezTo>
                  <a:cubicBezTo>
                    <a:pt x="219606" y="41036"/>
                    <a:pt x="177896" y="0"/>
                    <a:pt x="126632" y="0"/>
                  </a:cubicBezTo>
                  <a:cubicBezTo>
                    <a:pt x="107118" y="0"/>
                    <a:pt x="88436" y="5883"/>
                    <a:pt x="72613" y="17014"/>
                  </a:cubicBezTo>
                  <a:cubicBezTo>
                    <a:pt x="67437" y="20659"/>
                    <a:pt x="73084" y="28681"/>
                    <a:pt x="78260" y="25043"/>
                  </a:cubicBezTo>
                  <a:cubicBezTo>
                    <a:pt x="92421" y="15083"/>
                    <a:pt x="109147" y="9816"/>
                    <a:pt x="126632" y="9816"/>
                  </a:cubicBezTo>
                  <a:cubicBezTo>
                    <a:pt x="172484" y="9816"/>
                    <a:pt x="209790" y="46448"/>
                    <a:pt x="209790" y="91476"/>
                  </a:cubicBezTo>
                  <a:cubicBezTo>
                    <a:pt x="209790" y="114948"/>
                    <a:pt x="199647" y="136130"/>
                    <a:pt x="183445" y="151043"/>
                  </a:cubicBezTo>
                  <a:cubicBezTo>
                    <a:pt x="189851" y="140436"/>
                    <a:pt x="193274" y="128094"/>
                    <a:pt x="193274" y="115125"/>
                  </a:cubicBezTo>
                  <a:cubicBezTo>
                    <a:pt x="193274" y="112677"/>
                    <a:pt x="191612" y="110479"/>
                    <a:pt x="189151" y="110060"/>
                  </a:cubicBezTo>
                  <a:cubicBezTo>
                    <a:pt x="164933" y="105924"/>
                    <a:pt x="155418" y="91829"/>
                    <a:pt x="155045" y="91253"/>
                  </a:cubicBezTo>
                  <a:cubicBezTo>
                    <a:pt x="154142" y="89846"/>
                    <a:pt x="152584" y="88989"/>
                    <a:pt x="150909" y="88989"/>
                  </a:cubicBezTo>
                  <a:lnTo>
                    <a:pt x="102335" y="88989"/>
                  </a:lnTo>
                  <a:cubicBezTo>
                    <a:pt x="100686" y="88989"/>
                    <a:pt x="99122" y="89846"/>
                    <a:pt x="98219" y="91227"/>
                  </a:cubicBezTo>
                  <a:cubicBezTo>
                    <a:pt x="97826" y="91822"/>
                    <a:pt x="88318" y="105924"/>
                    <a:pt x="64093" y="110053"/>
                  </a:cubicBezTo>
                  <a:cubicBezTo>
                    <a:pt x="61639" y="110472"/>
                    <a:pt x="59970" y="112684"/>
                    <a:pt x="59970" y="115118"/>
                  </a:cubicBezTo>
                  <a:cubicBezTo>
                    <a:pt x="59970" y="128212"/>
                    <a:pt x="63524" y="140672"/>
                    <a:pt x="70159" y="151371"/>
                  </a:cubicBezTo>
                  <a:cubicBezTo>
                    <a:pt x="53747" y="136444"/>
                    <a:pt x="43454" y="115118"/>
                    <a:pt x="43454" y="91476"/>
                  </a:cubicBezTo>
                  <a:cubicBezTo>
                    <a:pt x="43454" y="72590"/>
                    <a:pt x="50174" y="54169"/>
                    <a:pt x="62378" y="39616"/>
                  </a:cubicBezTo>
                  <a:cubicBezTo>
                    <a:pt x="66442" y="34767"/>
                    <a:pt x="58923" y="28459"/>
                    <a:pt x="54853" y="33308"/>
                  </a:cubicBezTo>
                  <a:cubicBezTo>
                    <a:pt x="41170" y="49628"/>
                    <a:pt x="33638" y="70287"/>
                    <a:pt x="33638" y="91476"/>
                  </a:cubicBezTo>
                  <a:cubicBezTo>
                    <a:pt x="33638" y="133598"/>
                    <a:pt x="62732" y="169157"/>
                    <a:pt x="102178" y="179738"/>
                  </a:cubicBezTo>
                  <a:lnTo>
                    <a:pt x="102178" y="210952"/>
                  </a:lnTo>
                  <a:cubicBezTo>
                    <a:pt x="95300" y="208629"/>
                    <a:pt x="91321" y="205723"/>
                    <a:pt x="89424" y="204029"/>
                  </a:cubicBezTo>
                  <a:cubicBezTo>
                    <a:pt x="86577" y="201483"/>
                    <a:pt x="82435" y="200763"/>
                    <a:pt x="78882" y="202190"/>
                  </a:cubicBezTo>
                  <a:cubicBezTo>
                    <a:pt x="71723" y="205075"/>
                    <a:pt x="64715" y="208871"/>
                    <a:pt x="58040" y="213484"/>
                  </a:cubicBezTo>
                  <a:cubicBezTo>
                    <a:pt x="24182" y="236878"/>
                    <a:pt x="1947" y="278608"/>
                    <a:pt x="10" y="322379"/>
                  </a:cubicBezTo>
                  <a:cubicBezTo>
                    <a:pt x="-115" y="325285"/>
                    <a:pt x="959" y="328151"/>
                    <a:pt x="2968" y="330251"/>
                  </a:cubicBezTo>
                  <a:cubicBezTo>
                    <a:pt x="4976" y="332352"/>
                    <a:pt x="7797" y="333556"/>
                    <a:pt x="10702" y="333556"/>
                  </a:cubicBezTo>
                  <a:lnTo>
                    <a:pt x="242483" y="333556"/>
                  </a:lnTo>
                  <a:cubicBezTo>
                    <a:pt x="244374" y="333556"/>
                    <a:pt x="246226" y="333039"/>
                    <a:pt x="247849" y="332103"/>
                  </a:cubicBezTo>
                  <a:cubicBezTo>
                    <a:pt x="252318" y="333013"/>
                    <a:pt x="256925" y="333510"/>
                    <a:pt x="261636" y="333549"/>
                  </a:cubicBezTo>
                  <a:cubicBezTo>
                    <a:pt x="301966" y="333909"/>
                    <a:pt x="335699" y="300150"/>
                    <a:pt x="335352" y="259834"/>
                  </a:cubicBezTo>
                  <a:cubicBezTo>
                    <a:pt x="335188" y="240216"/>
                    <a:pt x="327277" y="221834"/>
                    <a:pt x="313090" y="208066"/>
                  </a:cubicBezTo>
                  <a:close/>
                  <a:moveTo>
                    <a:pt x="104789" y="98805"/>
                  </a:moveTo>
                  <a:lnTo>
                    <a:pt x="148475" y="98805"/>
                  </a:lnTo>
                  <a:cubicBezTo>
                    <a:pt x="152355" y="103542"/>
                    <a:pt x="163126" y="114359"/>
                    <a:pt x="183353" y="118914"/>
                  </a:cubicBezTo>
                  <a:cubicBezTo>
                    <a:pt x="181514" y="149506"/>
                    <a:pt x="157551" y="172972"/>
                    <a:pt x="127234" y="173129"/>
                  </a:cubicBezTo>
                  <a:cubicBezTo>
                    <a:pt x="127096" y="173129"/>
                    <a:pt x="126966" y="173129"/>
                    <a:pt x="126828" y="173129"/>
                  </a:cubicBezTo>
                  <a:cubicBezTo>
                    <a:pt x="111594" y="173103"/>
                    <a:pt x="97309" y="167167"/>
                    <a:pt x="86603" y="156409"/>
                  </a:cubicBezTo>
                  <a:cubicBezTo>
                    <a:pt x="76644" y="146404"/>
                    <a:pt x="70800" y="133205"/>
                    <a:pt x="69923" y="118907"/>
                  </a:cubicBezTo>
                  <a:cubicBezTo>
                    <a:pt x="90150" y="114353"/>
                    <a:pt x="100915" y="103536"/>
                    <a:pt x="104795" y="98798"/>
                  </a:cubicBezTo>
                  <a:close/>
                  <a:moveTo>
                    <a:pt x="112020" y="181819"/>
                  </a:moveTo>
                  <a:cubicBezTo>
                    <a:pt x="121685" y="183324"/>
                    <a:pt x="131586" y="183324"/>
                    <a:pt x="141251" y="181819"/>
                  </a:cubicBezTo>
                  <a:lnTo>
                    <a:pt x="141251" y="213458"/>
                  </a:lnTo>
                  <a:cubicBezTo>
                    <a:pt x="131657" y="215002"/>
                    <a:pt x="121600" y="214970"/>
                    <a:pt x="112020" y="213366"/>
                  </a:cubicBezTo>
                  <a:lnTo>
                    <a:pt x="112020" y="181819"/>
                  </a:lnTo>
                  <a:close/>
                  <a:moveTo>
                    <a:pt x="82566" y="211292"/>
                  </a:moveTo>
                  <a:cubicBezTo>
                    <a:pt x="82677" y="211246"/>
                    <a:pt x="82821" y="211266"/>
                    <a:pt x="82900" y="211344"/>
                  </a:cubicBezTo>
                  <a:cubicBezTo>
                    <a:pt x="86466" y="214538"/>
                    <a:pt x="93285" y="219145"/>
                    <a:pt x="104828" y="221932"/>
                  </a:cubicBezTo>
                  <a:cubicBezTo>
                    <a:pt x="105509" y="222292"/>
                    <a:pt x="106281" y="222495"/>
                    <a:pt x="107105" y="222495"/>
                  </a:cubicBezTo>
                  <a:cubicBezTo>
                    <a:pt x="107177" y="222495"/>
                    <a:pt x="107249" y="222488"/>
                    <a:pt x="107321" y="222482"/>
                  </a:cubicBezTo>
                  <a:cubicBezTo>
                    <a:pt x="112838" y="223621"/>
                    <a:pt x="119329" y="224340"/>
                    <a:pt x="126952" y="224340"/>
                  </a:cubicBezTo>
                  <a:cubicBezTo>
                    <a:pt x="134576" y="224340"/>
                    <a:pt x="141022" y="223614"/>
                    <a:pt x="146486" y="222475"/>
                  </a:cubicBezTo>
                  <a:cubicBezTo>
                    <a:pt x="146983" y="222443"/>
                    <a:pt x="147461" y="222338"/>
                    <a:pt x="147912" y="222161"/>
                  </a:cubicBezTo>
                  <a:cubicBezTo>
                    <a:pt x="159711" y="219465"/>
                    <a:pt x="166588" y="214826"/>
                    <a:pt x="170135" y="211639"/>
                  </a:cubicBezTo>
                  <a:cubicBezTo>
                    <a:pt x="170364" y="211436"/>
                    <a:pt x="170665" y="211364"/>
                    <a:pt x="170894" y="211462"/>
                  </a:cubicBezTo>
                  <a:cubicBezTo>
                    <a:pt x="175677" y="213517"/>
                    <a:pt x="180337" y="215918"/>
                    <a:pt x="184813" y="218634"/>
                  </a:cubicBezTo>
                  <a:cubicBezTo>
                    <a:pt x="181364" y="221533"/>
                    <a:pt x="177608" y="224059"/>
                    <a:pt x="173669" y="226251"/>
                  </a:cubicBezTo>
                  <a:cubicBezTo>
                    <a:pt x="162767" y="232317"/>
                    <a:pt x="150431" y="235785"/>
                    <a:pt x="138031" y="236885"/>
                  </a:cubicBezTo>
                  <a:cubicBezTo>
                    <a:pt x="125179" y="238023"/>
                    <a:pt x="112078" y="237140"/>
                    <a:pt x="99613" y="233718"/>
                  </a:cubicBezTo>
                  <a:cubicBezTo>
                    <a:pt x="92964" y="231892"/>
                    <a:pt x="86512" y="229340"/>
                    <a:pt x="80465" y="226029"/>
                  </a:cubicBezTo>
                  <a:cubicBezTo>
                    <a:pt x="76356" y="223778"/>
                    <a:pt x="72430" y="221180"/>
                    <a:pt x="68818" y="218196"/>
                  </a:cubicBezTo>
                  <a:cubicBezTo>
                    <a:pt x="73294" y="215480"/>
                    <a:pt x="77900" y="213170"/>
                    <a:pt x="82566" y="211292"/>
                  </a:cubicBezTo>
                  <a:close/>
                  <a:moveTo>
                    <a:pt x="10728" y="323740"/>
                  </a:moveTo>
                  <a:cubicBezTo>
                    <a:pt x="10414" y="323740"/>
                    <a:pt x="10205" y="323590"/>
                    <a:pt x="10087" y="323466"/>
                  </a:cubicBezTo>
                  <a:cubicBezTo>
                    <a:pt x="9969" y="323341"/>
                    <a:pt x="9825" y="323125"/>
                    <a:pt x="9839" y="322811"/>
                  </a:cubicBezTo>
                  <a:cubicBezTo>
                    <a:pt x="11579" y="283463"/>
                    <a:pt x="30844" y="245954"/>
                    <a:pt x="60396" y="223889"/>
                  </a:cubicBezTo>
                  <a:cubicBezTo>
                    <a:pt x="63275" y="226467"/>
                    <a:pt x="66390" y="228797"/>
                    <a:pt x="69622" y="230917"/>
                  </a:cubicBezTo>
                  <a:cubicBezTo>
                    <a:pt x="76212" y="235236"/>
                    <a:pt x="83377" y="238691"/>
                    <a:pt x="90824" y="241250"/>
                  </a:cubicBezTo>
                  <a:cubicBezTo>
                    <a:pt x="98467" y="243873"/>
                    <a:pt x="106385" y="245588"/>
                    <a:pt x="114415" y="246471"/>
                  </a:cubicBezTo>
                  <a:cubicBezTo>
                    <a:pt x="122418" y="247355"/>
                    <a:pt x="130532" y="247427"/>
                    <a:pt x="138555" y="246714"/>
                  </a:cubicBezTo>
                  <a:cubicBezTo>
                    <a:pt x="146610" y="246000"/>
                    <a:pt x="154600" y="244469"/>
                    <a:pt x="162295" y="241943"/>
                  </a:cubicBezTo>
                  <a:cubicBezTo>
                    <a:pt x="169834" y="239470"/>
                    <a:pt x="177065" y="236093"/>
                    <a:pt x="183707" y="231735"/>
                  </a:cubicBezTo>
                  <a:cubicBezTo>
                    <a:pt x="185172" y="230773"/>
                    <a:pt x="186606" y="229759"/>
                    <a:pt x="188006" y="228699"/>
                  </a:cubicBezTo>
                  <a:cubicBezTo>
                    <a:pt x="189832" y="227318"/>
                    <a:pt x="191592" y="225852"/>
                    <a:pt x="193274" y="224301"/>
                  </a:cubicBezTo>
                  <a:cubicBezTo>
                    <a:pt x="194583" y="225263"/>
                    <a:pt x="195878" y="226264"/>
                    <a:pt x="197148" y="227285"/>
                  </a:cubicBezTo>
                  <a:cubicBezTo>
                    <a:pt x="191867" y="237618"/>
                    <a:pt x="189118" y="249141"/>
                    <a:pt x="189223" y="261103"/>
                  </a:cubicBezTo>
                  <a:cubicBezTo>
                    <a:pt x="189452" y="287736"/>
                    <a:pt x="204215" y="311150"/>
                    <a:pt x="225901" y="323740"/>
                  </a:cubicBezTo>
                  <a:lnTo>
                    <a:pt x="10735" y="3237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4248773" y="2510280"/>
              <a:ext cx="82113" cy="74539"/>
            </a:xfrm>
            <a:custGeom>
              <a:rect b="b" l="l" r="r" t="t"/>
              <a:pathLst>
                <a:path extrusionOk="0" h="74539" w="82113">
                  <a:moveTo>
                    <a:pt x="67991" y="3088"/>
                  </a:moveTo>
                  <a:cubicBezTo>
                    <a:pt x="58836" y="-1833"/>
                    <a:pt x="48589" y="-760"/>
                    <a:pt x="41064" y="5509"/>
                  </a:cubicBezTo>
                  <a:cubicBezTo>
                    <a:pt x="33538" y="-760"/>
                    <a:pt x="23297" y="-1833"/>
                    <a:pt x="14136" y="3088"/>
                  </a:cubicBezTo>
                  <a:cubicBezTo>
                    <a:pt x="4549" y="8237"/>
                    <a:pt x="-3480" y="20644"/>
                    <a:pt x="1546" y="35721"/>
                  </a:cubicBezTo>
                  <a:cubicBezTo>
                    <a:pt x="5773" y="48403"/>
                    <a:pt x="17650" y="57578"/>
                    <a:pt x="29141" y="66444"/>
                  </a:cubicBezTo>
                  <a:cubicBezTo>
                    <a:pt x="32236" y="68833"/>
                    <a:pt x="35154" y="71091"/>
                    <a:pt x="37909" y="73394"/>
                  </a:cubicBezTo>
                  <a:cubicBezTo>
                    <a:pt x="38819" y="74160"/>
                    <a:pt x="39938" y="74539"/>
                    <a:pt x="41057" y="74539"/>
                  </a:cubicBezTo>
                  <a:cubicBezTo>
                    <a:pt x="42176" y="74539"/>
                    <a:pt x="43295" y="74160"/>
                    <a:pt x="44205" y="73394"/>
                  </a:cubicBezTo>
                  <a:cubicBezTo>
                    <a:pt x="46959" y="71084"/>
                    <a:pt x="49885" y="68826"/>
                    <a:pt x="52980" y="66438"/>
                  </a:cubicBezTo>
                  <a:cubicBezTo>
                    <a:pt x="64464" y="57571"/>
                    <a:pt x="76341" y="48403"/>
                    <a:pt x="80568" y="35721"/>
                  </a:cubicBezTo>
                  <a:cubicBezTo>
                    <a:pt x="85594" y="20651"/>
                    <a:pt x="77565" y="8237"/>
                    <a:pt x="67978" y="3088"/>
                  </a:cubicBezTo>
                  <a:close/>
                  <a:moveTo>
                    <a:pt x="71270" y="32620"/>
                  </a:moveTo>
                  <a:cubicBezTo>
                    <a:pt x="67985" y="42468"/>
                    <a:pt x="57312" y="50707"/>
                    <a:pt x="46992" y="58670"/>
                  </a:cubicBezTo>
                  <a:cubicBezTo>
                    <a:pt x="45029" y="60189"/>
                    <a:pt x="43027" y="61733"/>
                    <a:pt x="41064" y="63297"/>
                  </a:cubicBezTo>
                  <a:cubicBezTo>
                    <a:pt x="39107" y="61733"/>
                    <a:pt x="37098" y="60189"/>
                    <a:pt x="35141" y="58670"/>
                  </a:cubicBezTo>
                  <a:cubicBezTo>
                    <a:pt x="24822" y="50700"/>
                    <a:pt x="14142" y="42461"/>
                    <a:pt x="10864" y="32613"/>
                  </a:cubicBezTo>
                  <a:cubicBezTo>
                    <a:pt x="7618" y="22876"/>
                    <a:pt x="12507" y="15108"/>
                    <a:pt x="18789" y="11732"/>
                  </a:cubicBezTo>
                  <a:cubicBezTo>
                    <a:pt x="20948" y="10574"/>
                    <a:pt x="23507" y="9808"/>
                    <a:pt x="26157" y="9808"/>
                  </a:cubicBezTo>
                  <a:cubicBezTo>
                    <a:pt x="29946" y="9808"/>
                    <a:pt x="33924" y="11365"/>
                    <a:pt x="37203" y="15553"/>
                  </a:cubicBezTo>
                  <a:cubicBezTo>
                    <a:pt x="38132" y="16738"/>
                    <a:pt x="39558" y="17438"/>
                    <a:pt x="41064" y="17438"/>
                  </a:cubicBezTo>
                  <a:cubicBezTo>
                    <a:pt x="42569" y="17438"/>
                    <a:pt x="43995" y="16744"/>
                    <a:pt x="44924" y="15553"/>
                  </a:cubicBezTo>
                  <a:cubicBezTo>
                    <a:pt x="50500" y="8434"/>
                    <a:pt x="58097" y="8912"/>
                    <a:pt x="63339" y="11732"/>
                  </a:cubicBezTo>
                  <a:cubicBezTo>
                    <a:pt x="69620" y="15108"/>
                    <a:pt x="74509" y="22876"/>
                    <a:pt x="71263" y="32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27"/>
          <p:cNvGrpSpPr/>
          <p:nvPr/>
        </p:nvGrpSpPr>
        <p:grpSpPr>
          <a:xfrm>
            <a:off x="4014805" y="1311223"/>
            <a:ext cx="344377" cy="344690"/>
            <a:chOff x="4786756" y="2283196"/>
            <a:chExt cx="334704" cy="335041"/>
          </a:xfrm>
        </p:grpSpPr>
        <p:sp>
          <p:nvSpPr>
            <p:cNvPr id="433" name="Google Shape;433;p27"/>
            <p:cNvSpPr/>
            <p:nvPr/>
          </p:nvSpPr>
          <p:spPr>
            <a:xfrm>
              <a:off x="4786756" y="2283196"/>
              <a:ext cx="334704" cy="335041"/>
            </a:xfrm>
            <a:custGeom>
              <a:rect b="b" l="l" r="r" t="t"/>
              <a:pathLst>
                <a:path extrusionOk="0" h="335041" w="334704">
                  <a:moveTo>
                    <a:pt x="329972" y="290217"/>
                  </a:moveTo>
                  <a:lnTo>
                    <a:pt x="49963" y="290217"/>
                  </a:lnTo>
                  <a:lnTo>
                    <a:pt x="49963" y="4908"/>
                  </a:lnTo>
                  <a:cubicBezTo>
                    <a:pt x="49963" y="2199"/>
                    <a:pt x="47764" y="0"/>
                    <a:pt x="45056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40148" y="9816"/>
                  </a:lnTo>
                  <a:lnTo>
                    <a:pt x="40148" y="295124"/>
                  </a:lnTo>
                  <a:cubicBezTo>
                    <a:pt x="40148" y="297834"/>
                    <a:pt x="42346" y="300032"/>
                    <a:pt x="45056" y="300032"/>
                  </a:cubicBezTo>
                  <a:lnTo>
                    <a:pt x="69523" y="300032"/>
                  </a:lnTo>
                  <a:cubicBezTo>
                    <a:pt x="67036" y="303631"/>
                    <a:pt x="65577" y="307996"/>
                    <a:pt x="65577" y="312695"/>
                  </a:cubicBezTo>
                  <a:cubicBezTo>
                    <a:pt x="65577" y="325016"/>
                    <a:pt x="75602" y="335041"/>
                    <a:pt x="87917" y="335041"/>
                  </a:cubicBezTo>
                  <a:cubicBezTo>
                    <a:pt x="100233" y="335041"/>
                    <a:pt x="110258" y="325016"/>
                    <a:pt x="110258" y="312695"/>
                  </a:cubicBezTo>
                  <a:cubicBezTo>
                    <a:pt x="110258" y="307996"/>
                    <a:pt x="108798" y="303631"/>
                    <a:pt x="106312" y="300032"/>
                  </a:cubicBezTo>
                  <a:lnTo>
                    <a:pt x="265830" y="300032"/>
                  </a:lnTo>
                  <a:cubicBezTo>
                    <a:pt x="263343" y="303631"/>
                    <a:pt x="261884" y="307996"/>
                    <a:pt x="261884" y="312695"/>
                  </a:cubicBezTo>
                  <a:cubicBezTo>
                    <a:pt x="261884" y="325016"/>
                    <a:pt x="271909" y="335041"/>
                    <a:pt x="284224" y="335041"/>
                  </a:cubicBezTo>
                  <a:cubicBezTo>
                    <a:pt x="296540" y="335041"/>
                    <a:pt x="306565" y="325016"/>
                    <a:pt x="306565" y="312695"/>
                  </a:cubicBezTo>
                  <a:cubicBezTo>
                    <a:pt x="306565" y="307996"/>
                    <a:pt x="305105" y="303631"/>
                    <a:pt x="302619" y="300032"/>
                  </a:cubicBezTo>
                  <a:lnTo>
                    <a:pt x="329959" y="300032"/>
                  </a:lnTo>
                  <a:cubicBezTo>
                    <a:pt x="336286" y="300032"/>
                    <a:pt x="336286" y="290217"/>
                    <a:pt x="329959" y="290217"/>
                  </a:cubicBezTo>
                  <a:close/>
                  <a:moveTo>
                    <a:pt x="87917" y="325226"/>
                  </a:moveTo>
                  <a:cubicBezTo>
                    <a:pt x="81007" y="325226"/>
                    <a:pt x="75392" y="319605"/>
                    <a:pt x="75392" y="312695"/>
                  </a:cubicBezTo>
                  <a:cubicBezTo>
                    <a:pt x="75392" y="305784"/>
                    <a:pt x="81013" y="300163"/>
                    <a:pt x="87917" y="300163"/>
                  </a:cubicBezTo>
                  <a:cubicBezTo>
                    <a:pt x="94821" y="300163"/>
                    <a:pt x="100442" y="305784"/>
                    <a:pt x="100442" y="312695"/>
                  </a:cubicBezTo>
                  <a:cubicBezTo>
                    <a:pt x="100442" y="319605"/>
                    <a:pt x="94821" y="325226"/>
                    <a:pt x="87917" y="325226"/>
                  </a:cubicBezTo>
                  <a:close/>
                  <a:moveTo>
                    <a:pt x="284231" y="325226"/>
                  </a:moveTo>
                  <a:cubicBezTo>
                    <a:pt x="277320" y="325226"/>
                    <a:pt x="271706" y="319605"/>
                    <a:pt x="271706" y="312695"/>
                  </a:cubicBezTo>
                  <a:cubicBezTo>
                    <a:pt x="271706" y="305784"/>
                    <a:pt x="277327" y="300163"/>
                    <a:pt x="284231" y="300163"/>
                  </a:cubicBezTo>
                  <a:cubicBezTo>
                    <a:pt x="291134" y="300163"/>
                    <a:pt x="296755" y="305784"/>
                    <a:pt x="296755" y="312695"/>
                  </a:cubicBezTo>
                  <a:cubicBezTo>
                    <a:pt x="296755" y="319605"/>
                    <a:pt x="291134" y="325226"/>
                    <a:pt x="284231" y="325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4854492" y="2439010"/>
              <a:ext cx="114745" cy="114771"/>
            </a:xfrm>
            <a:custGeom>
              <a:rect b="b" l="l" r="r" t="t"/>
              <a:pathLst>
                <a:path extrusionOk="0" h="114771" w="114745">
                  <a:moveTo>
                    <a:pt x="4908" y="114771"/>
                  </a:moveTo>
                  <a:lnTo>
                    <a:pt x="109837" y="114771"/>
                  </a:lnTo>
                  <a:cubicBezTo>
                    <a:pt x="112547" y="114771"/>
                    <a:pt x="114745" y="112573"/>
                    <a:pt x="114745" y="109864"/>
                  </a:cubicBezTo>
                  <a:lnTo>
                    <a:pt x="114745" y="4908"/>
                  </a:lnTo>
                  <a:cubicBezTo>
                    <a:pt x="114745" y="2199"/>
                    <a:pt x="112547" y="0"/>
                    <a:pt x="109837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109864"/>
                  </a:lnTo>
                  <a:cubicBezTo>
                    <a:pt x="0" y="112573"/>
                    <a:pt x="2199" y="114771"/>
                    <a:pt x="4908" y="114771"/>
                  </a:cubicBezTo>
                  <a:close/>
                  <a:moveTo>
                    <a:pt x="9816" y="104956"/>
                  </a:moveTo>
                  <a:lnTo>
                    <a:pt x="9816" y="28675"/>
                  </a:lnTo>
                  <a:lnTo>
                    <a:pt x="39211" y="28675"/>
                  </a:lnTo>
                  <a:lnTo>
                    <a:pt x="39211" y="40283"/>
                  </a:lnTo>
                  <a:cubicBezTo>
                    <a:pt x="39211" y="42993"/>
                    <a:pt x="41409" y="45191"/>
                    <a:pt x="44118" y="45191"/>
                  </a:cubicBezTo>
                  <a:lnTo>
                    <a:pt x="70634" y="45191"/>
                  </a:lnTo>
                  <a:cubicBezTo>
                    <a:pt x="73343" y="45191"/>
                    <a:pt x="75542" y="42993"/>
                    <a:pt x="75542" y="40283"/>
                  </a:cubicBezTo>
                  <a:lnTo>
                    <a:pt x="75542" y="28675"/>
                  </a:lnTo>
                  <a:lnTo>
                    <a:pt x="104936" y="28675"/>
                  </a:lnTo>
                  <a:lnTo>
                    <a:pt x="104936" y="104956"/>
                  </a:lnTo>
                  <a:lnTo>
                    <a:pt x="9822" y="104956"/>
                  </a:lnTo>
                  <a:close/>
                  <a:moveTo>
                    <a:pt x="104930" y="18859"/>
                  </a:moveTo>
                  <a:lnTo>
                    <a:pt x="75535" y="18859"/>
                  </a:lnTo>
                  <a:lnTo>
                    <a:pt x="75535" y="9816"/>
                  </a:lnTo>
                  <a:lnTo>
                    <a:pt x="104930" y="9816"/>
                  </a:lnTo>
                  <a:lnTo>
                    <a:pt x="104930" y="18859"/>
                  </a:lnTo>
                  <a:close/>
                  <a:moveTo>
                    <a:pt x="65726" y="9816"/>
                  </a:moveTo>
                  <a:lnTo>
                    <a:pt x="65726" y="35382"/>
                  </a:lnTo>
                  <a:lnTo>
                    <a:pt x="49026" y="35382"/>
                  </a:lnTo>
                  <a:lnTo>
                    <a:pt x="49026" y="9816"/>
                  </a:lnTo>
                  <a:lnTo>
                    <a:pt x="65726" y="9816"/>
                  </a:lnTo>
                  <a:close/>
                  <a:moveTo>
                    <a:pt x="39211" y="9816"/>
                  </a:moveTo>
                  <a:lnTo>
                    <a:pt x="39211" y="18866"/>
                  </a:lnTo>
                  <a:lnTo>
                    <a:pt x="9816" y="18866"/>
                  </a:lnTo>
                  <a:lnTo>
                    <a:pt x="9816" y="9822"/>
                  </a:lnTo>
                  <a:lnTo>
                    <a:pt x="39211" y="98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4920578" y="2516836"/>
              <a:ext cx="9815" cy="18991"/>
            </a:xfrm>
            <a:custGeom>
              <a:rect b="b" l="l" r="r" t="t"/>
              <a:pathLst>
                <a:path extrusionOk="0" h="18991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14246"/>
                  </a:lnTo>
                  <a:cubicBezTo>
                    <a:pt x="0" y="20574"/>
                    <a:pt x="9816" y="20574"/>
                    <a:pt x="9816" y="14246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4940183" y="2516836"/>
              <a:ext cx="9815" cy="18991"/>
            </a:xfrm>
            <a:custGeom>
              <a:rect b="b" l="l" r="r" t="t"/>
              <a:pathLst>
                <a:path extrusionOk="0" h="18991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14246"/>
                  </a:lnTo>
                  <a:cubicBezTo>
                    <a:pt x="0" y="20574"/>
                    <a:pt x="9816" y="20574"/>
                    <a:pt x="9816" y="14246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4977842" y="2439010"/>
              <a:ext cx="114745" cy="114771"/>
            </a:xfrm>
            <a:custGeom>
              <a:rect b="b" l="l" r="r" t="t"/>
              <a:pathLst>
                <a:path extrusionOk="0" h="114771" w="114745">
                  <a:moveTo>
                    <a:pt x="4901" y="114771"/>
                  </a:moveTo>
                  <a:lnTo>
                    <a:pt x="15699" y="114771"/>
                  </a:lnTo>
                  <a:cubicBezTo>
                    <a:pt x="22026" y="114771"/>
                    <a:pt x="22026" y="104956"/>
                    <a:pt x="15699" y="104956"/>
                  </a:cubicBezTo>
                  <a:lnTo>
                    <a:pt x="9809" y="104956"/>
                  </a:lnTo>
                  <a:lnTo>
                    <a:pt x="9809" y="28675"/>
                  </a:lnTo>
                  <a:lnTo>
                    <a:pt x="39204" y="28675"/>
                  </a:lnTo>
                  <a:lnTo>
                    <a:pt x="39204" y="40283"/>
                  </a:lnTo>
                  <a:cubicBezTo>
                    <a:pt x="39204" y="42993"/>
                    <a:pt x="41402" y="45191"/>
                    <a:pt x="44112" y="45191"/>
                  </a:cubicBezTo>
                  <a:lnTo>
                    <a:pt x="70627" y="45191"/>
                  </a:lnTo>
                  <a:cubicBezTo>
                    <a:pt x="73336" y="45191"/>
                    <a:pt x="75535" y="42993"/>
                    <a:pt x="75535" y="40283"/>
                  </a:cubicBezTo>
                  <a:lnTo>
                    <a:pt x="75535" y="28675"/>
                  </a:lnTo>
                  <a:lnTo>
                    <a:pt x="104930" y="28675"/>
                  </a:lnTo>
                  <a:lnTo>
                    <a:pt x="104930" y="104956"/>
                  </a:lnTo>
                  <a:lnTo>
                    <a:pt x="37300" y="104956"/>
                  </a:lnTo>
                  <a:cubicBezTo>
                    <a:pt x="30972" y="104956"/>
                    <a:pt x="30972" y="114771"/>
                    <a:pt x="37300" y="114771"/>
                  </a:cubicBezTo>
                  <a:lnTo>
                    <a:pt x="109837" y="114771"/>
                  </a:lnTo>
                  <a:cubicBezTo>
                    <a:pt x="112547" y="114771"/>
                    <a:pt x="114745" y="112573"/>
                    <a:pt x="114745" y="109864"/>
                  </a:cubicBezTo>
                  <a:lnTo>
                    <a:pt x="114745" y="4908"/>
                  </a:lnTo>
                  <a:cubicBezTo>
                    <a:pt x="114745" y="2199"/>
                    <a:pt x="112547" y="0"/>
                    <a:pt x="109837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109864"/>
                  </a:lnTo>
                  <a:cubicBezTo>
                    <a:pt x="0" y="112573"/>
                    <a:pt x="2199" y="114771"/>
                    <a:pt x="4908" y="114771"/>
                  </a:cubicBezTo>
                  <a:close/>
                  <a:moveTo>
                    <a:pt x="104923" y="18859"/>
                  </a:moveTo>
                  <a:lnTo>
                    <a:pt x="75529" y="18859"/>
                  </a:lnTo>
                  <a:lnTo>
                    <a:pt x="75529" y="9816"/>
                  </a:lnTo>
                  <a:lnTo>
                    <a:pt x="104923" y="9816"/>
                  </a:lnTo>
                  <a:lnTo>
                    <a:pt x="104923" y="18859"/>
                  </a:lnTo>
                  <a:close/>
                  <a:moveTo>
                    <a:pt x="65713" y="9816"/>
                  </a:moveTo>
                  <a:lnTo>
                    <a:pt x="65713" y="35382"/>
                  </a:lnTo>
                  <a:lnTo>
                    <a:pt x="49013" y="35382"/>
                  </a:lnTo>
                  <a:lnTo>
                    <a:pt x="49013" y="9816"/>
                  </a:lnTo>
                  <a:lnTo>
                    <a:pt x="65713" y="9816"/>
                  </a:lnTo>
                  <a:close/>
                  <a:moveTo>
                    <a:pt x="39197" y="9816"/>
                  </a:moveTo>
                  <a:lnTo>
                    <a:pt x="39197" y="18866"/>
                  </a:lnTo>
                  <a:lnTo>
                    <a:pt x="9803" y="18866"/>
                  </a:lnTo>
                  <a:lnTo>
                    <a:pt x="9803" y="9822"/>
                  </a:lnTo>
                  <a:lnTo>
                    <a:pt x="39197" y="98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5043915" y="2516998"/>
              <a:ext cx="9815" cy="18829"/>
            </a:xfrm>
            <a:custGeom>
              <a:rect b="b" l="l" r="r" t="t"/>
              <a:pathLst>
                <a:path extrusionOk="0" h="18829" w="9815">
                  <a:moveTo>
                    <a:pt x="9816" y="14084"/>
                  </a:moveTo>
                  <a:lnTo>
                    <a:pt x="9816" y="4746"/>
                  </a:lnTo>
                  <a:cubicBezTo>
                    <a:pt x="9816" y="-1582"/>
                    <a:pt x="0" y="-1582"/>
                    <a:pt x="0" y="4746"/>
                  </a:cubicBezTo>
                  <a:lnTo>
                    <a:pt x="0" y="14084"/>
                  </a:lnTo>
                  <a:cubicBezTo>
                    <a:pt x="0" y="20412"/>
                    <a:pt x="9816" y="20412"/>
                    <a:pt x="9816" y="140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5063520" y="2516998"/>
              <a:ext cx="9815" cy="18829"/>
            </a:xfrm>
            <a:custGeom>
              <a:rect b="b" l="l" r="r" t="t"/>
              <a:pathLst>
                <a:path extrusionOk="0" h="18829" w="9815">
                  <a:moveTo>
                    <a:pt x="9816" y="14084"/>
                  </a:moveTo>
                  <a:lnTo>
                    <a:pt x="9816" y="4746"/>
                  </a:lnTo>
                  <a:cubicBezTo>
                    <a:pt x="9816" y="-1582"/>
                    <a:pt x="0" y="-1582"/>
                    <a:pt x="0" y="4746"/>
                  </a:cubicBezTo>
                  <a:lnTo>
                    <a:pt x="0" y="14084"/>
                  </a:lnTo>
                  <a:cubicBezTo>
                    <a:pt x="0" y="20412"/>
                    <a:pt x="9816" y="20412"/>
                    <a:pt x="9816" y="140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4854499" y="2316282"/>
              <a:ext cx="114745" cy="114777"/>
            </a:xfrm>
            <a:custGeom>
              <a:rect b="b" l="l" r="r" t="t"/>
              <a:pathLst>
                <a:path extrusionOk="0" h="114777" w="114745">
                  <a:moveTo>
                    <a:pt x="4901" y="114778"/>
                  </a:moveTo>
                  <a:lnTo>
                    <a:pt x="109831" y="114778"/>
                  </a:lnTo>
                  <a:cubicBezTo>
                    <a:pt x="112540" y="114778"/>
                    <a:pt x="114739" y="112579"/>
                    <a:pt x="114739" y="109870"/>
                  </a:cubicBezTo>
                  <a:lnTo>
                    <a:pt x="114739" y="85462"/>
                  </a:lnTo>
                  <a:cubicBezTo>
                    <a:pt x="114739" y="79134"/>
                    <a:pt x="104923" y="79134"/>
                    <a:pt x="104923" y="85462"/>
                  </a:cubicBezTo>
                  <a:lnTo>
                    <a:pt x="104923" y="104962"/>
                  </a:lnTo>
                  <a:lnTo>
                    <a:pt x="9809" y="104962"/>
                  </a:lnTo>
                  <a:lnTo>
                    <a:pt x="9809" y="28681"/>
                  </a:lnTo>
                  <a:lnTo>
                    <a:pt x="39204" y="28681"/>
                  </a:lnTo>
                  <a:lnTo>
                    <a:pt x="39204" y="40290"/>
                  </a:lnTo>
                  <a:cubicBezTo>
                    <a:pt x="39204" y="42999"/>
                    <a:pt x="41402" y="45198"/>
                    <a:pt x="44112" y="45198"/>
                  </a:cubicBezTo>
                  <a:lnTo>
                    <a:pt x="70627" y="45198"/>
                  </a:lnTo>
                  <a:cubicBezTo>
                    <a:pt x="73336" y="45198"/>
                    <a:pt x="75535" y="42999"/>
                    <a:pt x="75535" y="40290"/>
                  </a:cubicBezTo>
                  <a:lnTo>
                    <a:pt x="75535" y="28681"/>
                  </a:lnTo>
                  <a:lnTo>
                    <a:pt x="104930" y="28681"/>
                  </a:lnTo>
                  <a:lnTo>
                    <a:pt x="104930" y="63756"/>
                  </a:lnTo>
                  <a:cubicBezTo>
                    <a:pt x="104930" y="70084"/>
                    <a:pt x="114745" y="70084"/>
                    <a:pt x="114745" y="63756"/>
                  </a:cubicBezTo>
                  <a:lnTo>
                    <a:pt x="114745" y="4908"/>
                  </a:lnTo>
                  <a:cubicBezTo>
                    <a:pt x="114745" y="2199"/>
                    <a:pt x="112546" y="0"/>
                    <a:pt x="109837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109864"/>
                  </a:lnTo>
                  <a:cubicBezTo>
                    <a:pt x="0" y="112573"/>
                    <a:pt x="2199" y="114771"/>
                    <a:pt x="4908" y="114771"/>
                  </a:cubicBezTo>
                  <a:close/>
                  <a:moveTo>
                    <a:pt x="104923" y="18872"/>
                  </a:moveTo>
                  <a:lnTo>
                    <a:pt x="75528" y="18872"/>
                  </a:lnTo>
                  <a:lnTo>
                    <a:pt x="75528" y="9822"/>
                  </a:lnTo>
                  <a:lnTo>
                    <a:pt x="104923" y="9822"/>
                  </a:lnTo>
                  <a:lnTo>
                    <a:pt x="104923" y="18872"/>
                  </a:lnTo>
                  <a:close/>
                  <a:moveTo>
                    <a:pt x="65719" y="9822"/>
                  </a:moveTo>
                  <a:lnTo>
                    <a:pt x="65719" y="35389"/>
                  </a:lnTo>
                  <a:lnTo>
                    <a:pt x="49020" y="35389"/>
                  </a:lnTo>
                  <a:lnTo>
                    <a:pt x="49020" y="9822"/>
                  </a:lnTo>
                  <a:lnTo>
                    <a:pt x="65719" y="9822"/>
                  </a:lnTo>
                  <a:close/>
                  <a:moveTo>
                    <a:pt x="39204" y="9822"/>
                  </a:moveTo>
                  <a:lnTo>
                    <a:pt x="39204" y="18866"/>
                  </a:lnTo>
                  <a:lnTo>
                    <a:pt x="9809" y="18866"/>
                  </a:lnTo>
                  <a:lnTo>
                    <a:pt x="9809" y="9822"/>
                  </a:lnTo>
                  <a:lnTo>
                    <a:pt x="39204" y="98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4920578" y="2394114"/>
              <a:ext cx="9815" cy="18991"/>
            </a:xfrm>
            <a:custGeom>
              <a:rect b="b" l="l" r="r" t="t"/>
              <a:pathLst>
                <a:path extrusionOk="0" h="18991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14246"/>
                  </a:lnTo>
                  <a:cubicBezTo>
                    <a:pt x="0" y="20574"/>
                    <a:pt x="9816" y="20574"/>
                    <a:pt x="9816" y="14246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4940183" y="2394275"/>
              <a:ext cx="9815" cy="18829"/>
            </a:xfrm>
            <a:custGeom>
              <a:rect b="b" l="l" r="r" t="t"/>
              <a:pathLst>
                <a:path extrusionOk="0" h="18829" w="9815">
                  <a:moveTo>
                    <a:pt x="0" y="4746"/>
                  </a:moveTo>
                  <a:lnTo>
                    <a:pt x="0" y="14084"/>
                  </a:lnTo>
                  <a:cubicBezTo>
                    <a:pt x="0" y="20412"/>
                    <a:pt x="9816" y="20412"/>
                    <a:pt x="9816" y="14084"/>
                  </a:cubicBezTo>
                  <a:lnTo>
                    <a:pt x="9816" y="4746"/>
                  </a:lnTo>
                  <a:cubicBezTo>
                    <a:pt x="9816" y="-1582"/>
                    <a:pt x="0" y="-1582"/>
                    <a:pt x="0" y="47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27"/>
          <p:cNvGrpSpPr/>
          <p:nvPr/>
        </p:nvGrpSpPr>
        <p:grpSpPr>
          <a:xfrm>
            <a:off x="4784240" y="1311297"/>
            <a:ext cx="344724" cy="344542"/>
            <a:chOff x="5342776" y="2261877"/>
            <a:chExt cx="335041" cy="334897"/>
          </a:xfrm>
        </p:grpSpPr>
        <p:sp>
          <p:nvSpPr>
            <p:cNvPr id="444" name="Google Shape;444;p27"/>
            <p:cNvSpPr/>
            <p:nvPr/>
          </p:nvSpPr>
          <p:spPr>
            <a:xfrm>
              <a:off x="5342776" y="2261877"/>
              <a:ext cx="335041" cy="334897"/>
            </a:xfrm>
            <a:custGeom>
              <a:rect b="b" l="l" r="r" t="t"/>
              <a:pathLst>
                <a:path extrusionOk="0" h="334897" w="335041">
                  <a:moveTo>
                    <a:pt x="305287" y="7"/>
                  </a:moveTo>
                  <a:lnTo>
                    <a:pt x="83106" y="7"/>
                  </a:lnTo>
                  <a:cubicBezTo>
                    <a:pt x="76778" y="7"/>
                    <a:pt x="76778" y="9822"/>
                    <a:pt x="83106" y="9822"/>
                  </a:cubicBezTo>
                  <a:lnTo>
                    <a:pt x="305287" y="9822"/>
                  </a:lnTo>
                  <a:cubicBezTo>
                    <a:pt x="316281" y="9822"/>
                    <a:pt x="325226" y="18768"/>
                    <a:pt x="325226" y="29761"/>
                  </a:cubicBezTo>
                  <a:lnTo>
                    <a:pt x="325226" y="282757"/>
                  </a:lnTo>
                  <a:cubicBezTo>
                    <a:pt x="325226" y="293750"/>
                    <a:pt x="316281" y="302696"/>
                    <a:pt x="305287" y="302696"/>
                  </a:cubicBezTo>
                  <a:lnTo>
                    <a:pt x="29755" y="302696"/>
                  </a:lnTo>
                  <a:cubicBezTo>
                    <a:pt x="18761" y="302696"/>
                    <a:pt x="9816" y="293750"/>
                    <a:pt x="9816" y="282757"/>
                  </a:cubicBezTo>
                  <a:lnTo>
                    <a:pt x="9816" y="233031"/>
                  </a:lnTo>
                  <a:lnTo>
                    <a:pt x="30101" y="233031"/>
                  </a:lnTo>
                  <a:lnTo>
                    <a:pt x="30101" y="257975"/>
                  </a:lnTo>
                  <a:cubicBezTo>
                    <a:pt x="30101" y="271214"/>
                    <a:pt x="40872" y="281985"/>
                    <a:pt x="54110" y="281985"/>
                  </a:cubicBezTo>
                  <a:lnTo>
                    <a:pt x="229032" y="281985"/>
                  </a:lnTo>
                  <a:cubicBezTo>
                    <a:pt x="235360" y="281985"/>
                    <a:pt x="235360" y="272169"/>
                    <a:pt x="229032" y="272169"/>
                  </a:cubicBezTo>
                  <a:lnTo>
                    <a:pt x="54110" y="272169"/>
                  </a:lnTo>
                  <a:cubicBezTo>
                    <a:pt x="46284" y="272169"/>
                    <a:pt x="39917" y="265802"/>
                    <a:pt x="39917" y="257975"/>
                  </a:cubicBezTo>
                  <a:lnTo>
                    <a:pt x="39917" y="233031"/>
                  </a:lnTo>
                  <a:lnTo>
                    <a:pt x="55530" y="233031"/>
                  </a:lnTo>
                  <a:cubicBezTo>
                    <a:pt x="58240" y="233031"/>
                    <a:pt x="60438" y="230832"/>
                    <a:pt x="60438" y="228123"/>
                  </a:cubicBezTo>
                  <a:lnTo>
                    <a:pt x="60438" y="198283"/>
                  </a:lnTo>
                  <a:cubicBezTo>
                    <a:pt x="60438" y="195574"/>
                    <a:pt x="58240" y="193375"/>
                    <a:pt x="55530" y="193375"/>
                  </a:cubicBezTo>
                  <a:lnTo>
                    <a:pt x="39917" y="193375"/>
                  </a:lnTo>
                  <a:lnTo>
                    <a:pt x="39917" y="119143"/>
                  </a:lnTo>
                  <a:lnTo>
                    <a:pt x="55530" y="119143"/>
                  </a:lnTo>
                  <a:cubicBezTo>
                    <a:pt x="58240" y="119143"/>
                    <a:pt x="60438" y="116944"/>
                    <a:pt x="60438" y="114235"/>
                  </a:cubicBezTo>
                  <a:lnTo>
                    <a:pt x="60438" y="84395"/>
                  </a:lnTo>
                  <a:cubicBezTo>
                    <a:pt x="60438" y="81686"/>
                    <a:pt x="58240" y="79487"/>
                    <a:pt x="55530" y="79487"/>
                  </a:cubicBezTo>
                  <a:lnTo>
                    <a:pt x="39917" y="79487"/>
                  </a:lnTo>
                  <a:lnTo>
                    <a:pt x="39917" y="54536"/>
                  </a:lnTo>
                  <a:cubicBezTo>
                    <a:pt x="39917" y="46709"/>
                    <a:pt x="46284" y="40342"/>
                    <a:pt x="54110" y="40342"/>
                  </a:cubicBezTo>
                  <a:lnTo>
                    <a:pt x="280924" y="40342"/>
                  </a:lnTo>
                  <a:cubicBezTo>
                    <a:pt x="288751" y="40342"/>
                    <a:pt x="295118" y="46709"/>
                    <a:pt x="295118" y="54536"/>
                  </a:cubicBezTo>
                  <a:lnTo>
                    <a:pt x="295118" y="108411"/>
                  </a:lnTo>
                  <a:lnTo>
                    <a:pt x="287318" y="108411"/>
                  </a:lnTo>
                  <a:cubicBezTo>
                    <a:pt x="276507" y="108411"/>
                    <a:pt x="267712" y="117206"/>
                    <a:pt x="267712" y="128016"/>
                  </a:cubicBezTo>
                  <a:lnTo>
                    <a:pt x="267712" y="189429"/>
                  </a:lnTo>
                  <a:cubicBezTo>
                    <a:pt x="267712" y="200207"/>
                    <a:pt x="276481" y="208976"/>
                    <a:pt x="287259" y="208976"/>
                  </a:cubicBezTo>
                  <a:lnTo>
                    <a:pt x="295118" y="208976"/>
                  </a:lnTo>
                  <a:lnTo>
                    <a:pt x="295118" y="257982"/>
                  </a:lnTo>
                  <a:cubicBezTo>
                    <a:pt x="295118" y="265808"/>
                    <a:pt x="288751" y="272175"/>
                    <a:pt x="280924" y="272175"/>
                  </a:cubicBezTo>
                  <a:lnTo>
                    <a:pt x="253238" y="272175"/>
                  </a:lnTo>
                  <a:cubicBezTo>
                    <a:pt x="246910" y="272175"/>
                    <a:pt x="246910" y="281991"/>
                    <a:pt x="253238" y="281991"/>
                  </a:cubicBezTo>
                  <a:lnTo>
                    <a:pt x="280924" y="281991"/>
                  </a:lnTo>
                  <a:cubicBezTo>
                    <a:pt x="294162" y="281991"/>
                    <a:pt x="304934" y="271220"/>
                    <a:pt x="304934" y="257982"/>
                  </a:cubicBezTo>
                  <a:lnTo>
                    <a:pt x="304934" y="54536"/>
                  </a:lnTo>
                  <a:cubicBezTo>
                    <a:pt x="304934" y="41298"/>
                    <a:pt x="294162" y="30527"/>
                    <a:pt x="280924" y="30527"/>
                  </a:cubicBezTo>
                  <a:lnTo>
                    <a:pt x="54110" y="30527"/>
                  </a:lnTo>
                  <a:cubicBezTo>
                    <a:pt x="40872" y="30527"/>
                    <a:pt x="30101" y="41298"/>
                    <a:pt x="30101" y="54536"/>
                  </a:cubicBezTo>
                  <a:lnTo>
                    <a:pt x="30101" y="79481"/>
                  </a:lnTo>
                  <a:lnTo>
                    <a:pt x="9816" y="79481"/>
                  </a:lnTo>
                  <a:lnTo>
                    <a:pt x="9816" y="29755"/>
                  </a:lnTo>
                  <a:cubicBezTo>
                    <a:pt x="9816" y="18761"/>
                    <a:pt x="18761" y="9816"/>
                    <a:pt x="29755" y="9816"/>
                  </a:cubicBezTo>
                  <a:lnTo>
                    <a:pt x="54968" y="9816"/>
                  </a:lnTo>
                  <a:cubicBezTo>
                    <a:pt x="61296" y="9816"/>
                    <a:pt x="61296" y="0"/>
                    <a:pt x="54968" y="0"/>
                  </a:cubicBezTo>
                  <a:lnTo>
                    <a:pt x="29755" y="0"/>
                  </a:lnTo>
                  <a:cubicBezTo>
                    <a:pt x="13349" y="0"/>
                    <a:pt x="0" y="13349"/>
                    <a:pt x="0" y="29755"/>
                  </a:cubicBezTo>
                  <a:lnTo>
                    <a:pt x="0" y="282750"/>
                  </a:lnTo>
                  <a:cubicBezTo>
                    <a:pt x="0" y="299155"/>
                    <a:pt x="13349" y="312505"/>
                    <a:pt x="29755" y="312505"/>
                  </a:cubicBezTo>
                  <a:lnTo>
                    <a:pt x="59548" y="312505"/>
                  </a:lnTo>
                  <a:lnTo>
                    <a:pt x="59548" y="329990"/>
                  </a:lnTo>
                  <a:cubicBezTo>
                    <a:pt x="59548" y="332699"/>
                    <a:pt x="61747" y="334898"/>
                    <a:pt x="64456" y="334898"/>
                  </a:cubicBezTo>
                  <a:lnTo>
                    <a:pt x="125313" y="334898"/>
                  </a:lnTo>
                  <a:cubicBezTo>
                    <a:pt x="128023" y="334898"/>
                    <a:pt x="130221" y="332699"/>
                    <a:pt x="130221" y="329990"/>
                  </a:cubicBezTo>
                  <a:lnTo>
                    <a:pt x="130221" y="312505"/>
                  </a:lnTo>
                  <a:lnTo>
                    <a:pt x="205475" y="312505"/>
                  </a:lnTo>
                  <a:lnTo>
                    <a:pt x="205475" y="329990"/>
                  </a:lnTo>
                  <a:cubicBezTo>
                    <a:pt x="205475" y="332699"/>
                    <a:pt x="207673" y="334898"/>
                    <a:pt x="210382" y="334898"/>
                  </a:cubicBezTo>
                  <a:lnTo>
                    <a:pt x="271240" y="334898"/>
                  </a:lnTo>
                  <a:cubicBezTo>
                    <a:pt x="273949" y="334898"/>
                    <a:pt x="276147" y="332699"/>
                    <a:pt x="276147" y="329990"/>
                  </a:cubicBezTo>
                  <a:lnTo>
                    <a:pt x="276147" y="312505"/>
                  </a:lnTo>
                  <a:lnTo>
                    <a:pt x="305287" y="312505"/>
                  </a:lnTo>
                  <a:cubicBezTo>
                    <a:pt x="321692" y="312505"/>
                    <a:pt x="335041" y="299155"/>
                    <a:pt x="335041" y="282750"/>
                  </a:cubicBezTo>
                  <a:lnTo>
                    <a:pt x="335041" y="29755"/>
                  </a:lnTo>
                  <a:cubicBezTo>
                    <a:pt x="335041" y="13349"/>
                    <a:pt x="321692" y="0"/>
                    <a:pt x="305287" y="0"/>
                  </a:cubicBezTo>
                  <a:close/>
                  <a:moveTo>
                    <a:pt x="287265" y="199160"/>
                  </a:moveTo>
                  <a:cubicBezTo>
                    <a:pt x="281899" y="199160"/>
                    <a:pt x="277535" y="194795"/>
                    <a:pt x="277535" y="189429"/>
                  </a:cubicBezTo>
                  <a:lnTo>
                    <a:pt x="277535" y="128016"/>
                  </a:lnTo>
                  <a:cubicBezTo>
                    <a:pt x="277535" y="122617"/>
                    <a:pt x="281926" y="118226"/>
                    <a:pt x="287324" y="118226"/>
                  </a:cubicBezTo>
                  <a:lnTo>
                    <a:pt x="295124" y="118226"/>
                  </a:lnTo>
                  <a:lnTo>
                    <a:pt x="295124" y="199160"/>
                  </a:lnTo>
                  <a:lnTo>
                    <a:pt x="287265" y="199160"/>
                  </a:lnTo>
                  <a:close/>
                  <a:moveTo>
                    <a:pt x="50629" y="223215"/>
                  </a:moveTo>
                  <a:lnTo>
                    <a:pt x="9822" y="223215"/>
                  </a:lnTo>
                  <a:lnTo>
                    <a:pt x="9822" y="203191"/>
                  </a:lnTo>
                  <a:lnTo>
                    <a:pt x="50636" y="203191"/>
                  </a:lnTo>
                  <a:cubicBezTo>
                    <a:pt x="50636" y="203191"/>
                    <a:pt x="50636" y="223215"/>
                    <a:pt x="50636" y="223215"/>
                  </a:cubicBezTo>
                  <a:close/>
                  <a:moveTo>
                    <a:pt x="30101" y="193375"/>
                  </a:moveTo>
                  <a:lnTo>
                    <a:pt x="9816" y="193375"/>
                  </a:lnTo>
                  <a:lnTo>
                    <a:pt x="9816" y="119143"/>
                  </a:lnTo>
                  <a:lnTo>
                    <a:pt x="30101" y="119143"/>
                  </a:lnTo>
                  <a:lnTo>
                    <a:pt x="30101" y="193375"/>
                  </a:lnTo>
                  <a:close/>
                  <a:moveTo>
                    <a:pt x="50629" y="89303"/>
                  </a:moveTo>
                  <a:lnTo>
                    <a:pt x="50629" y="109327"/>
                  </a:lnTo>
                  <a:lnTo>
                    <a:pt x="9822" y="109327"/>
                  </a:lnTo>
                  <a:lnTo>
                    <a:pt x="9822" y="89303"/>
                  </a:lnTo>
                  <a:lnTo>
                    <a:pt x="50629" y="89303"/>
                  </a:lnTo>
                  <a:close/>
                  <a:moveTo>
                    <a:pt x="120406" y="325088"/>
                  </a:moveTo>
                  <a:lnTo>
                    <a:pt x="69364" y="325088"/>
                  </a:lnTo>
                  <a:lnTo>
                    <a:pt x="69364" y="312655"/>
                  </a:lnTo>
                  <a:lnTo>
                    <a:pt x="120406" y="312655"/>
                  </a:lnTo>
                  <a:lnTo>
                    <a:pt x="120406" y="325088"/>
                  </a:lnTo>
                  <a:close/>
                  <a:moveTo>
                    <a:pt x="266332" y="325088"/>
                  </a:moveTo>
                  <a:lnTo>
                    <a:pt x="215290" y="325088"/>
                  </a:lnTo>
                  <a:lnTo>
                    <a:pt x="215290" y="312655"/>
                  </a:lnTo>
                  <a:lnTo>
                    <a:pt x="266332" y="312655"/>
                  </a:lnTo>
                  <a:lnTo>
                    <a:pt x="266332" y="3250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5459347" y="2367186"/>
              <a:ext cx="101899" cy="101899"/>
            </a:xfrm>
            <a:custGeom>
              <a:rect b="b" l="l" r="r" t="t"/>
              <a:pathLst>
                <a:path extrusionOk="0" h="101899" w="101899">
                  <a:moveTo>
                    <a:pt x="0" y="50950"/>
                  </a:moveTo>
                  <a:cubicBezTo>
                    <a:pt x="0" y="79042"/>
                    <a:pt x="22857" y="101900"/>
                    <a:pt x="50950" y="101900"/>
                  </a:cubicBezTo>
                  <a:cubicBezTo>
                    <a:pt x="79042" y="101900"/>
                    <a:pt x="101900" y="79042"/>
                    <a:pt x="101900" y="50950"/>
                  </a:cubicBezTo>
                  <a:cubicBezTo>
                    <a:pt x="101900" y="22857"/>
                    <a:pt x="79042" y="0"/>
                    <a:pt x="50950" y="0"/>
                  </a:cubicBezTo>
                  <a:cubicBezTo>
                    <a:pt x="22857" y="0"/>
                    <a:pt x="0" y="22857"/>
                    <a:pt x="0" y="50950"/>
                  </a:cubicBezTo>
                  <a:close/>
                  <a:moveTo>
                    <a:pt x="92084" y="50950"/>
                  </a:moveTo>
                  <a:cubicBezTo>
                    <a:pt x="92084" y="56676"/>
                    <a:pt x="90906" y="62127"/>
                    <a:pt x="88786" y="67087"/>
                  </a:cubicBezTo>
                  <a:lnTo>
                    <a:pt x="74926" y="58999"/>
                  </a:lnTo>
                  <a:cubicBezTo>
                    <a:pt x="75777" y="56466"/>
                    <a:pt x="76248" y="53764"/>
                    <a:pt x="76248" y="50950"/>
                  </a:cubicBezTo>
                  <a:cubicBezTo>
                    <a:pt x="76248" y="48136"/>
                    <a:pt x="75757" y="45303"/>
                    <a:pt x="74867" y="42724"/>
                  </a:cubicBezTo>
                  <a:lnTo>
                    <a:pt x="88773" y="34780"/>
                  </a:lnTo>
                  <a:cubicBezTo>
                    <a:pt x="90906" y="39747"/>
                    <a:pt x="92091" y="45217"/>
                    <a:pt x="92091" y="50956"/>
                  </a:cubicBezTo>
                  <a:close/>
                  <a:moveTo>
                    <a:pt x="66426" y="50950"/>
                  </a:moveTo>
                  <a:cubicBezTo>
                    <a:pt x="66426" y="53502"/>
                    <a:pt x="65798" y="55917"/>
                    <a:pt x="64698" y="58043"/>
                  </a:cubicBezTo>
                  <a:cubicBezTo>
                    <a:pt x="64581" y="58200"/>
                    <a:pt x="64469" y="58357"/>
                    <a:pt x="64371" y="58528"/>
                  </a:cubicBezTo>
                  <a:cubicBezTo>
                    <a:pt x="64253" y="58724"/>
                    <a:pt x="64162" y="58927"/>
                    <a:pt x="64077" y="59130"/>
                  </a:cubicBezTo>
                  <a:cubicBezTo>
                    <a:pt x="61341" y="63507"/>
                    <a:pt x="56479" y="66426"/>
                    <a:pt x="50950" y="66426"/>
                  </a:cubicBezTo>
                  <a:cubicBezTo>
                    <a:pt x="45420" y="66426"/>
                    <a:pt x="40558" y="63507"/>
                    <a:pt x="37817" y="59130"/>
                  </a:cubicBezTo>
                  <a:cubicBezTo>
                    <a:pt x="37725" y="58907"/>
                    <a:pt x="37620" y="58691"/>
                    <a:pt x="37496" y="58475"/>
                  </a:cubicBezTo>
                  <a:cubicBezTo>
                    <a:pt x="37404" y="58318"/>
                    <a:pt x="37300" y="58174"/>
                    <a:pt x="37195" y="58030"/>
                  </a:cubicBezTo>
                  <a:cubicBezTo>
                    <a:pt x="36095" y="55904"/>
                    <a:pt x="35474" y="53502"/>
                    <a:pt x="35474" y="50950"/>
                  </a:cubicBezTo>
                  <a:cubicBezTo>
                    <a:pt x="35474" y="48398"/>
                    <a:pt x="36108" y="45963"/>
                    <a:pt x="37215" y="43824"/>
                  </a:cubicBezTo>
                  <a:cubicBezTo>
                    <a:pt x="37300" y="43706"/>
                    <a:pt x="37391" y="43588"/>
                    <a:pt x="37476" y="43457"/>
                  </a:cubicBezTo>
                  <a:cubicBezTo>
                    <a:pt x="37614" y="43235"/>
                    <a:pt x="37725" y="43006"/>
                    <a:pt x="37817" y="42770"/>
                  </a:cubicBezTo>
                  <a:cubicBezTo>
                    <a:pt x="40552" y="38392"/>
                    <a:pt x="45414" y="35474"/>
                    <a:pt x="50950" y="35474"/>
                  </a:cubicBezTo>
                  <a:cubicBezTo>
                    <a:pt x="59483" y="35474"/>
                    <a:pt x="66426" y="42417"/>
                    <a:pt x="66426" y="50950"/>
                  </a:cubicBezTo>
                  <a:close/>
                  <a:moveTo>
                    <a:pt x="9816" y="50950"/>
                  </a:moveTo>
                  <a:cubicBezTo>
                    <a:pt x="9816" y="45074"/>
                    <a:pt x="11059" y="39492"/>
                    <a:pt x="13290" y="34433"/>
                  </a:cubicBezTo>
                  <a:lnTo>
                    <a:pt x="27006" y="42816"/>
                  </a:lnTo>
                  <a:cubicBezTo>
                    <a:pt x="26136" y="45368"/>
                    <a:pt x="25658" y="48103"/>
                    <a:pt x="25658" y="50950"/>
                  </a:cubicBezTo>
                  <a:cubicBezTo>
                    <a:pt x="25658" y="53796"/>
                    <a:pt x="26136" y="56506"/>
                    <a:pt x="26993" y="59051"/>
                  </a:cubicBezTo>
                  <a:lnTo>
                    <a:pt x="13218" y="67316"/>
                  </a:lnTo>
                  <a:cubicBezTo>
                    <a:pt x="11033" y="62297"/>
                    <a:pt x="9816" y="56767"/>
                    <a:pt x="9816" y="50950"/>
                  </a:cubicBezTo>
                  <a:close/>
                  <a:moveTo>
                    <a:pt x="46042" y="10117"/>
                  </a:moveTo>
                  <a:lnTo>
                    <a:pt x="46042" y="26142"/>
                  </a:lnTo>
                  <a:cubicBezTo>
                    <a:pt x="40460" y="27242"/>
                    <a:pt x="35533" y="30193"/>
                    <a:pt x="31920" y="34316"/>
                  </a:cubicBezTo>
                  <a:lnTo>
                    <a:pt x="18290" y="25985"/>
                  </a:lnTo>
                  <a:cubicBezTo>
                    <a:pt x="24873" y="17393"/>
                    <a:pt x="34761" y="11465"/>
                    <a:pt x="46042" y="10117"/>
                  </a:cubicBezTo>
                  <a:close/>
                  <a:moveTo>
                    <a:pt x="18185" y="75784"/>
                  </a:moveTo>
                  <a:lnTo>
                    <a:pt x="31901" y="67558"/>
                  </a:lnTo>
                  <a:cubicBezTo>
                    <a:pt x="35513" y="71700"/>
                    <a:pt x="40447" y="74658"/>
                    <a:pt x="46049" y="75764"/>
                  </a:cubicBezTo>
                  <a:lnTo>
                    <a:pt x="46049" y="91790"/>
                  </a:lnTo>
                  <a:cubicBezTo>
                    <a:pt x="34708" y="90435"/>
                    <a:pt x="24775" y="84454"/>
                    <a:pt x="18192" y="75790"/>
                  </a:cubicBezTo>
                  <a:close/>
                  <a:moveTo>
                    <a:pt x="55858" y="91783"/>
                  </a:moveTo>
                  <a:lnTo>
                    <a:pt x="55858" y="75764"/>
                  </a:lnTo>
                  <a:cubicBezTo>
                    <a:pt x="61472" y="74651"/>
                    <a:pt x="66419" y="71681"/>
                    <a:pt x="70038" y="67519"/>
                  </a:cubicBezTo>
                  <a:lnTo>
                    <a:pt x="83872" y="75587"/>
                  </a:lnTo>
                  <a:cubicBezTo>
                    <a:pt x="77288" y="84362"/>
                    <a:pt x="67283" y="90422"/>
                    <a:pt x="55858" y="91783"/>
                  </a:cubicBezTo>
                  <a:close/>
                  <a:moveTo>
                    <a:pt x="83845" y="26280"/>
                  </a:moveTo>
                  <a:lnTo>
                    <a:pt x="69914" y="34237"/>
                  </a:lnTo>
                  <a:cubicBezTo>
                    <a:pt x="66308" y="30147"/>
                    <a:pt x="61407" y="27229"/>
                    <a:pt x="55858" y="26136"/>
                  </a:cubicBezTo>
                  <a:lnTo>
                    <a:pt x="55858" y="10110"/>
                  </a:lnTo>
                  <a:cubicBezTo>
                    <a:pt x="67270" y="11478"/>
                    <a:pt x="77262" y="17518"/>
                    <a:pt x="83845" y="262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p27"/>
          <p:cNvSpPr/>
          <p:nvPr/>
        </p:nvSpPr>
        <p:spPr>
          <a:xfrm>
            <a:off x="5603512" y="1311037"/>
            <a:ext cx="245392" cy="345085"/>
          </a:xfrm>
          <a:custGeom>
            <a:rect b="b" l="l" r="r" t="t"/>
            <a:pathLst>
              <a:path extrusionOk="0" h="335034" w="238245">
                <a:moveTo>
                  <a:pt x="183062" y="221684"/>
                </a:moveTo>
                <a:cubicBezTo>
                  <a:pt x="182813" y="221468"/>
                  <a:pt x="182539" y="221278"/>
                  <a:pt x="182238" y="221114"/>
                </a:cubicBezTo>
                <a:cubicBezTo>
                  <a:pt x="182192" y="221088"/>
                  <a:pt x="182146" y="221068"/>
                  <a:pt x="182100" y="221049"/>
                </a:cubicBezTo>
                <a:cubicBezTo>
                  <a:pt x="175955" y="217024"/>
                  <a:pt x="169392" y="213563"/>
                  <a:pt x="162462" y="210729"/>
                </a:cubicBezTo>
                <a:cubicBezTo>
                  <a:pt x="161939" y="209977"/>
                  <a:pt x="161304" y="209303"/>
                  <a:pt x="160545" y="208747"/>
                </a:cubicBezTo>
                <a:cubicBezTo>
                  <a:pt x="160545" y="208747"/>
                  <a:pt x="142713" y="195777"/>
                  <a:pt x="142340" y="195587"/>
                </a:cubicBezTo>
                <a:lnTo>
                  <a:pt x="142340" y="189972"/>
                </a:lnTo>
                <a:cubicBezTo>
                  <a:pt x="165734" y="188664"/>
                  <a:pt x="185608" y="177971"/>
                  <a:pt x="198695" y="159531"/>
                </a:cubicBezTo>
                <a:cubicBezTo>
                  <a:pt x="216134" y="134952"/>
                  <a:pt x="219825" y="99282"/>
                  <a:pt x="208328" y="66439"/>
                </a:cubicBezTo>
                <a:cubicBezTo>
                  <a:pt x="206234" y="60464"/>
                  <a:pt x="196974" y="63704"/>
                  <a:pt x="199062" y="69685"/>
                </a:cubicBezTo>
                <a:cubicBezTo>
                  <a:pt x="209525" y="99577"/>
                  <a:pt x="206312" y="131824"/>
                  <a:pt x="190686" y="153851"/>
                </a:cubicBezTo>
                <a:cubicBezTo>
                  <a:pt x="179313" y="169876"/>
                  <a:pt x="162672" y="178900"/>
                  <a:pt x="142340" y="180144"/>
                </a:cubicBezTo>
                <a:lnTo>
                  <a:pt x="142340" y="179601"/>
                </a:lnTo>
                <a:cubicBezTo>
                  <a:pt x="156874" y="174143"/>
                  <a:pt x="168031" y="163123"/>
                  <a:pt x="175157" y="146934"/>
                </a:cubicBezTo>
                <a:cubicBezTo>
                  <a:pt x="182899" y="129351"/>
                  <a:pt x="183062" y="112010"/>
                  <a:pt x="183062" y="111277"/>
                </a:cubicBezTo>
                <a:cubicBezTo>
                  <a:pt x="183069" y="109222"/>
                  <a:pt x="181799" y="107377"/>
                  <a:pt x="179875" y="106657"/>
                </a:cubicBezTo>
                <a:cubicBezTo>
                  <a:pt x="159040" y="98850"/>
                  <a:pt x="134959" y="81994"/>
                  <a:pt x="129037" y="59025"/>
                </a:cubicBezTo>
                <a:cubicBezTo>
                  <a:pt x="128500" y="56859"/>
                  <a:pt x="126570" y="55334"/>
                  <a:pt x="124338" y="55301"/>
                </a:cubicBezTo>
                <a:cubicBezTo>
                  <a:pt x="122120" y="55262"/>
                  <a:pt x="120137" y="56748"/>
                  <a:pt x="119542" y="58894"/>
                </a:cubicBezTo>
                <a:cubicBezTo>
                  <a:pt x="109575" y="94806"/>
                  <a:pt x="59542" y="106343"/>
                  <a:pt x="59038" y="106454"/>
                </a:cubicBezTo>
                <a:cubicBezTo>
                  <a:pt x="56846" y="106938"/>
                  <a:pt x="55262" y="108849"/>
                  <a:pt x="55190" y="111087"/>
                </a:cubicBezTo>
                <a:cubicBezTo>
                  <a:pt x="55144" y="112474"/>
                  <a:pt x="54346" y="145311"/>
                  <a:pt x="74841" y="166467"/>
                </a:cubicBezTo>
                <a:cubicBezTo>
                  <a:pt x="80750" y="172566"/>
                  <a:pt x="87798" y="177029"/>
                  <a:pt x="95912" y="179869"/>
                </a:cubicBezTo>
                <a:lnTo>
                  <a:pt x="95912" y="180163"/>
                </a:lnTo>
                <a:cubicBezTo>
                  <a:pt x="78977" y="179228"/>
                  <a:pt x="65032" y="173384"/>
                  <a:pt x="54418" y="162718"/>
                </a:cubicBezTo>
                <a:cubicBezTo>
                  <a:pt x="40905" y="149139"/>
                  <a:pt x="33530" y="127800"/>
                  <a:pt x="33654" y="102600"/>
                </a:cubicBezTo>
                <a:cubicBezTo>
                  <a:pt x="33654" y="51441"/>
                  <a:pt x="71995" y="9816"/>
                  <a:pt x="119123" y="9816"/>
                </a:cubicBezTo>
                <a:cubicBezTo>
                  <a:pt x="144002" y="9816"/>
                  <a:pt x="176329" y="23839"/>
                  <a:pt x="189966" y="50649"/>
                </a:cubicBezTo>
                <a:cubicBezTo>
                  <a:pt x="192839" y="56290"/>
                  <a:pt x="201588" y="51840"/>
                  <a:pt x="198715" y="46199"/>
                </a:cubicBezTo>
                <a:cubicBezTo>
                  <a:pt x="184161" y="17596"/>
                  <a:pt x="150664" y="0"/>
                  <a:pt x="119123" y="0"/>
                </a:cubicBezTo>
                <a:cubicBezTo>
                  <a:pt x="66583" y="0"/>
                  <a:pt x="23839" y="46022"/>
                  <a:pt x="23839" y="102574"/>
                </a:cubicBezTo>
                <a:cubicBezTo>
                  <a:pt x="23701" y="130784"/>
                  <a:pt x="31875" y="153975"/>
                  <a:pt x="47462" y="169641"/>
                </a:cubicBezTo>
                <a:cubicBezTo>
                  <a:pt x="59777" y="182015"/>
                  <a:pt x="76457" y="188997"/>
                  <a:pt x="95912" y="189999"/>
                </a:cubicBezTo>
                <a:lnTo>
                  <a:pt x="95912" y="195580"/>
                </a:lnTo>
                <a:cubicBezTo>
                  <a:pt x="95539" y="195770"/>
                  <a:pt x="77707" y="208740"/>
                  <a:pt x="77707" y="208740"/>
                </a:cubicBezTo>
                <a:cubicBezTo>
                  <a:pt x="76974" y="209277"/>
                  <a:pt x="76353" y="209931"/>
                  <a:pt x="75836" y="210651"/>
                </a:cubicBezTo>
                <a:cubicBezTo>
                  <a:pt x="31790" y="227455"/>
                  <a:pt x="0" y="277358"/>
                  <a:pt x="0" y="330127"/>
                </a:cubicBezTo>
                <a:cubicBezTo>
                  <a:pt x="0" y="332836"/>
                  <a:pt x="2199" y="335035"/>
                  <a:pt x="4908" y="335035"/>
                </a:cubicBezTo>
                <a:lnTo>
                  <a:pt x="33157" y="335035"/>
                </a:lnTo>
                <a:cubicBezTo>
                  <a:pt x="39485" y="335035"/>
                  <a:pt x="39485" y="325219"/>
                  <a:pt x="33157" y="325219"/>
                </a:cubicBezTo>
                <a:lnTo>
                  <a:pt x="9914" y="325219"/>
                </a:lnTo>
                <a:cubicBezTo>
                  <a:pt x="11366" y="289529"/>
                  <a:pt x="28406" y="253676"/>
                  <a:pt x="57264" y="232108"/>
                </a:cubicBezTo>
                <a:lnTo>
                  <a:pt x="107730" y="325219"/>
                </a:lnTo>
                <a:lnTo>
                  <a:pt x="53744" y="325219"/>
                </a:lnTo>
                <a:cubicBezTo>
                  <a:pt x="47416" y="325219"/>
                  <a:pt x="47416" y="335035"/>
                  <a:pt x="53744" y="335035"/>
                </a:cubicBezTo>
                <a:lnTo>
                  <a:pt x="233338" y="335035"/>
                </a:lnTo>
                <a:cubicBezTo>
                  <a:pt x="236047" y="335035"/>
                  <a:pt x="238246" y="332836"/>
                  <a:pt x="238246" y="330127"/>
                </a:cubicBezTo>
                <a:cubicBezTo>
                  <a:pt x="238246" y="284759"/>
                  <a:pt x="217207" y="244515"/>
                  <a:pt x="183055" y="221671"/>
                </a:cubicBezTo>
                <a:close/>
                <a:moveTo>
                  <a:pt x="153949" y="216089"/>
                </a:moveTo>
                <a:lnTo>
                  <a:pt x="136869" y="248029"/>
                </a:lnTo>
                <a:lnTo>
                  <a:pt x="125078" y="234869"/>
                </a:lnTo>
                <a:cubicBezTo>
                  <a:pt x="125064" y="234823"/>
                  <a:pt x="125058" y="234758"/>
                  <a:pt x="125058" y="234712"/>
                </a:cubicBezTo>
                <a:lnTo>
                  <a:pt x="139677" y="205664"/>
                </a:lnTo>
                <a:lnTo>
                  <a:pt x="153955" y="216095"/>
                </a:lnTo>
                <a:close/>
                <a:moveTo>
                  <a:pt x="119123" y="224661"/>
                </a:moveTo>
                <a:cubicBezTo>
                  <a:pt x="117638" y="221703"/>
                  <a:pt x="106500" y="199343"/>
                  <a:pt x="105728" y="198172"/>
                </a:cubicBezTo>
                <a:lnTo>
                  <a:pt x="105728" y="182427"/>
                </a:lnTo>
                <a:cubicBezTo>
                  <a:pt x="114523" y="183978"/>
                  <a:pt x="123736" y="184004"/>
                  <a:pt x="132518" y="182329"/>
                </a:cubicBezTo>
                <a:lnTo>
                  <a:pt x="132518" y="198172"/>
                </a:lnTo>
                <a:cubicBezTo>
                  <a:pt x="131877" y="199147"/>
                  <a:pt x="119673" y="223575"/>
                  <a:pt x="119123" y="224654"/>
                </a:cubicBezTo>
                <a:close/>
                <a:moveTo>
                  <a:pt x="81935" y="159688"/>
                </a:moveTo>
                <a:cubicBezTo>
                  <a:pt x="67977" y="145311"/>
                  <a:pt x="65503" y="123560"/>
                  <a:pt x="65084" y="115026"/>
                </a:cubicBezTo>
                <a:cubicBezTo>
                  <a:pt x="88321" y="108417"/>
                  <a:pt x="112605" y="95061"/>
                  <a:pt x="124364" y="73068"/>
                </a:cubicBezTo>
                <a:cubicBezTo>
                  <a:pt x="130699" y="84853"/>
                  <a:pt x="144539" y="102907"/>
                  <a:pt x="173076" y="114542"/>
                </a:cubicBezTo>
                <a:cubicBezTo>
                  <a:pt x="171951" y="129292"/>
                  <a:pt x="167534" y="144788"/>
                  <a:pt x="158117" y="156449"/>
                </a:cubicBezTo>
                <a:cubicBezTo>
                  <a:pt x="148504" y="168345"/>
                  <a:pt x="134193" y="173750"/>
                  <a:pt x="119129" y="173750"/>
                </a:cubicBezTo>
                <a:cubicBezTo>
                  <a:pt x="104066" y="173750"/>
                  <a:pt x="90998" y="169019"/>
                  <a:pt x="81941" y="159694"/>
                </a:cubicBezTo>
                <a:close/>
                <a:moveTo>
                  <a:pt x="98575" y="205664"/>
                </a:moveTo>
                <a:lnTo>
                  <a:pt x="113194" y="234712"/>
                </a:lnTo>
                <a:cubicBezTo>
                  <a:pt x="113194" y="234765"/>
                  <a:pt x="113188" y="234823"/>
                  <a:pt x="113174" y="234869"/>
                </a:cubicBezTo>
                <a:lnTo>
                  <a:pt x="101383" y="248029"/>
                </a:lnTo>
                <a:lnTo>
                  <a:pt x="84304" y="216089"/>
                </a:lnTo>
                <a:lnTo>
                  <a:pt x="98582" y="205664"/>
                </a:lnTo>
                <a:close/>
                <a:moveTo>
                  <a:pt x="65444" y="226624"/>
                </a:moveTo>
                <a:cubicBezTo>
                  <a:pt x="68853" y="224576"/>
                  <a:pt x="72354" y="222770"/>
                  <a:pt x="75914" y="221232"/>
                </a:cubicBezTo>
                <a:lnTo>
                  <a:pt x="94485" y="255953"/>
                </a:lnTo>
                <a:cubicBezTo>
                  <a:pt x="96952" y="260573"/>
                  <a:pt x="102665" y="260972"/>
                  <a:pt x="106192" y="257360"/>
                </a:cubicBezTo>
                <a:lnTo>
                  <a:pt x="114215" y="248415"/>
                </a:lnTo>
                <a:lnTo>
                  <a:pt x="114215" y="289242"/>
                </a:lnTo>
                <a:cubicBezTo>
                  <a:pt x="114215" y="295569"/>
                  <a:pt x="124031" y="295569"/>
                  <a:pt x="124031" y="289242"/>
                </a:cubicBezTo>
                <a:lnTo>
                  <a:pt x="124031" y="248408"/>
                </a:lnTo>
                <a:lnTo>
                  <a:pt x="132053" y="257360"/>
                </a:lnTo>
                <a:cubicBezTo>
                  <a:pt x="135574" y="260966"/>
                  <a:pt x="141287" y="260580"/>
                  <a:pt x="143760" y="255953"/>
                </a:cubicBezTo>
                <a:lnTo>
                  <a:pt x="162273" y="221337"/>
                </a:lnTo>
                <a:cubicBezTo>
                  <a:pt x="166088" y="223064"/>
                  <a:pt x="169772" y="225001"/>
                  <a:pt x="173325" y="227135"/>
                </a:cubicBezTo>
                <a:lnTo>
                  <a:pt x="124031" y="316765"/>
                </a:lnTo>
                <a:lnTo>
                  <a:pt x="124031" y="305012"/>
                </a:lnTo>
                <a:cubicBezTo>
                  <a:pt x="124031" y="298684"/>
                  <a:pt x="114215" y="298684"/>
                  <a:pt x="114215" y="305012"/>
                </a:cubicBezTo>
                <a:lnTo>
                  <a:pt x="114215" y="316601"/>
                </a:lnTo>
                <a:lnTo>
                  <a:pt x="65444" y="226624"/>
                </a:lnTo>
                <a:close/>
                <a:moveTo>
                  <a:pt x="130575" y="325232"/>
                </a:moveTo>
                <a:lnTo>
                  <a:pt x="181518" y="232599"/>
                </a:lnTo>
                <a:cubicBezTo>
                  <a:pt x="209460" y="253172"/>
                  <a:pt x="226958" y="286984"/>
                  <a:pt x="228339" y="325232"/>
                </a:cubicBezTo>
                <a:lnTo>
                  <a:pt x="130568" y="32523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p27"/>
          <p:cNvGrpSpPr/>
          <p:nvPr/>
        </p:nvGrpSpPr>
        <p:grpSpPr>
          <a:xfrm>
            <a:off x="6346800" y="1311223"/>
            <a:ext cx="297197" cy="344690"/>
            <a:chOff x="6754230" y="2272504"/>
            <a:chExt cx="288849" cy="335041"/>
          </a:xfrm>
        </p:grpSpPr>
        <p:sp>
          <p:nvSpPr>
            <p:cNvPr id="448" name="Google Shape;448;p27"/>
            <p:cNvSpPr/>
            <p:nvPr/>
          </p:nvSpPr>
          <p:spPr>
            <a:xfrm>
              <a:off x="6754230" y="2272504"/>
              <a:ext cx="288849" cy="335041"/>
            </a:xfrm>
            <a:custGeom>
              <a:rect b="b" l="l" r="r" t="t"/>
              <a:pathLst>
                <a:path extrusionOk="0" h="335041" w="288849">
                  <a:moveTo>
                    <a:pt x="284059" y="118429"/>
                  </a:moveTo>
                  <a:lnTo>
                    <a:pt x="258558" y="100637"/>
                  </a:lnTo>
                  <a:lnTo>
                    <a:pt x="258558" y="55845"/>
                  </a:lnTo>
                  <a:cubicBezTo>
                    <a:pt x="258558" y="49530"/>
                    <a:pt x="253421" y="44393"/>
                    <a:pt x="247106" y="44393"/>
                  </a:cubicBezTo>
                  <a:lnTo>
                    <a:pt x="210376" y="44393"/>
                  </a:lnTo>
                  <a:lnTo>
                    <a:pt x="210376" y="11452"/>
                  </a:lnTo>
                  <a:cubicBezTo>
                    <a:pt x="210376" y="5137"/>
                    <a:pt x="205239" y="0"/>
                    <a:pt x="198924" y="0"/>
                  </a:cubicBezTo>
                  <a:lnTo>
                    <a:pt x="11452" y="0"/>
                  </a:lnTo>
                  <a:cubicBezTo>
                    <a:pt x="5137" y="0"/>
                    <a:pt x="0" y="5137"/>
                    <a:pt x="0" y="11452"/>
                  </a:cubicBezTo>
                  <a:lnTo>
                    <a:pt x="0" y="279197"/>
                  </a:lnTo>
                  <a:cubicBezTo>
                    <a:pt x="0" y="285512"/>
                    <a:pt x="5137" y="290648"/>
                    <a:pt x="11452" y="290648"/>
                  </a:cubicBezTo>
                  <a:lnTo>
                    <a:pt x="48182" y="290648"/>
                  </a:lnTo>
                  <a:lnTo>
                    <a:pt x="48182" y="323590"/>
                  </a:lnTo>
                  <a:cubicBezTo>
                    <a:pt x="48182" y="329905"/>
                    <a:pt x="53319" y="335041"/>
                    <a:pt x="59633" y="335041"/>
                  </a:cubicBezTo>
                  <a:lnTo>
                    <a:pt x="101887" y="335041"/>
                  </a:lnTo>
                  <a:cubicBezTo>
                    <a:pt x="108215" y="335041"/>
                    <a:pt x="108215" y="325226"/>
                    <a:pt x="101887" y="325226"/>
                  </a:cubicBezTo>
                  <a:lnTo>
                    <a:pt x="59633" y="325226"/>
                  </a:lnTo>
                  <a:cubicBezTo>
                    <a:pt x="58744" y="325226"/>
                    <a:pt x="57997" y="324480"/>
                    <a:pt x="57997" y="323590"/>
                  </a:cubicBezTo>
                  <a:lnTo>
                    <a:pt x="57997" y="290648"/>
                  </a:lnTo>
                  <a:lnTo>
                    <a:pt x="198931" y="290648"/>
                  </a:lnTo>
                  <a:cubicBezTo>
                    <a:pt x="205246" y="290648"/>
                    <a:pt x="210382" y="285512"/>
                    <a:pt x="210382" y="279197"/>
                  </a:cubicBezTo>
                  <a:lnTo>
                    <a:pt x="210382" y="167521"/>
                  </a:lnTo>
                  <a:cubicBezTo>
                    <a:pt x="210382" y="161193"/>
                    <a:pt x="200567" y="161193"/>
                    <a:pt x="200567" y="167521"/>
                  </a:cubicBezTo>
                  <a:lnTo>
                    <a:pt x="200567" y="279197"/>
                  </a:lnTo>
                  <a:cubicBezTo>
                    <a:pt x="200567" y="280087"/>
                    <a:pt x="199821" y="280833"/>
                    <a:pt x="198931" y="280833"/>
                  </a:cubicBezTo>
                  <a:lnTo>
                    <a:pt x="11458" y="280833"/>
                  </a:lnTo>
                  <a:cubicBezTo>
                    <a:pt x="10575" y="280833"/>
                    <a:pt x="9822" y="280087"/>
                    <a:pt x="9822" y="279197"/>
                  </a:cubicBezTo>
                  <a:lnTo>
                    <a:pt x="9822" y="11452"/>
                  </a:lnTo>
                  <a:cubicBezTo>
                    <a:pt x="9822" y="10568"/>
                    <a:pt x="10575" y="9816"/>
                    <a:pt x="11458" y="9816"/>
                  </a:cubicBezTo>
                  <a:lnTo>
                    <a:pt x="198931" y="9816"/>
                  </a:lnTo>
                  <a:cubicBezTo>
                    <a:pt x="199821" y="9816"/>
                    <a:pt x="200567" y="10568"/>
                    <a:pt x="200567" y="11452"/>
                  </a:cubicBezTo>
                  <a:lnTo>
                    <a:pt x="200567" y="143963"/>
                  </a:lnTo>
                  <a:cubicBezTo>
                    <a:pt x="200567" y="150291"/>
                    <a:pt x="210382" y="150291"/>
                    <a:pt x="210382" y="143963"/>
                  </a:cubicBezTo>
                  <a:lnTo>
                    <a:pt x="210382" y="54209"/>
                  </a:lnTo>
                  <a:lnTo>
                    <a:pt x="247113" y="54209"/>
                  </a:lnTo>
                  <a:cubicBezTo>
                    <a:pt x="248003" y="54209"/>
                    <a:pt x="248749" y="54955"/>
                    <a:pt x="248749" y="55845"/>
                  </a:cubicBezTo>
                  <a:lnTo>
                    <a:pt x="248749" y="254304"/>
                  </a:lnTo>
                  <a:cubicBezTo>
                    <a:pt x="248749" y="255894"/>
                    <a:pt x="249521" y="257386"/>
                    <a:pt x="250817" y="258309"/>
                  </a:cubicBezTo>
                  <a:cubicBezTo>
                    <a:pt x="251019" y="258453"/>
                    <a:pt x="271502" y="272987"/>
                    <a:pt x="278615" y="278196"/>
                  </a:cubicBezTo>
                  <a:cubicBezTo>
                    <a:pt x="278863" y="278379"/>
                    <a:pt x="278975" y="278470"/>
                    <a:pt x="279020" y="278523"/>
                  </a:cubicBezTo>
                  <a:cubicBezTo>
                    <a:pt x="279020" y="278556"/>
                    <a:pt x="279033" y="278614"/>
                    <a:pt x="279033" y="278699"/>
                  </a:cubicBezTo>
                  <a:lnTo>
                    <a:pt x="279033" y="323590"/>
                  </a:lnTo>
                  <a:cubicBezTo>
                    <a:pt x="279033" y="324480"/>
                    <a:pt x="278288" y="325226"/>
                    <a:pt x="277397" y="325226"/>
                  </a:cubicBezTo>
                  <a:lnTo>
                    <a:pt x="125451" y="325226"/>
                  </a:lnTo>
                  <a:cubicBezTo>
                    <a:pt x="119123" y="325226"/>
                    <a:pt x="119123" y="335041"/>
                    <a:pt x="125451" y="335041"/>
                  </a:cubicBezTo>
                  <a:lnTo>
                    <a:pt x="277397" y="335041"/>
                  </a:lnTo>
                  <a:cubicBezTo>
                    <a:pt x="283712" y="335041"/>
                    <a:pt x="288849" y="329905"/>
                    <a:pt x="288849" y="323590"/>
                  </a:cubicBezTo>
                  <a:lnTo>
                    <a:pt x="288849" y="127604"/>
                  </a:lnTo>
                  <a:cubicBezTo>
                    <a:pt x="288849" y="124227"/>
                    <a:pt x="286840" y="120366"/>
                    <a:pt x="284065" y="118436"/>
                  </a:cubicBezTo>
                  <a:close/>
                  <a:moveTo>
                    <a:pt x="278405" y="126452"/>
                  </a:moveTo>
                  <a:cubicBezTo>
                    <a:pt x="278647" y="126661"/>
                    <a:pt x="278994" y="127329"/>
                    <a:pt x="279027" y="127597"/>
                  </a:cubicBezTo>
                  <a:lnTo>
                    <a:pt x="279027" y="189933"/>
                  </a:lnTo>
                  <a:lnTo>
                    <a:pt x="258558" y="175622"/>
                  </a:lnTo>
                  <a:lnTo>
                    <a:pt x="258558" y="112605"/>
                  </a:lnTo>
                  <a:lnTo>
                    <a:pt x="278405" y="126452"/>
                  </a:lnTo>
                  <a:close/>
                  <a:moveTo>
                    <a:pt x="258558" y="251772"/>
                  </a:moveTo>
                  <a:lnTo>
                    <a:pt x="258558" y="187597"/>
                  </a:lnTo>
                  <a:lnTo>
                    <a:pt x="279027" y="201908"/>
                  </a:lnTo>
                  <a:lnTo>
                    <a:pt x="279027" y="266378"/>
                  </a:lnTo>
                  <a:cubicBezTo>
                    <a:pt x="272182" y="261457"/>
                    <a:pt x="262694" y="254710"/>
                    <a:pt x="258558" y="2517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6788550" y="2317983"/>
              <a:ext cx="140707" cy="9815"/>
            </a:xfrm>
            <a:custGeom>
              <a:rect b="b" l="l" r="r" t="t"/>
              <a:pathLst>
                <a:path extrusionOk="0" h="9815" w="140707">
                  <a:moveTo>
                    <a:pt x="4746" y="9816"/>
                  </a:moveTo>
                  <a:lnTo>
                    <a:pt x="135961" y="9816"/>
                  </a:lnTo>
                  <a:cubicBezTo>
                    <a:pt x="142289" y="9816"/>
                    <a:pt x="142289" y="0"/>
                    <a:pt x="135961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6788550" y="2346121"/>
              <a:ext cx="117464" cy="9815"/>
            </a:xfrm>
            <a:custGeom>
              <a:rect b="b" l="l" r="r" t="t"/>
              <a:pathLst>
                <a:path extrusionOk="0" h="9815" w="117464">
                  <a:moveTo>
                    <a:pt x="4746" y="9816"/>
                  </a:moveTo>
                  <a:lnTo>
                    <a:pt x="112718" y="9816"/>
                  </a:lnTo>
                  <a:cubicBezTo>
                    <a:pt x="119046" y="9816"/>
                    <a:pt x="119046" y="0"/>
                    <a:pt x="112718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6788567" y="2374258"/>
              <a:ext cx="92566" cy="10473"/>
            </a:xfrm>
            <a:custGeom>
              <a:rect b="b" l="l" r="r" t="t"/>
              <a:pathLst>
                <a:path extrusionOk="0" h="10473" w="92566">
                  <a:moveTo>
                    <a:pt x="4768" y="2"/>
                  </a:moveTo>
                  <a:cubicBezTo>
                    <a:pt x="-1520" y="-149"/>
                    <a:pt x="-1632" y="9765"/>
                    <a:pt x="4690" y="9817"/>
                  </a:cubicBezTo>
                  <a:lnTo>
                    <a:pt x="87795" y="10472"/>
                  </a:lnTo>
                  <a:cubicBezTo>
                    <a:pt x="94084" y="10622"/>
                    <a:pt x="94202" y="708"/>
                    <a:pt x="87874" y="656"/>
                  </a:cubicBezTo>
                  <a:lnTo>
                    <a:pt x="4768" y="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6783526" y="2424647"/>
              <a:ext cx="151782" cy="109281"/>
            </a:xfrm>
            <a:custGeom>
              <a:rect b="b" l="l" r="r" t="t"/>
              <a:pathLst>
                <a:path extrusionOk="0" h="109281" w="151782">
                  <a:moveTo>
                    <a:pt x="0" y="4908"/>
                  </a:moveTo>
                  <a:lnTo>
                    <a:pt x="0" y="104373"/>
                  </a:lnTo>
                  <a:cubicBezTo>
                    <a:pt x="0" y="107082"/>
                    <a:pt x="2199" y="109281"/>
                    <a:pt x="4908" y="109281"/>
                  </a:cubicBezTo>
                  <a:lnTo>
                    <a:pt x="146875" y="109281"/>
                  </a:lnTo>
                  <a:cubicBezTo>
                    <a:pt x="149584" y="109281"/>
                    <a:pt x="151783" y="107082"/>
                    <a:pt x="151783" y="104373"/>
                  </a:cubicBezTo>
                  <a:lnTo>
                    <a:pt x="151783" y="4908"/>
                  </a:lnTo>
                  <a:cubicBezTo>
                    <a:pt x="151783" y="2199"/>
                    <a:pt x="149584" y="0"/>
                    <a:pt x="146875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close/>
                  <a:moveTo>
                    <a:pt x="141967" y="9816"/>
                  </a:moveTo>
                  <a:lnTo>
                    <a:pt x="141967" y="99465"/>
                  </a:lnTo>
                  <a:lnTo>
                    <a:pt x="9816" y="99465"/>
                  </a:lnTo>
                  <a:lnTo>
                    <a:pt x="9816" y="9816"/>
                  </a:lnTo>
                  <a:lnTo>
                    <a:pt x="141967" y="98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6806050" y="2444324"/>
              <a:ext cx="69920" cy="69920"/>
            </a:xfrm>
            <a:custGeom>
              <a:rect b="b" l="l" r="r" t="t"/>
              <a:pathLst>
                <a:path extrusionOk="0" h="69920" w="69920">
                  <a:moveTo>
                    <a:pt x="34964" y="69920"/>
                  </a:moveTo>
                  <a:cubicBezTo>
                    <a:pt x="44347" y="69920"/>
                    <a:pt x="52868" y="66197"/>
                    <a:pt x="59149" y="60163"/>
                  </a:cubicBezTo>
                  <a:cubicBezTo>
                    <a:pt x="59339" y="60020"/>
                    <a:pt x="59523" y="59869"/>
                    <a:pt x="59699" y="59699"/>
                  </a:cubicBezTo>
                  <a:cubicBezTo>
                    <a:pt x="59869" y="59529"/>
                    <a:pt x="60026" y="59339"/>
                    <a:pt x="60163" y="59149"/>
                  </a:cubicBezTo>
                  <a:cubicBezTo>
                    <a:pt x="66197" y="52861"/>
                    <a:pt x="69920" y="44341"/>
                    <a:pt x="69920" y="34957"/>
                  </a:cubicBezTo>
                  <a:cubicBezTo>
                    <a:pt x="69920" y="15679"/>
                    <a:pt x="54235" y="0"/>
                    <a:pt x="34964" y="0"/>
                  </a:cubicBezTo>
                  <a:cubicBezTo>
                    <a:pt x="25580" y="0"/>
                    <a:pt x="17060" y="3723"/>
                    <a:pt x="10771" y="9757"/>
                  </a:cubicBezTo>
                  <a:cubicBezTo>
                    <a:pt x="10581" y="9901"/>
                    <a:pt x="10398" y="10051"/>
                    <a:pt x="10221" y="10221"/>
                  </a:cubicBezTo>
                  <a:cubicBezTo>
                    <a:pt x="10051" y="10392"/>
                    <a:pt x="9901" y="10581"/>
                    <a:pt x="9757" y="10771"/>
                  </a:cubicBezTo>
                  <a:cubicBezTo>
                    <a:pt x="3723" y="17060"/>
                    <a:pt x="0" y="25580"/>
                    <a:pt x="0" y="34957"/>
                  </a:cubicBezTo>
                  <a:cubicBezTo>
                    <a:pt x="0" y="54235"/>
                    <a:pt x="15679" y="69920"/>
                    <a:pt x="34957" y="69920"/>
                  </a:cubicBezTo>
                  <a:close/>
                  <a:moveTo>
                    <a:pt x="9822" y="34963"/>
                  </a:moveTo>
                  <a:cubicBezTo>
                    <a:pt x="9822" y="29800"/>
                    <a:pt x="11386" y="24997"/>
                    <a:pt x="14063" y="21006"/>
                  </a:cubicBezTo>
                  <a:lnTo>
                    <a:pt x="48921" y="55864"/>
                  </a:lnTo>
                  <a:cubicBezTo>
                    <a:pt x="44923" y="58541"/>
                    <a:pt x="40120" y="60105"/>
                    <a:pt x="34964" y="60105"/>
                  </a:cubicBezTo>
                  <a:cubicBezTo>
                    <a:pt x="21097" y="60105"/>
                    <a:pt x="9822" y="48823"/>
                    <a:pt x="9822" y="34957"/>
                  </a:cubicBezTo>
                  <a:close/>
                  <a:moveTo>
                    <a:pt x="55923" y="21091"/>
                  </a:moveTo>
                  <a:cubicBezTo>
                    <a:pt x="58567" y="25069"/>
                    <a:pt x="60111" y="29840"/>
                    <a:pt x="60111" y="34963"/>
                  </a:cubicBezTo>
                  <a:cubicBezTo>
                    <a:pt x="60111" y="40087"/>
                    <a:pt x="58547" y="44930"/>
                    <a:pt x="55871" y="48921"/>
                  </a:cubicBezTo>
                  <a:lnTo>
                    <a:pt x="41978" y="35029"/>
                  </a:lnTo>
                  <a:lnTo>
                    <a:pt x="55923" y="21084"/>
                  </a:lnTo>
                  <a:close/>
                  <a:moveTo>
                    <a:pt x="49013" y="14115"/>
                  </a:moveTo>
                  <a:lnTo>
                    <a:pt x="35036" y="28092"/>
                  </a:lnTo>
                  <a:lnTo>
                    <a:pt x="21006" y="14063"/>
                  </a:lnTo>
                  <a:cubicBezTo>
                    <a:pt x="25004" y="11386"/>
                    <a:pt x="29801" y="9822"/>
                    <a:pt x="34964" y="9822"/>
                  </a:cubicBezTo>
                  <a:cubicBezTo>
                    <a:pt x="40160" y="9822"/>
                    <a:pt x="44995" y="11406"/>
                    <a:pt x="49006" y="14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6895868" y="2451476"/>
              <a:ext cx="15381" cy="9815"/>
            </a:xfrm>
            <a:custGeom>
              <a:rect b="b" l="l" r="r" t="t"/>
              <a:pathLst>
                <a:path extrusionOk="0" h="9815" w="15381">
                  <a:moveTo>
                    <a:pt x="4746" y="9816"/>
                  </a:moveTo>
                  <a:lnTo>
                    <a:pt x="10635" y="9816"/>
                  </a:lnTo>
                  <a:cubicBezTo>
                    <a:pt x="16963" y="9816"/>
                    <a:pt x="16963" y="0"/>
                    <a:pt x="10635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6895868" y="2471108"/>
              <a:ext cx="15381" cy="9815"/>
            </a:xfrm>
            <a:custGeom>
              <a:rect b="b" l="l" r="r" t="t"/>
              <a:pathLst>
                <a:path extrusionOk="0" h="9815" w="15381">
                  <a:moveTo>
                    <a:pt x="4746" y="9816"/>
                  </a:moveTo>
                  <a:lnTo>
                    <a:pt x="10635" y="9816"/>
                  </a:lnTo>
                  <a:cubicBezTo>
                    <a:pt x="16963" y="9816"/>
                    <a:pt x="16963" y="0"/>
                    <a:pt x="10635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" name="Google Shape;456;p27"/>
          <p:cNvGrpSpPr/>
          <p:nvPr/>
        </p:nvGrpSpPr>
        <p:grpSpPr>
          <a:xfrm>
            <a:off x="7092312" y="1311223"/>
            <a:ext cx="344563" cy="344690"/>
            <a:chOff x="7631031" y="2272504"/>
            <a:chExt cx="334885" cy="335041"/>
          </a:xfrm>
        </p:grpSpPr>
        <p:sp>
          <p:nvSpPr>
            <p:cNvPr id="457" name="Google Shape;457;p27"/>
            <p:cNvSpPr/>
            <p:nvPr/>
          </p:nvSpPr>
          <p:spPr>
            <a:xfrm>
              <a:off x="7631031" y="2272504"/>
              <a:ext cx="334885" cy="335041"/>
            </a:xfrm>
            <a:custGeom>
              <a:rect b="b" l="l" r="r" t="t"/>
              <a:pathLst>
                <a:path extrusionOk="0" h="335041" w="334885">
                  <a:moveTo>
                    <a:pt x="330140" y="325213"/>
                  </a:moveTo>
                  <a:lnTo>
                    <a:pt x="319670" y="325213"/>
                  </a:lnTo>
                  <a:lnTo>
                    <a:pt x="319670" y="103418"/>
                  </a:lnTo>
                  <a:cubicBezTo>
                    <a:pt x="319670" y="97103"/>
                    <a:pt x="314533" y="91966"/>
                    <a:pt x="308218" y="91966"/>
                  </a:cubicBezTo>
                  <a:lnTo>
                    <a:pt x="242964" y="91966"/>
                  </a:lnTo>
                  <a:cubicBezTo>
                    <a:pt x="236649" y="91966"/>
                    <a:pt x="231512" y="97103"/>
                    <a:pt x="231512" y="103418"/>
                  </a:cubicBezTo>
                  <a:lnTo>
                    <a:pt x="231512" y="129331"/>
                  </a:lnTo>
                  <a:cubicBezTo>
                    <a:pt x="231512" y="135659"/>
                    <a:pt x="241328" y="135659"/>
                    <a:pt x="241328" y="129331"/>
                  </a:cubicBezTo>
                  <a:lnTo>
                    <a:pt x="241328" y="103418"/>
                  </a:lnTo>
                  <a:cubicBezTo>
                    <a:pt x="241328" y="102534"/>
                    <a:pt x="242074" y="101782"/>
                    <a:pt x="242964" y="101782"/>
                  </a:cubicBezTo>
                  <a:lnTo>
                    <a:pt x="308218" y="101782"/>
                  </a:lnTo>
                  <a:cubicBezTo>
                    <a:pt x="309109" y="101782"/>
                    <a:pt x="309854" y="102534"/>
                    <a:pt x="309854" y="103418"/>
                  </a:cubicBezTo>
                  <a:lnTo>
                    <a:pt x="309854" y="325213"/>
                  </a:lnTo>
                  <a:lnTo>
                    <a:pt x="241328" y="325213"/>
                  </a:lnTo>
                  <a:lnTo>
                    <a:pt x="241328" y="150330"/>
                  </a:lnTo>
                  <a:cubicBezTo>
                    <a:pt x="241328" y="144002"/>
                    <a:pt x="231512" y="144002"/>
                    <a:pt x="231512" y="150330"/>
                  </a:cubicBezTo>
                  <a:lnTo>
                    <a:pt x="231512" y="325213"/>
                  </a:lnTo>
                  <a:lnTo>
                    <a:pt x="215212" y="325213"/>
                  </a:lnTo>
                  <a:lnTo>
                    <a:pt x="215212" y="186151"/>
                  </a:lnTo>
                  <a:cubicBezTo>
                    <a:pt x="215212" y="179836"/>
                    <a:pt x="210074" y="174699"/>
                    <a:pt x="203760" y="174699"/>
                  </a:cubicBezTo>
                  <a:lnTo>
                    <a:pt x="138506" y="174699"/>
                  </a:lnTo>
                  <a:cubicBezTo>
                    <a:pt x="132191" y="174699"/>
                    <a:pt x="127054" y="179836"/>
                    <a:pt x="127054" y="186151"/>
                  </a:cubicBezTo>
                  <a:lnTo>
                    <a:pt x="127054" y="211429"/>
                  </a:lnTo>
                  <a:cubicBezTo>
                    <a:pt x="127054" y="217757"/>
                    <a:pt x="136870" y="217757"/>
                    <a:pt x="136870" y="211429"/>
                  </a:cubicBezTo>
                  <a:lnTo>
                    <a:pt x="136870" y="186151"/>
                  </a:lnTo>
                  <a:cubicBezTo>
                    <a:pt x="136870" y="185261"/>
                    <a:pt x="137622" y="184515"/>
                    <a:pt x="138506" y="184515"/>
                  </a:cubicBezTo>
                  <a:lnTo>
                    <a:pt x="203760" y="184515"/>
                  </a:lnTo>
                  <a:cubicBezTo>
                    <a:pt x="204650" y="184515"/>
                    <a:pt x="205396" y="185261"/>
                    <a:pt x="205396" y="186151"/>
                  </a:cubicBezTo>
                  <a:lnTo>
                    <a:pt x="205396" y="325213"/>
                  </a:lnTo>
                  <a:lnTo>
                    <a:pt x="136870" y="325213"/>
                  </a:lnTo>
                  <a:lnTo>
                    <a:pt x="136870" y="231159"/>
                  </a:lnTo>
                  <a:cubicBezTo>
                    <a:pt x="136870" y="224831"/>
                    <a:pt x="127054" y="224831"/>
                    <a:pt x="127054" y="231159"/>
                  </a:cubicBezTo>
                  <a:lnTo>
                    <a:pt x="127054" y="325213"/>
                  </a:lnTo>
                  <a:lnTo>
                    <a:pt x="110760" y="325213"/>
                  </a:lnTo>
                  <a:lnTo>
                    <a:pt x="110760" y="253617"/>
                  </a:lnTo>
                  <a:cubicBezTo>
                    <a:pt x="110760" y="247302"/>
                    <a:pt x="105623" y="242166"/>
                    <a:pt x="99308" y="242166"/>
                  </a:cubicBezTo>
                  <a:lnTo>
                    <a:pt x="34054" y="242166"/>
                  </a:lnTo>
                  <a:cubicBezTo>
                    <a:pt x="27739" y="242166"/>
                    <a:pt x="22602" y="247302"/>
                    <a:pt x="22602" y="253617"/>
                  </a:cubicBezTo>
                  <a:lnTo>
                    <a:pt x="22602" y="325213"/>
                  </a:lnTo>
                  <a:lnTo>
                    <a:pt x="9816" y="325213"/>
                  </a:ln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ubicBezTo>
                    <a:pt x="2198" y="0"/>
                    <a:pt x="0" y="2199"/>
                    <a:pt x="0" y="4908"/>
                  </a:cubicBezTo>
                  <a:lnTo>
                    <a:pt x="0" y="330120"/>
                  </a:lnTo>
                  <a:cubicBezTo>
                    <a:pt x="0" y="332830"/>
                    <a:pt x="2198" y="335028"/>
                    <a:pt x="4908" y="335028"/>
                  </a:cubicBezTo>
                  <a:lnTo>
                    <a:pt x="105649" y="335028"/>
                  </a:lnTo>
                  <a:cubicBezTo>
                    <a:pt x="105715" y="335028"/>
                    <a:pt x="105787" y="335041"/>
                    <a:pt x="105852" y="335041"/>
                  </a:cubicBezTo>
                  <a:cubicBezTo>
                    <a:pt x="105917" y="335041"/>
                    <a:pt x="105989" y="335035"/>
                    <a:pt x="106055" y="335028"/>
                  </a:cubicBezTo>
                  <a:lnTo>
                    <a:pt x="236217" y="335028"/>
                  </a:lnTo>
                  <a:cubicBezTo>
                    <a:pt x="236283" y="335028"/>
                    <a:pt x="236348" y="335041"/>
                    <a:pt x="236420" y="335041"/>
                  </a:cubicBezTo>
                  <a:cubicBezTo>
                    <a:pt x="236492" y="335041"/>
                    <a:pt x="236558" y="335035"/>
                    <a:pt x="236623" y="335028"/>
                  </a:cubicBezTo>
                  <a:lnTo>
                    <a:pt x="314559" y="335028"/>
                  </a:lnTo>
                  <a:cubicBezTo>
                    <a:pt x="314625" y="335028"/>
                    <a:pt x="314690" y="335041"/>
                    <a:pt x="314762" y="335041"/>
                  </a:cubicBezTo>
                  <a:cubicBezTo>
                    <a:pt x="314834" y="335041"/>
                    <a:pt x="314900" y="335035"/>
                    <a:pt x="314965" y="335028"/>
                  </a:cubicBezTo>
                  <a:lnTo>
                    <a:pt x="330140" y="335028"/>
                  </a:lnTo>
                  <a:cubicBezTo>
                    <a:pt x="336468" y="335028"/>
                    <a:pt x="336468" y="325213"/>
                    <a:pt x="330140" y="325213"/>
                  </a:cubicBezTo>
                  <a:close/>
                  <a:moveTo>
                    <a:pt x="32424" y="253617"/>
                  </a:moveTo>
                  <a:cubicBezTo>
                    <a:pt x="32424" y="252727"/>
                    <a:pt x="33176" y="251981"/>
                    <a:pt x="34060" y="251981"/>
                  </a:cubicBezTo>
                  <a:lnTo>
                    <a:pt x="99315" y="251981"/>
                  </a:lnTo>
                  <a:cubicBezTo>
                    <a:pt x="100198" y="251981"/>
                    <a:pt x="100951" y="252727"/>
                    <a:pt x="100951" y="253617"/>
                  </a:cubicBezTo>
                  <a:lnTo>
                    <a:pt x="100951" y="325213"/>
                  </a:lnTo>
                  <a:lnTo>
                    <a:pt x="32424" y="325213"/>
                  </a:lnTo>
                  <a:lnTo>
                    <a:pt x="32424" y="2536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7654408" y="2292040"/>
              <a:ext cx="296118" cy="209462"/>
            </a:xfrm>
            <a:custGeom>
              <a:rect b="b" l="l" r="r" t="t"/>
              <a:pathLst>
                <a:path extrusionOk="0" h="209462" w="296118">
                  <a:moveTo>
                    <a:pt x="2463" y="208823"/>
                  </a:moveTo>
                  <a:cubicBezTo>
                    <a:pt x="4787" y="210157"/>
                    <a:pt x="7836" y="209333"/>
                    <a:pt x="9164" y="207023"/>
                  </a:cubicBezTo>
                  <a:cubicBezTo>
                    <a:pt x="39502" y="154391"/>
                    <a:pt x="82867" y="109671"/>
                    <a:pt x="134570" y="77685"/>
                  </a:cubicBezTo>
                  <a:cubicBezTo>
                    <a:pt x="159442" y="62301"/>
                    <a:pt x="185493" y="50371"/>
                    <a:pt x="212009" y="42238"/>
                  </a:cubicBezTo>
                  <a:cubicBezTo>
                    <a:pt x="234827" y="35236"/>
                    <a:pt x="257553" y="31185"/>
                    <a:pt x="279743" y="30138"/>
                  </a:cubicBezTo>
                  <a:lnTo>
                    <a:pt x="269090" y="41649"/>
                  </a:lnTo>
                  <a:cubicBezTo>
                    <a:pt x="264797" y="46288"/>
                    <a:pt x="271982" y="52976"/>
                    <a:pt x="276294" y="48317"/>
                  </a:cubicBezTo>
                  <a:lnTo>
                    <a:pt x="294833" y="28280"/>
                  </a:lnTo>
                  <a:cubicBezTo>
                    <a:pt x="296547" y="26428"/>
                    <a:pt x="296547" y="23470"/>
                    <a:pt x="294833" y="21612"/>
                  </a:cubicBezTo>
                  <a:lnTo>
                    <a:pt x="276294" y="1574"/>
                  </a:lnTo>
                  <a:cubicBezTo>
                    <a:pt x="271995" y="-3072"/>
                    <a:pt x="264791" y="3597"/>
                    <a:pt x="269090" y="8243"/>
                  </a:cubicBezTo>
                  <a:lnTo>
                    <a:pt x="280234" y="20290"/>
                  </a:lnTo>
                  <a:cubicBezTo>
                    <a:pt x="256925" y="21304"/>
                    <a:pt x="233054" y="25512"/>
                    <a:pt x="209129" y="32854"/>
                  </a:cubicBezTo>
                  <a:cubicBezTo>
                    <a:pt x="181815" y="41236"/>
                    <a:pt x="154993" y="53513"/>
                    <a:pt x="129406" y="69335"/>
                  </a:cubicBezTo>
                  <a:cubicBezTo>
                    <a:pt x="76330" y="102165"/>
                    <a:pt x="31806" y="148083"/>
                    <a:pt x="657" y="202115"/>
                  </a:cubicBezTo>
                  <a:cubicBezTo>
                    <a:pt x="-697" y="204464"/>
                    <a:pt x="108" y="207461"/>
                    <a:pt x="2457" y="208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7667517" y="2308168"/>
              <a:ext cx="90680" cy="9815"/>
            </a:xfrm>
            <a:custGeom>
              <a:rect b="b" l="l" r="r" t="t"/>
              <a:pathLst>
                <a:path extrusionOk="0" h="9815" w="90680">
                  <a:moveTo>
                    <a:pt x="4746" y="9816"/>
                  </a:moveTo>
                  <a:lnTo>
                    <a:pt x="85935" y="9816"/>
                  </a:lnTo>
                  <a:cubicBezTo>
                    <a:pt x="92262" y="9816"/>
                    <a:pt x="92262" y="0"/>
                    <a:pt x="85935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7667517" y="2339748"/>
              <a:ext cx="61292" cy="9815"/>
            </a:xfrm>
            <a:custGeom>
              <a:rect b="b" l="l" r="r" t="t"/>
              <a:pathLst>
                <a:path extrusionOk="0" h="9815" w="61292">
                  <a:moveTo>
                    <a:pt x="4746" y="9816"/>
                  </a:moveTo>
                  <a:lnTo>
                    <a:pt x="56546" y="9816"/>
                  </a:lnTo>
                  <a:cubicBezTo>
                    <a:pt x="62874" y="9816"/>
                    <a:pt x="62874" y="0"/>
                    <a:pt x="56546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27"/>
          <p:cNvGrpSpPr/>
          <p:nvPr/>
        </p:nvGrpSpPr>
        <p:grpSpPr>
          <a:xfrm>
            <a:off x="7861427" y="1311222"/>
            <a:ext cx="344724" cy="344690"/>
            <a:chOff x="8358129" y="2336659"/>
            <a:chExt cx="335041" cy="335041"/>
          </a:xfrm>
        </p:grpSpPr>
        <p:sp>
          <p:nvSpPr>
            <p:cNvPr id="462" name="Google Shape;462;p27"/>
            <p:cNvSpPr/>
            <p:nvPr/>
          </p:nvSpPr>
          <p:spPr>
            <a:xfrm>
              <a:off x="8358129" y="2336659"/>
              <a:ext cx="335041" cy="335041"/>
            </a:xfrm>
            <a:custGeom>
              <a:rect b="b" l="l" r="r" t="t"/>
              <a:pathLst>
                <a:path extrusionOk="0" h="335041" w="335041">
                  <a:moveTo>
                    <a:pt x="322739" y="29035"/>
                  </a:moveTo>
                  <a:lnTo>
                    <a:pt x="290544" y="29035"/>
                  </a:lnTo>
                  <a:cubicBezTo>
                    <a:pt x="287860" y="29035"/>
                    <a:pt x="285636" y="31233"/>
                    <a:pt x="285636" y="33943"/>
                  </a:cubicBezTo>
                  <a:cubicBezTo>
                    <a:pt x="285636" y="36652"/>
                    <a:pt x="287860" y="38850"/>
                    <a:pt x="290544" y="38850"/>
                  </a:cubicBezTo>
                  <a:lnTo>
                    <a:pt x="322739" y="38850"/>
                  </a:lnTo>
                  <a:cubicBezTo>
                    <a:pt x="324113" y="38850"/>
                    <a:pt x="325226" y="39976"/>
                    <a:pt x="325226" y="41363"/>
                  </a:cubicBezTo>
                  <a:lnTo>
                    <a:pt x="325226" y="232023"/>
                  </a:lnTo>
                  <a:cubicBezTo>
                    <a:pt x="325226" y="233410"/>
                    <a:pt x="324113" y="234536"/>
                    <a:pt x="322739" y="234536"/>
                  </a:cubicBezTo>
                  <a:lnTo>
                    <a:pt x="304090" y="234536"/>
                  </a:lnTo>
                  <a:lnTo>
                    <a:pt x="304090" y="224759"/>
                  </a:lnTo>
                  <a:cubicBezTo>
                    <a:pt x="304090" y="214682"/>
                    <a:pt x="294535" y="206482"/>
                    <a:pt x="282822" y="206482"/>
                  </a:cubicBezTo>
                  <a:lnTo>
                    <a:pt x="270323" y="206482"/>
                  </a:lnTo>
                  <a:cubicBezTo>
                    <a:pt x="270062" y="206181"/>
                    <a:pt x="253244" y="189351"/>
                    <a:pt x="253244" y="189351"/>
                  </a:cubicBezTo>
                  <a:cubicBezTo>
                    <a:pt x="251019" y="187152"/>
                    <a:pt x="247289" y="185614"/>
                    <a:pt x="244148" y="185614"/>
                  </a:cubicBezTo>
                  <a:lnTo>
                    <a:pt x="198342" y="185614"/>
                  </a:lnTo>
                  <a:cubicBezTo>
                    <a:pt x="195593" y="185614"/>
                    <a:pt x="193434" y="187813"/>
                    <a:pt x="193434" y="190522"/>
                  </a:cubicBezTo>
                  <a:lnTo>
                    <a:pt x="193434" y="206482"/>
                  </a:lnTo>
                  <a:lnTo>
                    <a:pt x="52284" y="206482"/>
                  </a:lnTo>
                  <a:cubicBezTo>
                    <a:pt x="40506" y="206482"/>
                    <a:pt x="30952" y="214682"/>
                    <a:pt x="30952" y="224759"/>
                  </a:cubicBezTo>
                  <a:lnTo>
                    <a:pt x="30952" y="234536"/>
                  </a:lnTo>
                  <a:lnTo>
                    <a:pt x="12367" y="234536"/>
                  </a:lnTo>
                  <a:cubicBezTo>
                    <a:pt x="10993" y="234536"/>
                    <a:pt x="9816" y="233410"/>
                    <a:pt x="9816" y="232023"/>
                  </a:cubicBezTo>
                  <a:lnTo>
                    <a:pt x="9816" y="41363"/>
                  </a:lnTo>
                  <a:cubicBezTo>
                    <a:pt x="9816" y="39976"/>
                    <a:pt x="10993" y="38850"/>
                    <a:pt x="12367" y="38850"/>
                  </a:cubicBezTo>
                  <a:lnTo>
                    <a:pt x="269604" y="38850"/>
                  </a:lnTo>
                  <a:cubicBezTo>
                    <a:pt x="272352" y="38850"/>
                    <a:pt x="274512" y="36652"/>
                    <a:pt x="274512" y="33943"/>
                  </a:cubicBezTo>
                  <a:cubicBezTo>
                    <a:pt x="274512" y="31233"/>
                    <a:pt x="272352" y="29035"/>
                    <a:pt x="269604" y="29035"/>
                  </a:cubicBezTo>
                  <a:lnTo>
                    <a:pt x="196182" y="29035"/>
                  </a:lnTo>
                  <a:lnTo>
                    <a:pt x="196182" y="11452"/>
                  </a:lnTo>
                  <a:cubicBezTo>
                    <a:pt x="196182" y="5137"/>
                    <a:pt x="191078" y="0"/>
                    <a:pt x="184731" y="0"/>
                  </a:cubicBezTo>
                  <a:lnTo>
                    <a:pt x="150311" y="0"/>
                  </a:lnTo>
                  <a:cubicBezTo>
                    <a:pt x="144028" y="0"/>
                    <a:pt x="138859" y="5137"/>
                    <a:pt x="138859" y="11452"/>
                  </a:cubicBezTo>
                  <a:lnTo>
                    <a:pt x="138859" y="29035"/>
                  </a:lnTo>
                  <a:lnTo>
                    <a:pt x="12367" y="29035"/>
                  </a:lnTo>
                  <a:cubicBezTo>
                    <a:pt x="5562" y="29035"/>
                    <a:pt x="0" y="34564"/>
                    <a:pt x="0" y="41363"/>
                  </a:cubicBezTo>
                  <a:lnTo>
                    <a:pt x="0" y="232023"/>
                  </a:lnTo>
                  <a:cubicBezTo>
                    <a:pt x="0" y="238822"/>
                    <a:pt x="5562" y="244351"/>
                    <a:pt x="12367" y="244351"/>
                  </a:cubicBezTo>
                  <a:lnTo>
                    <a:pt x="138859" y="244351"/>
                  </a:lnTo>
                  <a:lnTo>
                    <a:pt x="138859" y="287076"/>
                  </a:lnTo>
                  <a:cubicBezTo>
                    <a:pt x="138859" y="293403"/>
                    <a:pt x="148675" y="293403"/>
                    <a:pt x="148675" y="287076"/>
                  </a:cubicBezTo>
                  <a:lnTo>
                    <a:pt x="148675" y="244364"/>
                  </a:lnTo>
                  <a:lnTo>
                    <a:pt x="186367" y="244364"/>
                  </a:lnTo>
                  <a:lnTo>
                    <a:pt x="186367" y="325226"/>
                  </a:lnTo>
                  <a:lnTo>
                    <a:pt x="148675" y="325226"/>
                  </a:lnTo>
                  <a:lnTo>
                    <a:pt x="148675" y="309913"/>
                  </a:lnTo>
                  <a:cubicBezTo>
                    <a:pt x="148675" y="303585"/>
                    <a:pt x="138859" y="303585"/>
                    <a:pt x="138859" y="309913"/>
                  </a:cubicBezTo>
                  <a:lnTo>
                    <a:pt x="138859" y="325226"/>
                  </a:lnTo>
                  <a:lnTo>
                    <a:pt x="55556" y="325226"/>
                  </a:lnTo>
                  <a:cubicBezTo>
                    <a:pt x="49209" y="325226"/>
                    <a:pt x="49209" y="335041"/>
                    <a:pt x="55556" y="335041"/>
                  </a:cubicBezTo>
                  <a:lnTo>
                    <a:pt x="279550" y="335041"/>
                  </a:lnTo>
                  <a:cubicBezTo>
                    <a:pt x="285897" y="335041"/>
                    <a:pt x="285897" y="325226"/>
                    <a:pt x="279550" y="325226"/>
                  </a:cubicBezTo>
                  <a:lnTo>
                    <a:pt x="196182" y="325226"/>
                  </a:lnTo>
                  <a:lnTo>
                    <a:pt x="196182" y="244358"/>
                  </a:lnTo>
                  <a:lnTo>
                    <a:pt x="322739" y="244358"/>
                  </a:lnTo>
                  <a:cubicBezTo>
                    <a:pt x="329544" y="244358"/>
                    <a:pt x="335041" y="238828"/>
                    <a:pt x="335041" y="232029"/>
                  </a:cubicBezTo>
                  <a:lnTo>
                    <a:pt x="335041" y="41370"/>
                  </a:lnTo>
                  <a:cubicBezTo>
                    <a:pt x="335041" y="34571"/>
                    <a:pt x="329544" y="29041"/>
                    <a:pt x="322739" y="29041"/>
                  </a:cubicBezTo>
                  <a:close/>
                  <a:moveTo>
                    <a:pt x="148675" y="11452"/>
                  </a:moveTo>
                  <a:cubicBezTo>
                    <a:pt x="148675" y="10568"/>
                    <a:pt x="149460" y="9816"/>
                    <a:pt x="150311" y="9816"/>
                  </a:cubicBezTo>
                  <a:lnTo>
                    <a:pt x="184731" y="9816"/>
                  </a:lnTo>
                  <a:cubicBezTo>
                    <a:pt x="185647" y="9816"/>
                    <a:pt x="186367" y="10568"/>
                    <a:pt x="186367" y="11452"/>
                  </a:cubicBezTo>
                  <a:lnTo>
                    <a:pt x="186367" y="29035"/>
                  </a:lnTo>
                  <a:lnTo>
                    <a:pt x="148675" y="29035"/>
                  </a:lnTo>
                  <a:lnTo>
                    <a:pt x="148675" y="11452"/>
                  </a:lnTo>
                  <a:close/>
                  <a:moveTo>
                    <a:pt x="203250" y="195430"/>
                  </a:moveTo>
                  <a:lnTo>
                    <a:pt x="244148" y="195430"/>
                  </a:lnTo>
                  <a:cubicBezTo>
                    <a:pt x="244671" y="195437"/>
                    <a:pt x="245915" y="195940"/>
                    <a:pt x="246307" y="196307"/>
                  </a:cubicBezTo>
                  <a:lnTo>
                    <a:pt x="256516" y="206482"/>
                  </a:lnTo>
                  <a:lnTo>
                    <a:pt x="203250" y="206482"/>
                  </a:lnTo>
                  <a:lnTo>
                    <a:pt x="203250" y="195430"/>
                  </a:lnTo>
                  <a:close/>
                  <a:moveTo>
                    <a:pt x="40768" y="224766"/>
                  </a:moveTo>
                  <a:cubicBezTo>
                    <a:pt x="40768" y="220179"/>
                    <a:pt x="46068" y="216305"/>
                    <a:pt x="52284" y="216305"/>
                  </a:cubicBezTo>
                  <a:lnTo>
                    <a:pt x="282822" y="216305"/>
                  </a:lnTo>
                  <a:cubicBezTo>
                    <a:pt x="289039" y="216305"/>
                    <a:pt x="294274" y="220179"/>
                    <a:pt x="294274" y="224766"/>
                  </a:cubicBezTo>
                  <a:lnTo>
                    <a:pt x="294274" y="234542"/>
                  </a:lnTo>
                  <a:lnTo>
                    <a:pt x="40833" y="234542"/>
                  </a:lnTo>
                  <a:lnTo>
                    <a:pt x="40833" y="2247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8393989" y="2398961"/>
              <a:ext cx="265350" cy="122121"/>
            </a:xfrm>
            <a:custGeom>
              <a:rect b="b" l="l" r="r" t="t"/>
              <a:pathLst>
                <a:path extrusionOk="0" h="122121" w="265350">
                  <a:moveTo>
                    <a:pt x="248271" y="107679"/>
                  </a:moveTo>
                  <a:cubicBezTo>
                    <a:pt x="257694" y="107679"/>
                    <a:pt x="265350" y="100043"/>
                    <a:pt x="265350" y="90652"/>
                  </a:cubicBezTo>
                  <a:cubicBezTo>
                    <a:pt x="265350" y="81262"/>
                    <a:pt x="257694" y="73632"/>
                    <a:pt x="248271" y="73632"/>
                  </a:cubicBezTo>
                  <a:cubicBezTo>
                    <a:pt x="245196" y="73632"/>
                    <a:pt x="242316" y="74437"/>
                    <a:pt x="239895" y="75844"/>
                  </a:cubicBezTo>
                  <a:lnTo>
                    <a:pt x="186433" y="24763"/>
                  </a:lnTo>
                  <a:cubicBezTo>
                    <a:pt x="187610" y="22473"/>
                    <a:pt x="188265" y="19934"/>
                    <a:pt x="188265" y="17297"/>
                  </a:cubicBezTo>
                  <a:cubicBezTo>
                    <a:pt x="188330" y="12749"/>
                    <a:pt x="186629" y="8443"/>
                    <a:pt x="183422" y="5171"/>
                  </a:cubicBezTo>
                  <a:cubicBezTo>
                    <a:pt x="180281" y="1912"/>
                    <a:pt x="176028" y="73"/>
                    <a:pt x="171447" y="2"/>
                  </a:cubicBezTo>
                  <a:cubicBezTo>
                    <a:pt x="162090" y="-123"/>
                    <a:pt x="154302" y="7402"/>
                    <a:pt x="154106" y="16793"/>
                  </a:cubicBezTo>
                  <a:cubicBezTo>
                    <a:pt x="154106" y="18782"/>
                    <a:pt x="154433" y="20699"/>
                    <a:pt x="155022" y="22486"/>
                  </a:cubicBezTo>
                  <a:lnTo>
                    <a:pt x="109543" y="64144"/>
                  </a:lnTo>
                  <a:cubicBezTo>
                    <a:pt x="106664" y="61965"/>
                    <a:pt x="103065" y="60669"/>
                    <a:pt x="99203" y="60669"/>
                  </a:cubicBezTo>
                  <a:cubicBezTo>
                    <a:pt x="89781" y="60669"/>
                    <a:pt x="82124" y="68312"/>
                    <a:pt x="82124" y="77702"/>
                  </a:cubicBezTo>
                  <a:cubicBezTo>
                    <a:pt x="82124" y="77997"/>
                    <a:pt x="82124" y="78285"/>
                    <a:pt x="82190" y="78573"/>
                  </a:cubicBezTo>
                  <a:lnTo>
                    <a:pt x="31083" y="95351"/>
                  </a:lnTo>
                  <a:cubicBezTo>
                    <a:pt x="27942" y="90953"/>
                    <a:pt x="22838" y="88068"/>
                    <a:pt x="17079" y="88068"/>
                  </a:cubicBezTo>
                  <a:cubicBezTo>
                    <a:pt x="7656" y="88068"/>
                    <a:pt x="0" y="95704"/>
                    <a:pt x="0" y="105088"/>
                  </a:cubicBezTo>
                  <a:cubicBezTo>
                    <a:pt x="0" y="114472"/>
                    <a:pt x="7656" y="122122"/>
                    <a:pt x="17079" y="122122"/>
                  </a:cubicBezTo>
                  <a:cubicBezTo>
                    <a:pt x="26502" y="122122"/>
                    <a:pt x="34159" y="114478"/>
                    <a:pt x="34159" y="105081"/>
                  </a:cubicBezTo>
                  <a:cubicBezTo>
                    <a:pt x="34159" y="104944"/>
                    <a:pt x="34159" y="104807"/>
                    <a:pt x="34093" y="104663"/>
                  </a:cubicBezTo>
                  <a:lnTo>
                    <a:pt x="85461" y="87799"/>
                  </a:lnTo>
                  <a:cubicBezTo>
                    <a:pt x="88603" y="91987"/>
                    <a:pt x="93576" y="94710"/>
                    <a:pt x="99203" y="94710"/>
                  </a:cubicBezTo>
                  <a:cubicBezTo>
                    <a:pt x="108627" y="94710"/>
                    <a:pt x="116283" y="87073"/>
                    <a:pt x="116283" y="77689"/>
                  </a:cubicBezTo>
                  <a:cubicBezTo>
                    <a:pt x="116283" y="75739"/>
                    <a:pt x="115956" y="73868"/>
                    <a:pt x="115302" y="72120"/>
                  </a:cubicBezTo>
                  <a:lnTo>
                    <a:pt x="160781" y="30496"/>
                  </a:lnTo>
                  <a:cubicBezTo>
                    <a:pt x="163594" y="32661"/>
                    <a:pt x="167128" y="33970"/>
                    <a:pt x="170924" y="34036"/>
                  </a:cubicBezTo>
                  <a:lnTo>
                    <a:pt x="170924" y="34036"/>
                  </a:lnTo>
                  <a:cubicBezTo>
                    <a:pt x="171055" y="34036"/>
                    <a:pt x="171120" y="34036"/>
                    <a:pt x="171185" y="34036"/>
                  </a:cubicBezTo>
                  <a:cubicBezTo>
                    <a:pt x="174196" y="34036"/>
                    <a:pt x="177074" y="33264"/>
                    <a:pt x="179627" y="31824"/>
                  </a:cubicBezTo>
                  <a:lnTo>
                    <a:pt x="233090" y="82892"/>
                  </a:lnTo>
                  <a:cubicBezTo>
                    <a:pt x="231846" y="85215"/>
                    <a:pt x="231192" y="87845"/>
                    <a:pt x="231192" y="90626"/>
                  </a:cubicBezTo>
                  <a:cubicBezTo>
                    <a:pt x="231192" y="100017"/>
                    <a:pt x="238848" y="107653"/>
                    <a:pt x="248271" y="107653"/>
                  </a:cubicBezTo>
                  <a:close/>
                  <a:moveTo>
                    <a:pt x="17079" y="112319"/>
                  </a:moveTo>
                  <a:cubicBezTo>
                    <a:pt x="13088" y="112319"/>
                    <a:pt x="9816" y="109080"/>
                    <a:pt x="9816" y="105095"/>
                  </a:cubicBezTo>
                  <a:cubicBezTo>
                    <a:pt x="9816" y="101109"/>
                    <a:pt x="13088" y="97890"/>
                    <a:pt x="17079" y="97890"/>
                  </a:cubicBezTo>
                  <a:cubicBezTo>
                    <a:pt x="21071" y="97890"/>
                    <a:pt x="24474" y="101319"/>
                    <a:pt x="24277" y="105343"/>
                  </a:cubicBezTo>
                  <a:cubicBezTo>
                    <a:pt x="24147" y="109191"/>
                    <a:pt x="20875" y="112319"/>
                    <a:pt x="17079" y="112319"/>
                  </a:cubicBezTo>
                  <a:close/>
                  <a:moveTo>
                    <a:pt x="255535" y="90652"/>
                  </a:moveTo>
                  <a:cubicBezTo>
                    <a:pt x="255535" y="94631"/>
                    <a:pt x="252263" y="97864"/>
                    <a:pt x="248271" y="97864"/>
                  </a:cubicBezTo>
                  <a:cubicBezTo>
                    <a:pt x="244279" y="97864"/>
                    <a:pt x="241007" y="94625"/>
                    <a:pt x="241007" y="90652"/>
                  </a:cubicBezTo>
                  <a:cubicBezTo>
                    <a:pt x="241007" y="86680"/>
                    <a:pt x="244345" y="83448"/>
                    <a:pt x="248271" y="83448"/>
                  </a:cubicBezTo>
                  <a:cubicBezTo>
                    <a:pt x="252197" y="83448"/>
                    <a:pt x="255535" y="86680"/>
                    <a:pt x="255535" y="90652"/>
                  </a:cubicBezTo>
                  <a:close/>
                  <a:moveTo>
                    <a:pt x="99203" y="84914"/>
                  </a:moveTo>
                  <a:cubicBezTo>
                    <a:pt x="95212" y="84914"/>
                    <a:pt x="91940" y="81681"/>
                    <a:pt x="91940" y="77709"/>
                  </a:cubicBezTo>
                  <a:cubicBezTo>
                    <a:pt x="91940" y="73737"/>
                    <a:pt x="95212" y="70491"/>
                    <a:pt x="99203" y="70491"/>
                  </a:cubicBezTo>
                  <a:cubicBezTo>
                    <a:pt x="103196" y="70491"/>
                    <a:pt x="106467" y="73730"/>
                    <a:pt x="106467" y="77709"/>
                  </a:cubicBezTo>
                  <a:cubicBezTo>
                    <a:pt x="106467" y="81687"/>
                    <a:pt x="103196" y="84914"/>
                    <a:pt x="99203" y="84914"/>
                  </a:cubicBezTo>
                  <a:close/>
                  <a:moveTo>
                    <a:pt x="171120" y="24240"/>
                  </a:moveTo>
                  <a:cubicBezTo>
                    <a:pt x="167063" y="24174"/>
                    <a:pt x="163856" y="20896"/>
                    <a:pt x="163922" y="16937"/>
                  </a:cubicBezTo>
                  <a:cubicBezTo>
                    <a:pt x="163987" y="12958"/>
                    <a:pt x="167325" y="9771"/>
                    <a:pt x="171316" y="9817"/>
                  </a:cubicBezTo>
                  <a:cubicBezTo>
                    <a:pt x="175569" y="9883"/>
                    <a:pt x="178907" y="13730"/>
                    <a:pt x="178383" y="17958"/>
                  </a:cubicBezTo>
                  <a:cubicBezTo>
                    <a:pt x="177926" y="21563"/>
                    <a:pt x="174719" y="24299"/>
                    <a:pt x="171120" y="24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8390587" y="2407659"/>
              <a:ext cx="63196" cy="9815"/>
            </a:xfrm>
            <a:custGeom>
              <a:rect b="b" l="l" r="r" t="t"/>
              <a:pathLst>
                <a:path extrusionOk="0" h="9815" w="63196">
                  <a:moveTo>
                    <a:pt x="4711" y="9816"/>
                  </a:moveTo>
                  <a:lnTo>
                    <a:pt x="58435" y="9816"/>
                  </a:lnTo>
                  <a:cubicBezTo>
                    <a:pt x="64783" y="9816"/>
                    <a:pt x="64783" y="0"/>
                    <a:pt x="58435" y="0"/>
                  </a:cubicBezTo>
                  <a:lnTo>
                    <a:pt x="4711" y="0"/>
                  </a:lnTo>
                  <a:cubicBezTo>
                    <a:pt x="-1570" y="0"/>
                    <a:pt x="-1570" y="9816"/>
                    <a:pt x="4711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8390587" y="2438729"/>
              <a:ext cx="37021" cy="9815"/>
            </a:xfrm>
            <a:custGeom>
              <a:rect b="b" l="l" r="r" t="t"/>
              <a:pathLst>
                <a:path extrusionOk="0" h="9815" w="37021">
                  <a:moveTo>
                    <a:pt x="4711" y="9816"/>
                  </a:moveTo>
                  <a:lnTo>
                    <a:pt x="32260" y="9816"/>
                  </a:lnTo>
                  <a:cubicBezTo>
                    <a:pt x="38608" y="9816"/>
                    <a:pt x="38608" y="0"/>
                    <a:pt x="32260" y="0"/>
                  </a:cubicBezTo>
                  <a:lnTo>
                    <a:pt x="4711" y="0"/>
                  </a:lnTo>
                  <a:cubicBezTo>
                    <a:pt x="-1570" y="0"/>
                    <a:pt x="-1570" y="9816"/>
                    <a:pt x="4711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" name="Google Shape;466;p27"/>
          <p:cNvGrpSpPr/>
          <p:nvPr/>
        </p:nvGrpSpPr>
        <p:grpSpPr>
          <a:xfrm>
            <a:off x="937693" y="3368123"/>
            <a:ext cx="345036" cy="345086"/>
            <a:chOff x="1782070" y="3224167"/>
            <a:chExt cx="334986" cy="335035"/>
          </a:xfrm>
        </p:grpSpPr>
        <p:sp>
          <p:nvSpPr>
            <p:cNvPr id="467" name="Google Shape;467;p27"/>
            <p:cNvSpPr/>
            <p:nvPr/>
          </p:nvSpPr>
          <p:spPr>
            <a:xfrm>
              <a:off x="1782452" y="3224167"/>
              <a:ext cx="334604" cy="334797"/>
            </a:xfrm>
            <a:custGeom>
              <a:rect b="b" l="l" r="r" t="t"/>
              <a:pathLst>
                <a:path extrusionOk="0" h="334797" w="334604">
                  <a:moveTo>
                    <a:pt x="332108" y="7026"/>
                  </a:moveTo>
                  <a:cubicBezTo>
                    <a:pt x="332010" y="5888"/>
                    <a:pt x="331519" y="4789"/>
                    <a:pt x="330662" y="3944"/>
                  </a:cubicBezTo>
                  <a:lnTo>
                    <a:pt x="330616" y="3899"/>
                  </a:lnTo>
                  <a:cubicBezTo>
                    <a:pt x="329779" y="3074"/>
                    <a:pt x="328699" y="2596"/>
                    <a:pt x="327586" y="2505"/>
                  </a:cubicBezTo>
                  <a:cubicBezTo>
                    <a:pt x="298467" y="-3496"/>
                    <a:pt x="266886" y="1333"/>
                    <a:pt x="236216" y="16476"/>
                  </a:cubicBezTo>
                  <a:cubicBezTo>
                    <a:pt x="212998" y="27940"/>
                    <a:pt x="198589" y="41107"/>
                    <a:pt x="197987" y="41663"/>
                  </a:cubicBezTo>
                  <a:cubicBezTo>
                    <a:pt x="197961" y="41682"/>
                    <a:pt x="197941" y="41708"/>
                    <a:pt x="197921" y="41728"/>
                  </a:cubicBezTo>
                  <a:cubicBezTo>
                    <a:pt x="197895" y="41754"/>
                    <a:pt x="197869" y="41774"/>
                    <a:pt x="197850" y="41794"/>
                  </a:cubicBezTo>
                  <a:lnTo>
                    <a:pt x="117564" y="121935"/>
                  </a:lnTo>
                  <a:lnTo>
                    <a:pt x="99097" y="103469"/>
                  </a:lnTo>
                  <a:cubicBezTo>
                    <a:pt x="99097" y="103469"/>
                    <a:pt x="99097" y="103469"/>
                    <a:pt x="99097" y="103469"/>
                  </a:cubicBezTo>
                  <a:cubicBezTo>
                    <a:pt x="99097" y="103469"/>
                    <a:pt x="99097" y="103469"/>
                    <a:pt x="99097" y="103469"/>
                  </a:cubicBezTo>
                  <a:cubicBezTo>
                    <a:pt x="89432" y="93823"/>
                    <a:pt x="73721" y="93810"/>
                    <a:pt x="64075" y="103443"/>
                  </a:cubicBezTo>
                  <a:lnTo>
                    <a:pt x="49005" y="118513"/>
                  </a:lnTo>
                  <a:cubicBezTo>
                    <a:pt x="47087" y="120430"/>
                    <a:pt x="47087" y="123538"/>
                    <a:pt x="49005" y="125456"/>
                  </a:cubicBezTo>
                  <a:cubicBezTo>
                    <a:pt x="49967" y="126418"/>
                    <a:pt x="51216" y="126895"/>
                    <a:pt x="52473" y="126895"/>
                  </a:cubicBezTo>
                  <a:cubicBezTo>
                    <a:pt x="53729" y="126895"/>
                    <a:pt x="54986" y="126418"/>
                    <a:pt x="55941" y="125456"/>
                  </a:cubicBezTo>
                  <a:lnTo>
                    <a:pt x="71011" y="110392"/>
                  </a:lnTo>
                  <a:cubicBezTo>
                    <a:pt x="76835" y="104581"/>
                    <a:pt x="86324" y="104588"/>
                    <a:pt x="92161" y="110418"/>
                  </a:cubicBezTo>
                  <a:lnTo>
                    <a:pt x="92161" y="110418"/>
                  </a:lnTo>
                  <a:lnTo>
                    <a:pt x="110621" y="128878"/>
                  </a:lnTo>
                  <a:lnTo>
                    <a:pt x="67452" y="171976"/>
                  </a:lnTo>
                  <a:lnTo>
                    <a:pt x="56988" y="161512"/>
                  </a:lnTo>
                  <a:cubicBezTo>
                    <a:pt x="55437" y="159961"/>
                    <a:pt x="53049" y="159627"/>
                    <a:pt x="51131" y="160694"/>
                  </a:cubicBezTo>
                  <a:lnTo>
                    <a:pt x="20186" y="177885"/>
                  </a:lnTo>
                  <a:lnTo>
                    <a:pt x="11856" y="169554"/>
                  </a:lnTo>
                  <a:lnTo>
                    <a:pt x="41133" y="140278"/>
                  </a:lnTo>
                  <a:cubicBezTo>
                    <a:pt x="43050" y="138360"/>
                    <a:pt x="43050" y="135252"/>
                    <a:pt x="41133" y="133335"/>
                  </a:cubicBezTo>
                  <a:cubicBezTo>
                    <a:pt x="39215" y="131417"/>
                    <a:pt x="36107" y="131417"/>
                    <a:pt x="34190" y="133335"/>
                  </a:cubicBezTo>
                  <a:lnTo>
                    <a:pt x="1438" y="166080"/>
                  </a:lnTo>
                  <a:cubicBezTo>
                    <a:pt x="-479" y="167997"/>
                    <a:pt x="-479" y="171105"/>
                    <a:pt x="1438" y="173022"/>
                  </a:cubicBezTo>
                  <a:lnTo>
                    <a:pt x="15854" y="187438"/>
                  </a:lnTo>
                  <a:cubicBezTo>
                    <a:pt x="17385" y="188970"/>
                    <a:pt x="19813" y="189310"/>
                    <a:pt x="21711" y="188256"/>
                  </a:cubicBezTo>
                  <a:lnTo>
                    <a:pt x="52656" y="171066"/>
                  </a:lnTo>
                  <a:lnTo>
                    <a:pt x="73315" y="191718"/>
                  </a:lnTo>
                  <a:cubicBezTo>
                    <a:pt x="66261" y="195134"/>
                    <a:pt x="63355" y="203883"/>
                    <a:pt x="66771" y="210904"/>
                  </a:cubicBezTo>
                  <a:cubicBezTo>
                    <a:pt x="68505" y="214471"/>
                    <a:pt x="71941" y="217200"/>
                    <a:pt x="74702" y="219968"/>
                  </a:cubicBezTo>
                  <a:cubicBezTo>
                    <a:pt x="61857" y="218574"/>
                    <a:pt x="48507" y="222729"/>
                    <a:pt x="38600" y="232460"/>
                  </a:cubicBezTo>
                  <a:cubicBezTo>
                    <a:pt x="36683" y="234344"/>
                    <a:pt x="36670" y="237531"/>
                    <a:pt x="38567" y="239429"/>
                  </a:cubicBezTo>
                  <a:lnTo>
                    <a:pt x="94582" y="295444"/>
                  </a:lnTo>
                  <a:cubicBezTo>
                    <a:pt x="96460" y="297322"/>
                    <a:pt x="99595" y="297341"/>
                    <a:pt x="101492" y="295476"/>
                  </a:cubicBezTo>
                  <a:cubicBezTo>
                    <a:pt x="109849" y="287264"/>
                    <a:pt x="114501" y="276323"/>
                    <a:pt x="114593" y="264681"/>
                  </a:cubicBezTo>
                  <a:cubicBezTo>
                    <a:pt x="114606" y="262980"/>
                    <a:pt x="114508" y="261285"/>
                    <a:pt x="114331" y="259597"/>
                  </a:cubicBezTo>
                  <a:cubicBezTo>
                    <a:pt x="117368" y="262633"/>
                    <a:pt x="120293" y="266298"/>
                    <a:pt x="124396" y="267868"/>
                  </a:cubicBezTo>
                  <a:cubicBezTo>
                    <a:pt x="131234" y="270486"/>
                    <a:pt x="139263" y="267482"/>
                    <a:pt x="142502" y="260892"/>
                  </a:cubicBezTo>
                  <a:lnTo>
                    <a:pt x="163154" y="281564"/>
                  </a:lnTo>
                  <a:lnTo>
                    <a:pt x="146448" y="313131"/>
                  </a:lnTo>
                  <a:cubicBezTo>
                    <a:pt x="145440" y="315036"/>
                    <a:pt x="145794" y="317372"/>
                    <a:pt x="147318" y="318896"/>
                  </a:cubicBezTo>
                  <a:lnTo>
                    <a:pt x="161780" y="333358"/>
                  </a:lnTo>
                  <a:cubicBezTo>
                    <a:pt x="162736" y="334320"/>
                    <a:pt x="163992" y="334798"/>
                    <a:pt x="165248" y="334798"/>
                  </a:cubicBezTo>
                  <a:cubicBezTo>
                    <a:pt x="166505" y="334798"/>
                    <a:pt x="167761" y="334320"/>
                    <a:pt x="168717" y="333358"/>
                  </a:cubicBezTo>
                  <a:lnTo>
                    <a:pt x="231478" y="270597"/>
                  </a:lnTo>
                  <a:cubicBezTo>
                    <a:pt x="241012" y="261082"/>
                    <a:pt x="241012" y="245194"/>
                    <a:pt x="231478" y="235679"/>
                  </a:cubicBezTo>
                  <a:lnTo>
                    <a:pt x="212429" y="216630"/>
                  </a:lnTo>
                  <a:lnTo>
                    <a:pt x="292630" y="136567"/>
                  </a:lnTo>
                  <a:cubicBezTo>
                    <a:pt x="292630" y="136567"/>
                    <a:pt x="292675" y="136515"/>
                    <a:pt x="292695" y="136489"/>
                  </a:cubicBezTo>
                  <a:cubicBezTo>
                    <a:pt x="292715" y="136469"/>
                    <a:pt x="292741" y="136449"/>
                    <a:pt x="292760" y="136423"/>
                  </a:cubicBezTo>
                  <a:cubicBezTo>
                    <a:pt x="293317" y="135821"/>
                    <a:pt x="306535" y="121431"/>
                    <a:pt x="318046" y="98253"/>
                  </a:cubicBezTo>
                  <a:cubicBezTo>
                    <a:pt x="333253" y="67635"/>
                    <a:pt x="338109" y="36100"/>
                    <a:pt x="332102" y="7026"/>
                  </a:cubicBezTo>
                  <a:close/>
                  <a:moveTo>
                    <a:pt x="187098" y="162258"/>
                  </a:moveTo>
                  <a:cubicBezTo>
                    <a:pt x="177819" y="158011"/>
                    <a:pt x="171701" y="150388"/>
                    <a:pt x="169607" y="139970"/>
                  </a:cubicBezTo>
                  <a:cubicBezTo>
                    <a:pt x="167552" y="129729"/>
                    <a:pt x="170850" y="118919"/>
                    <a:pt x="178238" y="111544"/>
                  </a:cubicBezTo>
                  <a:cubicBezTo>
                    <a:pt x="184389" y="105406"/>
                    <a:pt x="192457" y="102337"/>
                    <a:pt x="200539" y="102337"/>
                  </a:cubicBezTo>
                  <a:cubicBezTo>
                    <a:pt x="208621" y="102337"/>
                    <a:pt x="216689" y="105406"/>
                    <a:pt x="222840" y="111544"/>
                  </a:cubicBezTo>
                  <a:cubicBezTo>
                    <a:pt x="228795" y="117485"/>
                    <a:pt x="232080" y="125390"/>
                    <a:pt x="232080" y="133793"/>
                  </a:cubicBezTo>
                  <a:cubicBezTo>
                    <a:pt x="232080" y="142195"/>
                    <a:pt x="228802" y="150093"/>
                    <a:pt x="222840" y="156035"/>
                  </a:cubicBezTo>
                  <a:cubicBezTo>
                    <a:pt x="213548" y="165327"/>
                    <a:pt x="198524" y="167486"/>
                    <a:pt x="187098" y="162251"/>
                  </a:cubicBezTo>
                  <a:close/>
                  <a:moveTo>
                    <a:pt x="171308" y="162991"/>
                  </a:moveTo>
                  <a:cubicBezTo>
                    <a:pt x="172970" y="164653"/>
                    <a:pt x="174750" y="166132"/>
                    <a:pt x="176602" y="167447"/>
                  </a:cubicBezTo>
                  <a:lnTo>
                    <a:pt x="119789" y="224267"/>
                  </a:lnTo>
                  <a:lnTo>
                    <a:pt x="110523" y="215007"/>
                  </a:lnTo>
                  <a:lnTo>
                    <a:pt x="167238" y="158286"/>
                  </a:lnTo>
                  <a:cubicBezTo>
                    <a:pt x="168461" y="159941"/>
                    <a:pt x="169816" y="161512"/>
                    <a:pt x="171301" y="162991"/>
                  </a:cubicBezTo>
                  <a:close/>
                  <a:moveTo>
                    <a:pt x="104771" y="264603"/>
                  </a:moveTo>
                  <a:cubicBezTo>
                    <a:pt x="104712" y="271991"/>
                    <a:pt x="102278" y="279019"/>
                    <a:pt x="97834" y="284823"/>
                  </a:cubicBezTo>
                  <a:lnTo>
                    <a:pt x="49247" y="236235"/>
                  </a:lnTo>
                  <a:cubicBezTo>
                    <a:pt x="62557" y="226446"/>
                    <a:pt x="81305" y="227355"/>
                    <a:pt x="93594" y="238866"/>
                  </a:cubicBezTo>
                  <a:cubicBezTo>
                    <a:pt x="100530" y="245803"/>
                    <a:pt x="104843" y="254656"/>
                    <a:pt x="104764" y="264603"/>
                  </a:cubicBezTo>
                  <a:close/>
                  <a:moveTo>
                    <a:pt x="134159" y="254486"/>
                  </a:moveTo>
                  <a:cubicBezTo>
                    <a:pt x="134159" y="258589"/>
                    <a:pt x="129087" y="260467"/>
                    <a:pt x="126247" y="257634"/>
                  </a:cubicBezTo>
                  <a:lnTo>
                    <a:pt x="76528" y="207914"/>
                  </a:lnTo>
                  <a:cubicBezTo>
                    <a:pt x="72438" y="203831"/>
                    <a:pt x="78190" y="197490"/>
                    <a:pt x="82666" y="201076"/>
                  </a:cubicBezTo>
                  <a:lnTo>
                    <a:pt x="133099" y="251496"/>
                  </a:lnTo>
                  <a:cubicBezTo>
                    <a:pt x="133786" y="252340"/>
                    <a:pt x="134159" y="253380"/>
                    <a:pt x="134159" y="254480"/>
                  </a:cubicBezTo>
                  <a:close/>
                  <a:moveTo>
                    <a:pt x="224548" y="242622"/>
                  </a:moveTo>
                  <a:cubicBezTo>
                    <a:pt x="230287" y="248355"/>
                    <a:pt x="230287" y="257915"/>
                    <a:pt x="224548" y="263647"/>
                  </a:cubicBezTo>
                  <a:lnTo>
                    <a:pt x="165255" y="322940"/>
                  </a:lnTo>
                  <a:lnTo>
                    <a:pt x="156827" y="314512"/>
                  </a:lnTo>
                  <a:lnTo>
                    <a:pt x="173533" y="282945"/>
                  </a:lnTo>
                  <a:cubicBezTo>
                    <a:pt x="174541" y="281041"/>
                    <a:pt x="174187" y="278704"/>
                    <a:pt x="172663" y="277180"/>
                  </a:cubicBezTo>
                  <a:lnTo>
                    <a:pt x="162232" y="266749"/>
                  </a:lnTo>
                  <a:lnTo>
                    <a:pt x="205493" y="223560"/>
                  </a:lnTo>
                  <a:lnTo>
                    <a:pt x="224548" y="242622"/>
                  </a:lnTo>
                  <a:close/>
                  <a:moveTo>
                    <a:pt x="309388" y="93627"/>
                  </a:moveTo>
                  <a:cubicBezTo>
                    <a:pt x="301856" y="108854"/>
                    <a:pt x="293402" y="120240"/>
                    <a:pt x="288860" y="125862"/>
                  </a:cubicBezTo>
                  <a:lnTo>
                    <a:pt x="276689" y="113710"/>
                  </a:lnTo>
                  <a:cubicBezTo>
                    <a:pt x="272213" y="109240"/>
                    <a:pt x="265270" y="116177"/>
                    <a:pt x="269753" y="120659"/>
                  </a:cubicBezTo>
                  <a:lnTo>
                    <a:pt x="282212" y="133092"/>
                  </a:lnTo>
                  <a:lnTo>
                    <a:pt x="155289" y="259800"/>
                  </a:lnTo>
                  <a:lnTo>
                    <a:pt x="140074" y="244585"/>
                  </a:lnTo>
                  <a:cubicBezTo>
                    <a:pt x="139950" y="244454"/>
                    <a:pt x="139839" y="244311"/>
                    <a:pt x="139708" y="244179"/>
                  </a:cubicBezTo>
                  <a:lnTo>
                    <a:pt x="126725" y="231203"/>
                  </a:lnTo>
                  <a:lnTo>
                    <a:pt x="185639" y="172290"/>
                  </a:lnTo>
                  <a:cubicBezTo>
                    <a:pt x="199924" y="177780"/>
                    <a:pt x="216519" y="174842"/>
                    <a:pt x="227971" y="164679"/>
                  </a:cubicBezTo>
                  <a:cubicBezTo>
                    <a:pt x="238892" y="154994"/>
                    <a:pt x="243937" y="139996"/>
                    <a:pt x="241091" y="125678"/>
                  </a:cubicBezTo>
                  <a:cubicBezTo>
                    <a:pt x="239507" y="117708"/>
                    <a:pt x="235515" y="110340"/>
                    <a:pt x="229764" y="104601"/>
                  </a:cubicBezTo>
                  <a:cubicBezTo>
                    <a:pt x="219895" y="94746"/>
                    <a:pt x="205381" y="90532"/>
                    <a:pt x="191764" y="93463"/>
                  </a:cubicBezTo>
                  <a:cubicBezTo>
                    <a:pt x="177296" y="96578"/>
                    <a:pt x="165261" y="107585"/>
                    <a:pt x="160956" y="121765"/>
                  </a:cubicBezTo>
                  <a:cubicBezTo>
                    <a:pt x="158220" y="130776"/>
                    <a:pt x="158665" y="140683"/>
                    <a:pt x="162232" y="149400"/>
                  </a:cubicBezTo>
                  <a:lnTo>
                    <a:pt x="103573" y="208058"/>
                  </a:lnTo>
                  <a:lnTo>
                    <a:pt x="89982" y="194466"/>
                  </a:lnTo>
                  <a:cubicBezTo>
                    <a:pt x="89838" y="194322"/>
                    <a:pt x="89687" y="194205"/>
                    <a:pt x="89543" y="194067"/>
                  </a:cubicBezTo>
                  <a:lnTo>
                    <a:pt x="74375" y="178899"/>
                  </a:lnTo>
                  <a:lnTo>
                    <a:pt x="201298" y="52198"/>
                  </a:lnTo>
                  <a:lnTo>
                    <a:pt x="254139" y="105039"/>
                  </a:lnTo>
                  <a:cubicBezTo>
                    <a:pt x="258615" y="109515"/>
                    <a:pt x="265565" y="102579"/>
                    <a:pt x="261082" y="98096"/>
                  </a:cubicBezTo>
                  <a:lnTo>
                    <a:pt x="208555" y="45569"/>
                  </a:lnTo>
                  <a:cubicBezTo>
                    <a:pt x="222042" y="34772"/>
                    <a:pt x="268640" y="1739"/>
                    <a:pt x="322993" y="11601"/>
                  </a:cubicBezTo>
                  <a:cubicBezTo>
                    <a:pt x="328961" y="44431"/>
                    <a:pt x="318994" y="74192"/>
                    <a:pt x="309388" y="936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1782070" y="3480563"/>
              <a:ext cx="46043" cy="46036"/>
            </a:xfrm>
            <a:custGeom>
              <a:rect b="b" l="l" r="r" t="t"/>
              <a:pathLst>
                <a:path extrusionOk="0" h="46036" w="46043">
                  <a:moveTo>
                    <a:pt x="4869" y="46030"/>
                  </a:moveTo>
                  <a:cubicBezTo>
                    <a:pt x="6125" y="46030"/>
                    <a:pt x="7382" y="45552"/>
                    <a:pt x="8337" y="44597"/>
                  </a:cubicBezTo>
                  <a:lnTo>
                    <a:pt x="44596" y="8390"/>
                  </a:lnTo>
                  <a:cubicBezTo>
                    <a:pt x="49072" y="3921"/>
                    <a:pt x="42149" y="-3035"/>
                    <a:pt x="37660" y="1447"/>
                  </a:cubicBezTo>
                  <a:lnTo>
                    <a:pt x="1401" y="37654"/>
                  </a:lnTo>
                  <a:cubicBezTo>
                    <a:pt x="-1623" y="40677"/>
                    <a:pt x="576" y="46036"/>
                    <a:pt x="4869" y="460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1782348" y="3496870"/>
              <a:ext cx="62076" cy="62027"/>
            </a:xfrm>
            <a:custGeom>
              <a:rect b="b" l="l" r="r" t="t"/>
              <a:pathLst>
                <a:path extrusionOk="0" h="62027" w="62076">
                  <a:moveTo>
                    <a:pt x="60651" y="1440"/>
                  </a:moveTo>
                  <a:cubicBezTo>
                    <a:pt x="58734" y="-477"/>
                    <a:pt x="55626" y="-483"/>
                    <a:pt x="53708" y="1440"/>
                  </a:cubicBezTo>
                  <a:lnTo>
                    <a:pt x="1443" y="53634"/>
                  </a:lnTo>
                  <a:cubicBezTo>
                    <a:pt x="-3020" y="58090"/>
                    <a:pt x="3884" y="65072"/>
                    <a:pt x="8380" y="60577"/>
                  </a:cubicBezTo>
                  <a:lnTo>
                    <a:pt x="60638" y="8383"/>
                  </a:lnTo>
                  <a:cubicBezTo>
                    <a:pt x="62556" y="6466"/>
                    <a:pt x="62556" y="3358"/>
                    <a:pt x="60638" y="14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1814688" y="3513151"/>
              <a:ext cx="46079" cy="46051"/>
            </a:xfrm>
            <a:custGeom>
              <a:rect b="b" l="l" r="r" t="t"/>
              <a:pathLst>
                <a:path extrusionOk="0" h="46051" w="46079">
                  <a:moveTo>
                    <a:pt x="37696" y="1447"/>
                  </a:moveTo>
                  <a:lnTo>
                    <a:pt x="1443" y="37660"/>
                  </a:lnTo>
                  <a:cubicBezTo>
                    <a:pt x="-3020" y="42117"/>
                    <a:pt x="3884" y="49093"/>
                    <a:pt x="8380" y="44603"/>
                  </a:cubicBezTo>
                  <a:lnTo>
                    <a:pt x="44632" y="8390"/>
                  </a:lnTo>
                  <a:cubicBezTo>
                    <a:pt x="49108" y="3921"/>
                    <a:pt x="42178" y="-3035"/>
                    <a:pt x="37696" y="14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27"/>
          <p:cNvGrpSpPr/>
          <p:nvPr/>
        </p:nvGrpSpPr>
        <p:grpSpPr>
          <a:xfrm>
            <a:off x="1707032" y="3368121"/>
            <a:ext cx="344759" cy="345092"/>
            <a:chOff x="2487809" y="3192088"/>
            <a:chExt cx="334717" cy="335041"/>
          </a:xfrm>
        </p:grpSpPr>
        <p:sp>
          <p:nvSpPr>
            <p:cNvPr id="472" name="Google Shape;472;p27"/>
            <p:cNvSpPr/>
            <p:nvPr/>
          </p:nvSpPr>
          <p:spPr>
            <a:xfrm>
              <a:off x="2622670" y="3287954"/>
              <a:ext cx="66245" cy="9815"/>
            </a:xfrm>
            <a:custGeom>
              <a:rect b="b" l="l" r="r" t="t"/>
              <a:pathLst>
                <a:path extrusionOk="0" h="9815" w="66245">
                  <a:moveTo>
                    <a:pt x="61500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61500" y="9816"/>
                  </a:lnTo>
                  <a:cubicBezTo>
                    <a:pt x="67828" y="9816"/>
                    <a:pt x="67828" y="0"/>
                    <a:pt x="6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2622670" y="3335678"/>
              <a:ext cx="66245" cy="9815"/>
            </a:xfrm>
            <a:custGeom>
              <a:rect b="b" l="l" r="r" t="t"/>
              <a:pathLst>
                <a:path extrusionOk="0" h="9815" w="66245">
                  <a:moveTo>
                    <a:pt x="61500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61500" y="9816"/>
                  </a:lnTo>
                  <a:cubicBezTo>
                    <a:pt x="67828" y="9816"/>
                    <a:pt x="67828" y="0"/>
                    <a:pt x="6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2622670" y="3383343"/>
              <a:ext cx="66245" cy="9815"/>
            </a:xfrm>
            <a:custGeom>
              <a:rect b="b" l="l" r="r" t="t"/>
              <a:pathLst>
                <a:path extrusionOk="0" h="9815" w="66245">
                  <a:moveTo>
                    <a:pt x="61500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61500" y="9816"/>
                  </a:lnTo>
                  <a:cubicBezTo>
                    <a:pt x="67828" y="9816"/>
                    <a:pt x="67828" y="0"/>
                    <a:pt x="6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2622670" y="3431001"/>
              <a:ext cx="66245" cy="9815"/>
            </a:xfrm>
            <a:custGeom>
              <a:rect b="b" l="l" r="r" t="t"/>
              <a:pathLst>
                <a:path extrusionOk="0" h="9815" w="66245">
                  <a:moveTo>
                    <a:pt x="61500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61500" y="9816"/>
                  </a:lnTo>
                  <a:cubicBezTo>
                    <a:pt x="67828" y="9816"/>
                    <a:pt x="67828" y="0"/>
                    <a:pt x="6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2622670" y="3478660"/>
              <a:ext cx="66245" cy="9815"/>
            </a:xfrm>
            <a:custGeom>
              <a:rect b="b" l="l" r="r" t="t"/>
              <a:pathLst>
                <a:path extrusionOk="0" h="9815" w="66245">
                  <a:moveTo>
                    <a:pt x="61500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61500" y="9816"/>
                  </a:lnTo>
                  <a:cubicBezTo>
                    <a:pt x="67828" y="9816"/>
                    <a:pt x="67828" y="0"/>
                    <a:pt x="6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2726717" y="3341121"/>
              <a:ext cx="9815" cy="25851"/>
            </a:xfrm>
            <a:custGeom>
              <a:rect b="b" l="l" r="r" t="t"/>
              <a:pathLst>
                <a:path extrusionOk="0" h="25851" w="9815">
                  <a:moveTo>
                    <a:pt x="9816" y="4746"/>
                  </a:moveTo>
                  <a:cubicBezTo>
                    <a:pt x="9816" y="-1582"/>
                    <a:pt x="0" y="-1582"/>
                    <a:pt x="0" y="4746"/>
                  </a:cubicBezTo>
                  <a:lnTo>
                    <a:pt x="0" y="21105"/>
                  </a:lnTo>
                  <a:cubicBezTo>
                    <a:pt x="0" y="27433"/>
                    <a:pt x="9816" y="27433"/>
                    <a:pt x="9816" y="21105"/>
                  </a:cubicBezTo>
                  <a:lnTo>
                    <a:pt x="9816" y="47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2752238" y="3341121"/>
              <a:ext cx="9815" cy="25851"/>
            </a:xfrm>
            <a:custGeom>
              <a:rect b="b" l="l" r="r" t="t"/>
              <a:pathLst>
                <a:path extrusionOk="0" h="25851" w="9815">
                  <a:moveTo>
                    <a:pt x="9816" y="4746"/>
                  </a:moveTo>
                  <a:cubicBezTo>
                    <a:pt x="9816" y="-1582"/>
                    <a:pt x="0" y="-1582"/>
                    <a:pt x="0" y="4746"/>
                  </a:cubicBezTo>
                  <a:lnTo>
                    <a:pt x="0" y="21105"/>
                  </a:lnTo>
                  <a:cubicBezTo>
                    <a:pt x="0" y="27433"/>
                    <a:pt x="9816" y="27433"/>
                    <a:pt x="9816" y="21105"/>
                  </a:cubicBezTo>
                  <a:lnTo>
                    <a:pt x="9816" y="47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2726717" y="3380344"/>
              <a:ext cx="9815" cy="25818"/>
            </a:xfrm>
            <a:custGeom>
              <a:rect b="b" l="l" r="r" t="t"/>
              <a:pathLst>
                <a:path extrusionOk="0" h="25818" w="9815">
                  <a:moveTo>
                    <a:pt x="9816" y="4746"/>
                  </a:moveTo>
                  <a:cubicBezTo>
                    <a:pt x="9816" y="-1582"/>
                    <a:pt x="0" y="-1582"/>
                    <a:pt x="0" y="4746"/>
                  </a:cubicBezTo>
                  <a:lnTo>
                    <a:pt x="0" y="21073"/>
                  </a:lnTo>
                  <a:cubicBezTo>
                    <a:pt x="0" y="27400"/>
                    <a:pt x="9816" y="27400"/>
                    <a:pt x="9816" y="21073"/>
                  </a:cubicBezTo>
                  <a:lnTo>
                    <a:pt x="9816" y="47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2752238" y="3380344"/>
              <a:ext cx="9815" cy="25818"/>
            </a:xfrm>
            <a:custGeom>
              <a:rect b="b" l="l" r="r" t="t"/>
              <a:pathLst>
                <a:path extrusionOk="0" h="25818" w="9815">
                  <a:moveTo>
                    <a:pt x="9816" y="4746"/>
                  </a:moveTo>
                  <a:cubicBezTo>
                    <a:pt x="9816" y="-1582"/>
                    <a:pt x="0" y="-1582"/>
                    <a:pt x="0" y="4746"/>
                  </a:cubicBezTo>
                  <a:lnTo>
                    <a:pt x="0" y="21073"/>
                  </a:lnTo>
                  <a:cubicBezTo>
                    <a:pt x="0" y="27400"/>
                    <a:pt x="9816" y="27400"/>
                    <a:pt x="9816" y="21073"/>
                  </a:cubicBezTo>
                  <a:lnTo>
                    <a:pt x="9816" y="47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2726717" y="3419373"/>
              <a:ext cx="9815" cy="26000"/>
            </a:xfrm>
            <a:custGeom>
              <a:rect b="b" l="l" r="r" t="t"/>
              <a:pathLst>
                <a:path extrusionOk="0" h="26000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21254"/>
                  </a:lnTo>
                  <a:cubicBezTo>
                    <a:pt x="0" y="27582"/>
                    <a:pt x="9816" y="27582"/>
                    <a:pt x="9816" y="21254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2752238" y="3419373"/>
              <a:ext cx="9815" cy="26000"/>
            </a:xfrm>
            <a:custGeom>
              <a:rect b="b" l="l" r="r" t="t"/>
              <a:pathLst>
                <a:path extrusionOk="0" h="26000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21254"/>
                  </a:lnTo>
                  <a:cubicBezTo>
                    <a:pt x="0" y="27582"/>
                    <a:pt x="9816" y="27582"/>
                    <a:pt x="9816" y="21254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2777759" y="3341121"/>
              <a:ext cx="9815" cy="25851"/>
            </a:xfrm>
            <a:custGeom>
              <a:rect b="b" l="l" r="r" t="t"/>
              <a:pathLst>
                <a:path extrusionOk="0" h="25851" w="9815">
                  <a:moveTo>
                    <a:pt x="9816" y="4746"/>
                  </a:moveTo>
                  <a:cubicBezTo>
                    <a:pt x="9816" y="-1582"/>
                    <a:pt x="0" y="-1582"/>
                    <a:pt x="0" y="4746"/>
                  </a:cubicBezTo>
                  <a:lnTo>
                    <a:pt x="0" y="21105"/>
                  </a:lnTo>
                  <a:cubicBezTo>
                    <a:pt x="0" y="27433"/>
                    <a:pt x="9816" y="27433"/>
                    <a:pt x="9816" y="21105"/>
                  </a:cubicBezTo>
                  <a:lnTo>
                    <a:pt x="9816" y="47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7"/>
            <p:cNvSpPr/>
            <p:nvPr/>
          </p:nvSpPr>
          <p:spPr>
            <a:xfrm>
              <a:off x="2777759" y="3380344"/>
              <a:ext cx="9815" cy="25818"/>
            </a:xfrm>
            <a:custGeom>
              <a:rect b="b" l="l" r="r" t="t"/>
              <a:pathLst>
                <a:path extrusionOk="0" h="25818" w="9815">
                  <a:moveTo>
                    <a:pt x="9816" y="4746"/>
                  </a:moveTo>
                  <a:cubicBezTo>
                    <a:pt x="9816" y="-1582"/>
                    <a:pt x="0" y="-1582"/>
                    <a:pt x="0" y="4746"/>
                  </a:cubicBezTo>
                  <a:lnTo>
                    <a:pt x="0" y="21073"/>
                  </a:lnTo>
                  <a:cubicBezTo>
                    <a:pt x="0" y="27400"/>
                    <a:pt x="9816" y="27400"/>
                    <a:pt x="9816" y="21073"/>
                  </a:cubicBezTo>
                  <a:lnTo>
                    <a:pt x="9816" y="47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7"/>
            <p:cNvSpPr/>
            <p:nvPr/>
          </p:nvSpPr>
          <p:spPr>
            <a:xfrm>
              <a:off x="2777759" y="3419373"/>
              <a:ext cx="9815" cy="26000"/>
            </a:xfrm>
            <a:custGeom>
              <a:rect b="b" l="l" r="r" t="t"/>
              <a:pathLst>
                <a:path extrusionOk="0" h="26000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21254"/>
                  </a:lnTo>
                  <a:cubicBezTo>
                    <a:pt x="0" y="27582"/>
                    <a:pt x="9816" y="27582"/>
                    <a:pt x="9816" y="21254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7"/>
            <p:cNvSpPr/>
            <p:nvPr/>
          </p:nvSpPr>
          <p:spPr>
            <a:xfrm>
              <a:off x="2487809" y="3192088"/>
              <a:ext cx="334717" cy="335041"/>
            </a:xfrm>
            <a:custGeom>
              <a:rect b="b" l="l" r="r" t="t"/>
              <a:pathLst>
                <a:path extrusionOk="0" h="335041" w="334717">
                  <a:moveTo>
                    <a:pt x="329965" y="325226"/>
                  </a:moveTo>
                  <a:lnTo>
                    <a:pt x="324730" y="325226"/>
                  </a:lnTo>
                  <a:lnTo>
                    <a:pt x="324730" y="301910"/>
                  </a:lnTo>
                  <a:cubicBezTo>
                    <a:pt x="324730" y="295582"/>
                    <a:pt x="314914" y="295582"/>
                    <a:pt x="314914" y="301910"/>
                  </a:cubicBezTo>
                  <a:lnTo>
                    <a:pt x="314914" y="325226"/>
                  </a:lnTo>
                  <a:lnTo>
                    <a:pt x="291030" y="325226"/>
                  </a:lnTo>
                  <a:lnTo>
                    <a:pt x="291030" y="278444"/>
                  </a:lnTo>
                  <a:cubicBezTo>
                    <a:pt x="291030" y="273936"/>
                    <a:pt x="287359" y="270265"/>
                    <a:pt x="282850" y="270265"/>
                  </a:cubicBezTo>
                  <a:lnTo>
                    <a:pt x="255837" y="270265"/>
                  </a:lnTo>
                  <a:cubicBezTo>
                    <a:pt x="251329" y="270265"/>
                    <a:pt x="247657" y="273936"/>
                    <a:pt x="247657" y="278444"/>
                  </a:cubicBezTo>
                  <a:lnTo>
                    <a:pt x="247657" y="325226"/>
                  </a:lnTo>
                  <a:lnTo>
                    <a:pt x="223459" y="325226"/>
                  </a:lnTo>
                  <a:lnTo>
                    <a:pt x="223459" y="291388"/>
                  </a:lnTo>
                  <a:cubicBezTo>
                    <a:pt x="223459" y="291388"/>
                    <a:pt x="223459" y="130679"/>
                    <a:pt x="223459" y="130679"/>
                  </a:cubicBezTo>
                  <a:lnTo>
                    <a:pt x="314921" y="130679"/>
                  </a:lnTo>
                  <a:lnTo>
                    <a:pt x="314921" y="280401"/>
                  </a:lnTo>
                  <a:cubicBezTo>
                    <a:pt x="314921" y="286729"/>
                    <a:pt x="324737" y="286729"/>
                    <a:pt x="324737" y="280401"/>
                  </a:cubicBezTo>
                  <a:lnTo>
                    <a:pt x="324737" y="129043"/>
                  </a:lnTo>
                  <a:cubicBezTo>
                    <a:pt x="324737" y="124535"/>
                    <a:pt x="321066" y="120864"/>
                    <a:pt x="316557" y="120864"/>
                  </a:cubicBezTo>
                  <a:lnTo>
                    <a:pt x="303378" y="120864"/>
                  </a:lnTo>
                  <a:lnTo>
                    <a:pt x="303378" y="103804"/>
                  </a:lnTo>
                  <a:cubicBezTo>
                    <a:pt x="303378" y="99295"/>
                    <a:pt x="299707" y="95624"/>
                    <a:pt x="295198" y="95624"/>
                  </a:cubicBezTo>
                  <a:lnTo>
                    <a:pt x="288968" y="95624"/>
                  </a:lnTo>
                  <a:lnTo>
                    <a:pt x="288968" y="78048"/>
                  </a:lnTo>
                  <a:cubicBezTo>
                    <a:pt x="288968" y="73539"/>
                    <a:pt x="285297" y="69868"/>
                    <a:pt x="280789" y="69868"/>
                  </a:cubicBezTo>
                  <a:lnTo>
                    <a:pt x="274428" y="69868"/>
                  </a:lnTo>
                  <a:lnTo>
                    <a:pt x="274428" y="33655"/>
                  </a:lnTo>
                  <a:cubicBezTo>
                    <a:pt x="274428" y="27327"/>
                    <a:pt x="264612" y="27327"/>
                    <a:pt x="264612" y="33655"/>
                  </a:cubicBezTo>
                  <a:lnTo>
                    <a:pt x="264612" y="69868"/>
                  </a:lnTo>
                  <a:lnTo>
                    <a:pt x="258252" y="69868"/>
                  </a:lnTo>
                  <a:cubicBezTo>
                    <a:pt x="253743" y="69868"/>
                    <a:pt x="250072" y="73539"/>
                    <a:pt x="250072" y="78048"/>
                  </a:cubicBezTo>
                  <a:lnTo>
                    <a:pt x="250072" y="95624"/>
                  </a:lnTo>
                  <a:lnTo>
                    <a:pt x="243496" y="95624"/>
                  </a:lnTo>
                  <a:cubicBezTo>
                    <a:pt x="238987" y="95624"/>
                    <a:pt x="235316" y="99295"/>
                    <a:pt x="235316" y="103804"/>
                  </a:cubicBezTo>
                  <a:lnTo>
                    <a:pt x="235316" y="120864"/>
                  </a:lnTo>
                  <a:lnTo>
                    <a:pt x="223452" y="120864"/>
                  </a:lnTo>
                  <a:lnTo>
                    <a:pt x="223452" y="33118"/>
                  </a:lnTo>
                  <a:cubicBezTo>
                    <a:pt x="223452" y="28609"/>
                    <a:pt x="219781" y="24938"/>
                    <a:pt x="215272" y="24938"/>
                  </a:cubicBezTo>
                  <a:lnTo>
                    <a:pt x="202198" y="24938"/>
                  </a:lnTo>
                  <a:lnTo>
                    <a:pt x="202198" y="8180"/>
                  </a:lnTo>
                  <a:cubicBezTo>
                    <a:pt x="202198" y="3671"/>
                    <a:pt x="198527" y="0"/>
                    <a:pt x="194018" y="0"/>
                  </a:cubicBezTo>
                  <a:lnTo>
                    <a:pt x="141975" y="0"/>
                  </a:lnTo>
                  <a:cubicBezTo>
                    <a:pt x="137467" y="0"/>
                    <a:pt x="133796" y="3671"/>
                    <a:pt x="133796" y="8180"/>
                  </a:cubicBezTo>
                  <a:lnTo>
                    <a:pt x="133796" y="24938"/>
                  </a:lnTo>
                  <a:lnTo>
                    <a:pt x="120708" y="24938"/>
                  </a:lnTo>
                  <a:cubicBezTo>
                    <a:pt x="116200" y="24938"/>
                    <a:pt x="112528" y="28609"/>
                    <a:pt x="112528" y="33118"/>
                  </a:cubicBezTo>
                  <a:lnTo>
                    <a:pt x="112528" y="60844"/>
                  </a:lnTo>
                  <a:cubicBezTo>
                    <a:pt x="112528" y="60910"/>
                    <a:pt x="112535" y="60975"/>
                    <a:pt x="112542" y="61047"/>
                  </a:cubicBezTo>
                  <a:lnTo>
                    <a:pt x="112542" y="86201"/>
                  </a:lnTo>
                  <a:cubicBezTo>
                    <a:pt x="112542" y="86201"/>
                    <a:pt x="19757" y="86201"/>
                    <a:pt x="19757" y="86201"/>
                  </a:cubicBezTo>
                  <a:cubicBezTo>
                    <a:pt x="15249" y="86201"/>
                    <a:pt x="11578" y="89872"/>
                    <a:pt x="11578" y="94381"/>
                  </a:cubicBezTo>
                  <a:lnTo>
                    <a:pt x="11578" y="139906"/>
                  </a:lnTo>
                  <a:cubicBezTo>
                    <a:pt x="11578" y="146234"/>
                    <a:pt x="21393" y="146234"/>
                    <a:pt x="21393" y="139906"/>
                  </a:cubicBezTo>
                  <a:lnTo>
                    <a:pt x="21393" y="96017"/>
                  </a:lnTo>
                  <a:lnTo>
                    <a:pt x="112542" y="96017"/>
                  </a:lnTo>
                  <a:lnTo>
                    <a:pt x="112542" y="325226"/>
                  </a:lnTo>
                  <a:lnTo>
                    <a:pt x="21393" y="325226"/>
                  </a:lnTo>
                  <a:lnTo>
                    <a:pt x="21393" y="162770"/>
                  </a:lnTo>
                  <a:cubicBezTo>
                    <a:pt x="21393" y="156442"/>
                    <a:pt x="11578" y="156442"/>
                    <a:pt x="11578" y="162770"/>
                  </a:cubicBezTo>
                  <a:lnTo>
                    <a:pt x="11578" y="325226"/>
                  </a:lnTo>
                  <a:lnTo>
                    <a:pt x="4746" y="325226"/>
                  </a:lnTo>
                  <a:cubicBezTo>
                    <a:pt x="-1582" y="325226"/>
                    <a:pt x="-1582" y="335041"/>
                    <a:pt x="4746" y="335041"/>
                  </a:cubicBezTo>
                  <a:lnTo>
                    <a:pt x="329972" y="335041"/>
                  </a:lnTo>
                  <a:cubicBezTo>
                    <a:pt x="336300" y="335041"/>
                    <a:pt x="336300" y="325226"/>
                    <a:pt x="329972" y="325226"/>
                  </a:cubicBezTo>
                  <a:close/>
                  <a:moveTo>
                    <a:pt x="259881" y="79684"/>
                  </a:moveTo>
                  <a:lnTo>
                    <a:pt x="279146" y="79684"/>
                  </a:lnTo>
                  <a:lnTo>
                    <a:pt x="279146" y="95611"/>
                  </a:lnTo>
                  <a:lnTo>
                    <a:pt x="259881" y="95611"/>
                  </a:lnTo>
                  <a:lnTo>
                    <a:pt x="259881" y="79684"/>
                  </a:lnTo>
                  <a:close/>
                  <a:moveTo>
                    <a:pt x="245125" y="105440"/>
                  </a:moveTo>
                  <a:lnTo>
                    <a:pt x="293549" y="105440"/>
                  </a:lnTo>
                  <a:lnTo>
                    <a:pt x="293549" y="120831"/>
                  </a:lnTo>
                  <a:lnTo>
                    <a:pt x="245125" y="120831"/>
                  </a:lnTo>
                  <a:lnTo>
                    <a:pt x="245125" y="105440"/>
                  </a:lnTo>
                  <a:close/>
                  <a:moveTo>
                    <a:pt x="143598" y="9816"/>
                  </a:moveTo>
                  <a:lnTo>
                    <a:pt x="192369" y="9816"/>
                  </a:lnTo>
                  <a:lnTo>
                    <a:pt x="192369" y="24938"/>
                  </a:lnTo>
                  <a:lnTo>
                    <a:pt x="143598" y="24938"/>
                  </a:lnTo>
                  <a:lnTo>
                    <a:pt x="143598" y="9816"/>
                  </a:lnTo>
                  <a:lnTo>
                    <a:pt x="143598" y="9816"/>
                  </a:lnTo>
                  <a:close/>
                  <a:moveTo>
                    <a:pt x="138691" y="34754"/>
                  </a:moveTo>
                  <a:lnTo>
                    <a:pt x="213604" y="34754"/>
                  </a:lnTo>
                  <a:lnTo>
                    <a:pt x="213604" y="55936"/>
                  </a:lnTo>
                  <a:lnTo>
                    <a:pt x="122344" y="55936"/>
                  </a:lnTo>
                  <a:lnTo>
                    <a:pt x="122344" y="34754"/>
                  </a:lnTo>
                  <a:cubicBezTo>
                    <a:pt x="122344" y="34754"/>
                    <a:pt x="138697" y="34754"/>
                    <a:pt x="138697" y="34754"/>
                  </a:cubicBezTo>
                  <a:close/>
                  <a:moveTo>
                    <a:pt x="122344" y="65752"/>
                  </a:moveTo>
                  <a:lnTo>
                    <a:pt x="213630" y="65752"/>
                  </a:lnTo>
                  <a:lnTo>
                    <a:pt x="213630" y="129037"/>
                  </a:lnTo>
                  <a:cubicBezTo>
                    <a:pt x="213630" y="129037"/>
                    <a:pt x="213630" y="129037"/>
                    <a:pt x="213630" y="129043"/>
                  </a:cubicBezTo>
                  <a:lnTo>
                    <a:pt x="213630" y="325226"/>
                  </a:lnTo>
                  <a:cubicBezTo>
                    <a:pt x="213630" y="325226"/>
                    <a:pt x="122344" y="325226"/>
                    <a:pt x="122344" y="325226"/>
                  </a:cubicBezTo>
                  <a:lnTo>
                    <a:pt x="122344" y="65752"/>
                  </a:lnTo>
                  <a:close/>
                  <a:moveTo>
                    <a:pt x="257467" y="280074"/>
                  </a:moveTo>
                  <a:lnTo>
                    <a:pt x="281207" y="280074"/>
                  </a:lnTo>
                  <a:lnTo>
                    <a:pt x="281207" y="325219"/>
                  </a:lnTo>
                  <a:lnTo>
                    <a:pt x="257467" y="325219"/>
                  </a:lnTo>
                  <a:lnTo>
                    <a:pt x="257467" y="2800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7"/>
            <p:cNvSpPr/>
            <p:nvPr/>
          </p:nvSpPr>
          <p:spPr>
            <a:xfrm>
              <a:off x="2520588" y="3304098"/>
              <a:ext cx="29931" cy="111106"/>
            </a:xfrm>
            <a:custGeom>
              <a:rect b="b" l="l" r="r" t="t"/>
              <a:pathLst>
                <a:path extrusionOk="0" h="111106" w="29931">
                  <a:moveTo>
                    <a:pt x="8180" y="111107"/>
                  </a:moveTo>
                  <a:lnTo>
                    <a:pt x="21752" y="111107"/>
                  </a:lnTo>
                  <a:cubicBezTo>
                    <a:pt x="26260" y="111107"/>
                    <a:pt x="29931" y="107436"/>
                    <a:pt x="29931" y="102927"/>
                  </a:cubicBezTo>
                  <a:lnTo>
                    <a:pt x="29931" y="8180"/>
                  </a:lnTo>
                  <a:cubicBezTo>
                    <a:pt x="29931" y="3671"/>
                    <a:pt x="26260" y="0"/>
                    <a:pt x="21752" y="0"/>
                  </a:cubicBezTo>
                  <a:lnTo>
                    <a:pt x="8180" y="0"/>
                  </a:lnTo>
                  <a:cubicBezTo>
                    <a:pt x="3671" y="0"/>
                    <a:pt x="0" y="3671"/>
                    <a:pt x="0" y="8180"/>
                  </a:cubicBezTo>
                  <a:lnTo>
                    <a:pt x="0" y="102927"/>
                  </a:lnTo>
                  <a:cubicBezTo>
                    <a:pt x="0" y="107436"/>
                    <a:pt x="3671" y="111107"/>
                    <a:pt x="8180" y="111107"/>
                  </a:cubicBezTo>
                  <a:close/>
                  <a:moveTo>
                    <a:pt x="9816" y="9816"/>
                  </a:moveTo>
                  <a:lnTo>
                    <a:pt x="20116" y="9816"/>
                  </a:lnTo>
                  <a:lnTo>
                    <a:pt x="20116" y="101291"/>
                  </a:lnTo>
                  <a:lnTo>
                    <a:pt x="9816" y="101291"/>
                  </a:lnTo>
                  <a:lnTo>
                    <a:pt x="9816" y="98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7"/>
            <p:cNvSpPr/>
            <p:nvPr/>
          </p:nvSpPr>
          <p:spPr>
            <a:xfrm>
              <a:off x="2560204" y="3390175"/>
              <a:ext cx="30068" cy="111106"/>
            </a:xfrm>
            <a:custGeom>
              <a:rect b="b" l="l" r="r" t="t"/>
              <a:pathLst>
                <a:path extrusionOk="0" h="111106" w="30068">
                  <a:moveTo>
                    <a:pt x="0" y="102927"/>
                  </a:moveTo>
                  <a:cubicBezTo>
                    <a:pt x="0" y="107436"/>
                    <a:pt x="3671" y="111107"/>
                    <a:pt x="8180" y="111107"/>
                  </a:cubicBezTo>
                  <a:lnTo>
                    <a:pt x="21889" y="111107"/>
                  </a:lnTo>
                  <a:cubicBezTo>
                    <a:pt x="26398" y="111107"/>
                    <a:pt x="30069" y="107436"/>
                    <a:pt x="30069" y="102927"/>
                  </a:cubicBezTo>
                  <a:lnTo>
                    <a:pt x="30069" y="8180"/>
                  </a:lnTo>
                  <a:cubicBezTo>
                    <a:pt x="30069" y="3671"/>
                    <a:pt x="26398" y="0"/>
                    <a:pt x="21889" y="0"/>
                  </a:cubicBezTo>
                  <a:lnTo>
                    <a:pt x="8180" y="0"/>
                  </a:lnTo>
                  <a:cubicBezTo>
                    <a:pt x="3671" y="0"/>
                    <a:pt x="0" y="3671"/>
                    <a:pt x="0" y="8180"/>
                  </a:cubicBezTo>
                  <a:lnTo>
                    <a:pt x="0" y="102927"/>
                  </a:lnTo>
                  <a:close/>
                  <a:moveTo>
                    <a:pt x="9816" y="9816"/>
                  </a:moveTo>
                  <a:lnTo>
                    <a:pt x="20253" y="9816"/>
                  </a:lnTo>
                  <a:lnTo>
                    <a:pt x="20253" y="101291"/>
                  </a:lnTo>
                  <a:lnTo>
                    <a:pt x="9816" y="101291"/>
                  </a:lnTo>
                  <a:lnTo>
                    <a:pt x="9816" y="98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7"/>
            <p:cNvSpPr/>
            <p:nvPr/>
          </p:nvSpPr>
          <p:spPr>
            <a:xfrm>
              <a:off x="2560204" y="3344892"/>
              <a:ext cx="30068" cy="29492"/>
            </a:xfrm>
            <a:custGeom>
              <a:rect b="b" l="l" r="r" t="t"/>
              <a:pathLst>
                <a:path extrusionOk="0" h="29492" w="30068">
                  <a:moveTo>
                    <a:pt x="8180" y="29493"/>
                  </a:moveTo>
                  <a:lnTo>
                    <a:pt x="21889" y="29493"/>
                  </a:lnTo>
                  <a:cubicBezTo>
                    <a:pt x="26398" y="29493"/>
                    <a:pt x="30069" y="25822"/>
                    <a:pt x="30069" y="21313"/>
                  </a:cubicBezTo>
                  <a:lnTo>
                    <a:pt x="30069" y="8180"/>
                  </a:lnTo>
                  <a:cubicBezTo>
                    <a:pt x="30069" y="3671"/>
                    <a:pt x="26398" y="0"/>
                    <a:pt x="21889" y="0"/>
                  </a:cubicBezTo>
                  <a:lnTo>
                    <a:pt x="8180" y="0"/>
                  </a:lnTo>
                  <a:cubicBezTo>
                    <a:pt x="3671" y="0"/>
                    <a:pt x="0" y="3671"/>
                    <a:pt x="0" y="8180"/>
                  </a:cubicBezTo>
                  <a:lnTo>
                    <a:pt x="0" y="21313"/>
                  </a:lnTo>
                  <a:cubicBezTo>
                    <a:pt x="0" y="25822"/>
                    <a:pt x="3671" y="29493"/>
                    <a:pt x="8180" y="29493"/>
                  </a:cubicBezTo>
                  <a:close/>
                  <a:moveTo>
                    <a:pt x="9816" y="9816"/>
                  </a:moveTo>
                  <a:lnTo>
                    <a:pt x="20253" y="9816"/>
                  </a:lnTo>
                  <a:lnTo>
                    <a:pt x="20253" y="19677"/>
                  </a:lnTo>
                  <a:lnTo>
                    <a:pt x="9816" y="19677"/>
                  </a:lnTo>
                  <a:lnTo>
                    <a:pt x="9816" y="98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2520588" y="3431047"/>
              <a:ext cx="29931" cy="29427"/>
            </a:xfrm>
            <a:custGeom>
              <a:rect b="b" l="l" r="r" t="t"/>
              <a:pathLst>
                <a:path extrusionOk="0" h="29427" w="29931">
                  <a:moveTo>
                    <a:pt x="0" y="21248"/>
                  </a:moveTo>
                  <a:cubicBezTo>
                    <a:pt x="0" y="25756"/>
                    <a:pt x="3671" y="29428"/>
                    <a:pt x="8180" y="29428"/>
                  </a:cubicBezTo>
                  <a:lnTo>
                    <a:pt x="21752" y="29428"/>
                  </a:lnTo>
                  <a:cubicBezTo>
                    <a:pt x="26260" y="29428"/>
                    <a:pt x="29931" y="25756"/>
                    <a:pt x="29931" y="21248"/>
                  </a:cubicBezTo>
                  <a:lnTo>
                    <a:pt x="29931" y="8180"/>
                  </a:lnTo>
                  <a:cubicBezTo>
                    <a:pt x="29931" y="3671"/>
                    <a:pt x="26260" y="0"/>
                    <a:pt x="21752" y="0"/>
                  </a:cubicBezTo>
                  <a:lnTo>
                    <a:pt x="8180" y="0"/>
                  </a:lnTo>
                  <a:cubicBezTo>
                    <a:pt x="3671" y="0"/>
                    <a:pt x="0" y="3671"/>
                    <a:pt x="0" y="8180"/>
                  </a:cubicBezTo>
                  <a:lnTo>
                    <a:pt x="0" y="21248"/>
                  </a:lnTo>
                  <a:close/>
                  <a:moveTo>
                    <a:pt x="9816" y="9816"/>
                  </a:moveTo>
                  <a:lnTo>
                    <a:pt x="20116" y="9816"/>
                  </a:lnTo>
                  <a:lnTo>
                    <a:pt x="20116" y="19612"/>
                  </a:lnTo>
                  <a:lnTo>
                    <a:pt x="9816" y="19612"/>
                  </a:lnTo>
                  <a:lnTo>
                    <a:pt x="9816" y="98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" name="Google Shape;491;p27"/>
          <p:cNvGrpSpPr/>
          <p:nvPr/>
        </p:nvGrpSpPr>
        <p:grpSpPr>
          <a:xfrm>
            <a:off x="2476066" y="3368122"/>
            <a:ext cx="345086" cy="345092"/>
            <a:chOff x="3172139" y="3160010"/>
            <a:chExt cx="335035" cy="335041"/>
          </a:xfrm>
        </p:grpSpPr>
        <p:sp>
          <p:nvSpPr>
            <p:cNvPr id="492" name="Google Shape;492;p27"/>
            <p:cNvSpPr/>
            <p:nvPr/>
          </p:nvSpPr>
          <p:spPr>
            <a:xfrm>
              <a:off x="3207907" y="3239553"/>
              <a:ext cx="262611" cy="201386"/>
            </a:xfrm>
            <a:custGeom>
              <a:rect b="b" l="l" r="r" t="t"/>
              <a:pathLst>
                <a:path extrusionOk="0" h="201386" w="262611">
                  <a:moveTo>
                    <a:pt x="48188" y="28227"/>
                  </a:moveTo>
                  <a:cubicBezTo>
                    <a:pt x="46271" y="26309"/>
                    <a:pt x="43163" y="26316"/>
                    <a:pt x="41245" y="28227"/>
                  </a:cubicBezTo>
                  <a:lnTo>
                    <a:pt x="1983" y="67542"/>
                  </a:lnTo>
                  <a:cubicBezTo>
                    <a:pt x="-661" y="70185"/>
                    <a:pt x="-661" y="74622"/>
                    <a:pt x="1983" y="77259"/>
                  </a:cubicBezTo>
                  <a:lnTo>
                    <a:pt x="27039" y="102283"/>
                  </a:lnTo>
                  <a:cubicBezTo>
                    <a:pt x="29682" y="104920"/>
                    <a:pt x="34119" y="104913"/>
                    <a:pt x="36756" y="102276"/>
                  </a:cubicBezTo>
                  <a:lnTo>
                    <a:pt x="38045" y="100980"/>
                  </a:lnTo>
                  <a:cubicBezTo>
                    <a:pt x="39714" y="110999"/>
                    <a:pt x="44550" y="126069"/>
                    <a:pt x="58292" y="139798"/>
                  </a:cubicBezTo>
                  <a:cubicBezTo>
                    <a:pt x="63789" y="145288"/>
                    <a:pt x="114981" y="196598"/>
                    <a:pt x="114981" y="196598"/>
                  </a:cubicBezTo>
                  <a:cubicBezTo>
                    <a:pt x="124096" y="205694"/>
                    <a:pt x="140259" y="201172"/>
                    <a:pt x="143217" y="188588"/>
                  </a:cubicBezTo>
                  <a:cubicBezTo>
                    <a:pt x="152699" y="191664"/>
                    <a:pt x="163084" y="185546"/>
                    <a:pt x="164943" y="175730"/>
                  </a:cubicBezTo>
                  <a:cubicBezTo>
                    <a:pt x="174169" y="177915"/>
                    <a:pt x="183638" y="171804"/>
                    <a:pt x="185359" y="162453"/>
                  </a:cubicBezTo>
                  <a:cubicBezTo>
                    <a:pt x="198584" y="165482"/>
                    <a:pt x="210016" y="151760"/>
                    <a:pt x="204506" y="139301"/>
                  </a:cubicBezTo>
                  <a:cubicBezTo>
                    <a:pt x="218137" y="125670"/>
                    <a:pt x="222947" y="110907"/>
                    <a:pt x="224589" y="101026"/>
                  </a:cubicBezTo>
                  <a:lnTo>
                    <a:pt x="225832" y="102269"/>
                  </a:lnTo>
                  <a:cubicBezTo>
                    <a:pt x="228476" y="104907"/>
                    <a:pt x="232906" y="104913"/>
                    <a:pt x="235550" y="102269"/>
                  </a:cubicBezTo>
                  <a:lnTo>
                    <a:pt x="260619" y="77240"/>
                  </a:lnTo>
                  <a:cubicBezTo>
                    <a:pt x="263276" y="74570"/>
                    <a:pt x="263276" y="70218"/>
                    <a:pt x="260619" y="67535"/>
                  </a:cubicBezTo>
                  <a:lnTo>
                    <a:pt x="195188" y="2012"/>
                  </a:lnTo>
                  <a:cubicBezTo>
                    <a:pt x="192511" y="-671"/>
                    <a:pt x="188147" y="-671"/>
                    <a:pt x="185470" y="2012"/>
                  </a:cubicBezTo>
                  <a:lnTo>
                    <a:pt x="160401" y="27049"/>
                  </a:lnTo>
                  <a:cubicBezTo>
                    <a:pt x="158320" y="29143"/>
                    <a:pt x="157875" y="32271"/>
                    <a:pt x="159066" y="34823"/>
                  </a:cubicBezTo>
                  <a:cubicBezTo>
                    <a:pt x="150062" y="35143"/>
                    <a:pt x="141215" y="37100"/>
                    <a:pt x="132937" y="40450"/>
                  </a:cubicBezTo>
                  <a:cubicBezTo>
                    <a:pt x="123540" y="35739"/>
                    <a:pt x="112121" y="34273"/>
                    <a:pt x="103896" y="33900"/>
                  </a:cubicBezTo>
                  <a:cubicBezTo>
                    <a:pt x="104622" y="31492"/>
                    <a:pt x="103954" y="28809"/>
                    <a:pt x="102174" y="27036"/>
                  </a:cubicBezTo>
                  <a:lnTo>
                    <a:pt x="77118" y="2012"/>
                  </a:lnTo>
                  <a:cubicBezTo>
                    <a:pt x="74442" y="-664"/>
                    <a:pt x="70084" y="-664"/>
                    <a:pt x="67401" y="2019"/>
                  </a:cubicBezTo>
                  <a:lnTo>
                    <a:pt x="58567" y="10873"/>
                  </a:lnTo>
                  <a:cubicBezTo>
                    <a:pt x="54097" y="15348"/>
                    <a:pt x="61034" y="22291"/>
                    <a:pt x="65516" y="17809"/>
                  </a:cubicBezTo>
                  <a:lnTo>
                    <a:pt x="72269" y="11043"/>
                  </a:lnTo>
                  <a:lnTo>
                    <a:pt x="93157" y="31904"/>
                  </a:lnTo>
                  <a:lnTo>
                    <a:pt x="31888" y="93252"/>
                  </a:lnTo>
                  <a:lnTo>
                    <a:pt x="11000" y="72391"/>
                  </a:lnTo>
                  <a:lnTo>
                    <a:pt x="48182" y="35156"/>
                  </a:lnTo>
                  <a:cubicBezTo>
                    <a:pt x="50099" y="33239"/>
                    <a:pt x="50093" y="30131"/>
                    <a:pt x="48182" y="28214"/>
                  </a:cubicBezTo>
                  <a:close/>
                  <a:moveTo>
                    <a:pt x="198368" y="131566"/>
                  </a:moveTo>
                  <a:lnTo>
                    <a:pt x="136569" y="69773"/>
                  </a:lnTo>
                  <a:cubicBezTo>
                    <a:pt x="135639" y="68844"/>
                    <a:pt x="134337" y="68327"/>
                    <a:pt x="133048" y="68353"/>
                  </a:cubicBezTo>
                  <a:cubicBezTo>
                    <a:pt x="131995" y="68360"/>
                    <a:pt x="130961" y="68720"/>
                    <a:pt x="130123" y="69348"/>
                  </a:cubicBezTo>
                  <a:cubicBezTo>
                    <a:pt x="122905" y="74629"/>
                    <a:pt x="117651" y="80662"/>
                    <a:pt x="114058" y="87795"/>
                  </a:cubicBezTo>
                  <a:cubicBezTo>
                    <a:pt x="109759" y="95981"/>
                    <a:pt x="106487" y="96622"/>
                    <a:pt x="104347" y="96387"/>
                  </a:cubicBezTo>
                  <a:cubicBezTo>
                    <a:pt x="103549" y="96308"/>
                    <a:pt x="102233" y="95523"/>
                    <a:pt x="101173" y="93586"/>
                  </a:cubicBezTo>
                  <a:cubicBezTo>
                    <a:pt x="99308" y="90190"/>
                    <a:pt x="99452" y="85668"/>
                    <a:pt x="101566" y="81486"/>
                  </a:cubicBezTo>
                  <a:cubicBezTo>
                    <a:pt x="108601" y="67502"/>
                    <a:pt x="120471" y="56672"/>
                    <a:pt x="134409" y="50462"/>
                  </a:cubicBezTo>
                  <a:cubicBezTo>
                    <a:pt x="134586" y="50397"/>
                    <a:pt x="134763" y="50318"/>
                    <a:pt x="134933" y="50227"/>
                  </a:cubicBezTo>
                  <a:cubicBezTo>
                    <a:pt x="145409" y="45666"/>
                    <a:pt x="157018" y="43716"/>
                    <a:pt x="168600" y="44972"/>
                  </a:cubicBezTo>
                  <a:lnTo>
                    <a:pt x="215604" y="92041"/>
                  </a:lnTo>
                  <a:cubicBezTo>
                    <a:pt x="215578" y="97558"/>
                    <a:pt x="214158" y="115252"/>
                    <a:pt x="198368" y="131566"/>
                  </a:cubicBezTo>
                  <a:close/>
                  <a:moveTo>
                    <a:pt x="190326" y="11049"/>
                  </a:moveTo>
                  <a:lnTo>
                    <a:pt x="251595" y="72404"/>
                  </a:lnTo>
                  <a:lnTo>
                    <a:pt x="230701" y="93265"/>
                  </a:lnTo>
                  <a:lnTo>
                    <a:pt x="169431" y="31917"/>
                  </a:lnTo>
                  <a:lnTo>
                    <a:pt x="190326" y="11049"/>
                  </a:lnTo>
                  <a:close/>
                  <a:moveTo>
                    <a:pt x="92797" y="77069"/>
                  </a:moveTo>
                  <a:cubicBezTo>
                    <a:pt x="89231" y="84130"/>
                    <a:pt x="89146" y="92074"/>
                    <a:pt x="92568" y="98304"/>
                  </a:cubicBezTo>
                  <a:cubicBezTo>
                    <a:pt x="95029" y="102786"/>
                    <a:pt x="99066" y="105718"/>
                    <a:pt x="103320" y="106143"/>
                  </a:cubicBezTo>
                  <a:cubicBezTo>
                    <a:pt x="114850" y="107426"/>
                    <a:pt x="120811" y="96053"/>
                    <a:pt x="122768" y="92316"/>
                  </a:cubicBezTo>
                  <a:cubicBezTo>
                    <a:pt x="122781" y="92290"/>
                    <a:pt x="122794" y="92264"/>
                    <a:pt x="122807" y="92244"/>
                  </a:cubicBezTo>
                  <a:cubicBezTo>
                    <a:pt x="125143" y="87605"/>
                    <a:pt x="128402" y="83509"/>
                    <a:pt x="132714" y="79805"/>
                  </a:cubicBezTo>
                  <a:lnTo>
                    <a:pt x="194069" y="141153"/>
                  </a:lnTo>
                  <a:cubicBezTo>
                    <a:pt x="200390" y="147461"/>
                    <a:pt x="190522" y="157362"/>
                    <a:pt x="184188" y="151034"/>
                  </a:cubicBezTo>
                  <a:lnTo>
                    <a:pt x="145017" y="111817"/>
                  </a:lnTo>
                  <a:cubicBezTo>
                    <a:pt x="140541" y="107347"/>
                    <a:pt x="133598" y="114277"/>
                    <a:pt x="138080" y="118760"/>
                  </a:cubicBezTo>
                  <a:lnTo>
                    <a:pt x="174307" y="155032"/>
                  </a:lnTo>
                  <a:cubicBezTo>
                    <a:pt x="179587" y="161635"/>
                    <a:pt x="169922" y="170344"/>
                    <a:pt x="163909" y="164337"/>
                  </a:cubicBezTo>
                  <a:lnTo>
                    <a:pt x="129069" y="129518"/>
                  </a:lnTo>
                  <a:cubicBezTo>
                    <a:pt x="124593" y="125048"/>
                    <a:pt x="117644" y="131978"/>
                    <a:pt x="122133" y="136461"/>
                  </a:cubicBezTo>
                  <a:lnTo>
                    <a:pt x="153412" y="167720"/>
                  </a:lnTo>
                  <a:cubicBezTo>
                    <a:pt x="159681" y="173983"/>
                    <a:pt x="149754" y="183825"/>
                    <a:pt x="143479" y="177543"/>
                  </a:cubicBezTo>
                  <a:lnTo>
                    <a:pt x="110027" y="144104"/>
                  </a:lnTo>
                  <a:cubicBezTo>
                    <a:pt x="105551" y="139634"/>
                    <a:pt x="98602" y="146564"/>
                    <a:pt x="103091" y="151047"/>
                  </a:cubicBezTo>
                  <a:lnTo>
                    <a:pt x="131811" y="179767"/>
                  </a:lnTo>
                  <a:cubicBezTo>
                    <a:pt x="138126" y="186076"/>
                    <a:pt x="128265" y="195976"/>
                    <a:pt x="121930" y="189655"/>
                  </a:cubicBezTo>
                  <a:cubicBezTo>
                    <a:pt x="121930" y="189655"/>
                    <a:pt x="88047" y="155627"/>
                    <a:pt x="65241" y="132855"/>
                  </a:cubicBezTo>
                  <a:cubicBezTo>
                    <a:pt x="48895" y="116522"/>
                    <a:pt x="47168" y="97689"/>
                    <a:pt x="47043" y="92009"/>
                  </a:cubicBezTo>
                  <a:lnTo>
                    <a:pt x="95284" y="43696"/>
                  </a:lnTo>
                  <a:cubicBezTo>
                    <a:pt x="99302" y="43526"/>
                    <a:pt x="110747" y="43389"/>
                    <a:pt x="121191" y="46405"/>
                  </a:cubicBezTo>
                  <a:cubicBezTo>
                    <a:pt x="109261" y="53741"/>
                    <a:pt x="99249" y="64243"/>
                    <a:pt x="92804" y="770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3393650" y="3267035"/>
              <a:ext cx="11772" cy="11641"/>
            </a:xfrm>
            <a:custGeom>
              <a:rect b="b" l="l" r="r" t="t"/>
              <a:pathLst>
                <a:path extrusionOk="0" h="11641" w="11772">
                  <a:moveTo>
                    <a:pt x="8372" y="1399"/>
                  </a:moveTo>
                  <a:cubicBezTo>
                    <a:pt x="5591" y="-1382"/>
                    <a:pt x="650" y="221"/>
                    <a:pt x="55" y="4115"/>
                  </a:cubicBezTo>
                  <a:cubicBezTo>
                    <a:pt x="-351" y="6765"/>
                    <a:pt x="1579" y="8663"/>
                    <a:pt x="3379" y="10279"/>
                  </a:cubicBezTo>
                  <a:cubicBezTo>
                    <a:pt x="6252" y="12870"/>
                    <a:pt x="11087" y="11653"/>
                    <a:pt x="11716" y="7576"/>
                  </a:cubicBezTo>
                  <a:cubicBezTo>
                    <a:pt x="12141" y="4802"/>
                    <a:pt x="10119" y="3140"/>
                    <a:pt x="8372" y="13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7"/>
            <p:cNvSpPr/>
            <p:nvPr/>
          </p:nvSpPr>
          <p:spPr>
            <a:xfrm>
              <a:off x="3172139" y="3160010"/>
              <a:ext cx="335035" cy="335041"/>
            </a:xfrm>
            <a:custGeom>
              <a:rect b="b" l="l" r="r" t="t"/>
              <a:pathLst>
                <a:path extrusionOk="0" h="335041" w="335035">
                  <a:moveTo>
                    <a:pt x="285976" y="49065"/>
                  </a:moveTo>
                  <a:cubicBezTo>
                    <a:pt x="254337" y="17426"/>
                    <a:pt x="212267" y="0"/>
                    <a:pt x="167521" y="0"/>
                  </a:cubicBezTo>
                  <a:cubicBezTo>
                    <a:pt x="122774" y="0"/>
                    <a:pt x="80704" y="17426"/>
                    <a:pt x="49065" y="49065"/>
                  </a:cubicBezTo>
                  <a:cubicBezTo>
                    <a:pt x="17426" y="80704"/>
                    <a:pt x="0" y="122774"/>
                    <a:pt x="0" y="167521"/>
                  </a:cubicBezTo>
                  <a:cubicBezTo>
                    <a:pt x="0" y="212267"/>
                    <a:pt x="17426" y="254337"/>
                    <a:pt x="49065" y="285976"/>
                  </a:cubicBezTo>
                  <a:cubicBezTo>
                    <a:pt x="80704" y="317615"/>
                    <a:pt x="122774" y="335041"/>
                    <a:pt x="167521" y="335041"/>
                  </a:cubicBezTo>
                  <a:cubicBezTo>
                    <a:pt x="179378" y="335041"/>
                    <a:pt x="191216" y="333798"/>
                    <a:pt x="202707" y="331344"/>
                  </a:cubicBezTo>
                  <a:cubicBezTo>
                    <a:pt x="208897" y="330022"/>
                    <a:pt x="206842" y="320423"/>
                    <a:pt x="200652" y="321745"/>
                  </a:cubicBezTo>
                  <a:cubicBezTo>
                    <a:pt x="189835" y="324054"/>
                    <a:pt x="178684" y="325226"/>
                    <a:pt x="167514" y="325226"/>
                  </a:cubicBezTo>
                  <a:cubicBezTo>
                    <a:pt x="125385" y="325226"/>
                    <a:pt x="85782" y="308821"/>
                    <a:pt x="56002" y="279033"/>
                  </a:cubicBezTo>
                  <a:cubicBezTo>
                    <a:pt x="26214" y="249246"/>
                    <a:pt x="9809" y="209643"/>
                    <a:pt x="9809" y="167521"/>
                  </a:cubicBezTo>
                  <a:cubicBezTo>
                    <a:pt x="9809" y="125399"/>
                    <a:pt x="26214" y="85796"/>
                    <a:pt x="55995" y="56008"/>
                  </a:cubicBezTo>
                  <a:cubicBezTo>
                    <a:pt x="85782" y="26221"/>
                    <a:pt x="125385" y="9816"/>
                    <a:pt x="167514" y="9816"/>
                  </a:cubicBezTo>
                  <a:cubicBezTo>
                    <a:pt x="209643" y="9816"/>
                    <a:pt x="249246" y="26221"/>
                    <a:pt x="279027" y="56008"/>
                  </a:cubicBezTo>
                  <a:cubicBezTo>
                    <a:pt x="308814" y="85796"/>
                    <a:pt x="325219" y="125399"/>
                    <a:pt x="325219" y="167521"/>
                  </a:cubicBezTo>
                  <a:cubicBezTo>
                    <a:pt x="325219" y="191680"/>
                    <a:pt x="319899" y="214872"/>
                    <a:pt x="309403" y="236433"/>
                  </a:cubicBezTo>
                  <a:cubicBezTo>
                    <a:pt x="306635" y="242126"/>
                    <a:pt x="315463" y="246419"/>
                    <a:pt x="318231" y="240726"/>
                  </a:cubicBezTo>
                  <a:cubicBezTo>
                    <a:pt x="329381" y="217810"/>
                    <a:pt x="335035" y="193179"/>
                    <a:pt x="335035" y="167514"/>
                  </a:cubicBezTo>
                  <a:cubicBezTo>
                    <a:pt x="335035" y="122768"/>
                    <a:pt x="317609" y="80698"/>
                    <a:pt x="285970" y="490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3373391" y="3413423"/>
              <a:ext cx="101044" cy="74404"/>
            </a:xfrm>
            <a:custGeom>
              <a:rect b="b" l="l" r="r" t="t"/>
              <a:pathLst>
                <a:path extrusionOk="0" h="74404" w="101044">
                  <a:moveTo>
                    <a:pt x="92668" y="1455"/>
                  </a:moveTo>
                  <a:lnTo>
                    <a:pt x="31569" y="62554"/>
                  </a:lnTo>
                  <a:lnTo>
                    <a:pt x="8391" y="39376"/>
                  </a:lnTo>
                  <a:cubicBezTo>
                    <a:pt x="3915" y="34900"/>
                    <a:pt x="-3034" y="41836"/>
                    <a:pt x="1448" y="46319"/>
                  </a:cubicBezTo>
                  <a:lnTo>
                    <a:pt x="28094" y="72965"/>
                  </a:lnTo>
                  <a:cubicBezTo>
                    <a:pt x="29017" y="73888"/>
                    <a:pt x="30260" y="74405"/>
                    <a:pt x="31562" y="74405"/>
                  </a:cubicBezTo>
                  <a:cubicBezTo>
                    <a:pt x="32865" y="74405"/>
                    <a:pt x="34115" y="73888"/>
                    <a:pt x="35031" y="72965"/>
                  </a:cubicBezTo>
                  <a:lnTo>
                    <a:pt x="99598" y="8391"/>
                  </a:lnTo>
                  <a:cubicBezTo>
                    <a:pt x="104074" y="3915"/>
                    <a:pt x="97138" y="-3034"/>
                    <a:pt x="92655" y="14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27"/>
          <p:cNvGrpSpPr/>
          <p:nvPr/>
        </p:nvGrpSpPr>
        <p:grpSpPr>
          <a:xfrm>
            <a:off x="3287540" y="3368121"/>
            <a:ext cx="260518" cy="345092"/>
            <a:chOff x="3942008" y="3192081"/>
            <a:chExt cx="252930" cy="335041"/>
          </a:xfrm>
        </p:grpSpPr>
        <p:sp>
          <p:nvSpPr>
            <p:cNvPr id="497" name="Google Shape;497;p27"/>
            <p:cNvSpPr/>
            <p:nvPr/>
          </p:nvSpPr>
          <p:spPr>
            <a:xfrm>
              <a:off x="3942008" y="3192081"/>
              <a:ext cx="252930" cy="335041"/>
            </a:xfrm>
            <a:custGeom>
              <a:rect b="b" l="l" r="r" t="t"/>
              <a:pathLst>
                <a:path extrusionOk="0" h="335041" w="252930">
                  <a:moveTo>
                    <a:pt x="248022" y="207111"/>
                  </a:moveTo>
                  <a:cubicBezTo>
                    <a:pt x="250731" y="207111"/>
                    <a:pt x="252930" y="204912"/>
                    <a:pt x="252930" y="202203"/>
                  </a:cubicBezTo>
                  <a:lnTo>
                    <a:pt x="252930" y="43307"/>
                  </a:lnTo>
                  <a:cubicBezTo>
                    <a:pt x="252930" y="36828"/>
                    <a:pt x="247656" y="31554"/>
                    <a:pt x="241178" y="31554"/>
                  </a:cubicBezTo>
                  <a:lnTo>
                    <a:pt x="219563" y="31554"/>
                  </a:lnTo>
                  <a:lnTo>
                    <a:pt x="219563" y="11753"/>
                  </a:lnTo>
                  <a:cubicBezTo>
                    <a:pt x="219563" y="5274"/>
                    <a:pt x="214296" y="0"/>
                    <a:pt x="207811" y="0"/>
                  </a:cubicBezTo>
                  <a:lnTo>
                    <a:pt x="11759" y="0"/>
                  </a:lnTo>
                  <a:cubicBezTo>
                    <a:pt x="5281" y="0"/>
                    <a:pt x="6" y="5274"/>
                    <a:pt x="6" y="11753"/>
                  </a:cubicBezTo>
                  <a:lnTo>
                    <a:pt x="6" y="127610"/>
                  </a:lnTo>
                  <a:cubicBezTo>
                    <a:pt x="6" y="133938"/>
                    <a:pt x="9822" y="133938"/>
                    <a:pt x="9822" y="127610"/>
                  </a:cubicBezTo>
                  <a:lnTo>
                    <a:pt x="9822" y="88511"/>
                  </a:lnTo>
                  <a:lnTo>
                    <a:pt x="32189" y="88511"/>
                  </a:lnTo>
                  <a:cubicBezTo>
                    <a:pt x="40421" y="102816"/>
                    <a:pt x="56008" y="111899"/>
                    <a:pt x="72518" y="111899"/>
                  </a:cubicBezTo>
                  <a:cubicBezTo>
                    <a:pt x="89028" y="111899"/>
                    <a:pt x="104812" y="102469"/>
                    <a:pt x="112847" y="88511"/>
                  </a:cubicBezTo>
                  <a:lnTo>
                    <a:pt x="209741" y="88511"/>
                  </a:lnTo>
                  <a:lnTo>
                    <a:pt x="209741" y="291735"/>
                  </a:lnTo>
                  <a:cubicBezTo>
                    <a:pt x="209741" y="292782"/>
                    <a:pt x="208858" y="293672"/>
                    <a:pt x="207804" y="293672"/>
                  </a:cubicBezTo>
                  <a:lnTo>
                    <a:pt x="11753" y="293672"/>
                  </a:lnTo>
                  <a:cubicBezTo>
                    <a:pt x="10706" y="293672"/>
                    <a:pt x="9816" y="292788"/>
                    <a:pt x="9816" y="291735"/>
                  </a:cubicBezTo>
                  <a:lnTo>
                    <a:pt x="9816" y="151816"/>
                  </a:lnTo>
                  <a:cubicBezTo>
                    <a:pt x="9816" y="145488"/>
                    <a:pt x="0" y="145488"/>
                    <a:pt x="0" y="151816"/>
                  </a:cubicBezTo>
                  <a:lnTo>
                    <a:pt x="0" y="291735"/>
                  </a:lnTo>
                  <a:cubicBezTo>
                    <a:pt x="0" y="298213"/>
                    <a:pt x="5274" y="303487"/>
                    <a:pt x="11753" y="303487"/>
                  </a:cubicBezTo>
                  <a:lnTo>
                    <a:pt x="33367" y="303487"/>
                  </a:lnTo>
                  <a:lnTo>
                    <a:pt x="33367" y="323289"/>
                  </a:lnTo>
                  <a:cubicBezTo>
                    <a:pt x="33367" y="329767"/>
                    <a:pt x="38641" y="335041"/>
                    <a:pt x="45119" y="335041"/>
                  </a:cubicBezTo>
                  <a:lnTo>
                    <a:pt x="241171" y="335041"/>
                  </a:lnTo>
                  <a:cubicBezTo>
                    <a:pt x="247649" y="335041"/>
                    <a:pt x="252923" y="329767"/>
                    <a:pt x="252923" y="323289"/>
                  </a:cubicBezTo>
                  <a:lnTo>
                    <a:pt x="252923" y="227056"/>
                  </a:lnTo>
                  <a:cubicBezTo>
                    <a:pt x="252923" y="220728"/>
                    <a:pt x="243108" y="220728"/>
                    <a:pt x="243108" y="227056"/>
                  </a:cubicBezTo>
                  <a:lnTo>
                    <a:pt x="243108" y="323289"/>
                  </a:lnTo>
                  <a:cubicBezTo>
                    <a:pt x="243108" y="324336"/>
                    <a:pt x="242224" y="325226"/>
                    <a:pt x="241171" y="325226"/>
                  </a:cubicBezTo>
                  <a:lnTo>
                    <a:pt x="45119" y="325226"/>
                  </a:lnTo>
                  <a:cubicBezTo>
                    <a:pt x="44072" y="325226"/>
                    <a:pt x="43182" y="324342"/>
                    <a:pt x="43182" y="323289"/>
                  </a:cubicBezTo>
                  <a:lnTo>
                    <a:pt x="43182" y="303487"/>
                  </a:lnTo>
                  <a:lnTo>
                    <a:pt x="207804" y="303487"/>
                  </a:lnTo>
                  <a:cubicBezTo>
                    <a:pt x="214283" y="303487"/>
                    <a:pt x="219557" y="298213"/>
                    <a:pt x="219557" y="291735"/>
                  </a:cubicBezTo>
                  <a:lnTo>
                    <a:pt x="219557" y="41363"/>
                  </a:lnTo>
                  <a:lnTo>
                    <a:pt x="241171" y="41363"/>
                  </a:lnTo>
                  <a:cubicBezTo>
                    <a:pt x="242218" y="41363"/>
                    <a:pt x="243108" y="42247"/>
                    <a:pt x="243108" y="43300"/>
                  </a:cubicBezTo>
                  <a:lnTo>
                    <a:pt x="243108" y="202196"/>
                  </a:lnTo>
                  <a:cubicBezTo>
                    <a:pt x="243108" y="204905"/>
                    <a:pt x="245307" y="207104"/>
                    <a:pt x="248016" y="207104"/>
                  </a:cubicBezTo>
                  <a:close/>
                  <a:moveTo>
                    <a:pt x="52304" y="96004"/>
                  </a:moveTo>
                  <a:cubicBezTo>
                    <a:pt x="53960" y="86666"/>
                    <a:pt x="60046" y="76909"/>
                    <a:pt x="72721" y="76837"/>
                  </a:cubicBezTo>
                  <a:cubicBezTo>
                    <a:pt x="72747" y="76837"/>
                    <a:pt x="72780" y="76837"/>
                    <a:pt x="72806" y="76837"/>
                  </a:cubicBezTo>
                  <a:cubicBezTo>
                    <a:pt x="72858" y="76837"/>
                    <a:pt x="72904" y="76837"/>
                    <a:pt x="72957" y="76837"/>
                  </a:cubicBezTo>
                  <a:cubicBezTo>
                    <a:pt x="83518" y="76883"/>
                    <a:pt x="91822" y="84572"/>
                    <a:pt x="93511" y="95480"/>
                  </a:cubicBezTo>
                  <a:cubicBezTo>
                    <a:pt x="87556" y="99649"/>
                    <a:pt x="80325" y="102103"/>
                    <a:pt x="72518" y="102103"/>
                  </a:cubicBezTo>
                  <a:cubicBezTo>
                    <a:pt x="65052" y="102103"/>
                    <a:pt x="58102" y="99858"/>
                    <a:pt x="52298" y="96010"/>
                  </a:cubicBezTo>
                  <a:close/>
                  <a:moveTo>
                    <a:pt x="64077" y="58292"/>
                  </a:moveTo>
                  <a:cubicBezTo>
                    <a:pt x="64077" y="53482"/>
                    <a:pt x="67990" y="49563"/>
                    <a:pt x="72806" y="49563"/>
                  </a:cubicBezTo>
                  <a:cubicBezTo>
                    <a:pt x="77622" y="49563"/>
                    <a:pt x="81535" y="53476"/>
                    <a:pt x="81535" y="58292"/>
                  </a:cubicBezTo>
                  <a:cubicBezTo>
                    <a:pt x="81535" y="63108"/>
                    <a:pt x="77675" y="66963"/>
                    <a:pt x="72904" y="67015"/>
                  </a:cubicBezTo>
                  <a:cubicBezTo>
                    <a:pt x="72891" y="67015"/>
                    <a:pt x="72878" y="67015"/>
                    <a:pt x="72865" y="67015"/>
                  </a:cubicBezTo>
                  <a:cubicBezTo>
                    <a:pt x="72826" y="67015"/>
                    <a:pt x="72786" y="67015"/>
                    <a:pt x="72741" y="67015"/>
                  </a:cubicBezTo>
                  <a:cubicBezTo>
                    <a:pt x="67957" y="66982"/>
                    <a:pt x="64077" y="63082"/>
                    <a:pt x="64077" y="58292"/>
                  </a:cubicBezTo>
                  <a:close/>
                  <a:moveTo>
                    <a:pt x="101618" y="87719"/>
                  </a:moveTo>
                  <a:cubicBezTo>
                    <a:pt x="98896" y="80109"/>
                    <a:pt x="93596" y="73991"/>
                    <a:pt x="86810" y="70424"/>
                  </a:cubicBezTo>
                  <a:cubicBezTo>
                    <a:pt x="89637" y="67165"/>
                    <a:pt x="91351" y="62925"/>
                    <a:pt x="91351" y="58285"/>
                  </a:cubicBezTo>
                  <a:cubicBezTo>
                    <a:pt x="91351" y="48064"/>
                    <a:pt x="83034" y="39740"/>
                    <a:pt x="72806" y="39740"/>
                  </a:cubicBezTo>
                  <a:cubicBezTo>
                    <a:pt x="62578" y="39740"/>
                    <a:pt x="54261" y="48057"/>
                    <a:pt x="54261" y="58285"/>
                  </a:cubicBezTo>
                  <a:cubicBezTo>
                    <a:pt x="54261" y="62905"/>
                    <a:pt x="55962" y="67139"/>
                    <a:pt x="58770" y="70385"/>
                  </a:cubicBezTo>
                  <a:cubicBezTo>
                    <a:pt x="51925" y="73991"/>
                    <a:pt x="46742" y="80318"/>
                    <a:pt x="44046" y="88511"/>
                  </a:cubicBezTo>
                  <a:cubicBezTo>
                    <a:pt x="38909" y="82196"/>
                    <a:pt x="35821" y="74148"/>
                    <a:pt x="35821" y="65386"/>
                  </a:cubicBezTo>
                  <a:cubicBezTo>
                    <a:pt x="35821" y="45152"/>
                    <a:pt x="52285" y="28688"/>
                    <a:pt x="72518" y="28688"/>
                  </a:cubicBezTo>
                  <a:cubicBezTo>
                    <a:pt x="92752" y="28688"/>
                    <a:pt x="109216" y="45152"/>
                    <a:pt x="109216" y="65386"/>
                  </a:cubicBezTo>
                  <a:cubicBezTo>
                    <a:pt x="109216" y="73781"/>
                    <a:pt x="106376" y="81522"/>
                    <a:pt x="101612" y="87713"/>
                  </a:cubicBezTo>
                  <a:close/>
                  <a:moveTo>
                    <a:pt x="117081" y="78702"/>
                  </a:moveTo>
                  <a:cubicBezTo>
                    <a:pt x="118344" y="74481"/>
                    <a:pt x="119031" y="70018"/>
                    <a:pt x="119031" y="65398"/>
                  </a:cubicBezTo>
                  <a:cubicBezTo>
                    <a:pt x="119031" y="39753"/>
                    <a:pt x="98170" y="18892"/>
                    <a:pt x="72525" y="18892"/>
                  </a:cubicBezTo>
                  <a:cubicBezTo>
                    <a:pt x="46880" y="18892"/>
                    <a:pt x="26018" y="39753"/>
                    <a:pt x="26018" y="65398"/>
                  </a:cubicBezTo>
                  <a:cubicBezTo>
                    <a:pt x="26018" y="70018"/>
                    <a:pt x="26705" y="74488"/>
                    <a:pt x="27968" y="78702"/>
                  </a:cubicBezTo>
                  <a:lnTo>
                    <a:pt x="9835" y="78702"/>
                  </a:lnTo>
                  <a:lnTo>
                    <a:pt x="9835" y="11753"/>
                  </a:lnTo>
                  <a:cubicBezTo>
                    <a:pt x="9835" y="10706"/>
                    <a:pt x="10719" y="9816"/>
                    <a:pt x="11772" y="9816"/>
                  </a:cubicBezTo>
                  <a:lnTo>
                    <a:pt x="207824" y="9816"/>
                  </a:lnTo>
                  <a:cubicBezTo>
                    <a:pt x="208871" y="9816"/>
                    <a:pt x="209761" y="10699"/>
                    <a:pt x="209761" y="11753"/>
                  </a:cubicBezTo>
                  <a:lnTo>
                    <a:pt x="209761" y="78702"/>
                  </a:lnTo>
                  <a:lnTo>
                    <a:pt x="117094" y="787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7"/>
            <p:cNvSpPr/>
            <p:nvPr/>
          </p:nvSpPr>
          <p:spPr>
            <a:xfrm>
              <a:off x="3971879" y="3333106"/>
              <a:ext cx="86479" cy="9815"/>
            </a:xfrm>
            <a:custGeom>
              <a:rect b="b" l="l" r="r" t="t"/>
              <a:pathLst>
                <a:path extrusionOk="0" h="9815" w="86479">
                  <a:moveTo>
                    <a:pt x="4746" y="9816"/>
                  </a:moveTo>
                  <a:lnTo>
                    <a:pt x="81733" y="9816"/>
                  </a:lnTo>
                  <a:cubicBezTo>
                    <a:pt x="88061" y="9816"/>
                    <a:pt x="88061" y="0"/>
                    <a:pt x="81733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7"/>
            <p:cNvSpPr/>
            <p:nvPr/>
          </p:nvSpPr>
          <p:spPr>
            <a:xfrm>
              <a:off x="3971879" y="3363457"/>
              <a:ext cx="158140" cy="9815"/>
            </a:xfrm>
            <a:custGeom>
              <a:rect b="b" l="l" r="r" t="t"/>
              <a:pathLst>
                <a:path extrusionOk="0" h="9815" w="158140">
                  <a:moveTo>
                    <a:pt x="4746" y="9816"/>
                  </a:moveTo>
                  <a:lnTo>
                    <a:pt x="153394" y="9816"/>
                  </a:lnTo>
                  <a:cubicBezTo>
                    <a:pt x="159722" y="9816"/>
                    <a:pt x="159722" y="0"/>
                    <a:pt x="153394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4076108" y="3234315"/>
              <a:ext cx="53911" cy="9815"/>
            </a:xfrm>
            <a:custGeom>
              <a:rect b="b" l="l" r="r" t="t"/>
              <a:pathLst>
                <a:path extrusionOk="0" h="9815" w="53911">
                  <a:moveTo>
                    <a:pt x="49165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49165" y="9816"/>
                  </a:lnTo>
                  <a:cubicBezTo>
                    <a:pt x="55493" y="9816"/>
                    <a:pt x="55493" y="0"/>
                    <a:pt x="49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7"/>
            <p:cNvSpPr/>
            <p:nvPr/>
          </p:nvSpPr>
          <p:spPr>
            <a:xfrm>
              <a:off x="3971879" y="3414236"/>
              <a:ext cx="86479" cy="9815"/>
            </a:xfrm>
            <a:custGeom>
              <a:rect b="b" l="l" r="r" t="t"/>
              <a:pathLst>
                <a:path extrusionOk="0" h="9815" w="86479">
                  <a:moveTo>
                    <a:pt x="4746" y="9816"/>
                  </a:moveTo>
                  <a:lnTo>
                    <a:pt x="81733" y="9816"/>
                  </a:lnTo>
                  <a:cubicBezTo>
                    <a:pt x="88061" y="9816"/>
                    <a:pt x="88061" y="0"/>
                    <a:pt x="81733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3971879" y="3444586"/>
              <a:ext cx="158140" cy="9815"/>
            </a:xfrm>
            <a:custGeom>
              <a:rect b="b" l="l" r="r" t="t"/>
              <a:pathLst>
                <a:path extrusionOk="0" h="9815" w="158140">
                  <a:moveTo>
                    <a:pt x="4746" y="9816"/>
                  </a:moveTo>
                  <a:lnTo>
                    <a:pt x="153394" y="9816"/>
                  </a:lnTo>
                  <a:cubicBezTo>
                    <a:pt x="159722" y="9816"/>
                    <a:pt x="159722" y="0"/>
                    <a:pt x="153394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27"/>
          <p:cNvGrpSpPr/>
          <p:nvPr/>
        </p:nvGrpSpPr>
        <p:grpSpPr>
          <a:xfrm>
            <a:off x="4061537" y="3368119"/>
            <a:ext cx="250913" cy="345092"/>
            <a:chOff x="4786751" y="3256243"/>
            <a:chExt cx="243605" cy="335041"/>
          </a:xfrm>
        </p:grpSpPr>
        <p:sp>
          <p:nvSpPr>
            <p:cNvPr id="504" name="Google Shape;504;p27"/>
            <p:cNvSpPr/>
            <p:nvPr/>
          </p:nvSpPr>
          <p:spPr>
            <a:xfrm>
              <a:off x="4786751" y="3256243"/>
              <a:ext cx="243605" cy="335041"/>
            </a:xfrm>
            <a:custGeom>
              <a:rect b="b" l="l" r="r" t="t"/>
              <a:pathLst>
                <a:path extrusionOk="0" h="335041" w="243605">
                  <a:moveTo>
                    <a:pt x="231068" y="0"/>
                  </a:moveTo>
                  <a:lnTo>
                    <a:pt x="12538" y="0"/>
                  </a:lnTo>
                  <a:cubicBezTo>
                    <a:pt x="5628" y="0"/>
                    <a:pt x="0" y="5602"/>
                    <a:pt x="0" y="12486"/>
                  </a:cubicBezTo>
                  <a:lnTo>
                    <a:pt x="0" y="246700"/>
                  </a:lnTo>
                  <a:cubicBezTo>
                    <a:pt x="0" y="253028"/>
                    <a:pt x="9816" y="253028"/>
                    <a:pt x="9816" y="246700"/>
                  </a:cubicBezTo>
                  <a:lnTo>
                    <a:pt x="9816" y="12486"/>
                  </a:lnTo>
                  <a:cubicBezTo>
                    <a:pt x="9816" y="11039"/>
                    <a:pt x="11059" y="9816"/>
                    <a:pt x="12538" y="9816"/>
                  </a:cubicBezTo>
                  <a:lnTo>
                    <a:pt x="144382" y="9816"/>
                  </a:lnTo>
                  <a:lnTo>
                    <a:pt x="144382" y="70018"/>
                  </a:lnTo>
                  <a:cubicBezTo>
                    <a:pt x="144382" y="71661"/>
                    <a:pt x="145200" y="73192"/>
                    <a:pt x="146568" y="74102"/>
                  </a:cubicBezTo>
                  <a:lnTo>
                    <a:pt x="175033" y="93079"/>
                  </a:lnTo>
                  <a:cubicBezTo>
                    <a:pt x="176663" y="94165"/>
                    <a:pt x="178848" y="94165"/>
                    <a:pt x="180478" y="93079"/>
                  </a:cubicBezTo>
                  <a:lnTo>
                    <a:pt x="208943" y="74102"/>
                  </a:lnTo>
                  <a:cubicBezTo>
                    <a:pt x="210311" y="73192"/>
                    <a:pt x="211129" y="71661"/>
                    <a:pt x="211129" y="70018"/>
                  </a:cubicBezTo>
                  <a:lnTo>
                    <a:pt x="211129" y="9816"/>
                  </a:lnTo>
                  <a:lnTo>
                    <a:pt x="231074" y="9816"/>
                  </a:lnTo>
                  <a:cubicBezTo>
                    <a:pt x="232546" y="9816"/>
                    <a:pt x="233796" y="11039"/>
                    <a:pt x="233796" y="12486"/>
                  </a:cubicBezTo>
                  <a:lnTo>
                    <a:pt x="233796" y="252263"/>
                  </a:lnTo>
                  <a:lnTo>
                    <a:pt x="174588" y="252263"/>
                  </a:lnTo>
                  <a:cubicBezTo>
                    <a:pt x="167678" y="252263"/>
                    <a:pt x="162050" y="257864"/>
                    <a:pt x="162050" y="264748"/>
                  </a:cubicBezTo>
                  <a:lnTo>
                    <a:pt x="162050" y="325226"/>
                  </a:lnTo>
                  <a:lnTo>
                    <a:pt x="12538" y="325226"/>
                  </a:lnTo>
                  <a:cubicBezTo>
                    <a:pt x="11066" y="325226"/>
                    <a:pt x="9816" y="324002"/>
                    <a:pt x="9816" y="322556"/>
                  </a:cubicBezTo>
                  <a:lnTo>
                    <a:pt x="9816" y="272221"/>
                  </a:lnTo>
                  <a:cubicBezTo>
                    <a:pt x="9816" y="265893"/>
                    <a:pt x="0" y="265893"/>
                    <a:pt x="0" y="272221"/>
                  </a:cubicBezTo>
                  <a:lnTo>
                    <a:pt x="0" y="322556"/>
                  </a:lnTo>
                  <a:cubicBezTo>
                    <a:pt x="0" y="329440"/>
                    <a:pt x="5621" y="335041"/>
                    <a:pt x="12538" y="335041"/>
                  </a:cubicBezTo>
                  <a:lnTo>
                    <a:pt x="166958" y="335041"/>
                  </a:lnTo>
                  <a:cubicBezTo>
                    <a:pt x="168260" y="335041"/>
                    <a:pt x="169543" y="334498"/>
                    <a:pt x="170459" y="333576"/>
                  </a:cubicBezTo>
                  <a:lnTo>
                    <a:pt x="242198" y="260613"/>
                  </a:lnTo>
                  <a:cubicBezTo>
                    <a:pt x="243101" y="259696"/>
                    <a:pt x="243605" y="258460"/>
                    <a:pt x="243605" y="257171"/>
                  </a:cubicBezTo>
                  <a:lnTo>
                    <a:pt x="243605" y="12486"/>
                  </a:lnTo>
                  <a:cubicBezTo>
                    <a:pt x="243605" y="5602"/>
                    <a:pt x="237984" y="0"/>
                    <a:pt x="231068" y="0"/>
                  </a:cubicBezTo>
                  <a:close/>
                  <a:moveTo>
                    <a:pt x="201307" y="67394"/>
                  </a:moveTo>
                  <a:lnTo>
                    <a:pt x="177749" y="83099"/>
                  </a:lnTo>
                  <a:lnTo>
                    <a:pt x="154191" y="67394"/>
                  </a:lnTo>
                  <a:lnTo>
                    <a:pt x="154191" y="10143"/>
                  </a:lnTo>
                  <a:lnTo>
                    <a:pt x="201307" y="10143"/>
                  </a:lnTo>
                  <a:lnTo>
                    <a:pt x="201307" y="67394"/>
                  </a:lnTo>
                  <a:close/>
                  <a:moveTo>
                    <a:pt x="174581" y="262078"/>
                  </a:moveTo>
                  <a:lnTo>
                    <a:pt x="226984" y="262078"/>
                  </a:lnTo>
                  <a:lnTo>
                    <a:pt x="171859" y="318139"/>
                  </a:lnTo>
                  <a:lnTo>
                    <a:pt x="171859" y="264748"/>
                  </a:lnTo>
                  <a:cubicBezTo>
                    <a:pt x="171859" y="263302"/>
                    <a:pt x="173103" y="262078"/>
                    <a:pt x="174581" y="2620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7"/>
            <p:cNvSpPr/>
            <p:nvPr/>
          </p:nvSpPr>
          <p:spPr>
            <a:xfrm>
              <a:off x="4825934" y="3314810"/>
              <a:ext cx="76238" cy="9815"/>
            </a:xfrm>
            <a:custGeom>
              <a:rect b="b" l="l" r="r" t="t"/>
              <a:pathLst>
                <a:path extrusionOk="0" h="9815" w="76238">
                  <a:moveTo>
                    <a:pt x="4746" y="9816"/>
                  </a:moveTo>
                  <a:lnTo>
                    <a:pt x="71492" y="9816"/>
                  </a:lnTo>
                  <a:cubicBezTo>
                    <a:pt x="77820" y="9816"/>
                    <a:pt x="77820" y="0"/>
                    <a:pt x="71492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7"/>
            <p:cNvSpPr/>
            <p:nvPr/>
          </p:nvSpPr>
          <p:spPr>
            <a:xfrm>
              <a:off x="4825934" y="3361271"/>
              <a:ext cx="165233" cy="9815"/>
            </a:xfrm>
            <a:custGeom>
              <a:rect b="b" l="l" r="r" t="t"/>
              <a:pathLst>
                <a:path extrusionOk="0" h="9815" w="165233">
                  <a:moveTo>
                    <a:pt x="4746" y="9816"/>
                  </a:moveTo>
                  <a:lnTo>
                    <a:pt x="160488" y="9816"/>
                  </a:lnTo>
                  <a:cubicBezTo>
                    <a:pt x="166816" y="9816"/>
                    <a:pt x="166816" y="0"/>
                    <a:pt x="160488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4825934" y="3393335"/>
              <a:ext cx="165233" cy="9815"/>
            </a:xfrm>
            <a:custGeom>
              <a:rect b="b" l="l" r="r" t="t"/>
              <a:pathLst>
                <a:path extrusionOk="0" h="9815" w="165233">
                  <a:moveTo>
                    <a:pt x="4746" y="9816"/>
                  </a:moveTo>
                  <a:lnTo>
                    <a:pt x="160488" y="9816"/>
                  </a:lnTo>
                  <a:cubicBezTo>
                    <a:pt x="166816" y="9816"/>
                    <a:pt x="166816" y="0"/>
                    <a:pt x="160488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4825934" y="3438487"/>
              <a:ext cx="165233" cy="9815"/>
            </a:xfrm>
            <a:custGeom>
              <a:rect b="b" l="l" r="r" t="t"/>
              <a:pathLst>
                <a:path extrusionOk="0" h="9815" w="165233">
                  <a:moveTo>
                    <a:pt x="4746" y="9816"/>
                  </a:moveTo>
                  <a:lnTo>
                    <a:pt x="160488" y="9816"/>
                  </a:lnTo>
                  <a:cubicBezTo>
                    <a:pt x="166816" y="9816"/>
                    <a:pt x="166816" y="0"/>
                    <a:pt x="160488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7"/>
            <p:cNvSpPr/>
            <p:nvPr/>
          </p:nvSpPr>
          <p:spPr>
            <a:xfrm>
              <a:off x="4825779" y="3470240"/>
              <a:ext cx="74875" cy="79300"/>
            </a:xfrm>
            <a:custGeom>
              <a:rect b="b" l="l" r="r" t="t"/>
              <a:pathLst>
                <a:path extrusionOk="0" h="79300" w="74875">
                  <a:moveTo>
                    <a:pt x="2453" y="78660"/>
                  </a:moveTo>
                  <a:cubicBezTo>
                    <a:pt x="4776" y="79995"/>
                    <a:pt x="7819" y="79171"/>
                    <a:pt x="9154" y="76854"/>
                  </a:cubicBezTo>
                  <a:cubicBezTo>
                    <a:pt x="9258" y="76678"/>
                    <a:pt x="10017" y="75349"/>
                    <a:pt x="11221" y="73164"/>
                  </a:cubicBezTo>
                  <a:cubicBezTo>
                    <a:pt x="13904" y="76148"/>
                    <a:pt x="16914" y="77685"/>
                    <a:pt x="19591" y="78444"/>
                  </a:cubicBezTo>
                  <a:cubicBezTo>
                    <a:pt x="28634" y="81029"/>
                    <a:pt x="34648" y="75029"/>
                    <a:pt x="38103" y="69538"/>
                  </a:cubicBezTo>
                  <a:cubicBezTo>
                    <a:pt x="41774" y="63708"/>
                    <a:pt x="44555" y="55646"/>
                    <a:pt x="47238" y="47852"/>
                  </a:cubicBezTo>
                  <a:cubicBezTo>
                    <a:pt x="47251" y="47807"/>
                    <a:pt x="47271" y="47761"/>
                    <a:pt x="47284" y="47721"/>
                  </a:cubicBezTo>
                  <a:cubicBezTo>
                    <a:pt x="47487" y="48448"/>
                    <a:pt x="47677" y="49168"/>
                    <a:pt x="47860" y="49828"/>
                  </a:cubicBezTo>
                  <a:cubicBezTo>
                    <a:pt x="50432" y="59369"/>
                    <a:pt x="53638" y="71233"/>
                    <a:pt x="61380" y="75238"/>
                  </a:cubicBezTo>
                  <a:cubicBezTo>
                    <a:pt x="64547" y="76874"/>
                    <a:pt x="68139" y="77031"/>
                    <a:pt x="71771" y="75690"/>
                  </a:cubicBezTo>
                  <a:cubicBezTo>
                    <a:pt x="77713" y="73504"/>
                    <a:pt x="74317" y="64290"/>
                    <a:pt x="68375" y="66476"/>
                  </a:cubicBezTo>
                  <a:cubicBezTo>
                    <a:pt x="67053" y="66960"/>
                    <a:pt x="66372" y="66770"/>
                    <a:pt x="65882" y="66515"/>
                  </a:cubicBezTo>
                  <a:cubicBezTo>
                    <a:pt x="61982" y="64500"/>
                    <a:pt x="59069" y="53716"/>
                    <a:pt x="57335" y="47270"/>
                  </a:cubicBezTo>
                  <a:cubicBezTo>
                    <a:pt x="54973" y="38508"/>
                    <a:pt x="53409" y="32717"/>
                    <a:pt x="47926" y="32533"/>
                  </a:cubicBezTo>
                  <a:cubicBezTo>
                    <a:pt x="42638" y="32344"/>
                    <a:pt x="40204" y="38161"/>
                    <a:pt x="37966" y="44652"/>
                  </a:cubicBezTo>
                  <a:cubicBezTo>
                    <a:pt x="32665" y="60017"/>
                    <a:pt x="28438" y="70762"/>
                    <a:pt x="22294" y="69008"/>
                  </a:cubicBezTo>
                  <a:cubicBezTo>
                    <a:pt x="19741" y="68282"/>
                    <a:pt x="17831" y="66214"/>
                    <a:pt x="16450" y="63361"/>
                  </a:cubicBezTo>
                  <a:cubicBezTo>
                    <a:pt x="19146" y="58126"/>
                    <a:pt x="22248" y="51824"/>
                    <a:pt x="25120" y="45313"/>
                  </a:cubicBezTo>
                  <a:cubicBezTo>
                    <a:pt x="36055" y="20506"/>
                    <a:pt x="37501" y="7098"/>
                    <a:pt x="29799" y="1830"/>
                  </a:cubicBezTo>
                  <a:cubicBezTo>
                    <a:pt x="26344" y="-532"/>
                    <a:pt x="22294" y="-611"/>
                    <a:pt x="18694" y="1614"/>
                  </a:cubicBezTo>
                  <a:cubicBezTo>
                    <a:pt x="7779" y="8374"/>
                    <a:pt x="1602" y="36977"/>
                    <a:pt x="4200" y="55653"/>
                  </a:cubicBezTo>
                  <a:cubicBezTo>
                    <a:pt x="4566" y="58296"/>
                    <a:pt x="5077" y="60645"/>
                    <a:pt x="5705" y="62733"/>
                  </a:cubicBezTo>
                  <a:cubicBezTo>
                    <a:pt x="2780" y="68262"/>
                    <a:pt x="699" y="71888"/>
                    <a:pt x="653" y="71966"/>
                  </a:cubicBezTo>
                  <a:cubicBezTo>
                    <a:pt x="-695" y="74315"/>
                    <a:pt x="110" y="77312"/>
                    <a:pt x="2459" y="78667"/>
                  </a:cubicBezTo>
                  <a:close/>
                  <a:moveTo>
                    <a:pt x="13440" y="44083"/>
                  </a:moveTo>
                  <a:cubicBezTo>
                    <a:pt x="14055" y="24602"/>
                    <a:pt x="21148" y="10710"/>
                    <a:pt x="24086" y="9826"/>
                  </a:cubicBezTo>
                  <a:cubicBezTo>
                    <a:pt x="24126" y="9846"/>
                    <a:pt x="24178" y="9879"/>
                    <a:pt x="24250" y="9925"/>
                  </a:cubicBezTo>
                  <a:cubicBezTo>
                    <a:pt x="24289" y="9957"/>
                    <a:pt x="27928" y="14754"/>
                    <a:pt x="15913" y="41845"/>
                  </a:cubicBezTo>
                  <a:cubicBezTo>
                    <a:pt x="15095" y="43691"/>
                    <a:pt x="14258" y="45523"/>
                    <a:pt x="13413" y="47316"/>
                  </a:cubicBezTo>
                  <a:cubicBezTo>
                    <a:pt x="13394" y="46229"/>
                    <a:pt x="13407" y="45150"/>
                    <a:pt x="13440" y="440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0" name="Google Shape;510;p27"/>
          <p:cNvGrpSpPr/>
          <p:nvPr/>
        </p:nvGrpSpPr>
        <p:grpSpPr>
          <a:xfrm>
            <a:off x="4784052" y="3368147"/>
            <a:ext cx="345099" cy="345037"/>
            <a:chOff x="5535248" y="3256269"/>
            <a:chExt cx="335048" cy="334987"/>
          </a:xfrm>
        </p:grpSpPr>
        <p:sp>
          <p:nvSpPr>
            <p:cNvPr id="511" name="Google Shape;511;p27"/>
            <p:cNvSpPr/>
            <p:nvPr/>
          </p:nvSpPr>
          <p:spPr>
            <a:xfrm>
              <a:off x="5535248" y="3256269"/>
              <a:ext cx="335048" cy="334987"/>
            </a:xfrm>
            <a:custGeom>
              <a:rect b="b" l="l" r="r" t="t"/>
              <a:pathLst>
                <a:path extrusionOk="0" h="334987" w="335048">
                  <a:moveTo>
                    <a:pt x="309782" y="167900"/>
                  </a:moveTo>
                  <a:cubicBezTo>
                    <a:pt x="305169" y="163555"/>
                    <a:pt x="298436" y="170707"/>
                    <a:pt x="303049" y="175046"/>
                  </a:cubicBezTo>
                  <a:cubicBezTo>
                    <a:pt x="317557" y="188716"/>
                    <a:pt x="325219" y="204899"/>
                    <a:pt x="325219" y="221847"/>
                  </a:cubicBezTo>
                  <a:cubicBezTo>
                    <a:pt x="325219" y="242015"/>
                    <a:pt x="314206" y="261254"/>
                    <a:pt x="294202" y="276010"/>
                  </a:cubicBezTo>
                  <a:cubicBezTo>
                    <a:pt x="292945" y="276933"/>
                    <a:pt x="292206" y="278405"/>
                    <a:pt x="292206" y="279963"/>
                  </a:cubicBezTo>
                  <a:lnTo>
                    <a:pt x="292206" y="318276"/>
                  </a:lnTo>
                  <a:lnTo>
                    <a:pt x="267569" y="293639"/>
                  </a:lnTo>
                  <a:cubicBezTo>
                    <a:pt x="266234" y="292304"/>
                    <a:pt x="264251" y="291853"/>
                    <a:pt x="262471" y="292481"/>
                  </a:cubicBezTo>
                  <a:cubicBezTo>
                    <a:pt x="246576" y="298049"/>
                    <a:pt x="229451" y="300876"/>
                    <a:pt x="211574" y="300876"/>
                  </a:cubicBezTo>
                  <a:cubicBezTo>
                    <a:pt x="148910" y="300876"/>
                    <a:pt x="97934" y="265422"/>
                    <a:pt x="97934" y="221847"/>
                  </a:cubicBezTo>
                  <a:cubicBezTo>
                    <a:pt x="97934" y="197007"/>
                    <a:pt x="114765" y="176427"/>
                    <a:pt x="134828" y="163621"/>
                  </a:cubicBezTo>
                  <a:cubicBezTo>
                    <a:pt x="157476" y="149165"/>
                    <a:pt x="184895" y="142818"/>
                    <a:pt x="211574" y="142818"/>
                  </a:cubicBezTo>
                  <a:cubicBezTo>
                    <a:pt x="238253" y="142818"/>
                    <a:pt x="263407" y="149218"/>
                    <a:pt x="283673" y="160833"/>
                  </a:cubicBezTo>
                  <a:cubicBezTo>
                    <a:pt x="289170" y="163987"/>
                    <a:pt x="294051" y="155461"/>
                    <a:pt x="288554" y="152313"/>
                  </a:cubicBezTo>
                  <a:cubicBezTo>
                    <a:pt x="273301" y="143570"/>
                    <a:pt x="255855" y="137681"/>
                    <a:pt x="237179" y="134880"/>
                  </a:cubicBezTo>
                  <a:lnTo>
                    <a:pt x="237179" y="15267"/>
                  </a:lnTo>
                  <a:cubicBezTo>
                    <a:pt x="237179" y="6845"/>
                    <a:pt x="230328" y="0"/>
                    <a:pt x="221913" y="0"/>
                  </a:cubicBezTo>
                  <a:lnTo>
                    <a:pt x="15267" y="0"/>
                  </a:lnTo>
                  <a:cubicBezTo>
                    <a:pt x="6851" y="0"/>
                    <a:pt x="0" y="6851"/>
                    <a:pt x="0" y="15267"/>
                  </a:cubicBezTo>
                  <a:lnTo>
                    <a:pt x="0" y="38628"/>
                  </a:lnTo>
                  <a:cubicBezTo>
                    <a:pt x="0" y="44962"/>
                    <a:pt x="9822" y="44962"/>
                    <a:pt x="9822" y="38628"/>
                  </a:cubicBezTo>
                  <a:lnTo>
                    <a:pt x="9822" y="15267"/>
                  </a:lnTo>
                  <a:cubicBezTo>
                    <a:pt x="9822" y="12263"/>
                    <a:pt x="12263" y="9822"/>
                    <a:pt x="15267" y="9822"/>
                  </a:cubicBezTo>
                  <a:lnTo>
                    <a:pt x="221913" y="9822"/>
                  </a:lnTo>
                  <a:cubicBezTo>
                    <a:pt x="224916" y="9822"/>
                    <a:pt x="227357" y="12263"/>
                    <a:pt x="227357" y="15267"/>
                  </a:cubicBezTo>
                  <a:lnTo>
                    <a:pt x="227357" y="133703"/>
                  </a:lnTo>
                  <a:cubicBezTo>
                    <a:pt x="222168" y="133231"/>
                    <a:pt x="216900" y="132996"/>
                    <a:pt x="211574" y="132996"/>
                  </a:cubicBezTo>
                  <a:cubicBezTo>
                    <a:pt x="178900" y="132996"/>
                    <a:pt x="148118" y="142046"/>
                    <a:pt x="124908" y="158484"/>
                  </a:cubicBezTo>
                  <a:cubicBezTo>
                    <a:pt x="124836" y="158536"/>
                    <a:pt x="124770" y="158588"/>
                    <a:pt x="124698" y="158634"/>
                  </a:cubicBezTo>
                  <a:lnTo>
                    <a:pt x="82517" y="158634"/>
                  </a:lnTo>
                  <a:cubicBezTo>
                    <a:pt x="81215" y="158634"/>
                    <a:pt x="79965" y="159151"/>
                    <a:pt x="79042" y="160074"/>
                  </a:cubicBezTo>
                  <a:lnTo>
                    <a:pt x="37208" y="201908"/>
                  </a:lnTo>
                  <a:lnTo>
                    <a:pt x="37208" y="163542"/>
                  </a:lnTo>
                  <a:cubicBezTo>
                    <a:pt x="37208" y="160833"/>
                    <a:pt x="35009" y="158634"/>
                    <a:pt x="32300" y="158634"/>
                  </a:cubicBezTo>
                  <a:lnTo>
                    <a:pt x="15267" y="158634"/>
                  </a:lnTo>
                  <a:cubicBezTo>
                    <a:pt x="12263" y="158634"/>
                    <a:pt x="9822" y="156193"/>
                    <a:pt x="9822" y="153190"/>
                  </a:cubicBezTo>
                  <a:lnTo>
                    <a:pt x="9822" y="64816"/>
                  </a:lnTo>
                  <a:cubicBezTo>
                    <a:pt x="9822" y="58482"/>
                    <a:pt x="0" y="58482"/>
                    <a:pt x="0" y="64816"/>
                  </a:cubicBezTo>
                  <a:lnTo>
                    <a:pt x="0" y="153190"/>
                  </a:lnTo>
                  <a:cubicBezTo>
                    <a:pt x="0" y="161612"/>
                    <a:pt x="6851" y="168456"/>
                    <a:pt x="15267" y="168456"/>
                  </a:cubicBezTo>
                  <a:lnTo>
                    <a:pt x="27392" y="168456"/>
                  </a:lnTo>
                  <a:lnTo>
                    <a:pt x="27392" y="213766"/>
                  </a:lnTo>
                  <a:cubicBezTo>
                    <a:pt x="27392" y="218032"/>
                    <a:pt x="32739" y="220270"/>
                    <a:pt x="35775" y="217240"/>
                  </a:cubicBezTo>
                  <a:lnTo>
                    <a:pt x="84559" y="168456"/>
                  </a:lnTo>
                  <a:lnTo>
                    <a:pt x="112763" y="168456"/>
                  </a:lnTo>
                  <a:cubicBezTo>
                    <a:pt x="96763" y="183736"/>
                    <a:pt x="88119" y="202275"/>
                    <a:pt x="88119" y="221847"/>
                  </a:cubicBezTo>
                  <a:cubicBezTo>
                    <a:pt x="88119" y="245909"/>
                    <a:pt x="101187" y="268406"/>
                    <a:pt x="124914" y="285211"/>
                  </a:cubicBezTo>
                  <a:cubicBezTo>
                    <a:pt x="148125" y="301649"/>
                    <a:pt x="178907" y="310699"/>
                    <a:pt x="211580" y="310699"/>
                  </a:cubicBezTo>
                  <a:cubicBezTo>
                    <a:pt x="229471" y="310699"/>
                    <a:pt x="246681" y="308022"/>
                    <a:pt x="262792" y="302748"/>
                  </a:cubicBezTo>
                  <a:lnTo>
                    <a:pt x="293652" y="333608"/>
                  </a:lnTo>
                  <a:cubicBezTo>
                    <a:pt x="296636" y="336592"/>
                    <a:pt x="302035" y="334413"/>
                    <a:pt x="302035" y="330134"/>
                  </a:cubicBezTo>
                  <a:lnTo>
                    <a:pt x="302035" y="282410"/>
                  </a:lnTo>
                  <a:cubicBezTo>
                    <a:pt x="323348" y="265946"/>
                    <a:pt x="335048" y="244521"/>
                    <a:pt x="335048" y="221854"/>
                  </a:cubicBezTo>
                  <a:cubicBezTo>
                    <a:pt x="335048" y="202131"/>
                    <a:pt x="326312" y="183474"/>
                    <a:pt x="309789" y="1679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5720470" y="3488371"/>
              <a:ext cx="90035" cy="9822"/>
            </a:xfrm>
            <a:custGeom>
              <a:rect b="b" l="l" r="r" t="t"/>
              <a:pathLst>
                <a:path extrusionOk="0" h="9822" w="90035">
                  <a:moveTo>
                    <a:pt x="4751" y="9822"/>
                  </a:moveTo>
                  <a:lnTo>
                    <a:pt x="85285" y="9822"/>
                  </a:lnTo>
                  <a:cubicBezTo>
                    <a:pt x="91619" y="9822"/>
                    <a:pt x="91619" y="0"/>
                    <a:pt x="85285" y="0"/>
                  </a:cubicBezTo>
                  <a:lnTo>
                    <a:pt x="4751" y="0"/>
                  </a:lnTo>
                  <a:cubicBezTo>
                    <a:pt x="-1584" y="0"/>
                    <a:pt x="-1584" y="9822"/>
                    <a:pt x="4751" y="98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5683150" y="3460226"/>
              <a:ext cx="90847" cy="9822"/>
            </a:xfrm>
            <a:custGeom>
              <a:rect b="b" l="l" r="r" t="t"/>
              <a:pathLst>
                <a:path extrusionOk="0" h="9822" w="90847">
                  <a:moveTo>
                    <a:pt x="90847" y="4908"/>
                  </a:moveTo>
                  <a:cubicBezTo>
                    <a:pt x="90847" y="2199"/>
                    <a:pt x="88649" y="0"/>
                    <a:pt x="85939" y="0"/>
                  </a:cubicBezTo>
                  <a:lnTo>
                    <a:pt x="4751" y="0"/>
                  </a:lnTo>
                  <a:cubicBezTo>
                    <a:pt x="-1584" y="0"/>
                    <a:pt x="-1584" y="9822"/>
                    <a:pt x="4751" y="9822"/>
                  </a:cubicBezTo>
                  <a:lnTo>
                    <a:pt x="85939" y="9822"/>
                  </a:lnTo>
                  <a:cubicBezTo>
                    <a:pt x="88655" y="9822"/>
                    <a:pt x="90847" y="7624"/>
                    <a:pt x="90847" y="4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5784638" y="3460219"/>
              <a:ext cx="25867" cy="9822"/>
            </a:xfrm>
            <a:custGeom>
              <a:rect b="b" l="l" r="r" t="t"/>
              <a:pathLst>
                <a:path extrusionOk="0" h="9822" w="25867">
                  <a:moveTo>
                    <a:pt x="21117" y="0"/>
                  </a:moveTo>
                  <a:lnTo>
                    <a:pt x="4751" y="0"/>
                  </a:lnTo>
                  <a:cubicBezTo>
                    <a:pt x="-1584" y="0"/>
                    <a:pt x="-1584" y="9822"/>
                    <a:pt x="4751" y="9822"/>
                  </a:cubicBezTo>
                  <a:lnTo>
                    <a:pt x="21117" y="9822"/>
                  </a:lnTo>
                  <a:cubicBezTo>
                    <a:pt x="27451" y="9822"/>
                    <a:pt x="27451" y="0"/>
                    <a:pt x="21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7"/>
            <p:cNvSpPr/>
            <p:nvPr/>
          </p:nvSpPr>
          <p:spPr>
            <a:xfrm>
              <a:off x="5590078" y="3351534"/>
              <a:ext cx="90690" cy="9822"/>
            </a:xfrm>
            <a:custGeom>
              <a:rect b="b" l="l" r="r" t="t"/>
              <a:pathLst>
                <a:path extrusionOk="0" h="9822" w="90690">
                  <a:moveTo>
                    <a:pt x="4751" y="9822"/>
                  </a:moveTo>
                  <a:lnTo>
                    <a:pt x="85939" y="9822"/>
                  </a:lnTo>
                  <a:cubicBezTo>
                    <a:pt x="92274" y="9822"/>
                    <a:pt x="92274" y="0"/>
                    <a:pt x="85939" y="0"/>
                  </a:cubicBezTo>
                  <a:lnTo>
                    <a:pt x="4751" y="0"/>
                  </a:lnTo>
                  <a:cubicBezTo>
                    <a:pt x="-1584" y="0"/>
                    <a:pt x="-1584" y="9822"/>
                    <a:pt x="4751" y="98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5626743" y="3323382"/>
              <a:ext cx="90690" cy="9822"/>
            </a:xfrm>
            <a:custGeom>
              <a:rect b="b" l="l" r="r" t="t"/>
              <a:pathLst>
                <a:path extrusionOk="0" h="9822" w="90690">
                  <a:moveTo>
                    <a:pt x="85939" y="9822"/>
                  </a:moveTo>
                  <a:cubicBezTo>
                    <a:pt x="92274" y="9822"/>
                    <a:pt x="92274" y="0"/>
                    <a:pt x="85939" y="0"/>
                  </a:cubicBezTo>
                  <a:lnTo>
                    <a:pt x="4751" y="0"/>
                  </a:lnTo>
                  <a:cubicBezTo>
                    <a:pt x="-1584" y="0"/>
                    <a:pt x="-1584" y="9822"/>
                    <a:pt x="4751" y="9822"/>
                  </a:cubicBezTo>
                  <a:lnTo>
                    <a:pt x="85939" y="98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5590078" y="3323382"/>
              <a:ext cx="25867" cy="9822"/>
            </a:xfrm>
            <a:custGeom>
              <a:rect b="b" l="l" r="r" t="t"/>
              <a:pathLst>
                <a:path extrusionOk="0" h="9822" w="25867">
                  <a:moveTo>
                    <a:pt x="4751" y="9822"/>
                  </a:moveTo>
                  <a:lnTo>
                    <a:pt x="21117" y="9822"/>
                  </a:lnTo>
                  <a:cubicBezTo>
                    <a:pt x="27451" y="9822"/>
                    <a:pt x="27451" y="0"/>
                    <a:pt x="21117" y="0"/>
                  </a:cubicBezTo>
                  <a:lnTo>
                    <a:pt x="4751" y="0"/>
                  </a:lnTo>
                  <a:cubicBezTo>
                    <a:pt x="-1584" y="0"/>
                    <a:pt x="-1584" y="9822"/>
                    <a:pt x="4751" y="98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5786417" y="3296584"/>
              <a:ext cx="83752" cy="85751"/>
            </a:xfrm>
            <a:custGeom>
              <a:rect b="b" l="l" r="r" t="t"/>
              <a:pathLst>
                <a:path extrusionOk="0" h="85751" w="83752">
                  <a:moveTo>
                    <a:pt x="3973" y="9765"/>
                  </a:moveTo>
                  <a:cubicBezTo>
                    <a:pt x="19200" y="12219"/>
                    <a:pt x="34087" y="21596"/>
                    <a:pt x="44806" y="35495"/>
                  </a:cubicBezTo>
                  <a:cubicBezTo>
                    <a:pt x="52809" y="45867"/>
                    <a:pt x="57842" y="57816"/>
                    <a:pt x="59314" y="69490"/>
                  </a:cubicBezTo>
                  <a:lnTo>
                    <a:pt x="51488" y="62521"/>
                  </a:lnTo>
                  <a:cubicBezTo>
                    <a:pt x="46756" y="58313"/>
                    <a:pt x="40226" y="65648"/>
                    <a:pt x="44957" y="69856"/>
                  </a:cubicBezTo>
                  <a:lnTo>
                    <a:pt x="60498" y="83690"/>
                  </a:lnTo>
                  <a:cubicBezTo>
                    <a:pt x="62311" y="86268"/>
                    <a:pt x="66263" y="86451"/>
                    <a:pt x="68351" y="84108"/>
                  </a:cubicBezTo>
                  <a:lnTo>
                    <a:pt x="82492" y="68227"/>
                  </a:lnTo>
                  <a:cubicBezTo>
                    <a:pt x="86700" y="63496"/>
                    <a:pt x="79371" y="56965"/>
                    <a:pt x="75156" y="61696"/>
                  </a:cubicBezTo>
                  <a:lnTo>
                    <a:pt x="69090" y="68515"/>
                  </a:lnTo>
                  <a:cubicBezTo>
                    <a:pt x="67435" y="55021"/>
                    <a:pt x="61709" y="41312"/>
                    <a:pt x="52593" y="29501"/>
                  </a:cubicBezTo>
                  <a:cubicBezTo>
                    <a:pt x="40363" y="13645"/>
                    <a:pt x="23212" y="2920"/>
                    <a:pt x="5544" y="73"/>
                  </a:cubicBezTo>
                  <a:cubicBezTo>
                    <a:pt x="-712" y="-934"/>
                    <a:pt x="-2269" y="8763"/>
                    <a:pt x="3980" y="97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5549226" y="3496905"/>
              <a:ext cx="83747" cy="85755"/>
            </a:xfrm>
            <a:custGeom>
              <a:rect b="b" l="l" r="r" t="t"/>
              <a:pathLst>
                <a:path extrusionOk="0" h="85755" w="83747">
                  <a:moveTo>
                    <a:pt x="79774" y="75992"/>
                  </a:moveTo>
                  <a:cubicBezTo>
                    <a:pt x="57578" y="72419"/>
                    <a:pt x="38941" y="55267"/>
                    <a:pt x="29878" y="35211"/>
                  </a:cubicBezTo>
                  <a:cubicBezTo>
                    <a:pt x="27163" y="29204"/>
                    <a:pt x="25258" y="22810"/>
                    <a:pt x="24434" y="16266"/>
                  </a:cubicBezTo>
                  <a:lnTo>
                    <a:pt x="32260" y="23236"/>
                  </a:lnTo>
                  <a:cubicBezTo>
                    <a:pt x="36991" y="27443"/>
                    <a:pt x="43522" y="20108"/>
                    <a:pt x="38791" y="15900"/>
                  </a:cubicBezTo>
                  <a:lnTo>
                    <a:pt x="23249" y="2067"/>
                  </a:lnTo>
                  <a:cubicBezTo>
                    <a:pt x="21437" y="-518"/>
                    <a:pt x="17491" y="-701"/>
                    <a:pt x="15397" y="1648"/>
                  </a:cubicBezTo>
                  <a:lnTo>
                    <a:pt x="1256" y="17530"/>
                  </a:lnTo>
                  <a:cubicBezTo>
                    <a:pt x="-2939" y="22241"/>
                    <a:pt x="4370" y="28804"/>
                    <a:pt x="8591" y="24060"/>
                  </a:cubicBezTo>
                  <a:lnTo>
                    <a:pt x="14657" y="17242"/>
                  </a:lnTo>
                  <a:cubicBezTo>
                    <a:pt x="18656" y="49771"/>
                    <a:pt x="45315" y="80383"/>
                    <a:pt x="78204" y="85683"/>
                  </a:cubicBezTo>
                  <a:cubicBezTo>
                    <a:pt x="84460" y="86684"/>
                    <a:pt x="86017" y="76993"/>
                    <a:pt x="79768" y="759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27"/>
          <p:cNvGrpSpPr/>
          <p:nvPr/>
        </p:nvGrpSpPr>
        <p:grpSpPr>
          <a:xfrm>
            <a:off x="5553665" y="3368119"/>
            <a:ext cx="345086" cy="345092"/>
            <a:chOff x="6080574" y="3256243"/>
            <a:chExt cx="335035" cy="335041"/>
          </a:xfrm>
        </p:grpSpPr>
        <p:sp>
          <p:nvSpPr>
            <p:cNvPr id="521" name="Google Shape;521;p27"/>
            <p:cNvSpPr/>
            <p:nvPr/>
          </p:nvSpPr>
          <p:spPr>
            <a:xfrm>
              <a:off x="6291220" y="3450600"/>
              <a:ext cx="50621" cy="83145"/>
            </a:xfrm>
            <a:custGeom>
              <a:rect b="b" l="l" r="r" t="t"/>
              <a:pathLst>
                <a:path extrusionOk="0" h="83145" w="50621">
                  <a:moveTo>
                    <a:pt x="50562" y="55321"/>
                  </a:moveTo>
                  <a:cubicBezTo>
                    <a:pt x="49665" y="42737"/>
                    <a:pt x="37762" y="39250"/>
                    <a:pt x="31245" y="37620"/>
                  </a:cubicBezTo>
                  <a:lnTo>
                    <a:pt x="31245" y="16490"/>
                  </a:lnTo>
                  <a:cubicBezTo>
                    <a:pt x="36382" y="17871"/>
                    <a:pt x="39555" y="21208"/>
                    <a:pt x="39673" y="21326"/>
                  </a:cubicBezTo>
                  <a:cubicBezTo>
                    <a:pt x="41479" y="23329"/>
                    <a:pt x="44561" y="23505"/>
                    <a:pt x="46577" y="21706"/>
                  </a:cubicBezTo>
                  <a:cubicBezTo>
                    <a:pt x="48606" y="19906"/>
                    <a:pt x="48789" y="16804"/>
                    <a:pt x="46983" y="14776"/>
                  </a:cubicBezTo>
                  <a:cubicBezTo>
                    <a:pt x="46708" y="14462"/>
                    <a:pt x="40890" y="8042"/>
                    <a:pt x="31245" y="6439"/>
                  </a:cubicBezTo>
                  <a:lnTo>
                    <a:pt x="31245" y="4908"/>
                  </a:lnTo>
                  <a:cubicBezTo>
                    <a:pt x="31245" y="2199"/>
                    <a:pt x="29046" y="0"/>
                    <a:pt x="26337" y="0"/>
                  </a:cubicBezTo>
                  <a:cubicBezTo>
                    <a:pt x="23628" y="0"/>
                    <a:pt x="21429" y="2199"/>
                    <a:pt x="21429" y="4908"/>
                  </a:cubicBezTo>
                  <a:lnTo>
                    <a:pt x="21429" y="6537"/>
                  </a:lnTo>
                  <a:cubicBezTo>
                    <a:pt x="17732" y="7159"/>
                    <a:pt x="14323" y="8396"/>
                    <a:pt x="11542" y="10195"/>
                  </a:cubicBezTo>
                  <a:cubicBezTo>
                    <a:pt x="6117" y="13716"/>
                    <a:pt x="3133" y="19284"/>
                    <a:pt x="3133" y="25874"/>
                  </a:cubicBezTo>
                  <a:cubicBezTo>
                    <a:pt x="3133" y="38648"/>
                    <a:pt x="14486" y="43143"/>
                    <a:pt x="21429" y="45159"/>
                  </a:cubicBezTo>
                  <a:lnTo>
                    <a:pt x="21429" y="66694"/>
                  </a:lnTo>
                  <a:cubicBezTo>
                    <a:pt x="13603" y="64921"/>
                    <a:pt x="9009" y="59202"/>
                    <a:pt x="8800" y="58940"/>
                  </a:cubicBezTo>
                  <a:cubicBezTo>
                    <a:pt x="7151" y="56793"/>
                    <a:pt x="4069" y="56388"/>
                    <a:pt x="1916" y="58043"/>
                  </a:cubicBezTo>
                  <a:cubicBezTo>
                    <a:pt x="-231" y="59692"/>
                    <a:pt x="-636" y="62774"/>
                    <a:pt x="1019" y="64927"/>
                  </a:cubicBezTo>
                  <a:cubicBezTo>
                    <a:pt x="1359" y="65372"/>
                    <a:pt x="8715" y="74730"/>
                    <a:pt x="21429" y="76673"/>
                  </a:cubicBezTo>
                  <a:lnTo>
                    <a:pt x="21429" y="78237"/>
                  </a:lnTo>
                  <a:cubicBezTo>
                    <a:pt x="21429" y="80947"/>
                    <a:pt x="23628" y="83145"/>
                    <a:pt x="26337" y="83145"/>
                  </a:cubicBezTo>
                  <a:cubicBezTo>
                    <a:pt x="29046" y="83145"/>
                    <a:pt x="31245" y="80947"/>
                    <a:pt x="31245" y="78237"/>
                  </a:cubicBezTo>
                  <a:lnTo>
                    <a:pt x="31245" y="76687"/>
                  </a:lnTo>
                  <a:cubicBezTo>
                    <a:pt x="37324" y="75862"/>
                    <a:pt x="42278" y="73532"/>
                    <a:pt x="45733" y="69822"/>
                  </a:cubicBezTo>
                  <a:cubicBezTo>
                    <a:pt x="49299" y="65994"/>
                    <a:pt x="50968" y="60975"/>
                    <a:pt x="50562" y="55308"/>
                  </a:cubicBezTo>
                  <a:close/>
                  <a:moveTo>
                    <a:pt x="12948" y="25887"/>
                  </a:moveTo>
                  <a:cubicBezTo>
                    <a:pt x="12948" y="19952"/>
                    <a:pt x="17470" y="17531"/>
                    <a:pt x="21429" y="16556"/>
                  </a:cubicBezTo>
                  <a:lnTo>
                    <a:pt x="21429" y="34839"/>
                  </a:lnTo>
                  <a:cubicBezTo>
                    <a:pt x="16004" y="32889"/>
                    <a:pt x="12948" y="30415"/>
                    <a:pt x="12948" y="25881"/>
                  </a:cubicBezTo>
                  <a:close/>
                  <a:moveTo>
                    <a:pt x="38548" y="63147"/>
                  </a:moveTo>
                  <a:cubicBezTo>
                    <a:pt x="36912" y="64901"/>
                    <a:pt x="34392" y="66125"/>
                    <a:pt x="31238" y="66753"/>
                  </a:cubicBezTo>
                  <a:lnTo>
                    <a:pt x="31238" y="47802"/>
                  </a:lnTo>
                  <a:cubicBezTo>
                    <a:pt x="37180" y="49556"/>
                    <a:pt x="40458" y="51670"/>
                    <a:pt x="40766" y="56028"/>
                  </a:cubicBezTo>
                  <a:cubicBezTo>
                    <a:pt x="40975" y="58946"/>
                    <a:pt x="40229" y="61341"/>
                    <a:pt x="38541" y="631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2" name="Google Shape;522;p27"/>
            <p:cNvGrpSpPr/>
            <p:nvPr/>
          </p:nvGrpSpPr>
          <p:grpSpPr>
            <a:xfrm>
              <a:off x="6080574" y="3256243"/>
              <a:ext cx="335035" cy="335041"/>
              <a:chOff x="6080574" y="3256243"/>
              <a:chExt cx="335035" cy="335041"/>
            </a:xfrm>
          </p:grpSpPr>
          <p:sp>
            <p:nvSpPr>
              <p:cNvPr id="523" name="Google Shape;523;p27"/>
              <p:cNvSpPr/>
              <p:nvPr/>
            </p:nvSpPr>
            <p:spPr>
              <a:xfrm>
                <a:off x="6080574" y="3256243"/>
                <a:ext cx="335035" cy="335041"/>
              </a:xfrm>
              <a:custGeom>
                <a:rect b="b" l="l" r="r" t="t"/>
                <a:pathLst>
                  <a:path extrusionOk="0" h="335041" w="335035">
                    <a:moveTo>
                      <a:pt x="304600" y="164543"/>
                    </a:moveTo>
                    <a:cubicBezTo>
                      <a:pt x="304620" y="164353"/>
                      <a:pt x="304633" y="164164"/>
                      <a:pt x="304633" y="163974"/>
                    </a:cubicBezTo>
                    <a:lnTo>
                      <a:pt x="304633" y="124142"/>
                    </a:lnTo>
                    <a:cubicBezTo>
                      <a:pt x="304633" y="121433"/>
                      <a:pt x="302434" y="119234"/>
                      <a:pt x="299725" y="119234"/>
                    </a:cubicBezTo>
                    <a:lnTo>
                      <a:pt x="283163" y="119234"/>
                    </a:lnTo>
                    <a:lnTo>
                      <a:pt x="283163" y="89395"/>
                    </a:lnTo>
                    <a:lnTo>
                      <a:pt x="299725" y="89395"/>
                    </a:lnTo>
                    <a:cubicBezTo>
                      <a:pt x="302434" y="89395"/>
                      <a:pt x="304633" y="87196"/>
                      <a:pt x="304633" y="84487"/>
                    </a:cubicBezTo>
                    <a:lnTo>
                      <a:pt x="304633" y="44655"/>
                    </a:lnTo>
                    <a:cubicBezTo>
                      <a:pt x="304633" y="41946"/>
                      <a:pt x="302434" y="39747"/>
                      <a:pt x="299725" y="39747"/>
                    </a:cubicBezTo>
                    <a:lnTo>
                      <a:pt x="291015" y="39747"/>
                    </a:lnTo>
                    <a:lnTo>
                      <a:pt x="291015" y="4908"/>
                    </a:lnTo>
                    <a:cubicBezTo>
                      <a:pt x="291015" y="2199"/>
                      <a:pt x="288816" y="0"/>
                      <a:pt x="286107" y="0"/>
                    </a:cubicBezTo>
                    <a:lnTo>
                      <a:pt x="100120" y="0"/>
                    </a:lnTo>
                    <a:cubicBezTo>
                      <a:pt x="97411" y="0"/>
                      <a:pt x="95212" y="2199"/>
                      <a:pt x="95212" y="4908"/>
                    </a:cubicBezTo>
                    <a:lnTo>
                      <a:pt x="95212" y="44740"/>
                    </a:lnTo>
                    <a:cubicBezTo>
                      <a:pt x="95212" y="47449"/>
                      <a:pt x="97411" y="49648"/>
                      <a:pt x="100120" y="49648"/>
                    </a:cubicBezTo>
                    <a:lnTo>
                      <a:pt x="108830" y="49648"/>
                    </a:lnTo>
                    <a:lnTo>
                      <a:pt x="108830" y="79487"/>
                    </a:lnTo>
                    <a:lnTo>
                      <a:pt x="92267" y="79487"/>
                    </a:lnTo>
                    <a:cubicBezTo>
                      <a:pt x="89558" y="79487"/>
                      <a:pt x="87359" y="81686"/>
                      <a:pt x="87359" y="84395"/>
                    </a:cubicBezTo>
                    <a:lnTo>
                      <a:pt x="87359" y="124227"/>
                    </a:lnTo>
                    <a:cubicBezTo>
                      <a:pt x="87359" y="126936"/>
                      <a:pt x="89558" y="129135"/>
                      <a:pt x="92267" y="129135"/>
                    </a:cubicBezTo>
                    <a:lnTo>
                      <a:pt x="108830" y="129135"/>
                    </a:lnTo>
                    <a:lnTo>
                      <a:pt x="108830" y="147130"/>
                    </a:lnTo>
                    <a:lnTo>
                      <a:pt x="18323" y="147130"/>
                    </a:lnTo>
                    <a:cubicBezTo>
                      <a:pt x="15613" y="147130"/>
                      <a:pt x="13415" y="149329"/>
                      <a:pt x="13415" y="152038"/>
                    </a:cubicBezTo>
                    <a:lnTo>
                      <a:pt x="13415" y="186877"/>
                    </a:lnTo>
                    <a:lnTo>
                      <a:pt x="4908" y="186877"/>
                    </a:lnTo>
                    <a:cubicBezTo>
                      <a:pt x="2199" y="186877"/>
                      <a:pt x="0" y="189076"/>
                      <a:pt x="0" y="191785"/>
                    </a:cubicBezTo>
                    <a:lnTo>
                      <a:pt x="0" y="231617"/>
                    </a:lnTo>
                    <a:cubicBezTo>
                      <a:pt x="0" y="234326"/>
                      <a:pt x="2199" y="236525"/>
                      <a:pt x="4908" y="236525"/>
                    </a:cubicBezTo>
                    <a:lnTo>
                      <a:pt x="27157" y="236525"/>
                    </a:lnTo>
                    <a:lnTo>
                      <a:pt x="27157" y="266365"/>
                    </a:lnTo>
                    <a:lnTo>
                      <a:pt x="11635" y="266365"/>
                    </a:lnTo>
                    <a:cubicBezTo>
                      <a:pt x="8926" y="266365"/>
                      <a:pt x="6727" y="268563"/>
                      <a:pt x="6727" y="271272"/>
                    </a:cubicBezTo>
                    <a:lnTo>
                      <a:pt x="6727" y="311104"/>
                    </a:lnTo>
                    <a:cubicBezTo>
                      <a:pt x="6727" y="313813"/>
                      <a:pt x="8926" y="316012"/>
                      <a:pt x="11635" y="316012"/>
                    </a:cubicBezTo>
                    <a:lnTo>
                      <a:pt x="177618" y="316012"/>
                    </a:lnTo>
                    <a:cubicBezTo>
                      <a:pt x="193990" y="327968"/>
                      <a:pt x="214152" y="335041"/>
                      <a:pt x="235936" y="335041"/>
                    </a:cubicBezTo>
                    <a:cubicBezTo>
                      <a:pt x="290576" y="335041"/>
                      <a:pt x="335035" y="290590"/>
                      <a:pt x="335035" y="235943"/>
                    </a:cubicBezTo>
                    <a:cubicBezTo>
                      <a:pt x="335035" y="207922"/>
                      <a:pt x="323341" y="182585"/>
                      <a:pt x="304587" y="164543"/>
                    </a:cubicBezTo>
                    <a:close/>
                    <a:moveTo>
                      <a:pt x="105034" y="9816"/>
                    </a:moveTo>
                    <a:lnTo>
                      <a:pt x="281206" y="9816"/>
                    </a:lnTo>
                    <a:lnTo>
                      <a:pt x="281206" y="19959"/>
                    </a:lnTo>
                    <a:lnTo>
                      <a:pt x="254690" y="19959"/>
                    </a:lnTo>
                    <a:cubicBezTo>
                      <a:pt x="248363" y="19959"/>
                      <a:pt x="248363" y="29774"/>
                      <a:pt x="254690" y="29774"/>
                    </a:cubicBezTo>
                    <a:lnTo>
                      <a:pt x="281206" y="29774"/>
                    </a:lnTo>
                    <a:lnTo>
                      <a:pt x="281206" y="39747"/>
                    </a:lnTo>
                    <a:lnTo>
                      <a:pt x="105034" y="39832"/>
                    </a:lnTo>
                    <a:lnTo>
                      <a:pt x="105034" y="9816"/>
                    </a:lnTo>
                    <a:close/>
                    <a:moveTo>
                      <a:pt x="118652" y="49648"/>
                    </a:moveTo>
                    <a:lnTo>
                      <a:pt x="294823" y="49556"/>
                    </a:lnTo>
                    <a:lnTo>
                      <a:pt x="294823" y="79572"/>
                    </a:lnTo>
                    <a:lnTo>
                      <a:pt x="118652" y="79487"/>
                    </a:lnTo>
                    <a:lnTo>
                      <a:pt x="118652" y="49648"/>
                    </a:lnTo>
                    <a:lnTo>
                      <a:pt x="118652" y="49648"/>
                    </a:lnTo>
                    <a:close/>
                    <a:moveTo>
                      <a:pt x="97182" y="109608"/>
                    </a:moveTo>
                    <a:lnTo>
                      <a:pt x="179306" y="109608"/>
                    </a:lnTo>
                    <a:cubicBezTo>
                      <a:pt x="185634" y="109608"/>
                      <a:pt x="185634" y="99793"/>
                      <a:pt x="179306" y="99793"/>
                    </a:cubicBezTo>
                    <a:lnTo>
                      <a:pt x="97182" y="99793"/>
                    </a:lnTo>
                    <a:lnTo>
                      <a:pt x="97182" y="89303"/>
                    </a:lnTo>
                    <a:lnTo>
                      <a:pt x="273353" y="89388"/>
                    </a:lnTo>
                    <a:lnTo>
                      <a:pt x="273353" y="119228"/>
                    </a:lnTo>
                    <a:lnTo>
                      <a:pt x="97182" y="119313"/>
                    </a:lnTo>
                    <a:lnTo>
                      <a:pt x="97182" y="109602"/>
                    </a:lnTo>
                    <a:close/>
                    <a:moveTo>
                      <a:pt x="118652" y="129135"/>
                    </a:moveTo>
                    <a:lnTo>
                      <a:pt x="294823" y="129050"/>
                    </a:lnTo>
                    <a:lnTo>
                      <a:pt x="294823" y="156279"/>
                    </a:lnTo>
                    <a:cubicBezTo>
                      <a:pt x="278353" y="144074"/>
                      <a:pt x="257982" y="136844"/>
                      <a:pt x="235956" y="136844"/>
                    </a:cubicBezTo>
                    <a:cubicBezTo>
                      <a:pt x="220179" y="136844"/>
                      <a:pt x="205259" y="140554"/>
                      <a:pt x="192001" y="147143"/>
                    </a:cubicBezTo>
                    <a:cubicBezTo>
                      <a:pt x="191916" y="147143"/>
                      <a:pt x="191831" y="147130"/>
                      <a:pt x="191746" y="147130"/>
                    </a:cubicBezTo>
                    <a:lnTo>
                      <a:pt x="118658" y="147130"/>
                    </a:lnTo>
                    <a:lnTo>
                      <a:pt x="118658" y="129135"/>
                    </a:lnTo>
                    <a:close/>
                    <a:moveTo>
                      <a:pt x="23237" y="176355"/>
                    </a:moveTo>
                    <a:lnTo>
                      <a:pt x="63481" y="176355"/>
                    </a:lnTo>
                    <a:cubicBezTo>
                      <a:pt x="69809" y="176355"/>
                      <a:pt x="69809" y="166539"/>
                      <a:pt x="63481" y="166539"/>
                    </a:cubicBezTo>
                    <a:lnTo>
                      <a:pt x="23237" y="166539"/>
                    </a:lnTo>
                    <a:lnTo>
                      <a:pt x="23237" y="156946"/>
                    </a:lnTo>
                    <a:lnTo>
                      <a:pt x="176191" y="156946"/>
                    </a:lnTo>
                    <a:cubicBezTo>
                      <a:pt x="165531" y="165028"/>
                      <a:pt x="156554" y="175210"/>
                      <a:pt x="149879" y="186877"/>
                    </a:cubicBezTo>
                    <a:lnTo>
                      <a:pt x="23237" y="186877"/>
                    </a:lnTo>
                    <a:lnTo>
                      <a:pt x="23237" y="176361"/>
                    </a:lnTo>
                    <a:close/>
                    <a:moveTo>
                      <a:pt x="9822" y="196686"/>
                    </a:moveTo>
                    <a:lnTo>
                      <a:pt x="144925" y="196771"/>
                    </a:lnTo>
                    <a:cubicBezTo>
                      <a:pt x="143479" y="200122"/>
                      <a:pt x="142209" y="203570"/>
                      <a:pt x="141130" y="207104"/>
                    </a:cubicBezTo>
                    <a:lnTo>
                      <a:pt x="91613" y="207104"/>
                    </a:lnTo>
                    <a:cubicBezTo>
                      <a:pt x="85285" y="207104"/>
                      <a:pt x="85285" y="216920"/>
                      <a:pt x="91613" y="216920"/>
                    </a:cubicBezTo>
                    <a:lnTo>
                      <a:pt x="138682" y="216920"/>
                    </a:lnTo>
                    <a:cubicBezTo>
                      <a:pt x="138061" y="220100"/>
                      <a:pt x="137596" y="223333"/>
                      <a:pt x="137288" y="226611"/>
                    </a:cubicBezTo>
                    <a:lnTo>
                      <a:pt x="9816" y="226696"/>
                    </a:lnTo>
                    <a:lnTo>
                      <a:pt x="9816" y="196680"/>
                    </a:lnTo>
                    <a:close/>
                    <a:moveTo>
                      <a:pt x="36979" y="236518"/>
                    </a:moveTo>
                    <a:lnTo>
                      <a:pt x="136857" y="236518"/>
                    </a:lnTo>
                    <a:cubicBezTo>
                      <a:pt x="136915" y="246916"/>
                      <a:pt x="138591" y="256941"/>
                      <a:pt x="141634" y="266358"/>
                    </a:cubicBezTo>
                    <a:lnTo>
                      <a:pt x="36979" y="266358"/>
                    </a:lnTo>
                    <a:lnTo>
                      <a:pt x="36979" y="236518"/>
                    </a:lnTo>
                    <a:close/>
                    <a:moveTo>
                      <a:pt x="16556" y="306196"/>
                    </a:moveTo>
                    <a:lnTo>
                      <a:pt x="16556" y="296106"/>
                    </a:lnTo>
                    <a:lnTo>
                      <a:pt x="40768" y="296106"/>
                    </a:lnTo>
                    <a:cubicBezTo>
                      <a:pt x="47096" y="296106"/>
                      <a:pt x="47096" y="286290"/>
                      <a:pt x="40768" y="286290"/>
                    </a:cubicBezTo>
                    <a:lnTo>
                      <a:pt x="16556" y="286290"/>
                    </a:lnTo>
                    <a:lnTo>
                      <a:pt x="16556" y="276180"/>
                    </a:lnTo>
                    <a:lnTo>
                      <a:pt x="145435" y="276265"/>
                    </a:lnTo>
                    <a:cubicBezTo>
                      <a:pt x="150461" y="287501"/>
                      <a:pt x="157509" y="297631"/>
                      <a:pt x="166127" y="306196"/>
                    </a:cubicBezTo>
                    <a:lnTo>
                      <a:pt x="16549" y="306196"/>
                    </a:lnTo>
                    <a:close/>
                    <a:moveTo>
                      <a:pt x="235949" y="325226"/>
                    </a:moveTo>
                    <a:cubicBezTo>
                      <a:pt x="186720" y="325226"/>
                      <a:pt x="146666" y="285171"/>
                      <a:pt x="146666" y="235943"/>
                    </a:cubicBezTo>
                    <a:cubicBezTo>
                      <a:pt x="146666" y="186714"/>
                      <a:pt x="186720" y="146659"/>
                      <a:pt x="235949" y="146659"/>
                    </a:cubicBezTo>
                    <a:cubicBezTo>
                      <a:pt x="285178" y="146659"/>
                      <a:pt x="325233" y="186714"/>
                      <a:pt x="325233" y="235943"/>
                    </a:cubicBezTo>
                    <a:cubicBezTo>
                      <a:pt x="325233" y="285171"/>
                      <a:pt x="285178" y="325226"/>
                      <a:pt x="235949" y="3252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27"/>
              <p:cNvSpPr/>
              <p:nvPr/>
            </p:nvSpPr>
            <p:spPr>
              <a:xfrm>
                <a:off x="6248062" y="3423738"/>
                <a:ext cx="136908" cy="136908"/>
              </a:xfrm>
              <a:custGeom>
                <a:rect b="b" l="l" r="r" t="t"/>
                <a:pathLst>
                  <a:path extrusionOk="0" h="136908" w="136908">
                    <a:moveTo>
                      <a:pt x="123206" y="27340"/>
                    </a:moveTo>
                    <a:cubicBezTo>
                      <a:pt x="119404" y="22282"/>
                      <a:pt x="111558" y="28184"/>
                      <a:pt x="115360" y="33242"/>
                    </a:cubicBezTo>
                    <a:cubicBezTo>
                      <a:pt x="123043" y="43457"/>
                      <a:pt x="127100" y="55629"/>
                      <a:pt x="127100" y="68448"/>
                    </a:cubicBezTo>
                    <a:cubicBezTo>
                      <a:pt x="127100" y="100781"/>
                      <a:pt x="100794" y="127087"/>
                      <a:pt x="68461" y="127087"/>
                    </a:cubicBezTo>
                    <a:cubicBezTo>
                      <a:pt x="36128" y="127087"/>
                      <a:pt x="9822" y="100781"/>
                      <a:pt x="9822" y="68448"/>
                    </a:cubicBezTo>
                    <a:cubicBezTo>
                      <a:pt x="9822" y="36115"/>
                      <a:pt x="36128" y="9809"/>
                      <a:pt x="68461" y="9809"/>
                    </a:cubicBezTo>
                    <a:cubicBezTo>
                      <a:pt x="78774" y="9809"/>
                      <a:pt x="88917" y="12525"/>
                      <a:pt x="97790" y="17662"/>
                    </a:cubicBezTo>
                    <a:cubicBezTo>
                      <a:pt x="103267" y="20835"/>
                      <a:pt x="108188" y="12335"/>
                      <a:pt x="102704" y="9168"/>
                    </a:cubicBezTo>
                    <a:cubicBezTo>
                      <a:pt x="92339" y="3167"/>
                      <a:pt x="80495" y="0"/>
                      <a:pt x="68454" y="0"/>
                    </a:cubicBezTo>
                    <a:cubicBezTo>
                      <a:pt x="30710" y="0"/>
                      <a:pt x="0" y="30710"/>
                      <a:pt x="0" y="68455"/>
                    </a:cubicBezTo>
                    <a:cubicBezTo>
                      <a:pt x="0" y="106199"/>
                      <a:pt x="30710" y="136909"/>
                      <a:pt x="68454" y="136909"/>
                    </a:cubicBezTo>
                    <a:cubicBezTo>
                      <a:pt x="106199" y="136909"/>
                      <a:pt x="136909" y="106199"/>
                      <a:pt x="136909" y="68455"/>
                    </a:cubicBezTo>
                    <a:cubicBezTo>
                      <a:pt x="136909" y="53489"/>
                      <a:pt x="132165" y="39276"/>
                      <a:pt x="123200" y="273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27"/>
              <p:cNvSpPr/>
              <p:nvPr/>
            </p:nvSpPr>
            <p:spPr>
              <a:xfrm>
                <a:off x="6293742" y="3316119"/>
                <a:ext cx="67077" cy="9815"/>
              </a:xfrm>
              <a:custGeom>
                <a:rect b="b" l="l" r="r" t="t"/>
                <a:pathLst>
                  <a:path extrusionOk="0" h="9815" w="67077">
                    <a:moveTo>
                      <a:pt x="62331" y="0"/>
                    </a:moveTo>
                    <a:lnTo>
                      <a:pt x="4746" y="0"/>
                    </a:lnTo>
                    <a:cubicBezTo>
                      <a:pt x="-1582" y="0"/>
                      <a:pt x="-1582" y="9816"/>
                      <a:pt x="4746" y="9816"/>
                    </a:cubicBezTo>
                    <a:lnTo>
                      <a:pt x="62331" y="9816"/>
                    </a:lnTo>
                    <a:cubicBezTo>
                      <a:pt x="68659" y="9816"/>
                      <a:pt x="68659" y="0"/>
                      <a:pt x="623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6" name="Google Shape;526;p27"/>
          <p:cNvGrpSpPr/>
          <p:nvPr/>
        </p:nvGrpSpPr>
        <p:grpSpPr>
          <a:xfrm>
            <a:off x="6357695" y="3368119"/>
            <a:ext cx="275407" cy="345092"/>
            <a:chOff x="6807692" y="3256237"/>
            <a:chExt cx="267385" cy="335041"/>
          </a:xfrm>
        </p:grpSpPr>
        <p:sp>
          <p:nvSpPr>
            <p:cNvPr id="527" name="Google Shape;527;p27"/>
            <p:cNvSpPr/>
            <p:nvPr/>
          </p:nvSpPr>
          <p:spPr>
            <a:xfrm>
              <a:off x="6807692" y="3256237"/>
              <a:ext cx="267385" cy="335041"/>
            </a:xfrm>
            <a:custGeom>
              <a:rect b="b" l="l" r="r" t="t"/>
              <a:pathLst>
                <a:path extrusionOk="0" h="335041" w="267385">
                  <a:moveTo>
                    <a:pt x="236269" y="47927"/>
                  </a:moveTo>
                  <a:cubicBezTo>
                    <a:pt x="232206" y="43071"/>
                    <a:pt x="224680" y="49373"/>
                    <a:pt x="228744" y="54228"/>
                  </a:cubicBezTo>
                  <a:cubicBezTo>
                    <a:pt x="247335" y="76431"/>
                    <a:pt x="257570" y="104635"/>
                    <a:pt x="257570" y="133637"/>
                  </a:cubicBezTo>
                  <a:cubicBezTo>
                    <a:pt x="257570" y="157502"/>
                    <a:pt x="250764" y="180661"/>
                    <a:pt x="237886" y="200626"/>
                  </a:cubicBezTo>
                  <a:cubicBezTo>
                    <a:pt x="225538" y="219773"/>
                    <a:pt x="208223" y="235098"/>
                    <a:pt x="187787" y="245032"/>
                  </a:cubicBezTo>
                  <a:lnTo>
                    <a:pt x="79598" y="245032"/>
                  </a:lnTo>
                  <a:cubicBezTo>
                    <a:pt x="59162" y="235098"/>
                    <a:pt x="41848" y="219773"/>
                    <a:pt x="29499" y="200626"/>
                  </a:cubicBezTo>
                  <a:cubicBezTo>
                    <a:pt x="16621" y="180667"/>
                    <a:pt x="9816" y="157502"/>
                    <a:pt x="9816" y="133637"/>
                  </a:cubicBezTo>
                  <a:cubicBezTo>
                    <a:pt x="9816" y="65366"/>
                    <a:pt x="65385" y="9822"/>
                    <a:pt x="133696" y="9822"/>
                  </a:cubicBezTo>
                  <a:cubicBezTo>
                    <a:pt x="162175" y="9822"/>
                    <a:pt x="188945" y="19213"/>
                    <a:pt x="211115" y="36972"/>
                  </a:cubicBezTo>
                  <a:cubicBezTo>
                    <a:pt x="216056" y="40931"/>
                    <a:pt x="222194" y="33269"/>
                    <a:pt x="217253" y="29310"/>
                  </a:cubicBezTo>
                  <a:cubicBezTo>
                    <a:pt x="193663" y="10411"/>
                    <a:pt x="163987" y="0"/>
                    <a:pt x="133696" y="0"/>
                  </a:cubicBezTo>
                  <a:cubicBezTo>
                    <a:pt x="59980" y="0"/>
                    <a:pt x="0" y="59948"/>
                    <a:pt x="0" y="133630"/>
                  </a:cubicBezTo>
                  <a:cubicBezTo>
                    <a:pt x="0" y="159387"/>
                    <a:pt x="7349" y="184391"/>
                    <a:pt x="21247" y="205939"/>
                  </a:cubicBezTo>
                  <a:cubicBezTo>
                    <a:pt x="34217" y="226042"/>
                    <a:pt x="52252" y="242264"/>
                    <a:pt x="73539" y="252996"/>
                  </a:cubicBezTo>
                  <a:lnTo>
                    <a:pt x="73539" y="264146"/>
                  </a:lnTo>
                  <a:lnTo>
                    <a:pt x="71622" y="264146"/>
                  </a:lnTo>
                  <a:cubicBezTo>
                    <a:pt x="65294" y="264146"/>
                    <a:pt x="65294" y="273962"/>
                    <a:pt x="71622" y="273962"/>
                  </a:cubicBezTo>
                  <a:lnTo>
                    <a:pt x="73539" y="273962"/>
                  </a:lnTo>
                  <a:cubicBezTo>
                    <a:pt x="73539" y="276841"/>
                    <a:pt x="73860" y="279642"/>
                    <a:pt x="74455" y="282344"/>
                  </a:cubicBezTo>
                  <a:cubicBezTo>
                    <a:pt x="68186" y="282462"/>
                    <a:pt x="68271" y="292154"/>
                    <a:pt x="74547" y="292154"/>
                  </a:cubicBezTo>
                  <a:lnTo>
                    <a:pt x="78035" y="292154"/>
                  </a:lnTo>
                  <a:cubicBezTo>
                    <a:pt x="83505" y="302571"/>
                    <a:pt x="93510" y="310254"/>
                    <a:pt x="105420" y="312551"/>
                  </a:cubicBezTo>
                  <a:lnTo>
                    <a:pt x="105420" y="315574"/>
                  </a:lnTo>
                  <a:cubicBezTo>
                    <a:pt x="105420" y="326305"/>
                    <a:pt x="114156" y="335041"/>
                    <a:pt x="124895" y="335041"/>
                  </a:cubicBezTo>
                  <a:lnTo>
                    <a:pt x="142497" y="335041"/>
                  </a:lnTo>
                  <a:cubicBezTo>
                    <a:pt x="153236" y="335041"/>
                    <a:pt x="161971" y="326305"/>
                    <a:pt x="161971" y="315574"/>
                  </a:cubicBezTo>
                  <a:lnTo>
                    <a:pt x="161971" y="312551"/>
                  </a:lnTo>
                  <a:cubicBezTo>
                    <a:pt x="173881" y="310254"/>
                    <a:pt x="183887" y="302578"/>
                    <a:pt x="189357" y="292154"/>
                  </a:cubicBezTo>
                  <a:lnTo>
                    <a:pt x="193493" y="292154"/>
                  </a:lnTo>
                  <a:cubicBezTo>
                    <a:pt x="199821" y="292154"/>
                    <a:pt x="199821" y="282338"/>
                    <a:pt x="193493" y="282338"/>
                  </a:cubicBezTo>
                  <a:lnTo>
                    <a:pt x="192937" y="282338"/>
                  </a:lnTo>
                  <a:cubicBezTo>
                    <a:pt x="193526" y="279635"/>
                    <a:pt x="193846" y="276835"/>
                    <a:pt x="193846" y="273962"/>
                  </a:cubicBezTo>
                  <a:lnTo>
                    <a:pt x="195764" y="273962"/>
                  </a:lnTo>
                  <a:cubicBezTo>
                    <a:pt x="202092" y="273962"/>
                    <a:pt x="202092" y="264146"/>
                    <a:pt x="195764" y="264146"/>
                  </a:cubicBezTo>
                  <a:lnTo>
                    <a:pt x="193846" y="264146"/>
                  </a:lnTo>
                  <a:lnTo>
                    <a:pt x="193846" y="252996"/>
                  </a:lnTo>
                  <a:cubicBezTo>
                    <a:pt x="215133" y="242264"/>
                    <a:pt x="233168" y="226048"/>
                    <a:pt x="246137" y="205939"/>
                  </a:cubicBezTo>
                  <a:cubicBezTo>
                    <a:pt x="260037" y="184391"/>
                    <a:pt x="267386" y="159387"/>
                    <a:pt x="267386" y="133630"/>
                  </a:cubicBezTo>
                  <a:cubicBezTo>
                    <a:pt x="267386" y="102325"/>
                    <a:pt x="256333" y="71890"/>
                    <a:pt x="236269" y="47920"/>
                  </a:cubicBezTo>
                  <a:close/>
                  <a:moveTo>
                    <a:pt x="142497" y="325232"/>
                  </a:moveTo>
                  <a:lnTo>
                    <a:pt x="124895" y="325232"/>
                  </a:lnTo>
                  <a:cubicBezTo>
                    <a:pt x="119568" y="325232"/>
                    <a:pt x="115236" y="320900"/>
                    <a:pt x="115236" y="315580"/>
                  </a:cubicBezTo>
                  <a:lnTo>
                    <a:pt x="115236" y="313277"/>
                  </a:lnTo>
                  <a:lnTo>
                    <a:pt x="152156" y="313277"/>
                  </a:lnTo>
                  <a:lnTo>
                    <a:pt x="152156" y="315580"/>
                  </a:lnTo>
                  <a:cubicBezTo>
                    <a:pt x="152156" y="320900"/>
                    <a:pt x="147824" y="325232"/>
                    <a:pt x="142497" y="325232"/>
                  </a:cubicBezTo>
                  <a:close/>
                  <a:moveTo>
                    <a:pt x="154498" y="303461"/>
                  </a:moveTo>
                  <a:lnTo>
                    <a:pt x="112887" y="303461"/>
                  </a:lnTo>
                  <a:cubicBezTo>
                    <a:pt x="103477" y="303461"/>
                    <a:pt x="95087" y="299038"/>
                    <a:pt x="89676" y="292160"/>
                  </a:cubicBezTo>
                  <a:lnTo>
                    <a:pt x="177710" y="292160"/>
                  </a:lnTo>
                  <a:cubicBezTo>
                    <a:pt x="172298" y="299031"/>
                    <a:pt x="163908" y="303461"/>
                    <a:pt x="154498" y="303461"/>
                  </a:cubicBezTo>
                  <a:close/>
                  <a:moveTo>
                    <a:pt x="123226" y="264153"/>
                  </a:moveTo>
                  <a:cubicBezTo>
                    <a:pt x="116898" y="264153"/>
                    <a:pt x="116898" y="273968"/>
                    <a:pt x="123226" y="273968"/>
                  </a:cubicBezTo>
                  <a:lnTo>
                    <a:pt x="184030" y="273968"/>
                  </a:lnTo>
                  <a:cubicBezTo>
                    <a:pt x="184030" y="276880"/>
                    <a:pt x="183599" y="279688"/>
                    <a:pt x="182807" y="282344"/>
                  </a:cubicBezTo>
                  <a:lnTo>
                    <a:pt x="84585" y="282344"/>
                  </a:lnTo>
                  <a:cubicBezTo>
                    <a:pt x="83793" y="279688"/>
                    <a:pt x="83361" y="276874"/>
                    <a:pt x="83361" y="273968"/>
                  </a:cubicBezTo>
                  <a:lnTo>
                    <a:pt x="100977" y="273968"/>
                  </a:lnTo>
                  <a:cubicBezTo>
                    <a:pt x="107305" y="273968"/>
                    <a:pt x="107305" y="264153"/>
                    <a:pt x="100977" y="264153"/>
                  </a:cubicBezTo>
                  <a:lnTo>
                    <a:pt x="83361" y="264153"/>
                  </a:lnTo>
                  <a:lnTo>
                    <a:pt x="83361" y="254847"/>
                  </a:lnTo>
                  <a:lnTo>
                    <a:pt x="184037" y="254847"/>
                  </a:lnTo>
                  <a:lnTo>
                    <a:pt x="184037" y="264153"/>
                  </a:lnTo>
                  <a:lnTo>
                    <a:pt x="123233" y="2641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6834397" y="3282091"/>
              <a:ext cx="111736" cy="111736"/>
            </a:xfrm>
            <a:custGeom>
              <a:rect b="b" l="l" r="r" t="t"/>
              <a:pathLst>
                <a:path extrusionOk="0" h="111736" w="111736">
                  <a:moveTo>
                    <a:pt x="106991" y="0"/>
                  </a:moveTo>
                  <a:cubicBezTo>
                    <a:pt x="47999" y="0"/>
                    <a:pt x="0" y="47999"/>
                    <a:pt x="0" y="106991"/>
                  </a:cubicBezTo>
                  <a:cubicBezTo>
                    <a:pt x="0" y="113319"/>
                    <a:pt x="9816" y="113319"/>
                    <a:pt x="9816" y="106991"/>
                  </a:cubicBezTo>
                  <a:cubicBezTo>
                    <a:pt x="9816" y="53410"/>
                    <a:pt x="53410" y="9816"/>
                    <a:pt x="106991" y="9816"/>
                  </a:cubicBezTo>
                  <a:cubicBezTo>
                    <a:pt x="113319" y="9816"/>
                    <a:pt x="113319" y="0"/>
                    <a:pt x="1069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6936480" y="3335258"/>
              <a:ext cx="9815" cy="35176"/>
            </a:xfrm>
            <a:custGeom>
              <a:rect b="b" l="l" r="r" t="t"/>
              <a:pathLst>
                <a:path extrusionOk="0" h="35176" w="9815">
                  <a:moveTo>
                    <a:pt x="9816" y="4746"/>
                  </a:moveTo>
                  <a:cubicBezTo>
                    <a:pt x="9816" y="-1582"/>
                    <a:pt x="0" y="-1582"/>
                    <a:pt x="0" y="4746"/>
                  </a:cubicBezTo>
                  <a:lnTo>
                    <a:pt x="0" y="30430"/>
                  </a:lnTo>
                  <a:cubicBezTo>
                    <a:pt x="0" y="36758"/>
                    <a:pt x="9816" y="36758"/>
                    <a:pt x="9816" y="30430"/>
                  </a:cubicBezTo>
                  <a:lnTo>
                    <a:pt x="9816" y="47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6895357" y="3352110"/>
              <a:ext cx="27999" cy="27999"/>
            </a:xfrm>
            <a:custGeom>
              <a:rect b="b" l="l" r="r" t="t"/>
              <a:pathLst>
                <a:path extrusionOk="0" h="27999" w="27999">
                  <a:moveTo>
                    <a:pt x="26556" y="19612"/>
                  </a:moveTo>
                  <a:lnTo>
                    <a:pt x="8391" y="1446"/>
                  </a:lnTo>
                  <a:cubicBezTo>
                    <a:pt x="3915" y="-3030"/>
                    <a:pt x="-3034" y="3907"/>
                    <a:pt x="1448" y="8389"/>
                  </a:cubicBezTo>
                  <a:lnTo>
                    <a:pt x="19613" y="26555"/>
                  </a:lnTo>
                  <a:cubicBezTo>
                    <a:pt x="24090" y="31030"/>
                    <a:pt x="31026" y="24088"/>
                    <a:pt x="26556" y="196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6878507" y="3393224"/>
              <a:ext cx="35338" cy="9815"/>
            </a:xfrm>
            <a:custGeom>
              <a:rect b="b" l="l" r="r" t="t"/>
              <a:pathLst>
                <a:path extrusionOk="0" h="9815" w="35338">
                  <a:moveTo>
                    <a:pt x="35338" y="4908"/>
                  </a:moveTo>
                  <a:cubicBezTo>
                    <a:pt x="35338" y="2199"/>
                    <a:pt x="33140" y="0"/>
                    <a:pt x="30430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30430" y="9816"/>
                  </a:lnTo>
                  <a:cubicBezTo>
                    <a:pt x="33140" y="9816"/>
                    <a:pt x="35338" y="7617"/>
                    <a:pt x="35338" y="49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6895406" y="3416152"/>
              <a:ext cx="27953" cy="27996"/>
            </a:xfrm>
            <a:custGeom>
              <a:rect b="b" l="l" r="r" t="t"/>
              <a:pathLst>
                <a:path extrusionOk="0" h="27996" w="27953">
                  <a:moveTo>
                    <a:pt x="4874" y="27996"/>
                  </a:moveTo>
                  <a:cubicBezTo>
                    <a:pt x="6131" y="27996"/>
                    <a:pt x="7387" y="27518"/>
                    <a:pt x="8342" y="26556"/>
                  </a:cubicBezTo>
                  <a:lnTo>
                    <a:pt x="26508" y="8391"/>
                  </a:lnTo>
                  <a:cubicBezTo>
                    <a:pt x="30984" y="3915"/>
                    <a:pt x="24048" y="-3035"/>
                    <a:pt x="19565" y="1448"/>
                  </a:cubicBezTo>
                  <a:lnTo>
                    <a:pt x="1399" y="19614"/>
                  </a:lnTo>
                  <a:cubicBezTo>
                    <a:pt x="-1624" y="22637"/>
                    <a:pt x="581" y="27989"/>
                    <a:pt x="4867" y="279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6936480" y="3425675"/>
              <a:ext cx="9815" cy="35338"/>
            </a:xfrm>
            <a:custGeom>
              <a:rect b="b" l="l" r="r" t="t"/>
              <a:pathLst>
                <a:path extrusionOk="0" h="35338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30592"/>
                  </a:lnTo>
                  <a:cubicBezTo>
                    <a:pt x="0" y="36920"/>
                    <a:pt x="9816" y="36920"/>
                    <a:pt x="9816" y="30592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6959408" y="3416160"/>
              <a:ext cx="27999" cy="27999"/>
            </a:xfrm>
            <a:custGeom>
              <a:rect b="b" l="l" r="r" t="t"/>
              <a:pathLst>
                <a:path extrusionOk="0" h="27999" w="27999">
                  <a:moveTo>
                    <a:pt x="1448" y="8389"/>
                  </a:moveTo>
                  <a:lnTo>
                    <a:pt x="19614" y="26555"/>
                  </a:lnTo>
                  <a:cubicBezTo>
                    <a:pt x="24090" y="31031"/>
                    <a:pt x="31026" y="24088"/>
                    <a:pt x="26556" y="19612"/>
                  </a:cubicBezTo>
                  <a:lnTo>
                    <a:pt x="8391" y="1446"/>
                  </a:lnTo>
                  <a:cubicBezTo>
                    <a:pt x="3915" y="-3030"/>
                    <a:pt x="-3034" y="3907"/>
                    <a:pt x="1448" y="83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6969086" y="3393224"/>
              <a:ext cx="35338" cy="9815"/>
            </a:xfrm>
            <a:custGeom>
              <a:rect b="b" l="l" r="r" t="t"/>
              <a:pathLst>
                <a:path extrusionOk="0" h="9815" w="35338">
                  <a:moveTo>
                    <a:pt x="35338" y="4908"/>
                  </a:moveTo>
                  <a:cubicBezTo>
                    <a:pt x="35338" y="2199"/>
                    <a:pt x="33140" y="0"/>
                    <a:pt x="30430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30430" y="9816"/>
                  </a:lnTo>
                  <a:cubicBezTo>
                    <a:pt x="33140" y="9816"/>
                    <a:pt x="35338" y="7617"/>
                    <a:pt x="35338" y="49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6959456" y="3352108"/>
              <a:ext cx="27953" cy="27996"/>
            </a:xfrm>
            <a:custGeom>
              <a:rect b="b" l="l" r="r" t="t"/>
              <a:pathLst>
                <a:path extrusionOk="0" h="27996" w="27953">
                  <a:moveTo>
                    <a:pt x="4874" y="27996"/>
                  </a:moveTo>
                  <a:cubicBezTo>
                    <a:pt x="6131" y="27996"/>
                    <a:pt x="7387" y="27518"/>
                    <a:pt x="8342" y="26557"/>
                  </a:cubicBezTo>
                  <a:lnTo>
                    <a:pt x="26508" y="8391"/>
                  </a:lnTo>
                  <a:cubicBezTo>
                    <a:pt x="30984" y="3915"/>
                    <a:pt x="24048" y="-3034"/>
                    <a:pt x="19565" y="1448"/>
                  </a:cubicBezTo>
                  <a:lnTo>
                    <a:pt x="1399" y="19613"/>
                  </a:lnTo>
                  <a:cubicBezTo>
                    <a:pt x="-1624" y="22637"/>
                    <a:pt x="581" y="27990"/>
                    <a:pt x="4868" y="279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7" name="Google Shape;537;p27"/>
          <p:cNvGrpSpPr/>
          <p:nvPr/>
        </p:nvGrpSpPr>
        <p:grpSpPr>
          <a:xfrm>
            <a:off x="7092051" y="3368140"/>
            <a:ext cx="345086" cy="345052"/>
            <a:chOff x="7748648" y="3256263"/>
            <a:chExt cx="335035" cy="335002"/>
          </a:xfrm>
        </p:grpSpPr>
        <p:sp>
          <p:nvSpPr>
            <p:cNvPr id="538" name="Google Shape;538;p27"/>
            <p:cNvSpPr/>
            <p:nvPr/>
          </p:nvSpPr>
          <p:spPr>
            <a:xfrm>
              <a:off x="7748648" y="3256263"/>
              <a:ext cx="335035" cy="335002"/>
            </a:xfrm>
            <a:custGeom>
              <a:rect b="b" l="l" r="r" t="t"/>
              <a:pathLst>
                <a:path extrusionOk="0" h="335002" w="335035">
                  <a:moveTo>
                    <a:pt x="313441" y="280996"/>
                  </a:moveTo>
                  <a:cubicBezTo>
                    <a:pt x="306308" y="273942"/>
                    <a:pt x="297867" y="268727"/>
                    <a:pt x="288770" y="265592"/>
                  </a:cubicBezTo>
                  <a:cubicBezTo>
                    <a:pt x="298783" y="258846"/>
                    <a:pt x="305392" y="247394"/>
                    <a:pt x="305392" y="234431"/>
                  </a:cubicBezTo>
                  <a:cubicBezTo>
                    <a:pt x="305392" y="213988"/>
                    <a:pt x="288313" y="196896"/>
                    <a:pt x="267896" y="196896"/>
                  </a:cubicBezTo>
                  <a:cubicBezTo>
                    <a:pt x="247421" y="196896"/>
                    <a:pt x="230328" y="213733"/>
                    <a:pt x="230328" y="234431"/>
                  </a:cubicBezTo>
                  <a:cubicBezTo>
                    <a:pt x="230328" y="246746"/>
                    <a:pt x="236584" y="258505"/>
                    <a:pt x="246746" y="265442"/>
                  </a:cubicBezTo>
                  <a:cubicBezTo>
                    <a:pt x="238763" y="268079"/>
                    <a:pt x="231532" y="272267"/>
                    <a:pt x="225243" y="277927"/>
                  </a:cubicBezTo>
                  <a:cubicBezTo>
                    <a:pt x="215906" y="266901"/>
                    <a:pt x="203669" y="258486"/>
                    <a:pt x="189868" y="254121"/>
                  </a:cubicBezTo>
                  <a:cubicBezTo>
                    <a:pt x="202661" y="246288"/>
                    <a:pt x="210710" y="232029"/>
                    <a:pt x="210710" y="217018"/>
                  </a:cubicBezTo>
                  <a:cubicBezTo>
                    <a:pt x="210710" y="211927"/>
                    <a:pt x="209807" y="206823"/>
                    <a:pt x="208053" y="202046"/>
                  </a:cubicBezTo>
                  <a:cubicBezTo>
                    <a:pt x="242303" y="196863"/>
                    <a:pt x="273393" y="185038"/>
                    <a:pt x="296100" y="168443"/>
                  </a:cubicBezTo>
                  <a:cubicBezTo>
                    <a:pt x="321228" y="150101"/>
                    <a:pt x="335035" y="126687"/>
                    <a:pt x="335035" y="102521"/>
                  </a:cubicBezTo>
                  <a:cubicBezTo>
                    <a:pt x="335035" y="74658"/>
                    <a:pt x="317302" y="48647"/>
                    <a:pt x="285041" y="29290"/>
                  </a:cubicBezTo>
                  <a:cubicBezTo>
                    <a:pt x="253578" y="10405"/>
                    <a:pt x="211842" y="0"/>
                    <a:pt x="167528" y="0"/>
                  </a:cubicBezTo>
                  <a:cubicBezTo>
                    <a:pt x="136412" y="0"/>
                    <a:pt x="106062" y="5215"/>
                    <a:pt x="79756" y="15083"/>
                  </a:cubicBezTo>
                  <a:cubicBezTo>
                    <a:pt x="73841" y="17302"/>
                    <a:pt x="77276" y="26496"/>
                    <a:pt x="83204" y="24277"/>
                  </a:cubicBezTo>
                  <a:cubicBezTo>
                    <a:pt x="108424" y="14815"/>
                    <a:pt x="137583" y="9816"/>
                    <a:pt x="167534" y="9816"/>
                  </a:cubicBezTo>
                  <a:cubicBezTo>
                    <a:pt x="210095" y="9816"/>
                    <a:pt x="250032" y="19723"/>
                    <a:pt x="280002" y="37705"/>
                  </a:cubicBezTo>
                  <a:cubicBezTo>
                    <a:pt x="309187" y="55223"/>
                    <a:pt x="325219" y="78237"/>
                    <a:pt x="325219" y="102521"/>
                  </a:cubicBezTo>
                  <a:cubicBezTo>
                    <a:pt x="325219" y="145390"/>
                    <a:pt x="274178" y="183062"/>
                    <a:pt x="203355" y="192806"/>
                  </a:cubicBezTo>
                  <a:cubicBezTo>
                    <a:pt x="195273" y="180687"/>
                    <a:pt x="181381" y="173417"/>
                    <a:pt x="166827" y="173548"/>
                  </a:cubicBezTo>
                  <a:cubicBezTo>
                    <a:pt x="152621" y="173672"/>
                    <a:pt x="139115" y="180975"/>
                    <a:pt x="131164" y="192734"/>
                  </a:cubicBezTo>
                  <a:cubicBezTo>
                    <a:pt x="60674" y="182879"/>
                    <a:pt x="9823" y="145226"/>
                    <a:pt x="9823" y="102528"/>
                  </a:cubicBezTo>
                  <a:cubicBezTo>
                    <a:pt x="9823" y="76628"/>
                    <a:pt x="28675" y="51663"/>
                    <a:pt x="61545" y="34034"/>
                  </a:cubicBezTo>
                  <a:cubicBezTo>
                    <a:pt x="67113" y="31050"/>
                    <a:pt x="62487" y="22393"/>
                    <a:pt x="56905" y="25383"/>
                  </a:cubicBezTo>
                  <a:cubicBezTo>
                    <a:pt x="20744" y="44779"/>
                    <a:pt x="0" y="72898"/>
                    <a:pt x="0" y="102528"/>
                  </a:cubicBezTo>
                  <a:cubicBezTo>
                    <a:pt x="0" y="126622"/>
                    <a:pt x="13762" y="149977"/>
                    <a:pt x="38746" y="168293"/>
                  </a:cubicBezTo>
                  <a:cubicBezTo>
                    <a:pt x="61355" y="184868"/>
                    <a:pt x="92287" y="196712"/>
                    <a:pt x="126413" y="201961"/>
                  </a:cubicBezTo>
                  <a:cubicBezTo>
                    <a:pt x="124672" y="206653"/>
                    <a:pt x="123717" y="211731"/>
                    <a:pt x="123717" y="217024"/>
                  </a:cubicBezTo>
                  <a:cubicBezTo>
                    <a:pt x="123717" y="231931"/>
                    <a:pt x="131661" y="246098"/>
                    <a:pt x="144310" y="253964"/>
                  </a:cubicBezTo>
                  <a:cubicBezTo>
                    <a:pt x="130326" y="258185"/>
                    <a:pt x="118063" y="266698"/>
                    <a:pt x="108954" y="278091"/>
                  </a:cubicBezTo>
                  <a:cubicBezTo>
                    <a:pt x="102640" y="272575"/>
                    <a:pt x="95468" y="268400"/>
                    <a:pt x="87772" y="265710"/>
                  </a:cubicBezTo>
                  <a:cubicBezTo>
                    <a:pt x="97902" y="258983"/>
                    <a:pt x="104589" y="247473"/>
                    <a:pt x="104589" y="234431"/>
                  </a:cubicBezTo>
                  <a:cubicBezTo>
                    <a:pt x="104589" y="213936"/>
                    <a:pt x="87543" y="196896"/>
                    <a:pt x="67061" y="196896"/>
                  </a:cubicBezTo>
                  <a:cubicBezTo>
                    <a:pt x="46579" y="196896"/>
                    <a:pt x="29526" y="213942"/>
                    <a:pt x="29526" y="234431"/>
                  </a:cubicBezTo>
                  <a:cubicBezTo>
                    <a:pt x="29526" y="247231"/>
                    <a:pt x="35972" y="258551"/>
                    <a:pt x="45780" y="265324"/>
                  </a:cubicBezTo>
                  <a:cubicBezTo>
                    <a:pt x="19383" y="273857"/>
                    <a:pt x="3946" y="299103"/>
                    <a:pt x="465" y="325586"/>
                  </a:cubicBezTo>
                  <a:cubicBezTo>
                    <a:pt x="151" y="327955"/>
                    <a:pt x="884" y="330350"/>
                    <a:pt x="2461" y="332149"/>
                  </a:cubicBezTo>
                  <a:cubicBezTo>
                    <a:pt x="4051" y="333962"/>
                    <a:pt x="6341" y="335002"/>
                    <a:pt x="8749" y="335002"/>
                  </a:cubicBezTo>
                  <a:lnTo>
                    <a:pt x="279740" y="335002"/>
                  </a:lnTo>
                  <a:cubicBezTo>
                    <a:pt x="286088" y="335002"/>
                    <a:pt x="286088" y="325187"/>
                    <a:pt x="279740" y="325187"/>
                  </a:cubicBezTo>
                  <a:lnTo>
                    <a:pt x="245307" y="325187"/>
                  </a:lnTo>
                  <a:cubicBezTo>
                    <a:pt x="245307" y="325141"/>
                    <a:pt x="245307" y="325095"/>
                    <a:pt x="245300" y="325049"/>
                  </a:cubicBezTo>
                  <a:cubicBezTo>
                    <a:pt x="243704" y="310843"/>
                    <a:pt x="238796" y="297356"/>
                    <a:pt x="231159" y="285832"/>
                  </a:cubicBezTo>
                  <a:cubicBezTo>
                    <a:pt x="240837" y="276835"/>
                    <a:pt x="253343" y="272058"/>
                    <a:pt x="267634" y="271966"/>
                  </a:cubicBezTo>
                  <a:cubicBezTo>
                    <a:pt x="281965" y="272385"/>
                    <a:pt x="294987" y="277044"/>
                    <a:pt x="305523" y="287023"/>
                  </a:cubicBezTo>
                  <a:cubicBezTo>
                    <a:pt x="316058" y="297048"/>
                    <a:pt x="322733" y="310797"/>
                    <a:pt x="324696" y="325180"/>
                  </a:cubicBezTo>
                  <a:lnTo>
                    <a:pt x="304607" y="325180"/>
                  </a:lnTo>
                  <a:cubicBezTo>
                    <a:pt x="298325" y="325180"/>
                    <a:pt x="298259" y="334996"/>
                    <a:pt x="304607" y="334996"/>
                  </a:cubicBezTo>
                  <a:lnTo>
                    <a:pt x="325809" y="334996"/>
                  </a:lnTo>
                  <a:cubicBezTo>
                    <a:pt x="328295" y="334996"/>
                    <a:pt x="330716" y="333903"/>
                    <a:pt x="332418" y="331999"/>
                  </a:cubicBezTo>
                  <a:cubicBezTo>
                    <a:pt x="334119" y="330094"/>
                    <a:pt x="334904" y="327562"/>
                    <a:pt x="334577" y="325043"/>
                  </a:cubicBezTo>
                  <a:cubicBezTo>
                    <a:pt x="332549" y="308166"/>
                    <a:pt x="325023" y="292527"/>
                    <a:pt x="313375" y="280996"/>
                  </a:cubicBezTo>
                  <a:close/>
                  <a:moveTo>
                    <a:pt x="141509" y="195600"/>
                  </a:moveTo>
                  <a:cubicBezTo>
                    <a:pt x="150566" y="184737"/>
                    <a:pt x="165826" y="180510"/>
                    <a:pt x="179097" y="185529"/>
                  </a:cubicBezTo>
                  <a:cubicBezTo>
                    <a:pt x="191726" y="190306"/>
                    <a:pt x="200449" y="202537"/>
                    <a:pt x="200861" y="216030"/>
                  </a:cubicBezTo>
                  <a:lnTo>
                    <a:pt x="169576" y="201660"/>
                  </a:lnTo>
                  <a:cubicBezTo>
                    <a:pt x="168267" y="201058"/>
                    <a:pt x="166755" y="201064"/>
                    <a:pt x="165446" y="201673"/>
                  </a:cubicBezTo>
                  <a:lnTo>
                    <a:pt x="133572" y="216586"/>
                  </a:lnTo>
                  <a:cubicBezTo>
                    <a:pt x="133716" y="209034"/>
                    <a:pt x="136471" y="201640"/>
                    <a:pt x="141503" y="195600"/>
                  </a:cubicBezTo>
                  <a:close/>
                  <a:moveTo>
                    <a:pt x="134992" y="226768"/>
                  </a:moveTo>
                  <a:lnTo>
                    <a:pt x="167554" y="211528"/>
                  </a:lnTo>
                  <a:lnTo>
                    <a:pt x="199599" y="226245"/>
                  </a:lnTo>
                  <a:cubicBezTo>
                    <a:pt x="195555" y="240412"/>
                    <a:pt x="182290" y="250509"/>
                    <a:pt x="167567" y="250666"/>
                  </a:cubicBezTo>
                  <a:cubicBezTo>
                    <a:pt x="152791" y="250823"/>
                    <a:pt x="139278" y="240916"/>
                    <a:pt x="134992" y="226768"/>
                  </a:cubicBezTo>
                  <a:close/>
                  <a:moveTo>
                    <a:pt x="64149" y="206868"/>
                  </a:moveTo>
                  <a:cubicBezTo>
                    <a:pt x="66086" y="206666"/>
                    <a:pt x="68043" y="206666"/>
                    <a:pt x="69986" y="206868"/>
                  </a:cubicBezTo>
                  <a:cubicBezTo>
                    <a:pt x="80358" y="207955"/>
                    <a:pt x="89041" y="214793"/>
                    <a:pt x="92791" y="224124"/>
                  </a:cubicBezTo>
                  <a:lnTo>
                    <a:pt x="41344" y="224138"/>
                  </a:lnTo>
                  <a:cubicBezTo>
                    <a:pt x="45093" y="214806"/>
                    <a:pt x="53777" y="207961"/>
                    <a:pt x="64149" y="206868"/>
                  </a:cubicBezTo>
                  <a:close/>
                  <a:moveTo>
                    <a:pt x="39355" y="234431"/>
                  </a:moveTo>
                  <a:cubicBezTo>
                    <a:pt x="39355" y="234267"/>
                    <a:pt x="39361" y="234110"/>
                    <a:pt x="39367" y="233953"/>
                  </a:cubicBezTo>
                  <a:lnTo>
                    <a:pt x="94781" y="233940"/>
                  </a:lnTo>
                  <a:cubicBezTo>
                    <a:pt x="95048" y="249213"/>
                    <a:pt x="82308" y="262262"/>
                    <a:pt x="66976" y="262150"/>
                  </a:cubicBezTo>
                  <a:cubicBezTo>
                    <a:pt x="51735" y="262098"/>
                    <a:pt x="39361" y="249684"/>
                    <a:pt x="39361" y="234437"/>
                  </a:cubicBezTo>
                  <a:close/>
                  <a:moveTo>
                    <a:pt x="27654" y="287979"/>
                  </a:moveTo>
                  <a:cubicBezTo>
                    <a:pt x="38203" y="276952"/>
                    <a:pt x="52030" y="272476"/>
                    <a:pt x="66956" y="271966"/>
                  </a:cubicBezTo>
                  <a:cubicBezTo>
                    <a:pt x="80443" y="272031"/>
                    <a:pt x="93197" y="277050"/>
                    <a:pt x="103281" y="286186"/>
                  </a:cubicBezTo>
                  <a:cubicBezTo>
                    <a:pt x="96423" y="297297"/>
                    <a:pt x="91888" y="310443"/>
                    <a:pt x="89990" y="324964"/>
                  </a:cubicBezTo>
                  <a:cubicBezTo>
                    <a:pt x="89984" y="325036"/>
                    <a:pt x="89984" y="325108"/>
                    <a:pt x="89977" y="325180"/>
                  </a:cubicBezTo>
                  <a:lnTo>
                    <a:pt x="10451" y="325180"/>
                  </a:lnTo>
                  <a:cubicBezTo>
                    <a:pt x="12702" y="310417"/>
                    <a:pt x="18774" y="297258"/>
                    <a:pt x="27654" y="287972"/>
                  </a:cubicBezTo>
                  <a:close/>
                  <a:moveTo>
                    <a:pt x="99871" y="325180"/>
                  </a:moveTo>
                  <a:cubicBezTo>
                    <a:pt x="102424" y="307145"/>
                    <a:pt x="109753" y="291035"/>
                    <a:pt x="120569" y="279714"/>
                  </a:cubicBezTo>
                  <a:cubicBezTo>
                    <a:pt x="132656" y="267071"/>
                    <a:pt x="149434" y="260619"/>
                    <a:pt x="166795" y="260482"/>
                  </a:cubicBezTo>
                  <a:cubicBezTo>
                    <a:pt x="184496" y="260344"/>
                    <a:pt x="201261" y="267392"/>
                    <a:pt x="213753" y="279904"/>
                  </a:cubicBezTo>
                  <a:cubicBezTo>
                    <a:pt x="225610" y="291780"/>
                    <a:pt x="233293" y="307826"/>
                    <a:pt x="235446" y="325180"/>
                  </a:cubicBezTo>
                  <a:lnTo>
                    <a:pt x="99865" y="325180"/>
                  </a:lnTo>
                  <a:close/>
                  <a:moveTo>
                    <a:pt x="268092" y="262144"/>
                  </a:moveTo>
                  <a:lnTo>
                    <a:pt x="268027" y="262144"/>
                  </a:lnTo>
                  <a:cubicBezTo>
                    <a:pt x="268027" y="262144"/>
                    <a:pt x="267765" y="262144"/>
                    <a:pt x="267765" y="262144"/>
                  </a:cubicBezTo>
                  <a:cubicBezTo>
                    <a:pt x="255724" y="262098"/>
                    <a:pt x="245484" y="254344"/>
                    <a:pt x="241701" y="243579"/>
                  </a:cubicBezTo>
                  <a:cubicBezTo>
                    <a:pt x="260593" y="244940"/>
                    <a:pt x="280591" y="240209"/>
                    <a:pt x="294464" y="226696"/>
                  </a:cubicBezTo>
                  <a:cubicBezTo>
                    <a:pt x="295184" y="229150"/>
                    <a:pt x="295576" y="231741"/>
                    <a:pt x="295576" y="234424"/>
                  </a:cubicBezTo>
                  <a:cubicBezTo>
                    <a:pt x="295576" y="249639"/>
                    <a:pt x="283274" y="262026"/>
                    <a:pt x="268092" y="262137"/>
                  </a:cubicBezTo>
                  <a:close/>
                  <a:moveTo>
                    <a:pt x="240170" y="233312"/>
                  </a:moveTo>
                  <a:cubicBezTo>
                    <a:pt x="240824" y="216972"/>
                    <a:pt x="255967" y="204578"/>
                    <a:pt x="272150" y="207039"/>
                  </a:cubicBezTo>
                  <a:cubicBezTo>
                    <a:pt x="279282" y="208151"/>
                    <a:pt x="285499" y="211992"/>
                    <a:pt x="289752" y="217456"/>
                  </a:cubicBezTo>
                  <a:cubicBezTo>
                    <a:pt x="273720" y="235255"/>
                    <a:pt x="249495" y="234627"/>
                    <a:pt x="240170" y="233606"/>
                  </a:cubicBezTo>
                  <a:cubicBezTo>
                    <a:pt x="240170" y="233508"/>
                    <a:pt x="240170" y="233403"/>
                    <a:pt x="240176" y="2333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7842625" y="3334457"/>
              <a:ext cx="50145" cy="50227"/>
            </a:xfrm>
            <a:custGeom>
              <a:rect b="b" l="l" r="r" t="t"/>
              <a:pathLst>
                <a:path extrusionOk="0" h="50227" w="50145">
                  <a:moveTo>
                    <a:pt x="25120" y="50228"/>
                  </a:moveTo>
                  <a:cubicBezTo>
                    <a:pt x="31225" y="50228"/>
                    <a:pt x="37344" y="48022"/>
                    <a:pt x="42167" y="43566"/>
                  </a:cubicBezTo>
                  <a:cubicBezTo>
                    <a:pt x="52225" y="34274"/>
                    <a:pt x="52866" y="18117"/>
                    <a:pt x="43567" y="8059"/>
                  </a:cubicBezTo>
                  <a:cubicBezTo>
                    <a:pt x="34164" y="-2116"/>
                    <a:pt x="18236" y="-2738"/>
                    <a:pt x="8054" y="6659"/>
                  </a:cubicBezTo>
                  <a:cubicBezTo>
                    <a:pt x="562" y="13582"/>
                    <a:pt x="-2030" y="24687"/>
                    <a:pt x="1667" y="34208"/>
                  </a:cubicBezTo>
                  <a:cubicBezTo>
                    <a:pt x="5384" y="43775"/>
                    <a:pt x="14866" y="50228"/>
                    <a:pt x="25114" y="50228"/>
                  </a:cubicBezTo>
                  <a:close/>
                  <a:moveTo>
                    <a:pt x="9808" y="24510"/>
                  </a:moveTo>
                  <a:cubicBezTo>
                    <a:pt x="10181" y="15114"/>
                    <a:pt x="19204" y="8171"/>
                    <a:pt x="28379" y="10167"/>
                  </a:cubicBezTo>
                  <a:cubicBezTo>
                    <a:pt x="36133" y="11848"/>
                    <a:pt x="41270" y="19380"/>
                    <a:pt x="40210" y="27187"/>
                  </a:cubicBezTo>
                  <a:cubicBezTo>
                    <a:pt x="39196" y="34666"/>
                    <a:pt x="32770" y="40346"/>
                    <a:pt x="25206" y="40373"/>
                  </a:cubicBezTo>
                  <a:cubicBezTo>
                    <a:pt x="16594" y="40399"/>
                    <a:pt x="9461" y="33181"/>
                    <a:pt x="9808" y="245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7811105" y="3302942"/>
              <a:ext cx="113247" cy="113230"/>
            </a:xfrm>
            <a:custGeom>
              <a:rect b="b" l="l" r="r" t="t"/>
              <a:pathLst>
                <a:path extrusionOk="0" h="113230" w="113247">
                  <a:moveTo>
                    <a:pt x="4" y="59546"/>
                  </a:moveTo>
                  <a:cubicBezTo>
                    <a:pt x="-81" y="61685"/>
                    <a:pt x="1234" y="63636"/>
                    <a:pt x="3250" y="64355"/>
                  </a:cubicBezTo>
                  <a:lnTo>
                    <a:pt x="12555" y="67693"/>
                  </a:lnTo>
                  <a:lnTo>
                    <a:pt x="15487" y="76173"/>
                  </a:lnTo>
                  <a:lnTo>
                    <a:pt x="10514" y="84857"/>
                  </a:lnTo>
                  <a:cubicBezTo>
                    <a:pt x="9447" y="86715"/>
                    <a:pt x="9715" y="89052"/>
                    <a:pt x="11168" y="90629"/>
                  </a:cubicBezTo>
                  <a:lnTo>
                    <a:pt x="18647" y="98723"/>
                  </a:lnTo>
                  <a:cubicBezTo>
                    <a:pt x="20100" y="100294"/>
                    <a:pt x="22410" y="100745"/>
                    <a:pt x="24347" y="99829"/>
                  </a:cubicBezTo>
                  <a:lnTo>
                    <a:pt x="33286" y="95608"/>
                  </a:lnTo>
                  <a:lnTo>
                    <a:pt x="41361" y="99535"/>
                  </a:lnTo>
                  <a:lnTo>
                    <a:pt x="43985" y="109187"/>
                  </a:lnTo>
                  <a:cubicBezTo>
                    <a:pt x="44548" y="111255"/>
                    <a:pt x="46386" y="112720"/>
                    <a:pt x="48526" y="112799"/>
                  </a:cubicBezTo>
                  <a:lnTo>
                    <a:pt x="59539" y="113231"/>
                  </a:lnTo>
                  <a:cubicBezTo>
                    <a:pt x="59605" y="113231"/>
                    <a:pt x="59670" y="113231"/>
                    <a:pt x="59736" y="113231"/>
                  </a:cubicBezTo>
                  <a:cubicBezTo>
                    <a:pt x="61797" y="113231"/>
                    <a:pt x="63656" y="111935"/>
                    <a:pt x="64355" y="109979"/>
                  </a:cubicBezTo>
                  <a:lnTo>
                    <a:pt x="67693" y="100680"/>
                  </a:lnTo>
                  <a:lnTo>
                    <a:pt x="76180" y="97748"/>
                  </a:lnTo>
                  <a:lnTo>
                    <a:pt x="84864" y="102722"/>
                  </a:lnTo>
                  <a:cubicBezTo>
                    <a:pt x="86722" y="103782"/>
                    <a:pt x="89058" y="103520"/>
                    <a:pt x="90629" y="102067"/>
                  </a:cubicBezTo>
                  <a:lnTo>
                    <a:pt x="98724" y="94588"/>
                  </a:lnTo>
                  <a:cubicBezTo>
                    <a:pt x="100294" y="93135"/>
                    <a:pt x="100745" y="90825"/>
                    <a:pt x="99829" y="88888"/>
                  </a:cubicBezTo>
                  <a:lnTo>
                    <a:pt x="95609" y="79956"/>
                  </a:lnTo>
                  <a:lnTo>
                    <a:pt x="99542" y="71881"/>
                  </a:lnTo>
                  <a:lnTo>
                    <a:pt x="109200" y="69257"/>
                  </a:lnTo>
                  <a:cubicBezTo>
                    <a:pt x="111268" y="68694"/>
                    <a:pt x="112734" y="66855"/>
                    <a:pt x="112812" y="64715"/>
                  </a:cubicBezTo>
                  <a:lnTo>
                    <a:pt x="113244" y="53709"/>
                  </a:lnTo>
                  <a:cubicBezTo>
                    <a:pt x="113329" y="51569"/>
                    <a:pt x="112014" y="49619"/>
                    <a:pt x="109998" y="48899"/>
                  </a:cubicBezTo>
                  <a:lnTo>
                    <a:pt x="100693" y="45562"/>
                  </a:lnTo>
                  <a:lnTo>
                    <a:pt x="97762" y="37074"/>
                  </a:lnTo>
                  <a:lnTo>
                    <a:pt x="102735" y="28391"/>
                  </a:lnTo>
                  <a:cubicBezTo>
                    <a:pt x="103801" y="26532"/>
                    <a:pt x="103533" y="24196"/>
                    <a:pt x="102080" y="22619"/>
                  </a:cubicBezTo>
                  <a:lnTo>
                    <a:pt x="94601" y="14525"/>
                  </a:lnTo>
                  <a:cubicBezTo>
                    <a:pt x="93148" y="12954"/>
                    <a:pt x="90838" y="12502"/>
                    <a:pt x="88902" y="13419"/>
                  </a:cubicBezTo>
                  <a:lnTo>
                    <a:pt x="79963" y="17633"/>
                  </a:lnTo>
                  <a:lnTo>
                    <a:pt x="71888" y="13707"/>
                  </a:lnTo>
                  <a:lnTo>
                    <a:pt x="69263" y="4054"/>
                  </a:lnTo>
                  <a:cubicBezTo>
                    <a:pt x="68701" y="1987"/>
                    <a:pt x="66862" y="521"/>
                    <a:pt x="64722" y="436"/>
                  </a:cubicBezTo>
                  <a:lnTo>
                    <a:pt x="53709" y="4"/>
                  </a:lnTo>
                  <a:cubicBezTo>
                    <a:pt x="51576" y="-81"/>
                    <a:pt x="49619" y="1234"/>
                    <a:pt x="48899" y="3250"/>
                  </a:cubicBezTo>
                  <a:lnTo>
                    <a:pt x="45562" y="12548"/>
                  </a:lnTo>
                  <a:lnTo>
                    <a:pt x="37075" y="15480"/>
                  </a:lnTo>
                  <a:lnTo>
                    <a:pt x="28391" y="10513"/>
                  </a:lnTo>
                  <a:cubicBezTo>
                    <a:pt x="26532" y="9453"/>
                    <a:pt x="24197" y="9715"/>
                    <a:pt x="22626" y="11167"/>
                  </a:cubicBezTo>
                  <a:lnTo>
                    <a:pt x="14531" y="18647"/>
                  </a:lnTo>
                  <a:cubicBezTo>
                    <a:pt x="12954" y="20100"/>
                    <a:pt x="12509" y="22410"/>
                    <a:pt x="13425" y="24347"/>
                  </a:cubicBezTo>
                  <a:lnTo>
                    <a:pt x="17640" y="33279"/>
                  </a:lnTo>
                  <a:lnTo>
                    <a:pt x="13713" y="41347"/>
                  </a:lnTo>
                  <a:lnTo>
                    <a:pt x="4055" y="43972"/>
                  </a:lnTo>
                  <a:cubicBezTo>
                    <a:pt x="1987" y="44534"/>
                    <a:pt x="521" y="46373"/>
                    <a:pt x="436" y="48513"/>
                  </a:cubicBezTo>
                  <a:lnTo>
                    <a:pt x="4" y="59526"/>
                  </a:lnTo>
                  <a:close/>
                  <a:moveTo>
                    <a:pt x="10101" y="52518"/>
                  </a:moveTo>
                  <a:lnTo>
                    <a:pt x="18431" y="50253"/>
                  </a:lnTo>
                  <a:cubicBezTo>
                    <a:pt x="19799" y="49881"/>
                    <a:pt x="20938" y="48938"/>
                    <a:pt x="21553" y="47662"/>
                  </a:cubicBezTo>
                  <a:lnTo>
                    <a:pt x="27488" y="35471"/>
                  </a:lnTo>
                  <a:cubicBezTo>
                    <a:pt x="28136" y="34136"/>
                    <a:pt x="28149" y="32572"/>
                    <a:pt x="27514" y="31224"/>
                  </a:cubicBezTo>
                  <a:lnTo>
                    <a:pt x="23830" y="23417"/>
                  </a:lnTo>
                  <a:lnTo>
                    <a:pt x="26637" y="20826"/>
                  </a:lnTo>
                  <a:lnTo>
                    <a:pt x="34136" y="25112"/>
                  </a:lnTo>
                  <a:cubicBezTo>
                    <a:pt x="35366" y="25813"/>
                    <a:pt x="36839" y="25956"/>
                    <a:pt x="38174" y="25492"/>
                  </a:cubicBezTo>
                  <a:lnTo>
                    <a:pt x="50993" y="21068"/>
                  </a:lnTo>
                  <a:cubicBezTo>
                    <a:pt x="52400" y="20584"/>
                    <a:pt x="53506" y="19485"/>
                    <a:pt x="54010" y="18084"/>
                  </a:cubicBezTo>
                  <a:lnTo>
                    <a:pt x="56928" y="9957"/>
                  </a:lnTo>
                  <a:lnTo>
                    <a:pt x="60750" y="10107"/>
                  </a:lnTo>
                  <a:lnTo>
                    <a:pt x="63014" y="18438"/>
                  </a:lnTo>
                  <a:cubicBezTo>
                    <a:pt x="63387" y="19805"/>
                    <a:pt x="64329" y="20944"/>
                    <a:pt x="65605" y="21566"/>
                  </a:cubicBezTo>
                  <a:lnTo>
                    <a:pt x="77796" y="27501"/>
                  </a:lnTo>
                  <a:cubicBezTo>
                    <a:pt x="79131" y="28149"/>
                    <a:pt x="80696" y="28162"/>
                    <a:pt x="82037" y="27527"/>
                  </a:cubicBezTo>
                  <a:lnTo>
                    <a:pt x="89843" y="23843"/>
                  </a:lnTo>
                  <a:lnTo>
                    <a:pt x="92435" y="26650"/>
                  </a:lnTo>
                  <a:lnTo>
                    <a:pt x="88149" y="34143"/>
                  </a:lnTo>
                  <a:cubicBezTo>
                    <a:pt x="87448" y="35373"/>
                    <a:pt x="87305" y="36845"/>
                    <a:pt x="87769" y="38180"/>
                  </a:cubicBezTo>
                  <a:lnTo>
                    <a:pt x="92193" y="50993"/>
                  </a:lnTo>
                  <a:cubicBezTo>
                    <a:pt x="92677" y="52400"/>
                    <a:pt x="93776" y="53506"/>
                    <a:pt x="95177" y="54010"/>
                  </a:cubicBezTo>
                  <a:lnTo>
                    <a:pt x="103304" y="56922"/>
                  </a:lnTo>
                  <a:lnTo>
                    <a:pt x="103153" y="60737"/>
                  </a:lnTo>
                  <a:lnTo>
                    <a:pt x="94823" y="63001"/>
                  </a:lnTo>
                  <a:cubicBezTo>
                    <a:pt x="93456" y="63374"/>
                    <a:pt x="92317" y="64316"/>
                    <a:pt x="91702" y="65592"/>
                  </a:cubicBezTo>
                  <a:lnTo>
                    <a:pt x="85767" y="77783"/>
                  </a:lnTo>
                  <a:cubicBezTo>
                    <a:pt x="85119" y="79118"/>
                    <a:pt x="85106" y="80682"/>
                    <a:pt x="85741" y="82030"/>
                  </a:cubicBezTo>
                  <a:lnTo>
                    <a:pt x="89425" y="89837"/>
                  </a:lnTo>
                  <a:lnTo>
                    <a:pt x="86618" y="92428"/>
                  </a:lnTo>
                  <a:lnTo>
                    <a:pt x="79125" y="88142"/>
                  </a:lnTo>
                  <a:cubicBezTo>
                    <a:pt x="77895" y="87442"/>
                    <a:pt x="76422" y="87298"/>
                    <a:pt x="75087" y="87762"/>
                  </a:cubicBezTo>
                  <a:lnTo>
                    <a:pt x="62268" y="92186"/>
                  </a:lnTo>
                  <a:cubicBezTo>
                    <a:pt x="60861" y="92670"/>
                    <a:pt x="59755" y="93770"/>
                    <a:pt x="59251" y="95170"/>
                  </a:cubicBezTo>
                  <a:lnTo>
                    <a:pt x="56333" y="103297"/>
                  </a:lnTo>
                  <a:lnTo>
                    <a:pt x="52511" y="103147"/>
                  </a:lnTo>
                  <a:lnTo>
                    <a:pt x="50247" y="94817"/>
                  </a:lnTo>
                  <a:cubicBezTo>
                    <a:pt x="49874" y="93449"/>
                    <a:pt x="48932" y="92310"/>
                    <a:pt x="47656" y="91695"/>
                  </a:cubicBezTo>
                  <a:lnTo>
                    <a:pt x="35465" y="85760"/>
                  </a:lnTo>
                  <a:cubicBezTo>
                    <a:pt x="34130" y="85112"/>
                    <a:pt x="32566" y="85099"/>
                    <a:pt x="31224" y="85734"/>
                  </a:cubicBezTo>
                  <a:lnTo>
                    <a:pt x="23418" y="89418"/>
                  </a:lnTo>
                  <a:lnTo>
                    <a:pt x="20826" y="86611"/>
                  </a:lnTo>
                  <a:lnTo>
                    <a:pt x="25112" y="79118"/>
                  </a:lnTo>
                  <a:cubicBezTo>
                    <a:pt x="25813" y="77888"/>
                    <a:pt x="25957" y="76415"/>
                    <a:pt x="25492" y="75081"/>
                  </a:cubicBezTo>
                  <a:lnTo>
                    <a:pt x="21069" y="62268"/>
                  </a:lnTo>
                  <a:cubicBezTo>
                    <a:pt x="20584" y="60861"/>
                    <a:pt x="19485" y="59755"/>
                    <a:pt x="18084" y="59251"/>
                  </a:cubicBezTo>
                  <a:lnTo>
                    <a:pt x="9957" y="56333"/>
                  </a:lnTo>
                  <a:lnTo>
                    <a:pt x="10108" y="525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7929224" y="3321241"/>
              <a:ext cx="92049" cy="95599"/>
            </a:xfrm>
            <a:custGeom>
              <a:rect b="b" l="l" r="r" t="t"/>
              <a:pathLst>
                <a:path extrusionOk="0" h="95599" w="92049">
                  <a:moveTo>
                    <a:pt x="1780" y="55296"/>
                  </a:moveTo>
                  <a:cubicBezTo>
                    <a:pt x="131" y="56664"/>
                    <a:pt x="-445" y="58941"/>
                    <a:pt x="360" y="60924"/>
                  </a:cubicBezTo>
                  <a:lnTo>
                    <a:pt x="4882" y="72061"/>
                  </a:lnTo>
                  <a:cubicBezTo>
                    <a:pt x="5687" y="74044"/>
                    <a:pt x="7689" y="75281"/>
                    <a:pt x="9822" y="75104"/>
                  </a:cubicBezTo>
                  <a:lnTo>
                    <a:pt x="21451" y="74168"/>
                  </a:lnTo>
                  <a:lnTo>
                    <a:pt x="28531" y="78808"/>
                  </a:lnTo>
                  <a:lnTo>
                    <a:pt x="30396" y="89854"/>
                  </a:lnTo>
                  <a:cubicBezTo>
                    <a:pt x="30749" y="91968"/>
                    <a:pt x="32438" y="93603"/>
                    <a:pt x="34558" y="93898"/>
                  </a:cubicBezTo>
                  <a:lnTo>
                    <a:pt x="46467" y="95553"/>
                  </a:lnTo>
                  <a:cubicBezTo>
                    <a:pt x="46697" y="95586"/>
                    <a:pt x="46919" y="95599"/>
                    <a:pt x="47148" y="95599"/>
                  </a:cubicBezTo>
                  <a:cubicBezTo>
                    <a:pt x="49019" y="95599"/>
                    <a:pt x="50760" y="94526"/>
                    <a:pt x="51578" y="92792"/>
                  </a:cubicBezTo>
                  <a:lnTo>
                    <a:pt x="56577" y="82256"/>
                  </a:lnTo>
                  <a:lnTo>
                    <a:pt x="64135" y="78441"/>
                  </a:lnTo>
                  <a:lnTo>
                    <a:pt x="74632" y="82355"/>
                  </a:lnTo>
                  <a:cubicBezTo>
                    <a:pt x="76641" y="83101"/>
                    <a:pt x="78898" y="82459"/>
                    <a:pt x="80214" y="80771"/>
                  </a:cubicBezTo>
                  <a:lnTo>
                    <a:pt x="87582" y="71289"/>
                  </a:lnTo>
                  <a:cubicBezTo>
                    <a:pt x="88891" y="69601"/>
                    <a:pt x="89022" y="67245"/>
                    <a:pt x="87779" y="65485"/>
                  </a:cubicBezTo>
                  <a:lnTo>
                    <a:pt x="81149" y="55892"/>
                  </a:lnTo>
                  <a:lnTo>
                    <a:pt x="81627" y="47444"/>
                  </a:lnTo>
                  <a:lnTo>
                    <a:pt x="90265" y="40311"/>
                  </a:lnTo>
                  <a:cubicBezTo>
                    <a:pt x="91901" y="38943"/>
                    <a:pt x="92490" y="36666"/>
                    <a:pt x="91705" y="34683"/>
                  </a:cubicBezTo>
                  <a:lnTo>
                    <a:pt x="87189" y="23546"/>
                  </a:lnTo>
                  <a:cubicBezTo>
                    <a:pt x="86352" y="21556"/>
                    <a:pt x="84349" y="20326"/>
                    <a:pt x="82216" y="20496"/>
                  </a:cubicBezTo>
                  <a:lnTo>
                    <a:pt x="70588" y="21432"/>
                  </a:lnTo>
                  <a:lnTo>
                    <a:pt x="63507" y="16792"/>
                  </a:lnTo>
                  <a:lnTo>
                    <a:pt x="61649" y="5747"/>
                  </a:lnTo>
                  <a:cubicBezTo>
                    <a:pt x="61295" y="3633"/>
                    <a:pt x="59607" y="1997"/>
                    <a:pt x="57487" y="1703"/>
                  </a:cubicBezTo>
                  <a:lnTo>
                    <a:pt x="45578" y="47"/>
                  </a:lnTo>
                  <a:cubicBezTo>
                    <a:pt x="43457" y="-248"/>
                    <a:pt x="41389" y="865"/>
                    <a:pt x="40467" y="2802"/>
                  </a:cubicBezTo>
                  <a:lnTo>
                    <a:pt x="35467" y="13337"/>
                  </a:lnTo>
                  <a:lnTo>
                    <a:pt x="27909" y="17152"/>
                  </a:lnTo>
                  <a:lnTo>
                    <a:pt x="17407" y="13246"/>
                  </a:lnTo>
                  <a:cubicBezTo>
                    <a:pt x="15398" y="12500"/>
                    <a:pt x="13140" y="13141"/>
                    <a:pt x="11825" y="14829"/>
                  </a:cubicBezTo>
                  <a:lnTo>
                    <a:pt x="4437" y="24311"/>
                  </a:lnTo>
                  <a:cubicBezTo>
                    <a:pt x="3122" y="26000"/>
                    <a:pt x="3049" y="28355"/>
                    <a:pt x="4267" y="30116"/>
                  </a:cubicBezTo>
                  <a:lnTo>
                    <a:pt x="10889" y="39709"/>
                  </a:lnTo>
                  <a:lnTo>
                    <a:pt x="10411" y="48157"/>
                  </a:lnTo>
                  <a:lnTo>
                    <a:pt x="1780" y="55290"/>
                  </a:lnTo>
                  <a:close/>
                  <a:moveTo>
                    <a:pt x="18322" y="54367"/>
                  </a:moveTo>
                  <a:cubicBezTo>
                    <a:pt x="19376" y="53497"/>
                    <a:pt x="20017" y="52227"/>
                    <a:pt x="20096" y="50859"/>
                  </a:cubicBezTo>
                  <a:lnTo>
                    <a:pt x="20790" y="38590"/>
                  </a:lnTo>
                  <a:cubicBezTo>
                    <a:pt x="20849" y="37503"/>
                    <a:pt x="20548" y="36424"/>
                    <a:pt x="19926" y="35527"/>
                  </a:cubicBezTo>
                  <a:lnTo>
                    <a:pt x="14390" y="27511"/>
                  </a:lnTo>
                  <a:lnTo>
                    <a:pt x="17354" y="23709"/>
                  </a:lnTo>
                  <a:lnTo>
                    <a:pt x="26489" y="27112"/>
                  </a:lnTo>
                  <a:cubicBezTo>
                    <a:pt x="27766" y="27590"/>
                    <a:pt x="29192" y="27511"/>
                    <a:pt x="30409" y="26896"/>
                  </a:cubicBezTo>
                  <a:lnTo>
                    <a:pt x="41383" y="21360"/>
                  </a:lnTo>
                  <a:cubicBezTo>
                    <a:pt x="42358" y="20869"/>
                    <a:pt x="43136" y="20064"/>
                    <a:pt x="43608" y="19083"/>
                  </a:cubicBezTo>
                  <a:lnTo>
                    <a:pt x="47789" y="10281"/>
                  </a:lnTo>
                  <a:lnTo>
                    <a:pt x="52566" y="10942"/>
                  </a:lnTo>
                  <a:lnTo>
                    <a:pt x="54189" y="20549"/>
                  </a:lnTo>
                  <a:cubicBezTo>
                    <a:pt x="54418" y="21897"/>
                    <a:pt x="55197" y="23088"/>
                    <a:pt x="56342" y="23840"/>
                  </a:cubicBezTo>
                  <a:lnTo>
                    <a:pt x="66629" y="30574"/>
                  </a:lnTo>
                  <a:cubicBezTo>
                    <a:pt x="67538" y="31169"/>
                    <a:pt x="68625" y="31444"/>
                    <a:pt x="69711" y="31359"/>
                  </a:cubicBezTo>
                  <a:lnTo>
                    <a:pt x="79428" y="30574"/>
                  </a:lnTo>
                  <a:lnTo>
                    <a:pt x="81241" y="35037"/>
                  </a:lnTo>
                  <a:lnTo>
                    <a:pt x="73729" y="41240"/>
                  </a:lnTo>
                  <a:cubicBezTo>
                    <a:pt x="72675" y="42110"/>
                    <a:pt x="72034" y="43380"/>
                    <a:pt x="71955" y="44747"/>
                  </a:cubicBezTo>
                  <a:lnTo>
                    <a:pt x="71262" y="57017"/>
                  </a:lnTo>
                  <a:cubicBezTo>
                    <a:pt x="71203" y="58103"/>
                    <a:pt x="71504" y="59183"/>
                    <a:pt x="72126" y="60080"/>
                  </a:cubicBezTo>
                  <a:lnTo>
                    <a:pt x="77662" y="68096"/>
                  </a:lnTo>
                  <a:lnTo>
                    <a:pt x="74697" y="71898"/>
                  </a:lnTo>
                  <a:lnTo>
                    <a:pt x="65562" y="68495"/>
                  </a:lnTo>
                  <a:cubicBezTo>
                    <a:pt x="64280" y="68017"/>
                    <a:pt x="62860" y="68096"/>
                    <a:pt x="61642" y="68711"/>
                  </a:cubicBezTo>
                  <a:lnTo>
                    <a:pt x="50669" y="74247"/>
                  </a:lnTo>
                  <a:cubicBezTo>
                    <a:pt x="49694" y="74738"/>
                    <a:pt x="48915" y="75543"/>
                    <a:pt x="48444" y="76524"/>
                  </a:cubicBezTo>
                  <a:lnTo>
                    <a:pt x="44262" y="85325"/>
                  </a:lnTo>
                  <a:lnTo>
                    <a:pt x="39485" y="84665"/>
                  </a:lnTo>
                  <a:lnTo>
                    <a:pt x="37862" y="75058"/>
                  </a:lnTo>
                  <a:cubicBezTo>
                    <a:pt x="37633" y="73710"/>
                    <a:pt x="36855" y="72519"/>
                    <a:pt x="35710" y="71767"/>
                  </a:cubicBezTo>
                  <a:lnTo>
                    <a:pt x="25429" y="65033"/>
                  </a:lnTo>
                  <a:cubicBezTo>
                    <a:pt x="24520" y="64438"/>
                    <a:pt x="23434" y="64156"/>
                    <a:pt x="22347" y="64248"/>
                  </a:cubicBezTo>
                  <a:lnTo>
                    <a:pt x="12629" y="65033"/>
                  </a:lnTo>
                  <a:lnTo>
                    <a:pt x="10817" y="60570"/>
                  </a:lnTo>
                  <a:lnTo>
                    <a:pt x="18329" y="543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7955883" y="3349846"/>
              <a:ext cx="38805" cy="38556"/>
            </a:xfrm>
            <a:custGeom>
              <a:rect b="b" l="l" r="r" t="t"/>
              <a:pathLst>
                <a:path extrusionOk="0" h="38556" w="38805">
                  <a:moveTo>
                    <a:pt x="7401" y="34551"/>
                  </a:moveTo>
                  <a:cubicBezTo>
                    <a:pt x="13546" y="39334"/>
                    <a:pt x="22288" y="39838"/>
                    <a:pt x="29041" y="36037"/>
                  </a:cubicBezTo>
                  <a:cubicBezTo>
                    <a:pt x="36744" y="31698"/>
                    <a:pt x="40493" y="22347"/>
                    <a:pt x="38079" y="13860"/>
                  </a:cubicBezTo>
                  <a:cubicBezTo>
                    <a:pt x="33243" y="-3141"/>
                    <a:pt x="8893" y="-5039"/>
                    <a:pt x="1669" y="11157"/>
                  </a:cubicBezTo>
                  <a:cubicBezTo>
                    <a:pt x="-1924" y="19212"/>
                    <a:pt x="419" y="29120"/>
                    <a:pt x="7401" y="34558"/>
                  </a:cubicBezTo>
                  <a:close/>
                  <a:moveTo>
                    <a:pt x="11746" y="13271"/>
                  </a:moveTo>
                  <a:cubicBezTo>
                    <a:pt x="15018" y="9076"/>
                    <a:pt x="21091" y="8317"/>
                    <a:pt x="25285" y="11589"/>
                  </a:cubicBezTo>
                  <a:cubicBezTo>
                    <a:pt x="29787" y="15090"/>
                    <a:pt x="30200" y="21902"/>
                    <a:pt x="26221" y="25966"/>
                  </a:cubicBezTo>
                  <a:cubicBezTo>
                    <a:pt x="22845" y="29408"/>
                    <a:pt x="17230" y="29768"/>
                    <a:pt x="13428" y="26810"/>
                  </a:cubicBezTo>
                  <a:cubicBezTo>
                    <a:pt x="9286" y="23584"/>
                    <a:pt x="8514" y="17419"/>
                    <a:pt x="11746" y="132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p27"/>
          <p:cNvGrpSpPr/>
          <p:nvPr/>
        </p:nvGrpSpPr>
        <p:grpSpPr>
          <a:xfrm>
            <a:off x="7861243" y="3368125"/>
            <a:ext cx="345092" cy="345079"/>
            <a:chOff x="8775164" y="3320398"/>
            <a:chExt cx="335041" cy="335028"/>
          </a:xfrm>
        </p:grpSpPr>
        <p:sp>
          <p:nvSpPr>
            <p:cNvPr id="544" name="Google Shape;544;p27"/>
            <p:cNvSpPr/>
            <p:nvPr/>
          </p:nvSpPr>
          <p:spPr>
            <a:xfrm>
              <a:off x="8959830" y="3398189"/>
              <a:ext cx="74206" cy="74232"/>
            </a:xfrm>
            <a:custGeom>
              <a:rect b="b" l="l" r="r" t="t"/>
              <a:pathLst>
                <a:path extrusionOk="0" h="74232" w="74206">
                  <a:moveTo>
                    <a:pt x="49210" y="2390"/>
                  </a:moveTo>
                  <a:lnTo>
                    <a:pt x="49210" y="2390"/>
                  </a:lnTo>
                  <a:cubicBezTo>
                    <a:pt x="46003" y="-797"/>
                    <a:pt x="40833" y="-797"/>
                    <a:pt x="37627" y="2390"/>
                  </a:cubicBezTo>
                  <a:lnTo>
                    <a:pt x="2356" y="37668"/>
                  </a:lnTo>
                  <a:cubicBezTo>
                    <a:pt x="-785" y="40822"/>
                    <a:pt x="-785" y="46083"/>
                    <a:pt x="2356" y="49237"/>
                  </a:cubicBezTo>
                  <a:lnTo>
                    <a:pt x="24998" y="71872"/>
                  </a:lnTo>
                  <a:cubicBezTo>
                    <a:pt x="28138" y="75020"/>
                    <a:pt x="33439" y="75020"/>
                    <a:pt x="36579" y="71872"/>
                  </a:cubicBezTo>
                  <a:lnTo>
                    <a:pt x="71851" y="36595"/>
                  </a:lnTo>
                  <a:cubicBezTo>
                    <a:pt x="74992" y="33440"/>
                    <a:pt x="74992" y="28179"/>
                    <a:pt x="71851" y="25025"/>
                  </a:cubicBezTo>
                  <a:lnTo>
                    <a:pt x="49210" y="2390"/>
                  </a:lnTo>
                  <a:close/>
                  <a:moveTo>
                    <a:pt x="30821" y="63771"/>
                  </a:moveTo>
                  <a:lnTo>
                    <a:pt x="10470" y="43452"/>
                  </a:lnTo>
                  <a:lnTo>
                    <a:pt x="43450" y="10491"/>
                  </a:lnTo>
                  <a:lnTo>
                    <a:pt x="63802" y="30810"/>
                  </a:lnTo>
                  <a:lnTo>
                    <a:pt x="30821" y="637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7"/>
            <p:cNvSpPr/>
            <p:nvPr/>
          </p:nvSpPr>
          <p:spPr>
            <a:xfrm>
              <a:off x="8959175" y="3503158"/>
              <a:ext cx="74182" cy="74232"/>
            </a:xfrm>
            <a:custGeom>
              <a:rect b="b" l="l" r="r" t="t"/>
              <a:pathLst>
                <a:path extrusionOk="0" h="74232" w="74182">
                  <a:moveTo>
                    <a:pt x="36579" y="2390"/>
                  </a:moveTo>
                  <a:cubicBezTo>
                    <a:pt x="33373" y="-797"/>
                    <a:pt x="28204" y="-797"/>
                    <a:pt x="24998" y="2390"/>
                  </a:cubicBezTo>
                  <a:lnTo>
                    <a:pt x="2356" y="25025"/>
                  </a:lnTo>
                  <a:cubicBezTo>
                    <a:pt x="-785" y="28179"/>
                    <a:pt x="-785" y="33440"/>
                    <a:pt x="2356" y="36594"/>
                  </a:cubicBezTo>
                  <a:lnTo>
                    <a:pt x="37627" y="71872"/>
                  </a:lnTo>
                  <a:cubicBezTo>
                    <a:pt x="40768" y="75019"/>
                    <a:pt x="46068" y="75019"/>
                    <a:pt x="49210" y="71872"/>
                  </a:cubicBezTo>
                  <a:lnTo>
                    <a:pt x="71851" y="49237"/>
                  </a:lnTo>
                  <a:cubicBezTo>
                    <a:pt x="74926" y="46037"/>
                    <a:pt x="74992" y="40854"/>
                    <a:pt x="71851" y="37668"/>
                  </a:cubicBezTo>
                  <a:lnTo>
                    <a:pt x="36579" y="2390"/>
                  </a:lnTo>
                  <a:close/>
                  <a:moveTo>
                    <a:pt x="43385" y="63771"/>
                  </a:moveTo>
                  <a:lnTo>
                    <a:pt x="10470" y="30810"/>
                  </a:lnTo>
                  <a:lnTo>
                    <a:pt x="30756" y="10491"/>
                  </a:lnTo>
                  <a:lnTo>
                    <a:pt x="63736" y="43452"/>
                  </a:lnTo>
                  <a:lnTo>
                    <a:pt x="43385" y="637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8851154" y="3503152"/>
              <a:ext cx="74238" cy="74260"/>
            </a:xfrm>
            <a:custGeom>
              <a:rect b="b" l="l" r="r" t="t"/>
              <a:pathLst>
                <a:path extrusionOk="0" h="74260" w="74238">
                  <a:moveTo>
                    <a:pt x="49193" y="2390"/>
                  </a:moveTo>
                  <a:cubicBezTo>
                    <a:pt x="46052" y="-797"/>
                    <a:pt x="40817" y="-797"/>
                    <a:pt x="37676" y="2390"/>
                  </a:cubicBezTo>
                  <a:lnTo>
                    <a:pt x="2405" y="37668"/>
                  </a:lnTo>
                  <a:cubicBezTo>
                    <a:pt x="-802" y="40822"/>
                    <a:pt x="-802" y="46083"/>
                    <a:pt x="2405" y="49237"/>
                  </a:cubicBezTo>
                  <a:lnTo>
                    <a:pt x="24981" y="71872"/>
                  </a:lnTo>
                  <a:lnTo>
                    <a:pt x="24981" y="71872"/>
                  </a:lnTo>
                  <a:cubicBezTo>
                    <a:pt x="26617" y="73469"/>
                    <a:pt x="28711" y="74260"/>
                    <a:pt x="30805" y="74260"/>
                  </a:cubicBezTo>
                  <a:cubicBezTo>
                    <a:pt x="32899" y="74260"/>
                    <a:pt x="34992" y="73462"/>
                    <a:pt x="36563" y="71872"/>
                  </a:cubicBezTo>
                  <a:lnTo>
                    <a:pt x="71834" y="36594"/>
                  </a:lnTo>
                  <a:cubicBezTo>
                    <a:pt x="75040" y="33440"/>
                    <a:pt x="75040" y="28179"/>
                    <a:pt x="71834" y="25025"/>
                  </a:cubicBezTo>
                  <a:lnTo>
                    <a:pt x="49193" y="2390"/>
                  </a:lnTo>
                  <a:close/>
                  <a:moveTo>
                    <a:pt x="30805" y="63771"/>
                  </a:moveTo>
                  <a:lnTo>
                    <a:pt x="10453" y="43452"/>
                  </a:lnTo>
                  <a:lnTo>
                    <a:pt x="43434" y="10491"/>
                  </a:lnTo>
                  <a:lnTo>
                    <a:pt x="63785" y="30810"/>
                  </a:lnTo>
                  <a:lnTo>
                    <a:pt x="30805" y="637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8852405" y="3398189"/>
              <a:ext cx="74181" cy="74232"/>
            </a:xfrm>
            <a:custGeom>
              <a:rect b="b" l="l" r="r" t="t"/>
              <a:pathLst>
                <a:path extrusionOk="0" h="74232" w="74181">
                  <a:moveTo>
                    <a:pt x="36556" y="2390"/>
                  </a:moveTo>
                  <a:cubicBezTo>
                    <a:pt x="33349" y="-797"/>
                    <a:pt x="28179" y="-797"/>
                    <a:pt x="24973" y="2390"/>
                  </a:cubicBezTo>
                  <a:lnTo>
                    <a:pt x="2331" y="25025"/>
                  </a:lnTo>
                  <a:cubicBezTo>
                    <a:pt x="-744" y="28225"/>
                    <a:pt x="-810" y="33408"/>
                    <a:pt x="2331" y="36595"/>
                  </a:cubicBezTo>
                  <a:lnTo>
                    <a:pt x="37602" y="71872"/>
                  </a:lnTo>
                  <a:cubicBezTo>
                    <a:pt x="40809" y="75020"/>
                    <a:pt x="46044" y="75020"/>
                    <a:pt x="49185" y="71872"/>
                  </a:cubicBezTo>
                  <a:lnTo>
                    <a:pt x="71826" y="49237"/>
                  </a:lnTo>
                  <a:cubicBezTo>
                    <a:pt x="74967" y="46083"/>
                    <a:pt x="74967" y="40822"/>
                    <a:pt x="71826" y="37668"/>
                  </a:cubicBezTo>
                  <a:lnTo>
                    <a:pt x="36556" y="2390"/>
                  </a:lnTo>
                  <a:close/>
                  <a:moveTo>
                    <a:pt x="43426" y="63771"/>
                  </a:moveTo>
                  <a:lnTo>
                    <a:pt x="10446" y="30810"/>
                  </a:lnTo>
                  <a:lnTo>
                    <a:pt x="30796" y="10491"/>
                  </a:lnTo>
                  <a:lnTo>
                    <a:pt x="63712" y="43452"/>
                  </a:lnTo>
                  <a:lnTo>
                    <a:pt x="43426" y="637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8775164" y="3320398"/>
              <a:ext cx="335041" cy="335028"/>
            </a:xfrm>
            <a:custGeom>
              <a:rect b="b" l="l" r="r" t="t"/>
              <a:pathLst>
                <a:path extrusionOk="0" h="335028" w="335041">
                  <a:moveTo>
                    <a:pt x="330265" y="282331"/>
                  </a:moveTo>
                  <a:cubicBezTo>
                    <a:pt x="333406" y="273589"/>
                    <a:pt x="335041" y="264395"/>
                    <a:pt x="335041" y="255004"/>
                  </a:cubicBezTo>
                  <a:cubicBezTo>
                    <a:pt x="335041" y="230452"/>
                    <a:pt x="323721" y="207235"/>
                    <a:pt x="304482" y="192099"/>
                  </a:cubicBezTo>
                  <a:cubicBezTo>
                    <a:pt x="307361" y="175838"/>
                    <a:pt x="307361" y="159073"/>
                    <a:pt x="304482" y="142811"/>
                  </a:cubicBezTo>
                  <a:cubicBezTo>
                    <a:pt x="323852" y="127519"/>
                    <a:pt x="334910" y="104733"/>
                    <a:pt x="334910" y="80037"/>
                  </a:cubicBezTo>
                  <a:cubicBezTo>
                    <a:pt x="334910" y="70882"/>
                    <a:pt x="333340" y="61904"/>
                    <a:pt x="330330" y="53351"/>
                  </a:cubicBezTo>
                  <a:cubicBezTo>
                    <a:pt x="330199" y="53391"/>
                    <a:pt x="330134" y="53436"/>
                    <a:pt x="330003" y="53476"/>
                  </a:cubicBezTo>
                  <a:cubicBezTo>
                    <a:pt x="336743" y="26594"/>
                    <a:pt x="313578" y="484"/>
                    <a:pt x="286094" y="4136"/>
                  </a:cubicBezTo>
                  <a:cubicBezTo>
                    <a:pt x="284523" y="4338"/>
                    <a:pt x="281448" y="5012"/>
                    <a:pt x="281448" y="5012"/>
                  </a:cubicBezTo>
                  <a:cubicBezTo>
                    <a:pt x="273530" y="1335"/>
                    <a:pt x="261620" y="0"/>
                    <a:pt x="254880" y="0"/>
                  </a:cubicBezTo>
                  <a:cubicBezTo>
                    <a:pt x="230406" y="0"/>
                    <a:pt x="207176" y="11327"/>
                    <a:pt x="192060" y="30448"/>
                  </a:cubicBezTo>
                  <a:cubicBezTo>
                    <a:pt x="175831" y="27562"/>
                    <a:pt x="159145" y="27556"/>
                    <a:pt x="142916" y="30435"/>
                  </a:cubicBezTo>
                  <a:cubicBezTo>
                    <a:pt x="127800" y="11439"/>
                    <a:pt x="104569" y="170"/>
                    <a:pt x="80292" y="170"/>
                  </a:cubicBezTo>
                  <a:cubicBezTo>
                    <a:pt x="71327" y="170"/>
                    <a:pt x="62493" y="1642"/>
                    <a:pt x="54117" y="4541"/>
                  </a:cubicBezTo>
                  <a:lnTo>
                    <a:pt x="54379" y="5327"/>
                  </a:lnTo>
                  <a:cubicBezTo>
                    <a:pt x="50976" y="4384"/>
                    <a:pt x="47442" y="3880"/>
                    <a:pt x="43843" y="3880"/>
                  </a:cubicBezTo>
                  <a:cubicBezTo>
                    <a:pt x="21791" y="3880"/>
                    <a:pt x="3926" y="21758"/>
                    <a:pt x="3926" y="43739"/>
                  </a:cubicBezTo>
                  <a:cubicBezTo>
                    <a:pt x="3926" y="46886"/>
                    <a:pt x="4319" y="49968"/>
                    <a:pt x="4973" y="52939"/>
                  </a:cubicBezTo>
                  <a:cubicBezTo>
                    <a:pt x="1832" y="61669"/>
                    <a:pt x="196" y="70830"/>
                    <a:pt x="196" y="80207"/>
                  </a:cubicBezTo>
                  <a:cubicBezTo>
                    <a:pt x="196" y="104537"/>
                    <a:pt x="11452" y="127689"/>
                    <a:pt x="30429" y="142818"/>
                  </a:cubicBezTo>
                  <a:cubicBezTo>
                    <a:pt x="27549" y="159047"/>
                    <a:pt x="27549" y="175779"/>
                    <a:pt x="30429" y="192001"/>
                  </a:cubicBezTo>
                  <a:cubicBezTo>
                    <a:pt x="11321" y="207130"/>
                    <a:pt x="0" y="230341"/>
                    <a:pt x="0" y="254775"/>
                  </a:cubicBezTo>
                  <a:cubicBezTo>
                    <a:pt x="0" y="264199"/>
                    <a:pt x="1636" y="273406"/>
                    <a:pt x="4843" y="282168"/>
                  </a:cubicBezTo>
                  <a:cubicBezTo>
                    <a:pt x="4122" y="285126"/>
                    <a:pt x="3795" y="288168"/>
                    <a:pt x="3795" y="291198"/>
                  </a:cubicBezTo>
                  <a:cubicBezTo>
                    <a:pt x="3795" y="313159"/>
                    <a:pt x="21660" y="331024"/>
                    <a:pt x="43647" y="331024"/>
                  </a:cubicBezTo>
                  <a:cubicBezTo>
                    <a:pt x="46723" y="331024"/>
                    <a:pt x="49733" y="330657"/>
                    <a:pt x="52612" y="329983"/>
                  </a:cubicBezTo>
                  <a:cubicBezTo>
                    <a:pt x="61381" y="333183"/>
                    <a:pt x="70608" y="334806"/>
                    <a:pt x="80030" y="334806"/>
                  </a:cubicBezTo>
                  <a:cubicBezTo>
                    <a:pt x="104766" y="334806"/>
                    <a:pt x="127604" y="323721"/>
                    <a:pt x="142851" y="304358"/>
                  </a:cubicBezTo>
                  <a:cubicBezTo>
                    <a:pt x="159079" y="307244"/>
                    <a:pt x="175766" y="307244"/>
                    <a:pt x="191995" y="304358"/>
                  </a:cubicBezTo>
                  <a:cubicBezTo>
                    <a:pt x="207111" y="323610"/>
                    <a:pt x="230472" y="335028"/>
                    <a:pt x="255011" y="335028"/>
                  </a:cubicBezTo>
                  <a:cubicBezTo>
                    <a:pt x="264434" y="335028"/>
                    <a:pt x="273661" y="333406"/>
                    <a:pt x="282429" y="330206"/>
                  </a:cubicBezTo>
                  <a:cubicBezTo>
                    <a:pt x="298331" y="333923"/>
                    <a:pt x="315345" y="327195"/>
                    <a:pt x="324440" y="313663"/>
                  </a:cubicBezTo>
                  <a:cubicBezTo>
                    <a:pt x="330657" y="304541"/>
                    <a:pt x="332751" y="293050"/>
                    <a:pt x="330265" y="282318"/>
                  </a:cubicBezTo>
                  <a:close/>
                  <a:moveTo>
                    <a:pt x="291394" y="321443"/>
                  </a:moveTo>
                  <a:cubicBezTo>
                    <a:pt x="282233" y="321437"/>
                    <a:pt x="273465" y="317111"/>
                    <a:pt x="267772" y="309894"/>
                  </a:cubicBezTo>
                  <a:lnTo>
                    <a:pt x="310110" y="267961"/>
                  </a:lnTo>
                  <a:cubicBezTo>
                    <a:pt x="331835" y="285263"/>
                    <a:pt x="319205" y="321430"/>
                    <a:pt x="291394" y="321443"/>
                  </a:cubicBezTo>
                  <a:close/>
                  <a:moveTo>
                    <a:pt x="292834" y="227998"/>
                  </a:moveTo>
                  <a:cubicBezTo>
                    <a:pt x="298265" y="235275"/>
                    <a:pt x="301406" y="243998"/>
                    <a:pt x="301930" y="253022"/>
                  </a:cubicBezTo>
                  <a:cubicBezTo>
                    <a:pt x="293357" y="250666"/>
                    <a:pt x="284000" y="251281"/>
                    <a:pt x="275820" y="254788"/>
                  </a:cubicBezTo>
                  <a:cubicBezTo>
                    <a:pt x="282560" y="246471"/>
                    <a:pt x="288253" y="237487"/>
                    <a:pt x="292834" y="228005"/>
                  </a:cubicBezTo>
                  <a:close/>
                  <a:moveTo>
                    <a:pt x="262864" y="300674"/>
                  </a:moveTo>
                  <a:cubicBezTo>
                    <a:pt x="261947" y="297762"/>
                    <a:pt x="261424" y="294653"/>
                    <a:pt x="261424" y="291427"/>
                  </a:cubicBezTo>
                  <a:cubicBezTo>
                    <a:pt x="261424" y="274878"/>
                    <a:pt x="274904" y="261411"/>
                    <a:pt x="291394" y="261411"/>
                  </a:cubicBezTo>
                  <a:cubicBezTo>
                    <a:pt x="294601" y="261411"/>
                    <a:pt x="297677" y="261908"/>
                    <a:pt x="300556" y="262831"/>
                  </a:cubicBezTo>
                  <a:lnTo>
                    <a:pt x="262864" y="300667"/>
                  </a:lnTo>
                  <a:close/>
                  <a:moveTo>
                    <a:pt x="253048" y="301936"/>
                  </a:moveTo>
                  <a:cubicBezTo>
                    <a:pt x="243952" y="301406"/>
                    <a:pt x="235249" y="298239"/>
                    <a:pt x="227920" y="292795"/>
                  </a:cubicBezTo>
                  <a:cubicBezTo>
                    <a:pt x="237343" y="288253"/>
                    <a:pt x="246373" y="282593"/>
                    <a:pt x="254815" y="275801"/>
                  </a:cubicBezTo>
                  <a:cubicBezTo>
                    <a:pt x="251281" y="284013"/>
                    <a:pt x="250627" y="293325"/>
                    <a:pt x="253048" y="301936"/>
                  </a:cubicBezTo>
                  <a:close/>
                  <a:moveTo>
                    <a:pt x="325226" y="255004"/>
                  </a:moveTo>
                  <a:cubicBezTo>
                    <a:pt x="325226" y="259513"/>
                    <a:pt x="324768" y="263963"/>
                    <a:pt x="323982" y="268328"/>
                  </a:cubicBezTo>
                  <a:cubicBezTo>
                    <a:pt x="320841" y="263996"/>
                    <a:pt x="316915" y="260253"/>
                    <a:pt x="312138" y="257354"/>
                  </a:cubicBezTo>
                  <a:cubicBezTo>
                    <a:pt x="312007" y="257288"/>
                    <a:pt x="311942" y="257242"/>
                    <a:pt x="311811" y="257184"/>
                  </a:cubicBezTo>
                  <a:cubicBezTo>
                    <a:pt x="312203" y="242781"/>
                    <a:pt x="306968" y="228653"/>
                    <a:pt x="297284" y="217914"/>
                  </a:cubicBezTo>
                  <a:cubicBezTo>
                    <a:pt x="299182" y="213020"/>
                    <a:pt x="300752" y="208014"/>
                    <a:pt x="302126" y="202922"/>
                  </a:cubicBezTo>
                  <a:cubicBezTo>
                    <a:pt x="316719" y="216161"/>
                    <a:pt x="325226" y="235085"/>
                    <a:pt x="325226" y="255004"/>
                  </a:cubicBezTo>
                  <a:close/>
                  <a:moveTo>
                    <a:pt x="325095" y="80037"/>
                  </a:moveTo>
                  <a:cubicBezTo>
                    <a:pt x="325095" y="100067"/>
                    <a:pt x="316784" y="118678"/>
                    <a:pt x="302126" y="131975"/>
                  </a:cubicBezTo>
                  <a:cubicBezTo>
                    <a:pt x="300818" y="126864"/>
                    <a:pt x="299182" y="121845"/>
                    <a:pt x="297284" y="116937"/>
                  </a:cubicBezTo>
                  <a:cubicBezTo>
                    <a:pt x="306903" y="106225"/>
                    <a:pt x="312007" y="92195"/>
                    <a:pt x="311680" y="77891"/>
                  </a:cubicBezTo>
                  <a:cubicBezTo>
                    <a:pt x="311811" y="77825"/>
                    <a:pt x="311942" y="77760"/>
                    <a:pt x="312073" y="77681"/>
                  </a:cubicBezTo>
                  <a:cubicBezTo>
                    <a:pt x="316784" y="74809"/>
                    <a:pt x="320710" y="71092"/>
                    <a:pt x="323786" y="66792"/>
                  </a:cubicBezTo>
                  <a:cubicBezTo>
                    <a:pt x="324637" y="71137"/>
                    <a:pt x="325095" y="75561"/>
                    <a:pt x="325095" y="80037"/>
                  </a:cubicBezTo>
                  <a:close/>
                  <a:moveTo>
                    <a:pt x="283869" y="14534"/>
                  </a:moveTo>
                  <a:cubicBezTo>
                    <a:pt x="302519" y="9776"/>
                    <a:pt x="321300" y="24343"/>
                    <a:pt x="321300" y="43614"/>
                  </a:cubicBezTo>
                  <a:cubicBezTo>
                    <a:pt x="321300" y="53090"/>
                    <a:pt x="316850" y="61551"/>
                    <a:pt x="309979" y="67054"/>
                  </a:cubicBezTo>
                  <a:lnTo>
                    <a:pt x="267706" y="25108"/>
                  </a:lnTo>
                  <a:cubicBezTo>
                    <a:pt x="271763" y="19959"/>
                    <a:pt x="277521" y="16130"/>
                    <a:pt x="283869" y="14527"/>
                  </a:cubicBezTo>
                  <a:close/>
                  <a:moveTo>
                    <a:pt x="261293" y="43614"/>
                  </a:moveTo>
                  <a:cubicBezTo>
                    <a:pt x="261293" y="40441"/>
                    <a:pt x="261751" y="37378"/>
                    <a:pt x="262668" y="34505"/>
                  </a:cubicBezTo>
                  <a:lnTo>
                    <a:pt x="300556" y="72171"/>
                  </a:lnTo>
                  <a:cubicBezTo>
                    <a:pt x="297611" y="73114"/>
                    <a:pt x="294535" y="73637"/>
                    <a:pt x="291263" y="73637"/>
                  </a:cubicBezTo>
                  <a:cubicBezTo>
                    <a:pt x="274708" y="73637"/>
                    <a:pt x="261293" y="60177"/>
                    <a:pt x="261293" y="43621"/>
                  </a:cubicBezTo>
                  <a:close/>
                  <a:moveTo>
                    <a:pt x="254422" y="58730"/>
                  </a:moveTo>
                  <a:cubicBezTo>
                    <a:pt x="246177" y="52088"/>
                    <a:pt x="237277" y="46539"/>
                    <a:pt x="227985" y="42070"/>
                  </a:cubicBezTo>
                  <a:cubicBezTo>
                    <a:pt x="235249" y="36737"/>
                    <a:pt x="243887" y="33635"/>
                    <a:pt x="252852" y="33105"/>
                  </a:cubicBezTo>
                  <a:cubicBezTo>
                    <a:pt x="250562" y="41540"/>
                    <a:pt x="251085" y="50636"/>
                    <a:pt x="254422" y="58724"/>
                  </a:cubicBezTo>
                  <a:close/>
                  <a:moveTo>
                    <a:pt x="291263" y="83446"/>
                  </a:moveTo>
                  <a:cubicBezTo>
                    <a:pt x="294928" y="83446"/>
                    <a:pt x="298461" y="82949"/>
                    <a:pt x="301799" y="82026"/>
                  </a:cubicBezTo>
                  <a:cubicBezTo>
                    <a:pt x="301276" y="90959"/>
                    <a:pt x="298200" y="99596"/>
                    <a:pt x="292834" y="106834"/>
                  </a:cubicBezTo>
                  <a:cubicBezTo>
                    <a:pt x="288319" y="97502"/>
                    <a:pt x="282756" y="88662"/>
                    <a:pt x="276147" y="80462"/>
                  </a:cubicBezTo>
                  <a:cubicBezTo>
                    <a:pt x="280859" y="82380"/>
                    <a:pt x="285963" y="83446"/>
                    <a:pt x="291263" y="83446"/>
                  </a:cubicBezTo>
                  <a:close/>
                  <a:moveTo>
                    <a:pt x="254880" y="9816"/>
                  </a:moveTo>
                  <a:cubicBezTo>
                    <a:pt x="259396" y="9816"/>
                    <a:pt x="263910" y="10254"/>
                    <a:pt x="268295" y="11105"/>
                  </a:cubicBezTo>
                  <a:cubicBezTo>
                    <a:pt x="263845" y="14292"/>
                    <a:pt x="259853" y="18467"/>
                    <a:pt x="257039" y="23230"/>
                  </a:cubicBezTo>
                  <a:cubicBezTo>
                    <a:pt x="242709" y="22857"/>
                    <a:pt x="228640" y="28001"/>
                    <a:pt x="217908" y="37673"/>
                  </a:cubicBezTo>
                  <a:cubicBezTo>
                    <a:pt x="212935" y="35768"/>
                    <a:pt x="207961" y="34145"/>
                    <a:pt x="202857" y="32824"/>
                  </a:cubicBezTo>
                  <a:cubicBezTo>
                    <a:pt x="216141" y="18296"/>
                    <a:pt x="235053" y="9809"/>
                    <a:pt x="254880" y="9809"/>
                  </a:cubicBezTo>
                  <a:close/>
                  <a:moveTo>
                    <a:pt x="80226" y="9992"/>
                  </a:moveTo>
                  <a:cubicBezTo>
                    <a:pt x="99989" y="9992"/>
                    <a:pt x="118835" y="18414"/>
                    <a:pt x="132053" y="32824"/>
                  </a:cubicBezTo>
                  <a:cubicBezTo>
                    <a:pt x="126949" y="34152"/>
                    <a:pt x="121976" y="35768"/>
                    <a:pt x="117003" y="37679"/>
                  </a:cubicBezTo>
                  <a:cubicBezTo>
                    <a:pt x="106336" y="28119"/>
                    <a:pt x="92332" y="23047"/>
                    <a:pt x="78067" y="23407"/>
                  </a:cubicBezTo>
                  <a:cubicBezTo>
                    <a:pt x="78067" y="23348"/>
                    <a:pt x="78067" y="23296"/>
                    <a:pt x="78002" y="23237"/>
                  </a:cubicBezTo>
                  <a:cubicBezTo>
                    <a:pt x="75122" y="18467"/>
                    <a:pt x="71327" y="14416"/>
                    <a:pt x="66878" y="11275"/>
                  </a:cubicBezTo>
                  <a:cubicBezTo>
                    <a:pt x="71262" y="10431"/>
                    <a:pt x="75712" y="9992"/>
                    <a:pt x="80226" y="9992"/>
                  </a:cubicBezTo>
                  <a:close/>
                  <a:moveTo>
                    <a:pt x="42076" y="106768"/>
                  </a:moveTo>
                  <a:cubicBezTo>
                    <a:pt x="36841" y="99583"/>
                    <a:pt x="33831" y="91030"/>
                    <a:pt x="33308" y="82196"/>
                  </a:cubicBezTo>
                  <a:cubicBezTo>
                    <a:pt x="41553" y="84461"/>
                    <a:pt x="50452" y="83976"/>
                    <a:pt x="58436" y="80829"/>
                  </a:cubicBezTo>
                  <a:cubicBezTo>
                    <a:pt x="52023" y="88910"/>
                    <a:pt x="46526" y="97600"/>
                    <a:pt x="42076" y="106768"/>
                  </a:cubicBezTo>
                  <a:close/>
                  <a:moveTo>
                    <a:pt x="25063" y="67205"/>
                  </a:moveTo>
                  <a:cubicBezTo>
                    <a:pt x="18192" y="61701"/>
                    <a:pt x="13807" y="53253"/>
                    <a:pt x="13807" y="43791"/>
                  </a:cubicBezTo>
                  <a:cubicBezTo>
                    <a:pt x="13807" y="27242"/>
                    <a:pt x="27288" y="13775"/>
                    <a:pt x="43843" y="13775"/>
                  </a:cubicBezTo>
                  <a:cubicBezTo>
                    <a:pt x="53397" y="13775"/>
                    <a:pt x="61904" y="18270"/>
                    <a:pt x="67401" y="25252"/>
                  </a:cubicBezTo>
                  <a:lnTo>
                    <a:pt x="25063" y="67205"/>
                  </a:lnTo>
                  <a:close/>
                  <a:moveTo>
                    <a:pt x="72374" y="34551"/>
                  </a:moveTo>
                  <a:cubicBezTo>
                    <a:pt x="73290" y="37463"/>
                    <a:pt x="73814" y="40571"/>
                    <a:pt x="73814" y="43791"/>
                  </a:cubicBezTo>
                  <a:cubicBezTo>
                    <a:pt x="73814" y="60340"/>
                    <a:pt x="60399" y="73807"/>
                    <a:pt x="43843" y="73807"/>
                  </a:cubicBezTo>
                  <a:cubicBezTo>
                    <a:pt x="40637" y="73807"/>
                    <a:pt x="37627" y="73310"/>
                    <a:pt x="34682" y="72387"/>
                  </a:cubicBezTo>
                  <a:lnTo>
                    <a:pt x="72374" y="34551"/>
                  </a:lnTo>
                  <a:close/>
                  <a:moveTo>
                    <a:pt x="82255" y="33282"/>
                  </a:moveTo>
                  <a:cubicBezTo>
                    <a:pt x="91090" y="33799"/>
                    <a:pt x="99662" y="36848"/>
                    <a:pt x="106860" y="42083"/>
                  </a:cubicBezTo>
                  <a:cubicBezTo>
                    <a:pt x="97764" y="46480"/>
                    <a:pt x="88995" y="51925"/>
                    <a:pt x="80881" y="58416"/>
                  </a:cubicBezTo>
                  <a:cubicBezTo>
                    <a:pt x="84022" y="50446"/>
                    <a:pt x="84480" y="41546"/>
                    <a:pt x="82255" y="33282"/>
                  </a:cubicBezTo>
                  <a:close/>
                  <a:moveTo>
                    <a:pt x="10012" y="80214"/>
                  </a:moveTo>
                  <a:cubicBezTo>
                    <a:pt x="10012" y="75705"/>
                    <a:pt x="10470" y="71255"/>
                    <a:pt x="11321" y="66890"/>
                  </a:cubicBezTo>
                  <a:cubicBezTo>
                    <a:pt x="14396" y="71190"/>
                    <a:pt x="18323" y="74907"/>
                    <a:pt x="23034" y="77786"/>
                  </a:cubicBezTo>
                  <a:cubicBezTo>
                    <a:pt x="23165" y="77858"/>
                    <a:pt x="23296" y="77917"/>
                    <a:pt x="23427" y="77976"/>
                  </a:cubicBezTo>
                  <a:cubicBezTo>
                    <a:pt x="23427" y="77976"/>
                    <a:pt x="23427" y="77989"/>
                    <a:pt x="23427" y="77995"/>
                  </a:cubicBezTo>
                  <a:cubicBezTo>
                    <a:pt x="23099" y="92235"/>
                    <a:pt x="28138" y="106219"/>
                    <a:pt x="37627" y="116918"/>
                  </a:cubicBezTo>
                  <a:cubicBezTo>
                    <a:pt x="35729" y="121825"/>
                    <a:pt x="34159" y="126845"/>
                    <a:pt x="32784" y="131962"/>
                  </a:cubicBezTo>
                  <a:cubicBezTo>
                    <a:pt x="18454" y="118737"/>
                    <a:pt x="10012" y="99923"/>
                    <a:pt x="10012" y="80220"/>
                  </a:cubicBezTo>
                  <a:close/>
                  <a:moveTo>
                    <a:pt x="73618" y="291205"/>
                  </a:moveTo>
                  <a:cubicBezTo>
                    <a:pt x="73618" y="294378"/>
                    <a:pt x="73159" y="297441"/>
                    <a:pt x="72244" y="300320"/>
                  </a:cubicBezTo>
                  <a:lnTo>
                    <a:pt x="34355" y="262654"/>
                  </a:lnTo>
                  <a:cubicBezTo>
                    <a:pt x="37300" y="261712"/>
                    <a:pt x="40375" y="261188"/>
                    <a:pt x="43647" y="261188"/>
                  </a:cubicBezTo>
                  <a:cubicBezTo>
                    <a:pt x="60203" y="261188"/>
                    <a:pt x="73618" y="274649"/>
                    <a:pt x="73618" y="291198"/>
                  </a:cubicBezTo>
                  <a:close/>
                  <a:moveTo>
                    <a:pt x="43712" y="321129"/>
                  </a:moveTo>
                  <a:cubicBezTo>
                    <a:pt x="27157" y="321129"/>
                    <a:pt x="13611" y="307649"/>
                    <a:pt x="13611" y="291087"/>
                  </a:cubicBezTo>
                  <a:cubicBezTo>
                    <a:pt x="13611" y="282011"/>
                    <a:pt x="17930" y="273314"/>
                    <a:pt x="25063" y="267673"/>
                  </a:cubicBezTo>
                  <a:lnTo>
                    <a:pt x="67336" y="309593"/>
                  </a:lnTo>
                  <a:cubicBezTo>
                    <a:pt x="61643" y="316876"/>
                    <a:pt x="52939" y="321136"/>
                    <a:pt x="43712" y="321136"/>
                  </a:cubicBezTo>
                  <a:close/>
                  <a:moveTo>
                    <a:pt x="80488" y="276089"/>
                  </a:moveTo>
                  <a:cubicBezTo>
                    <a:pt x="88733" y="282731"/>
                    <a:pt x="97633" y="288280"/>
                    <a:pt x="106860" y="292749"/>
                  </a:cubicBezTo>
                  <a:cubicBezTo>
                    <a:pt x="99662" y="298082"/>
                    <a:pt x="90959" y="301184"/>
                    <a:pt x="82059" y="301714"/>
                  </a:cubicBezTo>
                  <a:cubicBezTo>
                    <a:pt x="84350" y="293279"/>
                    <a:pt x="83826" y="284177"/>
                    <a:pt x="80488" y="276089"/>
                  </a:cubicBezTo>
                  <a:close/>
                  <a:moveTo>
                    <a:pt x="43647" y="251373"/>
                  </a:moveTo>
                  <a:cubicBezTo>
                    <a:pt x="39982" y="251373"/>
                    <a:pt x="36449" y="251870"/>
                    <a:pt x="33111" y="252793"/>
                  </a:cubicBezTo>
                  <a:cubicBezTo>
                    <a:pt x="33635" y="243860"/>
                    <a:pt x="36710" y="235223"/>
                    <a:pt x="42076" y="227985"/>
                  </a:cubicBezTo>
                  <a:cubicBezTo>
                    <a:pt x="46592" y="237317"/>
                    <a:pt x="52154" y="246157"/>
                    <a:pt x="58763" y="254357"/>
                  </a:cubicBezTo>
                  <a:cubicBezTo>
                    <a:pt x="54051" y="252439"/>
                    <a:pt x="48947" y="251373"/>
                    <a:pt x="43647" y="251373"/>
                  </a:cubicBezTo>
                  <a:close/>
                  <a:moveTo>
                    <a:pt x="9816" y="254782"/>
                  </a:moveTo>
                  <a:cubicBezTo>
                    <a:pt x="9816" y="234980"/>
                    <a:pt x="18323" y="216089"/>
                    <a:pt x="32784" y="202857"/>
                  </a:cubicBezTo>
                  <a:cubicBezTo>
                    <a:pt x="34093" y="207961"/>
                    <a:pt x="35729" y="212974"/>
                    <a:pt x="37627" y="217875"/>
                  </a:cubicBezTo>
                  <a:cubicBezTo>
                    <a:pt x="28007" y="228587"/>
                    <a:pt x="22903" y="242604"/>
                    <a:pt x="23230" y="256902"/>
                  </a:cubicBezTo>
                  <a:cubicBezTo>
                    <a:pt x="23165" y="256955"/>
                    <a:pt x="23034" y="256987"/>
                    <a:pt x="22968" y="257046"/>
                  </a:cubicBezTo>
                  <a:cubicBezTo>
                    <a:pt x="18192" y="259958"/>
                    <a:pt x="14200" y="263734"/>
                    <a:pt x="11059" y="268105"/>
                  </a:cubicBezTo>
                  <a:cubicBezTo>
                    <a:pt x="10274" y="263740"/>
                    <a:pt x="9816" y="259291"/>
                    <a:pt x="9816" y="254782"/>
                  </a:cubicBezTo>
                  <a:close/>
                  <a:moveTo>
                    <a:pt x="80030" y="325003"/>
                  </a:moveTo>
                  <a:cubicBezTo>
                    <a:pt x="75515" y="325003"/>
                    <a:pt x="71000" y="324565"/>
                    <a:pt x="66616" y="323708"/>
                  </a:cubicBezTo>
                  <a:cubicBezTo>
                    <a:pt x="69299" y="321790"/>
                    <a:pt x="71720" y="319467"/>
                    <a:pt x="73945" y="317020"/>
                  </a:cubicBezTo>
                  <a:cubicBezTo>
                    <a:pt x="77871" y="312766"/>
                    <a:pt x="78525" y="310810"/>
                    <a:pt x="78525" y="310810"/>
                  </a:cubicBezTo>
                  <a:cubicBezTo>
                    <a:pt x="93576" y="311464"/>
                    <a:pt x="106664" y="306491"/>
                    <a:pt x="117003" y="297140"/>
                  </a:cubicBezTo>
                  <a:cubicBezTo>
                    <a:pt x="121910" y="299051"/>
                    <a:pt x="126949" y="300667"/>
                    <a:pt x="132053" y="301995"/>
                  </a:cubicBezTo>
                  <a:cubicBezTo>
                    <a:pt x="118770" y="316686"/>
                    <a:pt x="100120" y="325003"/>
                    <a:pt x="80030" y="325003"/>
                  </a:cubicBezTo>
                  <a:close/>
                  <a:moveTo>
                    <a:pt x="75973" y="258898"/>
                  </a:moveTo>
                  <a:cubicBezTo>
                    <a:pt x="51500" y="234457"/>
                    <a:pt x="38085" y="201967"/>
                    <a:pt x="38085" y="167410"/>
                  </a:cubicBezTo>
                  <a:cubicBezTo>
                    <a:pt x="38085" y="132852"/>
                    <a:pt x="51500" y="100355"/>
                    <a:pt x="75973" y="75921"/>
                  </a:cubicBezTo>
                  <a:cubicBezTo>
                    <a:pt x="101167" y="50695"/>
                    <a:pt x="134344" y="38085"/>
                    <a:pt x="167456" y="38085"/>
                  </a:cubicBezTo>
                  <a:cubicBezTo>
                    <a:pt x="200567" y="38085"/>
                    <a:pt x="234791" y="51787"/>
                    <a:pt x="258937" y="75921"/>
                  </a:cubicBezTo>
                  <a:cubicBezTo>
                    <a:pt x="283411" y="100362"/>
                    <a:pt x="296826" y="132852"/>
                    <a:pt x="296826" y="167410"/>
                  </a:cubicBezTo>
                  <a:cubicBezTo>
                    <a:pt x="296826" y="201967"/>
                    <a:pt x="283411" y="234464"/>
                    <a:pt x="258937" y="258898"/>
                  </a:cubicBezTo>
                  <a:cubicBezTo>
                    <a:pt x="208485" y="309344"/>
                    <a:pt x="126426" y="309344"/>
                    <a:pt x="75973" y="258898"/>
                  </a:cubicBezTo>
                  <a:close/>
                  <a:moveTo>
                    <a:pt x="202857" y="302002"/>
                  </a:moveTo>
                  <a:cubicBezTo>
                    <a:pt x="207896" y="300680"/>
                    <a:pt x="212935" y="299070"/>
                    <a:pt x="217843" y="297166"/>
                  </a:cubicBezTo>
                  <a:cubicBezTo>
                    <a:pt x="228247" y="306641"/>
                    <a:pt x="241793" y="311837"/>
                    <a:pt x="255731" y="311837"/>
                  </a:cubicBezTo>
                  <a:cubicBezTo>
                    <a:pt x="258348" y="311837"/>
                    <a:pt x="259003" y="314762"/>
                    <a:pt x="260639" y="316758"/>
                  </a:cubicBezTo>
                  <a:cubicBezTo>
                    <a:pt x="262929" y="319480"/>
                    <a:pt x="265546" y="321908"/>
                    <a:pt x="268426" y="323943"/>
                  </a:cubicBezTo>
                  <a:cubicBezTo>
                    <a:pt x="264041" y="324794"/>
                    <a:pt x="259526" y="325232"/>
                    <a:pt x="255011" y="325232"/>
                  </a:cubicBezTo>
                  <a:cubicBezTo>
                    <a:pt x="235118" y="325232"/>
                    <a:pt x="216076" y="316660"/>
                    <a:pt x="202857" y="3020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9" name="Google Shape;549;p27"/>
          <p:cNvGrpSpPr/>
          <p:nvPr/>
        </p:nvGrpSpPr>
        <p:grpSpPr>
          <a:xfrm>
            <a:off x="937665" y="2682422"/>
            <a:ext cx="345092" cy="345098"/>
            <a:chOff x="1867617" y="4218598"/>
            <a:chExt cx="335041" cy="335047"/>
          </a:xfrm>
        </p:grpSpPr>
        <p:sp>
          <p:nvSpPr>
            <p:cNvPr id="550" name="Google Shape;550;p27"/>
            <p:cNvSpPr/>
            <p:nvPr/>
          </p:nvSpPr>
          <p:spPr>
            <a:xfrm>
              <a:off x="1867617" y="4218598"/>
              <a:ext cx="335041" cy="335047"/>
            </a:xfrm>
            <a:custGeom>
              <a:rect b="b" l="l" r="r" t="t"/>
              <a:pathLst>
                <a:path extrusionOk="0" h="335047" w="335041">
                  <a:moveTo>
                    <a:pt x="167521" y="0"/>
                  </a:moveTo>
                  <a:cubicBezTo>
                    <a:pt x="124469" y="0"/>
                    <a:pt x="83531" y="16366"/>
                    <a:pt x="52239" y="46075"/>
                  </a:cubicBezTo>
                  <a:cubicBezTo>
                    <a:pt x="47652" y="50433"/>
                    <a:pt x="54412" y="57552"/>
                    <a:pt x="58999" y="53194"/>
                  </a:cubicBezTo>
                  <a:cubicBezTo>
                    <a:pt x="88452" y="25220"/>
                    <a:pt x="126995" y="9816"/>
                    <a:pt x="167521" y="9816"/>
                  </a:cubicBezTo>
                  <a:cubicBezTo>
                    <a:pt x="254481" y="9816"/>
                    <a:pt x="325226" y="80560"/>
                    <a:pt x="325226" y="167521"/>
                  </a:cubicBezTo>
                  <a:cubicBezTo>
                    <a:pt x="325226" y="254481"/>
                    <a:pt x="254481" y="325226"/>
                    <a:pt x="167521" y="325226"/>
                  </a:cubicBezTo>
                  <a:cubicBezTo>
                    <a:pt x="80560" y="325226"/>
                    <a:pt x="9816" y="254481"/>
                    <a:pt x="9816" y="167521"/>
                  </a:cubicBezTo>
                  <a:cubicBezTo>
                    <a:pt x="9816" y="132852"/>
                    <a:pt x="20894" y="99936"/>
                    <a:pt x="41861" y="72335"/>
                  </a:cubicBezTo>
                  <a:cubicBezTo>
                    <a:pt x="45689" y="67296"/>
                    <a:pt x="37875" y="61361"/>
                    <a:pt x="34047" y="66400"/>
                  </a:cubicBezTo>
                  <a:cubicBezTo>
                    <a:pt x="11772" y="95729"/>
                    <a:pt x="0" y="130692"/>
                    <a:pt x="0" y="167527"/>
                  </a:cubicBezTo>
                  <a:cubicBezTo>
                    <a:pt x="0" y="259899"/>
                    <a:pt x="75149" y="335048"/>
                    <a:pt x="167521" y="335048"/>
                  </a:cubicBezTo>
                  <a:cubicBezTo>
                    <a:pt x="259893" y="335048"/>
                    <a:pt x="335041" y="259899"/>
                    <a:pt x="335041" y="167527"/>
                  </a:cubicBezTo>
                  <a:cubicBezTo>
                    <a:pt x="335041" y="75155"/>
                    <a:pt x="259893" y="6"/>
                    <a:pt x="167521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1896554" y="4247534"/>
              <a:ext cx="277168" cy="276661"/>
            </a:xfrm>
            <a:custGeom>
              <a:rect b="b" l="l" r="r" t="t"/>
              <a:pathLst>
                <a:path extrusionOk="0" h="276661" w="277168">
                  <a:moveTo>
                    <a:pt x="150559" y="266803"/>
                  </a:moveTo>
                  <a:cubicBezTo>
                    <a:pt x="144258" y="267386"/>
                    <a:pt x="145161" y="277181"/>
                    <a:pt x="151469" y="276579"/>
                  </a:cubicBezTo>
                  <a:cubicBezTo>
                    <a:pt x="185667" y="273412"/>
                    <a:pt x="217365" y="257642"/>
                    <a:pt x="240719" y="232167"/>
                  </a:cubicBezTo>
                  <a:cubicBezTo>
                    <a:pt x="263983" y="206797"/>
                    <a:pt x="277168" y="173011"/>
                    <a:pt x="277168" y="138584"/>
                  </a:cubicBezTo>
                  <a:cubicBezTo>
                    <a:pt x="277168" y="62166"/>
                    <a:pt x="214996" y="0"/>
                    <a:pt x="138584" y="0"/>
                  </a:cubicBezTo>
                  <a:cubicBezTo>
                    <a:pt x="62172" y="0"/>
                    <a:pt x="0" y="62166"/>
                    <a:pt x="0" y="138584"/>
                  </a:cubicBezTo>
                  <a:cubicBezTo>
                    <a:pt x="0" y="173417"/>
                    <a:pt x="13022" y="206731"/>
                    <a:pt x="36665" y="232402"/>
                  </a:cubicBezTo>
                  <a:cubicBezTo>
                    <a:pt x="60170" y="257917"/>
                    <a:pt x="92025" y="273628"/>
                    <a:pt x="126373" y="276638"/>
                  </a:cubicBezTo>
                  <a:cubicBezTo>
                    <a:pt x="132682" y="277195"/>
                    <a:pt x="133532" y="267411"/>
                    <a:pt x="127231" y="266862"/>
                  </a:cubicBezTo>
                  <a:cubicBezTo>
                    <a:pt x="96082" y="264133"/>
                    <a:pt x="67133" y="250149"/>
                    <a:pt x="45453" y="227423"/>
                  </a:cubicBezTo>
                  <a:lnTo>
                    <a:pt x="91436" y="182009"/>
                  </a:lnTo>
                  <a:lnTo>
                    <a:pt x="118763" y="208230"/>
                  </a:lnTo>
                  <a:cubicBezTo>
                    <a:pt x="120667" y="210055"/>
                    <a:pt x="123769" y="210023"/>
                    <a:pt x="125634" y="208158"/>
                  </a:cubicBezTo>
                  <a:lnTo>
                    <a:pt x="146267" y="187525"/>
                  </a:lnTo>
                  <a:lnTo>
                    <a:pt x="159276" y="200901"/>
                  </a:lnTo>
                  <a:cubicBezTo>
                    <a:pt x="161160" y="202844"/>
                    <a:pt x="164268" y="202890"/>
                    <a:pt x="166212" y="200999"/>
                  </a:cubicBezTo>
                  <a:lnTo>
                    <a:pt x="184953" y="182807"/>
                  </a:lnTo>
                  <a:lnTo>
                    <a:pt x="230374" y="228790"/>
                  </a:lnTo>
                  <a:cubicBezTo>
                    <a:pt x="209002" y="250542"/>
                    <a:pt x="180837" y="263996"/>
                    <a:pt x="150559" y="266803"/>
                  </a:cubicBezTo>
                  <a:close/>
                  <a:moveTo>
                    <a:pt x="236996" y="221527"/>
                  </a:moveTo>
                  <a:lnTo>
                    <a:pt x="191949" y="175916"/>
                  </a:lnTo>
                  <a:lnTo>
                    <a:pt x="214485" y="153380"/>
                  </a:lnTo>
                  <a:lnTo>
                    <a:pt x="254887" y="193814"/>
                  </a:lnTo>
                  <a:cubicBezTo>
                    <a:pt x="250175" y="203701"/>
                    <a:pt x="244181" y="213020"/>
                    <a:pt x="236996" y="221527"/>
                  </a:cubicBezTo>
                  <a:close/>
                  <a:moveTo>
                    <a:pt x="138584" y="9816"/>
                  </a:moveTo>
                  <a:cubicBezTo>
                    <a:pt x="209591" y="9816"/>
                    <a:pt x="267353" y="67584"/>
                    <a:pt x="267353" y="138584"/>
                  </a:cubicBezTo>
                  <a:cubicBezTo>
                    <a:pt x="267353" y="154296"/>
                    <a:pt x="264493" y="169680"/>
                    <a:pt x="259035" y="184077"/>
                  </a:cubicBezTo>
                  <a:lnTo>
                    <a:pt x="217960" y="142968"/>
                  </a:lnTo>
                  <a:cubicBezTo>
                    <a:pt x="216062" y="141071"/>
                    <a:pt x="212915" y="141071"/>
                    <a:pt x="211017" y="142968"/>
                  </a:cubicBezTo>
                  <a:lnTo>
                    <a:pt x="185051" y="168934"/>
                  </a:lnTo>
                  <a:lnTo>
                    <a:pt x="143328" y="126694"/>
                  </a:lnTo>
                  <a:lnTo>
                    <a:pt x="143328" y="109170"/>
                  </a:lnTo>
                  <a:lnTo>
                    <a:pt x="184279" y="109170"/>
                  </a:lnTo>
                  <a:cubicBezTo>
                    <a:pt x="187990" y="109170"/>
                    <a:pt x="190391" y="105001"/>
                    <a:pt x="188520" y="101789"/>
                  </a:cubicBezTo>
                  <a:lnTo>
                    <a:pt x="180091" y="87340"/>
                  </a:lnTo>
                  <a:lnTo>
                    <a:pt x="188520" y="72885"/>
                  </a:lnTo>
                  <a:cubicBezTo>
                    <a:pt x="190391" y="69672"/>
                    <a:pt x="187990" y="65503"/>
                    <a:pt x="184279" y="65503"/>
                  </a:cubicBezTo>
                  <a:lnTo>
                    <a:pt x="143328" y="65503"/>
                  </a:lnTo>
                  <a:lnTo>
                    <a:pt x="143328" y="60713"/>
                  </a:lnTo>
                  <a:cubicBezTo>
                    <a:pt x="143328" y="54386"/>
                    <a:pt x="133513" y="54386"/>
                    <a:pt x="133513" y="60713"/>
                  </a:cubicBezTo>
                  <a:lnTo>
                    <a:pt x="133513" y="126661"/>
                  </a:lnTo>
                  <a:lnTo>
                    <a:pt x="78021" y="181466"/>
                  </a:lnTo>
                  <a:lnTo>
                    <a:pt x="53188" y="156632"/>
                  </a:lnTo>
                  <a:cubicBezTo>
                    <a:pt x="51270" y="154715"/>
                    <a:pt x="48162" y="154715"/>
                    <a:pt x="46245" y="156632"/>
                  </a:cubicBezTo>
                  <a:lnTo>
                    <a:pt x="18303" y="184574"/>
                  </a:lnTo>
                  <a:cubicBezTo>
                    <a:pt x="12728" y="170034"/>
                    <a:pt x="9803" y="154486"/>
                    <a:pt x="9803" y="138591"/>
                  </a:cubicBezTo>
                  <a:cubicBezTo>
                    <a:pt x="9803" y="67584"/>
                    <a:pt x="67571" y="9822"/>
                    <a:pt x="138571" y="9822"/>
                  </a:cubicBezTo>
                  <a:close/>
                  <a:moveTo>
                    <a:pt x="170171" y="89813"/>
                  </a:moveTo>
                  <a:lnTo>
                    <a:pt x="175740" y="99354"/>
                  </a:lnTo>
                  <a:lnTo>
                    <a:pt x="143335" y="99354"/>
                  </a:lnTo>
                  <a:lnTo>
                    <a:pt x="143335" y="75319"/>
                  </a:lnTo>
                  <a:lnTo>
                    <a:pt x="175740" y="75319"/>
                  </a:lnTo>
                  <a:lnTo>
                    <a:pt x="170171" y="84866"/>
                  </a:lnTo>
                  <a:cubicBezTo>
                    <a:pt x="169281" y="86391"/>
                    <a:pt x="169281" y="88282"/>
                    <a:pt x="170171" y="89813"/>
                  </a:cubicBezTo>
                  <a:close/>
                  <a:moveTo>
                    <a:pt x="22491" y="194265"/>
                  </a:moveTo>
                  <a:lnTo>
                    <a:pt x="49720" y="167037"/>
                  </a:lnTo>
                  <a:lnTo>
                    <a:pt x="71039" y="188356"/>
                  </a:lnTo>
                  <a:lnTo>
                    <a:pt x="38942" y="220054"/>
                  </a:lnTo>
                  <a:cubicBezTo>
                    <a:pt x="32405" y="212078"/>
                    <a:pt x="26895" y="203420"/>
                    <a:pt x="22491" y="194265"/>
                  </a:cubicBezTo>
                  <a:close/>
                  <a:moveTo>
                    <a:pt x="162894" y="190542"/>
                  </a:moveTo>
                  <a:lnTo>
                    <a:pt x="149839" y="177114"/>
                  </a:lnTo>
                  <a:cubicBezTo>
                    <a:pt x="148923" y="176172"/>
                    <a:pt x="147667" y="175635"/>
                    <a:pt x="146358" y="175629"/>
                  </a:cubicBezTo>
                  <a:lnTo>
                    <a:pt x="146325" y="175629"/>
                  </a:lnTo>
                  <a:cubicBezTo>
                    <a:pt x="145023" y="175629"/>
                    <a:pt x="143773" y="176146"/>
                    <a:pt x="142857" y="177068"/>
                  </a:cubicBezTo>
                  <a:lnTo>
                    <a:pt x="122107" y="197819"/>
                  </a:lnTo>
                  <a:lnTo>
                    <a:pt x="98438" y="175112"/>
                  </a:lnTo>
                  <a:lnTo>
                    <a:pt x="138388" y="135659"/>
                  </a:lnTo>
                  <a:lnTo>
                    <a:pt x="178069" y="175831"/>
                  </a:lnTo>
                  <a:lnTo>
                    <a:pt x="162907" y="1905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1924243" y="4279111"/>
              <a:ext cx="88482" cy="98501"/>
            </a:xfrm>
            <a:custGeom>
              <a:rect b="b" l="l" r="r" t="t"/>
              <a:pathLst>
                <a:path extrusionOk="0" h="98501" w="88482">
                  <a:moveTo>
                    <a:pt x="4310" y="98468"/>
                  </a:moveTo>
                  <a:cubicBezTo>
                    <a:pt x="6914" y="98789"/>
                    <a:pt x="9460" y="96806"/>
                    <a:pt x="9780" y="94195"/>
                  </a:cubicBezTo>
                  <a:cubicBezTo>
                    <a:pt x="12254" y="74099"/>
                    <a:pt x="20741" y="55443"/>
                    <a:pt x="34332" y="40241"/>
                  </a:cubicBezTo>
                  <a:cubicBezTo>
                    <a:pt x="47826" y="25145"/>
                    <a:pt x="65311" y="14583"/>
                    <a:pt x="84896" y="9689"/>
                  </a:cubicBezTo>
                  <a:cubicBezTo>
                    <a:pt x="91041" y="8151"/>
                    <a:pt x="88659" y="-1370"/>
                    <a:pt x="82514" y="167"/>
                  </a:cubicBezTo>
                  <a:cubicBezTo>
                    <a:pt x="61011" y="5540"/>
                    <a:pt x="41818" y="17142"/>
                    <a:pt x="27010" y="33704"/>
                  </a:cubicBezTo>
                  <a:cubicBezTo>
                    <a:pt x="12077" y="50404"/>
                    <a:pt x="2752" y="70912"/>
                    <a:pt x="36" y="93004"/>
                  </a:cubicBezTo>
                  <a:cubicBezTo>
                    <a:pt x="-291" y="95694"/>
                    <a:pt x="1620" y="98141"/>
                    <a:pt x="4310" y="984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3" name="Google Shape;553;p27"/>
          <p:cNvGrpSpPr/>
          <p:nvPr/>
        </p:nvGrpSpPr>
        <p:grpSpPr>
          <a:xfrm>
            <a:off x="1706859" y="2682457"/>
            <a:ext cx="345106" cy="345028"/>
            <a:chOff x="2584024" y="4197232"/>
            <a:chExt cx="335054" cy="334979"/>
          </a:xfrm>
        </p:grpSpPr>
        <p:sp>
          <p:nvSpPr>
            <p:cNvPr id="554" name="Google Shape;554;p27"/>
            <p:cNvSpPr/>
            <p:nvPr/>
          </p:nvSpPr>
          <p:spPr>
            <a:xfrm>
              <a:off x="2584024" y="4197232"/>
              <a:ext cx="335054" cy="334979"/>
            </a:xfrm>
            <a:custGeom>
              <a:rect b="b" l="l" r="r" t="t"/>
              <a:pathLst>
                <a:path extrusionOk="0" h="334979" w="335054">
                  <a:moveTo>
                    <a:pt x="335048" y="143426"/>
                  </a:moveTo>
                  <a:cubicBezTo>
                    <a:pt x="335048" y="108751"/>
                    <a:pt x="311464" y="79487"/>
                    <a:pt x="279491" y="70803"/>
                  </a:cubicBezTo>
                  <a:cubicBezTo>
                    <a:pt x="279609" y="69521"/>
                    <a:pt x="279675" y="68238"/>
                    <a:pt x="279675" y="66949"/>
                  </a:cubicBezTo>
                  <a:cubicBezTo>
                    <a:pt x="279675" y="44439"/>
                    <a:pt x="261359" y="26123"/>
                    <a:pt x="238841" y="26123"/>
                  </a:cubicBezTo>
                  <a:cubicBezTo>
                    <a:pt x="232036" y="26123"/>
                    <a:pt x="225616" y="27804"/>
                    <a:pt x="219963" y="30762"/>
                  </a:cubicBezTo>
                  <a:cubicBezTo>
                    <a:pt x="204473" y="11439"/>
                    <a:pt x="180844" y="0"/>
                    <a:pt x="155991" y="0"/>
                  </a:cubicBezTo>
                  <a:cubicBezTo>
                    <a:pt x="123841" y="0"/>
                    <a:pt x="94708" y="18807"/>
                    <a:pt x="81418" y="47998"/>
                  </a:cubicBezTo>
                  <a:cubicBezTo>
                    <a:pt x="65052" y="46663"/>
                    <a:pt x="48476" y="50760"/>
                    <a:pt x="34649" y="59633"/>
                  </a:cubicBezTo>
                  <a:cubicBezTo>
                    <a:pt x="29336" y="63049"/>
                    <a:pt x="34597" y="71327"/>
                    <a:pt x="39950" y="67892"/>
                  </a:cubicBezTo>
                  <a:cubicBezTo>
                    <a:pt x="50479" y="61132"/>
                    <a:pt x="62689" y="57559"/>
                    <a:pt x="75260" y="57559"/>
                  </a:cubicBezTo>
                  <a:cubicBezTo>
                    <a:pt x="91554" y="57559"/>
                    <a:pt x="107167" y="63579"/>
                    <a:pt x="119221" y="74514"/>
                  </a:cubicBezTo>
                  <a:cubicBezTo>
                    <a:pt x="123874" y="78735"/>
                    <a:pt x="130516" y="71504"/>
                    <a:pt x="125817" y="67244"/>
                  </a:cubicBezTo>
                  <a:cubicBezTo>
                    <a:pt x="116041" y="58383"/>
                    <a:pt x="104236" y="52330"/>
                    <a:pt x="91561" y="49523"/>
                  </a:cubicBezTo>
                  <a:cubicBezTo>
                    <a:pt x="103758" y="25279"/>
                    <a:pt x="128631" y="9809"/>
                    <a:pt x="155984" y="9809"/>
                  </a:cubicBezTo>
                  <a:cubicBezTo>
                    <a:pt x="177624" y="9809"/>
                    <a:pt x="198218" y="19657"/>
                    <a:pt x="211855" y="36331"/>
                  </a:cubicBezTo>
                  <a:cubicBezTo>
                    <a:pt x="203368" y="43817"/>
                    <a:pt x="198002" y="54758"/>
                    <a:pt x="198002" y="66936"/>
                  </a:cubicBezTo>
                  <a:cubicBezTo>
                    <a:pt x="198002" y="73251"/>
                    <a:pt x="207817" y="73297"/>
                    <a:pt x="207817" y="66936"/>
                  </a:cubicBezTo>
                  <a:cubicBezTo>
                    <a:pt x="207817" y="49837"/>
                    <a:pt x="221736" y="35925"/>
                    <a:pt x="238841" y="35925"/>
                  </a:cubicBezTo>
                  <a:cubicBezTo>
                    <a:pt x="255947" y="35925"/>
                    <a:pt x="270860" y="51257"/>
                    <a:pt x="269793" y="68834"/>
                  </a:cubicBezTo>
                  <a:cubicBezTo>
                    <a:pt x="266515" y="68395"/>
                    <a:pt x="263178" y="68166"/>
                    <a:pt x="259781" y="68166"/>
                  </a:cubicBezTo>
                  <a:cubicBezTo>
                    <a:pt x="253467" y="68166"/>
                    <a:pt x="253421" y="77982"/>
                    <a:pt x="259781" y="77982"/>
                  </a:cubicBezTo>
                  <a:cubicBezTo>
                    <a:pt x="295870" y="77982"/>
                    <a:pt x="325226" y="107331"/>
                    <a:pt x="325226" y="143413"/>
                  </a:cubicBezTo>
                  <a:cubicBezTo>
                    <a:pt x="325226" y="179496"/>
                    <a:pt x="295890" y="208884"/>
                    <a:pt x="259821" y="208910"/>
                  </a:cubicBezTo>
                  <a:cubicBezTo>
                    <a:pt x="239947" y="208897"/>
                    <a:pt x="223156" y="192773"/>
                    <a:pt x="223156" y="173685"/>
                  </a:cubicBezTo>
                  <a:cubicBezTo>
                    <a:pt x="223156" y="154597"/>
                    <a:pt x="238933" y="138525"/>
                    <a:pt x="258322" y="138525"/>
                  </a:cubicBezTo>
                  <a:cubicBezTo>
                    <a:pt x="264637" y="138525"/>
                    <a:pt x="264683" y="128710"/>
                    <a:pt x="258322" y="128710"/>
                  </a:cubicBezTo>
                  <a:cubicBezTo>
                    <a:pt x="233515" y="128710"/>
                    <a:pt x="213340" y="148884"/>
                    <a:pt x="213340" y="173685"/>
                  </a:cubicBezTo>
                  <a:cubicBezTo>
                    <a:pt x="213340" y="178815"/>
                    <a:pt x="214289" y="183769"/>
                    <a:pt x="216010" y="188408"/>
                  </a:cubicBezTo>
                  <a:lnTo>
                    <a:pt x="75260" y="188408"/>
                  </a:lnTo>
                  <a:cubicBezTo>
                    <a:pt x="39171" y="188408"/>
                    <a:pt x="9816" y="159060"/>
                    <a:pt x="9816" y="122977"/>
                  </a:cubicBezTo>
                  <a:cubicBezTo>
                    <a:pt x="9816" y="107357"/>
                    <a:pt x="15411" y="92234"/>
                    <a:pt x="25567" y="80397"/>
                  </a:cubicBezTo>
                  <a:cubicBezTo>
                    <a:pt x="29683" y="75607"/>
                    <a:pt x="22262" y="69181"/>
                    <a:pt x="18120" y="74003"/>
                  </a:cubicBezTo>
                  <a:cubicBezTo>
                    <a:pt x="6439" y="87621"/>
                    <a:pt x="0" y="105008"/>
                    <a:pt x="0" y="122971"/>
                  </a:cubicBezTo>
                  <a:cubicBezTo>
                    <a:pt x="0" y="164039"/>
                    <a:pt x="33079" y="197517"/>
                    <a:pt x="73997" y="198198"/>
                  </a:cubicBezTo>
                  <a:lnTo>
                    <a:pt x="112272" y="235569"/>
                  </a:lnTo>
                  <a:lnTo>
                    <a:pt x="56244" y="235569"/>
                  </a:lnTo>
                  <a:cubicBezTo>
                    <a:pt x="51081" y="235569"/>
                    <a:pt x="50217" y="241596"/>
                    <a:pt x="53469" y="244528"/>
                  </a:cubicBezTo>
                  <a:cubicBezTo>
                    <a:pt x="57854" y="248480"/>
                    <a:pt x="179286" y="334734"/>
                    <a:pt x="181793" y="334956"/>
                  </a:cubicBezTo>
                  <a:cubicBezTo>
                    <a:pt x="186066" y="335342"/>
                    <a:pt x="189298" y="330853"/>
                    <a:pt x="186373" y="327267"/>
                  </a:cubicBezTo>
                  <a:lnTo>
                    <a:pt x="142164" y="273124"/>
                  </a:lnTo>
                  <a:lnTo>
                    <a:pt x="193702" y="273124"/>
                  </a:lnTo>
                  <a:cubicBezTo>
                    <a:pt x="197864" y="273124"/>
                    <a:pt x="200135" y="267974"/>
                    <a:pt x="197321" y="264905"/>
                  </a:cubicBezTo>
                  <a:lnTo>
                    <a:pt x="171022" y="236178"/>
                  </a:lnTo>
                  <a:cubicBezTo>
                    <a:pt x="166755" y="231519"/>
                    <a:pt x="159485" y="238115"/>
                    <a:pt x="163784" y="242807"/>
                  </a:cubicBezTo>
                  <a:lnTo>
                    <a:pt x="182558" y="263315"/>
                  </a:lnTo>
                  <a:lnTo>
                    <a:pt x="131824" y="263315"/>
                  </a:lnTo>
                  <a:cubicBezTo>
                    <a:pt x="127813" y="263315"/>
                    <a:pt x="125464" y="268190"/>
                    <a:pt x="128022" y="271325"/>
                  </a:cubicBezTo>
                  <a:lnTo>
                    <a:pt x="155716" y="305234"/>
                  </a:lnTo>
                  <a:lnTo>
                    <a:pt x="71615" y="245392"/>
                  </a:lnTo>
                  <a:lnTo>
                    <a:pt x="124332" y="245392"/>
                  </a:lnTo>
                  <a:cubicBezTo>
                    <a:pt x="128624" y="245392"/>
                    <a:pt x="130830" y="239973"/>
                    <a:pt x="127761" y="236970"/>
                  </a:cubicBezTo>
                  <a:lnTo>
                    <a:pt x="88073" y="198224"/>
                  </a:lnTo>
                  <a:lnTo>
                    <a:pt x="123363" y="198224"/>
                  </a:lnTo>
                  <a:lnTo>
                    <a:pt x="151789" y="229693"/>
                  </a:lnTo>
                  <a:cubicBezTo>
                    <a:pt x="156036" y="234392"/>
                    <a:pt x="163306" y="227802"/>
                    <a:pt x="159073" y="223117"/>
                  </a:cubicBezTo>
                  <a:lnTo>
                    <a:pt x="136595" y="198224"/>
                  </a:lnTo>
                  <a:lnTo>
                    <a:pt x="177395" y="198224"/>
                  </a:lnTo>
                  <a:lnTo>
                    <a:pt x="226428" y="247243"/>
                  </a:lnTo>
                  <a:cubicBezTo>
                    <a:pt x="245791" y="266607"/>
                    <a:pt x="279236" y="243049"/>
                    <a:pt x="268648" y="218202"/>
                  </a:cubicBezTo>
                  <a:cubicBezTo>
                    <a:pt x="305994" y="213805"/>
                    <a:pt x="335054" y="181943"/>
                    <a:pt x="335054" y="143413"/>
                  </a:cubicBezTo>
                  <a:close/>
                  <a:moveTo>
                    <a:pt x="256385" y="238678"/>
                  </a:moveTo>
                  <a:cubicBezTo>
                    <a:pt x="250012" y="245045"/>
                    <a:pt x="240425" y="247374"/>
                    <a:pt x="233358" y="240314"/>
                  </a:cubicBezTo>
                  <a:lnTo>
                    <a:pt x="191268" y="198237"/>
                  </a:lnTo>
                  <a:lnTo>
                    <a:pt x="219223" y="198237"/>
                  </a:lnTo>
                  <a:cubicBezTo>
                    <a:pt x="219819" y="198237"/>
                    <a:pt x="220388" y="198126"/>
                    <a:pt x="220918" y="197929"/>
                  </a:cubicBezTo>
                  <a:cubicBezTo>
                    <a:pt x="228908" y="209754"/>
                    <a:pt x="242427" y="217940"/>
                    <a:pt x="257589" y="218680"/>
                  </a:cubicBezTo>
                  <a:cubicBezTo>
                    <a:pt x="262255" y="224622"/>
                    <a:pt x="261718" y="233345"/>
                    <a:pt x="256379" y="2386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2617172" y="4277985"/>
              <a:ext cx="43005" cy="37096"/>
            </a:xfrm>
            <a:custGeom>
              <a:rect b="b" l="l" r="r" t="t"/>
              <a:pathLst>
                <a:path extrusionOk="0" h="37096" w="43005">
                  <a:moveTo>
                    <a:pt x="38729" y="180"/>
                  </a:moveTo>
                  <a:cubicBezTo>
                    <a:pt x="29332" y="-762"/>
                    <a:pt x="20132" y="2013"/>
                    <a:pt x="12822" y="7993"/>
                  </a:cubicBezTo>
                  <a:cubicBezTo>
                    <a:pt x="5513" y="13975"/>
                    <a:pt x="965" y="22436"/>
                    <a:pt x="29" y="31833"/>
                  </a:cubicBezTo>
                  <a:cubicBezTo>
                    <a:pt x="-599" y="38115"/>
                    <a:pt x="9158" y="39181"/>
                    <a:pt x="9799" y="32807"/>
                  </a:cubicBezTo>
                  <a:cubicBezTo>
                    <a:pt x="10480" y="26022"/>
                    <a:pt x="13758" y="19910"/>
                    <a:pt x="19039" y="15591"/>
                  </a:cubicBezTo>
                  <a:cubicBezTo>
                    <a:pt x="24320" y="11272"/>
                    <a:pt x="30968" y="9270"/>
                    <a:pt x="37754" y="9950"/>
                  </a:cubicBezTo>
                  <a:cubicBezTo>
                    <a:pt x="44043" y="10578"/>
                    <a:pt x="45063" y="815"/>
                    <a:pt x="38736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2863620" y="4300305"/>
              <a:ext cx="33054" cy="58416"/>
            </a:xfrm>
            <a:custGeom>
              <a:rect b="b" l="l" r="r" t="t"/>
              <a:pathLst>
                <a:path extrusionOk="0" h="58416" w="33054">
                  <a:moveTo>
                    <a:pt x="23551" y="58068"/>
                  </a:moveTo>
                  <a:cubicBezTo>
                    <a:pt x="26018" y="59069"/>
                    <a:pt x="28936" y="57838"/>
                    <a:pt x="29944" y="55358"/>
                  </a:cubicBezTo>
                  <a:cubicBezTo>
                    <a:pt x="34178" y="44908"/>
                    <a:pt x="34086" y="33437"/>
                    <a:pt x="29689" y="23052"/>
                  </a:cubicBezTo>
                  <a:cubicBezTo>
                    <a:pt x="25292" y="12673"/>
                    <a:pt x="17112" y="4624"/>
                    <a:pt x="6662" y="391"/>
                  </a:cubicBezTo>
                  <a:cubicBezTo>
                    <a:pt x="805" y="-1978"/>
                    <a:pt x="-2919" y="7104"/>
                    <a:pt x="2977" y="9486"/>
                  </a:cubicBezTo>
                  <a:cubicBezTo>
                    <a:pt x="11000" y="12732"/>
                    <a:pt x="17276" y="18909"/>
                    <a:pt x="20652" y="26873"/>
                  </a:cubicBezTo>
                  <a:cubicBezTo>
                    <a:pt x="24029" y="34837"/>
                    <a:pt x="24101" y="43645"/>
                    <a:pt x="20848" y="51661"/>
                  </a:cubicBezTo>
                  <a:cubicBezTo>
                    <a:pt x="19828" y="54174"/>
                    <a:pt x="21045" y="57034"/>
                    <a:pt x="23557" y="580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2730229" y="4273065"/>
              <a:ext cx="87800" cy="37269"/>
            </a:xfrm>
            <a:custGeom>
              <a:rect b="b" l="l" r="r" t="t"/>
              <a:pathLst>
                <a:path extrusionOk="0" h="37269" w="87800">
                  <a:moveTo>
                    <a:pt x="55278" y="37269"/>
                  </a:moveTo>
                  <a:cubicBezTo>
                    <a:pt x="73214" y="37269"/>
                    <a:pt x="87800" y="22683"/>
                    <a:pt x="87800" y="4753"/>
                  </a:cubicBezTo>
                  <a:cubicBezTo>
                    <a:pt x="87800" y="-1561"/>
                    <a:pt x="77985" y="-1607"/>
                    <a:pt x="77985" y="4753"/>
                  </a:cubicBezTo>
                  <a:cubicBezTo>
                    <a:pt x="77985" y="17271"/>
                    <a:pt x="67796" y="27454"/>
                    <a:pt x="55278" y="27454"/>
                  </a:cubicBezTo>
                  <a:lnTo>
                    <a:pt x="4753" y="27454"/>
                  </a:lnTo>
                  <a:cubicBezTo>
                    <a:pt x="-1561" y="27454"/>
                    <a:pt x="-1607" y="37269"/>
                    <a:pt x="4753" y="37269"/>
                  </a:cubicBezTo>
                  <a:lnTo>
                    <a:pt x="55278" y="372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2653564" y="4330077"/>
              <a:ext cx="87800" cy="37269"/>
            </a:xfrm>
            <a:custGeom>
              <a:rect b="b" l="l" r="r" t="t"/>
              <a:pathLst>
                <a:path extrusionOk="0" h="37269" w="87800">
                  <a:moveTo>
                    <a:pt x="0" y="32516"/>
                  </a:moveTo>
                  <a:cubicBezTo>
                    <a:pt x="0" y="38831"/>
                    <a:pt x="9816" y="38877"/>
                    <a:pt x="9816" y="32516"/>
                  </a:cubicBezTo>
                  <a:cubicBezTo>
                    <a:pt x="9816" y="19998"/>
                    <a:pt x="20004" y="9816"/>
                    <a:pt x="32523" y="9816"/>
                  </a:cubicBezTo>
                  <a:lnTo>
                    <a:pt x="83047" y="9816"/>
                  </a:lnTo>
                  <a:cubicBezTo>
                    <a:pt x="89362" y="9816"/>
                    <a:pt x="89408" y="0"/>
                    <a:pt x="83047" y="0"/>
                  </a:cubicBezTo>
                  <a:lnTo>
                    <a:pt x="32523" y="0"/>
                  </a:lnTo>
                  <a:cubicBezTo>
                    <a:pt x="14586" y="0"/>
                    <a:pt x="0" y="14586"/>
                    <a:pt x="0" y="32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" name="Google Shape;559;p27"/>
          <p:cNvGrpSpPr/>
          <p:nvPr/>
        </p:nvGrpSpPr>
        <p:grpSpPr>
          <a:xfrm>
            <a:off x="2495762" y="2682422"/>
            <a:ext cx="305694" cy="345098"/>
            <a:chOff x="3503596" y="4175821"/>
            <a:chExt cx="296790" cy="335047"/>
          </a:xfrm>
        </p:grpSpPr>
        <p:sp>
          <p:nvSpPr>
            <p:cNvPr id="560" name="Google Shape;560;p27"/>
            <p:cNvSpPr/>
            <p:nvPr/>
          </p:nvSpPr>
          <p:spPr>
            <a:xfrm>
              <a:off x="3666311" y="4257433"/>
              <a:ext cx="77691" cy="56938"/>
            </a:xfrm>
            <a:custGeom>
              <a:rect b="b" l="l" r="r" t="t"/>
              <a:pathLst>
                <a:path extrusionOk="0" h="56938" w="77691">
                  <a:moveTo>
                    <a:pt x="72781" y="56939"/>
                  </a:moveTo>
                  <a:cubicBezTo>
                    <a:pt x="71126" y="56939"/>
                    <a:pt x="69516" y="56108"/>
                    <a:pt x="68593" y="54590"/>
                  </a:cubicBezTo>
                  <a:lnTo>
                    <a:pt x="68266" y="54053"/>
                  </a:lnTo>
                  <a:cubicBezTo>
                    <a:pt x="66840" y="51750"/>
                    <a:pt x="67553" y="48720"/>
                    <a:pt x="69856" y="47300"/>
                  </a:cubicBezTo>
                  <a:cubicBezTo>
                    <a:pt x="72160" y="45873"/>
                    <a:pt x="75183" y="46587"/>
                    <a:pt x="76616" y="48890"/>
                  </a:cubicBezTo>
                  <a:lnTo>
                    <a:pt x="76969" y="49472"/>
                  </a:lnTo>
                  <a:cubicBezTo>
                    <a:pt x="78383" y="51782"/>
                    <a:pt x="77657" y="54806"/>
                    <a:pt x="75347" y="56219"/>
                  </a:cubicBezTo>
                  <a:cubicBezTo>
                    <a:pt x="74548" y="56710"/>
                    <a:pt x="73665" y="56939"/>
                    <a:pt x="72788" y="56939"/>
                  </a:cubicBezTo>
                  <a:close/>
                  <a:moveTo>
                    <a:pt x="55028" y="35220"/>
                  </a:moveTo>
                  <a:cubicBezTo>
                    <a:pt x="53490" y="35220"/>
                    <a:pt x="52319" y="34487"/>
                    <a:pt x="51226" y="33486"/>
                  </a:cubicBezTo>
                  <a:cubicBezTo>
                    <a:pt x="49230" y="31654"/>
                    <a:pt x="49100" y="28545"/>
                    <a:pt x="50932" y="26550"/>
                  </a:cubicBezTo>
                  <a:cubicBezTo>
                    <a:pt x="52764" y="24554"/>
                    <a:pt x="55872" y="24423"/>
                    <a:pt x="57868" y="26255"/>
                  </a:cubicBezTo>
                  <a:lnTo>
                    <a:pt x="58365" y="26713"/>
                  </a:lnTo>
                  <a:cubicBezTo>
                    <a:pt x="60355" y="28552"/>
                    <a:pt x="60473" y="31660"/>
                    <a:pt x="58634" y="33650"/>
                  </a:cubicBezTo>
                  <a:cubicBezTo>
                    <a:pt x="57665" y="34696"/>
                    <a:pt x="56350" y="35220"/>
                    <a:pt x="55035" y="35220"/>
                  </a:cubicBezTo>
                  <a:close/>
                  <a:moveTo>
                    <a:pt x="32046" y="19135"/>
                  </a:moveTo>
                  <a:cubicBezTo>
                    <a:pt x="31026" y="19135"/>
                    <a:pt x="30149" y="18763"/>
                    <a:pt x="29259" y="18311"/>
                  </a:cubicBezTo>
                  <a:cubicBezTo>
                    <a:pt x="26838" y="17094"/>
                    <a:pt x="25863" y="14143"/>
                    <a:pt x="27086" y="11721"/>
                  </a:cubicBezTo>
                  <a:cubicBezTo>
                    <a:pt x="28310" y="9300"/>
                    <a:pt x="31255" y="8325"/>
                    <a:pt x="33676" y="9549"/>
                  </a:cubicBezTo>
                  <a:cubicBezTo>
                    <a:pt x="34854" y="10144"/>
                    <a:pt x="35868" y="10851"/>
                    <a:pt x="36463" y="12075"/>
                  </a:cubicBezTo>
                  <a:cubicBezTo>
                    <a:pt x="37131" y="13449"/>
                    <a:pt x="37118" y="15091"/>
                    <a:pt x="36424" y="16452"/>
                  </a:cubicBezTo>
                  <a:cubicBezTo>
                    <a:pt x="35554" y="18154"/>
                    <a:pt x="33833" y="19135"/>
                    <a:pt x="32046" y="19135"/>
                  </a:cubicBezTo>
                  <a:close/>
                  <a:moveTo>
                    <a:pt x="5557" y="9942"/>
                  </a:moveTo>
                  <a:cubicBezTo>
                    <a:pt x="5027" y="9922"/>
                    <a:pt x="4504" y="9850"/>
                    <a:pt x="3993" y="9732"/>
                  </a:cubicBezTo>
                  <a:cubicBezTo>
                    <a:pt x="1330" y="9228"/>
                    <a:pt x="-417" y="6657"/>
                    <a:pt x="87" y="3993"/>
                  </a:cubicBezTo>
                  <a:cubicBezTo>
                    <a:pt x="590" y="1330"/>
                    <a:pt x="3162" y="-417"/>
                    <a:pt x="5825" y="87"/>
                  </a:cubicBezTo>
                  <a:cubicBezTo>
                    <a:pt x="7101" y="335"/>
                    <a:pt x="8247" y="715"/>
                    <a:pt x="9156" y="1703"/>
                  </a:cubicBezTo>
                  <a:cubicBezTo>
                    <a:pt x="10216" y="2848"/>
                    <a:pt x="10668" y="4464"/>
                    <a:pt x="10367" y="5989"/>
                  </a:cubicBezTo>
                  <a:cubicBezTo>
                    <a:pt x="9902" y="8325"/>
                    <a:pt x="7854" y="9942"/>
                    <a:pt x="5557" y="99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" name="Google Shape;561;p27"/>
            <p:cNvGrpSpPr/>
            <p:nvPr/>
          </p:nvGrpSpPr>
          <p:grpSpPr>
            <a:xfrm>
              <a:off x="3503596" y="4175821"/>
              <a:ext cx="296790" cy="335047"/>
              <a:chOff x="3503596" y="4175821"/>
              <a:chExt cx="296790" cy="335047"/>
            </a:xfrm>
          </p:grpSpPr>
          <p:sp>
            <p:nvSpPr>
              <p:cNvPr id="562" name="Google Shape;562;p27"/>
              <p:cNvSpPr/>
              <p:nvPr/>
            </p:nvSpPr>
            <p:spPr>
              <a:xfrm>
                <a:off x="3503596" y="4175821"/>
                <a:ext cx="296790" cy="335047"/>
              </a:xfrm>
              <a:custGeom>
                <a:rect b="b" l="l" r="r" t="t"/>
                <a:pathLst>
                  <a:path extrusionOk="0" h="335047" w="296790">
                    <a:moveTo>
                      <a:pt x="294940" y="224785"/>
                    </a:moveTo>
                    <a:lnTo>
                      <a:pt x="284489" y="216180"/>
                    </a:lnTo>
                    <a:cubicBezTo>
                      <a:pt x="288717" y="196752"/>
                      <a:pt x="288697" y="176407"/>
                      <a:pt x="284437" y="156959"/>
                    </a:cubicBezTo>
                    <a:lnTo>
                      <a:pt x="295071" y="147883"/>
                    </a:lnTo>
                    <a:cubicBezTo>
                      <a:pt x="296700" y="146489"/>
                      <a:pt x="297237" y="144205"/>
                      <a:pt x="296399" y="142229"/>
                    </a:cubicBezTo>
                    <a:lnTo>
                      <a:pt x="283979" y="112978"/>
                    </a:lnTo>
                    <a:cubicBezTo>
                      <a:pt x="283141" y="111009"/>
                      <a:pt x="281126" y="109811"/>
                      <a:pt x="278986" y="110014"/>
                    </a:cubicBezTo>
                    <a:lnTo>
                      <a:pt x="265480" y="111323"/>
                    </a:lnTo>
                    <a:cubicBezTo>
                      <a:pt x="254709" y="94584"/>
                      <a:pt x="240319" y="80220"/>
                      <a:pt x="223587" y="69515"/>
                    </a:cubicBezTo>
                    <a:lnTo>
                      <a:pt x="224686" y="55550"/>
                    </a:lnTo>
                    <a:cubicBezTo>
                      <a:pt x="224856" y="53417"/>
                      <a:pt x="223619" y="51414"/>
                      <a:pt x="221630" y="50616"/>
                    </a:cubicBezTo>
                    <a:lnTo>
                      <a:pt x="192157" y="38726"/>
                    </a:lnTo>
                    <a:cubicBezTo>
                      <a:pt x="190167" y="37921"/>
                      <a:pt x="187890" y="38503"/>
                      <a:pt x="186529" y="40159"/>
                    </a:cubicBezTo>
                    <a:lnTo>
                      <a:pt x="177891" y="50649"/>
                    </a:lnTo>
                    <a:cubicBezTo>
                      <a:pt x="169810" y="48889"/>
                      <a:pt x="161565" y="47881"/>
                      <a:pt x="153300" y="47586"/>
                    </a:cubicBezTo>
                    <a:lnTo>
                      <a:pt x="153300" y="29526"/>
                    </a:lnTo>
                    <a:lnTo>
                      <a:pt x="170071" y="29526"/>
                    </a:lnTo>
                    <a:cubicBezTo>
                      <a:pt x="178212" y="29526"/>
                      <a:pt x="184834" y="22903"/>
                      <a:pt x="184834" y="14763"/>
                    </a:cubicBezTo>
                    <a:cubicBezTo>
                      <a:pt x="184834" y="6622"/>
                      <a:pt x="178212" y="0"/>
                      <a:pt x="170071" y="0"/>
                    </a:cubicBezTo>
                    <a:lnTo>
                      <a:pt x="126706" y="0"/>
                    </a:lnTo>
                    <a:cubicBezTo>
                      <a:pt x="118670" y="0"/>
                      <a:pt x="111943" y="6727"/>
                      <a:pt x="111943" y="14763"/>
                    </a:cubicBezTo>
                    <a:cubicBezTo>
                      <a:pt x="111943" y="22798"/>
                      <a:pt x="118670" y="29526"/>
                      <a:pt x="126706" y="29526"/>
                    </a:cubicBezTo>
                    <a:lnTo>
                      <a:pt x="143477" y="29526"/>
                    </a:lnTo>
                    <a:lnTo>
                      <a:pt x="143477" y="47586"/>
                    </a:lnTo>
                    <a:cubicBezTo>
                      <a:pt x="135147" y="47881"/>
                      <a:pt x="126843" y="48908"/>
                      <a:pt x="118696" y="50688"/>
                    </a:cubicBezTo>
                    <a:lnTo>
                      <a:pt x="109607" y="40048"/>
                    </a:lnTo>
                    <a:cubicBezTo>
                      <a:pt x="108213" y="38418"/>
                      <a:pt x="105929" y="37882"/>
                      <a:pt x="103953" y="38719"/>
                    </a:cubicBezTo>
                    <a:lnTo>
                      <a:pt x="74696" y="51146"/>
                    </a:lnTo>
                    <a:cubicBezTo>
                      <a:pt x="72726" y="51984"/>
                      <a:pt x="71522" y="54006"/>
                      <a:pt x="71732" y="56139"/>
                    </a:cubicBezTo>
                    <a:lnTo>
                      <a:pt x="73040" y="69632"/>
                    </a:lnTo>
                    <a:cubicBezTo>
                      <a:pt x="56282" y="80403"/>
                      <a:pt x="41905" y="94793"/>
                      <a:pt x="31180" y="111532"/>
                    </a:cubicBezTo>
                    <a:lnTo>
                      <a:pt x="17255" y="110433"/>
                    </a:lnTo>
                    <a:cubicBezTo>
                      <a:pt x="15115" y="110269"/>
                      <a:pt x="13119" y="111500"/>
                      <a:pt x="12321" y="113489"/>
                    </a:cubicBezTo>
                    <a:lnTo>
                      <a:pt x="424" y="142955"/>
                    </a:lnTo>
                    <a:cubicBezTo>
                      <a:pt x="-381" y="144945"/>
                      <a:pt x="201" y="147222"/>
                      <a:pt x="1857" y="148583"/>
                    </a:cubicBezTo>
                    <a:lnTo>
                      <a:pt x="12307" y="157188"/>
                    </a:lnTo>
                    <a:cubicBezTo>
                      <a:pt x="8080" y="176617"/>
                      <a:pt x="8093" y="196961"/>
                      <a:pt x="12353" y="216409"/>
                    </a:cubicBezTo>
                    <a:lnTo>
                      <a:pt x="1720" y="225486"/>
                    </a:lnTo>
                    <a:cubicBezTo>
                      <a:pt x="90" y="226879"/>
                      <a:pt x="-446" y="229163"/>
                      <a:pt x="391" y="231139"/>
                    </a:cubicBezTo>
                    <a:lnTo>
                      <a:pt x="12818" y="260390"/>
                    </a:lnTo>
                    <a:cubicBezTo>
                      <a:pt x="13656" y="262360"/>
                      <a:pt x="15684" y="263557"/>
                      <a:pt x="17811" y="263355"/>
                    </a:cubicBezTo>
                    <a:lnTo>
                      <a:pt x="31317" y="262039"/>
                    </a:lnTo>
                    <a:cubicBezTo>
                      <a:pt x="42088" y="278778"/>
                      <a:pt x="56485" y="293142"/>
                      <a:pt x="73210" y="303854"/>
                    </a:cubicBezTo>
                    <a:lnTo>
                      <a:pt x="72111" y="317812"/>
                    </a:lnTo>
                    <a:cubicBezTo>
                      <a:pt x="71941" y="319951"/>
                      <a:pt x="73178" y="321947"/>
                      <a:pt x="75167" y="322752"/>
                    </a:cubicBezTo>
                    <a:lnTo>
                      <a:pt x="104640" y="334649"/>
                    </a:lnTo>
                    <a:cubicBezTo>
                      <a:pt x="106630" y="335454"/>
                      <a:pt x="108907" y="334871"/>
                      <a:pt x="110268" y="333216"/>
                    </a:cubicBezTo>
                    <a:lnTo>
                      <a:pt x="118899" y="322726"/>
                    </a:lnTo>
                    <a:cubicBezTo>
                      <a:pt x="138315" y="326947"/>
                      <a:pt x="158653" y="326934"/>
                      <a:pt x="178094" y="322687"/>
                    </a:cubicBezTo>
                    <a:lnTo>
                      <a:pt x="187183" y="333327"/>
                    </a:lnTo>
                    <a:cubicBezTo>
                      <a:pt x="188139" y="334446"/>
                      <a:pt x="189513" y="335048"/>
                      <a:pt x="190920" y="335048"/>
                    </a:cubicBezTo>
                    <a:cubicBezTo>
                      <a:pt x="191568" y="335048"/>
                      <a:pt x="192216" y="334924"/>
                      <a:pt x="192837" y="334655"/>
                    </a:cubicBezTo>
                    <a:lnTo>
                      <a:pt x="222095" y="322229"/>
                    </a:lnTo>
                    <a:cubicBezTo>
                      <a:pt x="224064" y="321391"/>
                      <a:pt x="225268" y="319369"/>
                      <a:pt x="225059" y="317236"/>
                    </a:cubicBezTo>
                    <a:lnTo>
                      <a:pt x="223750" y="303743"/>
                    </a:lnTo>
                    <a:cubicBezTo>
                      <a:pt x="240509" y="292978"/>
                      <a:pt x="254885" y="278575"/>
                      <a:pt x="265611" y="261843"/>
                    </a:cubicBezTo>
                    <a:lnTo>
                      <a:pt x="279536" y="262936"/>
                    </a:lnTo>
                    <a:cubicBezTo>
                      <a:pt x="281669" y="263106"/>
                      <a:pt x="283671" y="261869"/>
                      <a:pt x="284470" y="259880"/>
                    </a:cubicBezTo>
                    <a:lnTo>
                      <a:pt x="296366" y="230407"/>
                    </a:lnTo>
                    <a:cubicBezTo>
                      <a:pt x="297171" y="228417"/>
                      <a:pt x="296589" y="226140"/>
                      <a:pt x="294933" y="224779"/>
                    </a:cubicBezTo>
                    <a:close/>
                    <a:moveTo>
                      <a:pt x="121778" y="14763"/>
                    </a:moveTo>
                    <a:cubicBezTo>
                      <a:pt x="121778" y="12034"/>
                      <a:pt x="123997" y="9816"/>
                      <a:pt x="126725" y="9816"/>
                    </a:cubicBezTo>
                    <a:lnTo>
                      <a:pt x="170091" y="9816"/>
                    </a:lnTo>
                    <a:cubicBezTo>
                      <a:pt x="172820" y="9816"/>
                      <a:pt x="175038" y="12034"/>
                      <a:pt x="175038" y="14763"/>
                    </a:cubicBezTo>
                    <a:cubicBezTo>
                      <a:pt x="175038" y="17492"/>
                      <a:pt x="172820" y="19710"/>
                      <a:pt x="170091" y="19710"/>
                    </a:cubicBezTo>
                    <a:lnTo>
                      <a:pt x="126725" y="19710"/>
                    </a:lnTo>
                    <a:cubicBezTo>
                      <a:pt x="123997" y="19710"/>
                      <a:pt x="121778" y="17492"/>
                      <a:pt x="121778" y="14763"/>
                    </a:cubicBezTo>
                    <a:close/>
                    <a:moveTo>
                      <a:pt x="276722" y="252871"/>
                    </a:moveTo>
                    <a:lnTo>
                      <a:pt x="263418" y="251824"/>
                    </a:lnTo>
                    <a:cubicBezTo>
                      <a:pt x="261580" y="251680"/>
                      <a:pt x="259806" y="252583"/>
                      <a:pt x="258844" y="254160"/>
                    </a:cubicBezTo>
                    <a:cubicBezTo>
                      <a:pt x="248243" y="271547"/>
                      <a:pt x="233435" y="286362"/>
                      <a:pt x="216015" y="297009"/>
                    </a:cubicBezTo>
                    <a:cubicBezTo>
                      <a:pt x="214412" y="297991"/>
                      <a:pt x="213509" y="299797"/>
                      <a:pt x="213692" y="301668"/>
                    </a:cubicBezTo>
                    <a:lnTo>
                      <a:pt x="214942" y="314599"/>
                    </a:lnTo>
                    <a:lnTo>
                      <a:pt x="192314" y="324212"/>
                    </a:lnTo>
                    <a:lnTo>
                      <a:pt x="183630" y="314043"/>
                    </a:lnTo>
                    <a:cubicBezTo>
                      <a:pt x="182688" y="312937"/>
                      <a:pt x="181314" y="312321"/>
                      <a:pt x="179900" y="312321"/>
                    </a:cubicBezTo>
                    <a:cubicBezTo>
                      <a:pt x="179514" y="312321"/>
                      <a:pt x="179128" y="312367"/>
                      <a:pt x="178749" y="312459"/>
                    </a:cubicBezTo>
                    <a:cubicBezTo>
                      <a:pt x="158927" y="317255"/>
                      <a:pt x="137994" y="317268"/>
                      <a:pt x="118205" y="312492"/>
                    </a:cubicBezTo>
                    <a:cubicBezTo>
                      <a:pt x="116380" y="312053"/>
                      <a:pt x="114456" y="312695"/>
                      <a:pt x="113265" y="314141"/>
                    </a:cubicBezTo>
                    <a:lnTo>
                      <a:pt x="104994" y="324192"/>
                    </a:lnTo>
                    <a:lnTo>
                      <a:pt x="82195" y="314991"/>
                    </a:lnTo>
                    <a:lnTo>
                      <a:pt x="83249" y="301655"/>
                    </a:lnTo>
                    <a:cubicBezTo>
                      <a:pt x="83393" y="299810"/>
                      <a:pt x="82489" y="298043"/>
                      <a:pt x="80912" y="297081"/>
                    </a:cubicBezTo>
                    <a:cubicBezTo>
                      <a:pt x="63532" y="286493"/>
                      <a:pt x="48724" y="271698"/>
                      <a:pt x="38070" y="254298"/>
                    </a:cubicBezTo>
                    <a:cubicBezTo>
                      <a:pt x="37089" y="252695"/>
                      <a:pt x="35276" y="251791"/>
                      <a:pt x="33411" y="251975"/>
                    </a:cubicBezTo>
                    <a:lnTo>
                      <a:pt x="20474" y="253231"/>
                    </a:lnTo>
                    <a:lnTo>
                      <a:pt x="10861" y="230609"/>
                    </a:lnTo>
                    <a:lnTo>
                      <a:pt x="21017" y="221939"/>
                    </a:lnTo>
                    <a:cubicBezTo>
                      <a:pt x="22424" y="220741"/>
                      <a:pt x="23039" y="218850"/>
                      <a:pt x="22601" y="217051"/>
                    </a:cubicBezTo>
                    <a:cubicBezTo>
                      <a:pt x="17791" y="197223"/>
                      <a:pt x="17785" y="176276"/>
                      <a:pt x="22562" y="156475"/>
                    </a:cubicBezTo>
                    <a:cubicBezTo>
                      <a:pt x="23000" y="154649"/>
                      <a:pt x="22359" y="152725"/>
                      <a:pt x="20913" y="151534"/>
                    </a:cubicBezTo>
                    <a:lnTo>
                      <a:pt x="10894" y="143289"/>
                    </a:lnTo>
                    <a:lnTo>
                      <a:pt x="20095" y="120497"/>
                    </a:lnTo>
                    <a:lnTo>
                      <a:pt x="33398" y="121544"/>
                    </a:lnTo>
                    <a:cubicBezTo>
                      <a:pt x="35243" y="121695"/>
                      <a:pt x="37010" y="120785"/>
                      <a:pt x="37972" y="119208"/>
                    </a:cubicBezTo>
                    <a:cubicBezTo>
                      <a:pt x="48573" y="101821"/>
                      <a:pt x="63382" y="87006"/>
                      <a:pt x="80795" y="76359"/>
                    </a:cubicBezTo>
                    <a:cubicBezTo>
                      <a:pt x="82398" y="75378"/>
                      <a:pt x="83301" y="73572"/>
                      <a:pt x="83118" y="71700"/>
                    </a:cubicBezTo>
                    <a:lnTo>
                      <a:pt x="81868" y="58770"/>
                    </a:lnTo>
                    <a:lnTo>
                      <a:pt x="104496" y="49157"/>
                    </a:lnTo>
                    <a:lnTo>
                      <a:pt x="113180" y="59326"/>
                    </a:lnTo>
                    <a:cubicBezTo>
                      <a:pt x="114384" y="60733"/>
                      <a:pt x="116269" y="61341"/>
                      <a:pt x="118068" y="60910"/>
                    </a:cubicBezTo>
                    <a:cubicBezTo>
                      <a:pt x="137889" y="56119"/>
                      <a:pt x="158823" y="56106"/>
                      <a:pt x="178611" y="60883"/>
                    </a:cubicBezTo>
                    <a:cubicBezTo>
                      <a:pt x="180437" y="61322"/>
                      <a:pt x="182354" y="60680"/>
                      <a:pt x="183552" y="59234"/>
                    </a:cubicBezTo>
                    <a:lnTo>
                      <a:pt x="191830" y="49183"/>
                    </a:lnTo>
                    <a:lnTo>
                      <a:pt x="214621" y="58384"/>
                    </a:lnTo>
                    <a:lnTo>
                      <a:pt x="213568" y="71726"/>
                    </a:lnTo>
                    <a:cubicBezTo>
                      <a:pt x="213424" y="73572"/>
                      <a:pt x="214327" y="75338"/>
                      <a:pt x="215911" y="76307"/>
                    </a:cubicBezTo>
                    <a:cubicBezTo>
                      <a:pt x="233284" y="86895"/>
                      <a:pt x="248099" y="101684"/>
                      <a:pt x="258753" y="119077"/>
                    </a:cubicBezTo>
                    <a:cubicBezTo>
                      <a:pt x="259734" y="120680"/>
                      <a:pt x="261540" y="121577"/>
                      <a:pt x="263412" y="121400"/>
                    </a:cubicBezTo>
                    <a:lnTo>
                      <a:pt x="276349" y="120144"/>
                    </a:lnTo>
                    <a:lnTo>
                      <a:pt x="285955" y="142766"/>
                    </a:lnTo>
                    <a:lnTo>
                      <a:pt x="275799" y="151443"/>
                    </a:lnTo>
                    <a:cubicBezTo>
                      <a:pt x="274392" y="152647"/>
                      <a:pt x="273784" y="154531"/>
                      <a:pt x="274216" y="156331"/>
                    </a:cubicBezTo>
                    <a:cubicBezTo>
                      <a:pt x="279025" y="176159"/>
                      <a:pt x="279032" y="197099"/>
                      <a:pt x="274255" y="216907"/>
                    </a:cubicBezTo>
                    <a:cubicBezTo>
                      <a:pt x="273817" y="218732"/>
                      <a:pt x="274458" y="220656"/>
                      <a:pt x="275904" y="221847"/>
                    </a:cubicBezTo>
                    <a:lnTo>
                      <a:pt x="285923" y="230092"/>
                    </a:lnTo>
                    <a:lnTo>
                      <a:pt x="276722" y="2528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27"/>
              <p:cNvSpPr/>
              <p:nvPr/>
            </p:nvSpPr>
            <p:spPr>
              <a:xfrm>
                <a:off x="3545095" y="4255622"/>
                <a:ext cx="213824" cy="213765"/>
              </a:xfrm>
              <a:custGeom>
                <a:rect b="b" l="l" r="r" t="t"/>
                <a:pathLst>
                  <a:path extrusionOk="0" h="213765" w="213824">
                    <a:moveTo>
                      <a:pt x="202556" y="67257"/>
                    </a:moveTo>
                    <a:cubicBezTo>
                      <a:pt x="201902" y="67218"/>
                      <a:pt x="201228" y="67303"/>
                      <a:pt x="200573" y="67545"/>
                    </a:cubicBezTo>
                    <a:lnTo>
                      <a:pt x="144644" y="87915"/>
                    </a:lnTo>
                    <a:cubicBezTo>
                      <a:pt x="153589" y="72538"/>
                      <a:pt x="161651" y="58063"/>
                      <a:pt x="163385" y="54948"/>
                    </a:cubicBezTo>
                    <a:cubicBezTo>
                      <a:pt x="165715" y="50760"/>
                      <a:pt x="160918" y="45950"/>
                      <a:pt x="156723" y="48267"/>
                    </a:cubicBezTo>
                    <a:cubicBezTo>
                      <a:pt x="152797" y="50439"/>
                      <a:pt x="130902" y="62578"/>
                      <a:pt x="111820" y="73899"/>
                    </a:cubicBezTo>
                    <a:lnTo>
                      <a:pt x="111820" y="4908"/>
                    </a:lnTo>
                    <a:cubicBezTo>
                      <a:pt x="111820" y="2199"/>
                      <a:pt x="109621" y="0"/>
                      <a:pt x="106912" y="0"/>
                    </a:cubicBezTo>
                    <a:cubicBezTo>
                      <a:pt x="82537" y="0"/>
                      <a:pt x="58698" y="8415"/>
                      <a:pt x="39773" y="23701"/>
                    </a:cubicBezTo>
                    <a:cubicBezTo>
                      <a:pt x="34859" y="27673"/>
                      <a:pt x="40990" y="35336"/>
                      <a:pt x="45944" y="31338"/>
                    </a:cubicBezTo>
                    <a:cubicBezTo>
                      <a:pt x="61852" y="18486"/>
                      <a:pt x="81594" y="10987"/>
                      <a:pt x="102004" y="9946"/>
                    </a:cubicBezTo>
                    <a:lnTo>
                      <a:pt x="102004" y="79814"/>
                    </a:lnTo>
                    <a:cubicBezTo>
                      <a:pt x="92856" y="85429"/>
                      <a:pt x="85501" y="90278"/>
                      <a:pt x="82969" y="92810"/>
                    </a:cubicBezTo>
                    <a:cubicBezTo>
                      <a:pt x="73244" y="102515"/>
                      <a:pt x="73166" y="118855"/>
                      <a:pt x="82936" y="128565"/>
                    </a:cubicBezTo>
                    <a:cubicBezTo>
                      <a:pt x="92686" y="138263"/>
                      <a:pt x="108941" y="138335"/>
                      <a:pt x="118698" y="128598"/>
                    </a:cubicBezTo>
                    <a:cubicBezTo>
                      <a:pt x="121969" y="125333"/>
                      <a:pt x="129141" y="114038"/>
                      <a:pt x="136817" y="101213"/>
                    </a:cubicBezTo>
                    <a:lnTo>
                      <a:pt x="199729" y="78303"/>
                    </a:lnTo>
                    <a:cubicBezTo>
                      <a:pt x="202569" y="87523"/>
                      <a:pt x="204009" y="97116"/>
                      <a:pt x="204009" y="106886"/>
                    </a:cubicBezTo>
                    <a:cubicBezTo>
                      <a:pt x="204009" y="160408"/>
                      <a:pt x="160453" y="203950"/>
                      <a:pt x="106912" y="203950"/>
                    </a:cubicBezTo>
                    <a:cubicBezTo>
                      <a:pt x="53371" y="203950"/>
                      <a:pt x="9816" y="160408"/>
                      <a:pt x="9816" y="106886"/>
                    </a:cubicBezTo>
                    <a:cubicBezTo>
                      <a:pt x="9816" y="84604"/>
                      <a:pt x="17158" y="63658"/>
                      <a:pt x="31050" y="46297"/>
                    </a:cubicBezTo>
                    <a:cubicBezTo>
                      <a:pt x="34996" y="41363"/>
                      <a:pt x="27359" y="35199"/>
                      <a:pt x="23387" y="40166"/>
                    </a:cubicBezTo>
                    <a:cubicBezTo>
                      <a:pt x="8304" y="59012"/>
                      <a:pt x="0" y="82707"/>
                      <a:pt x="0" y="106886"/>
                    </a:cubicBezTo>
                    <a:cubicBezTo>
                      <a:pt x="0" y="165819"/>
                      <a:pt x="47959" y="213766"/>
                      <a:pt x="106912" y="213766"/>
                    </a:cubicBezTo>
                    <a:cubicBezTo>
                      <a:pt x="165865" y="213766"/>
                      <a:pt x="213825" y="165819"/>
                      <a:pt x="213825" y="106886"/>
                    </a:cubicBezTo>
                    <a:cubicBezTo>
                      <a:pt x="213825" y="94387"/>
                      <a:pt x="211685" y="82138"/>
                      <a:pt x="207464" y="70489"/>
                    </a:cubicBezTo>
                    <a:cubicBezTo>
                      <a:pt x="206705" y="68402"/>
                      <a:pt x="204676" y="67139"/>
                      <a:pt x="202569" y="67263"/>
                    </a:cubicBezTo>
                    <a:close/>
                    <a:moveTo>
                      <a:pt x="111755" y="121649"/>
                    </a:moveTo>
                    <a:cubicBezTo>
                      <a:pt x="105715" y="127676"/>
                      <a:pt x="95899" y="127662"/>
                      <a:pt x="89866" y="121629"/>
                    </a:cubicBezTo>
                    <a:cubicBezTo>
                      <a:pt x="86947" y="118704"/>
                      <a:pt x="85344" y="114817"/>
                      <a:pt x="85344" y="110688"/>
                    </a:cubicBezTo>
                    <a:cubicBezTo>
                      <a:pt x="85344" y="106559"/>
                      <a:pt x="86960" y="102672"/>
                      <a:pt x="89885" y="99753"/>
                    </a:cubicBezTo>
                    <a:cubicBezTo>
                      <a:pt x="94374" y="95271"/>
                      <a:pt x="122199" y="78931"/>
                      <a:pt x="146280" y="65339"/>
                    </a:cubicBezTo>
                    <a:cubicBezTo>
                      <a:pt x="132636" y="89388"/>
                      <a:pt x="116244" y="117166"/>
                      <a:pt x="111748" y="1216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4" name="Google Shape;564;p27"/>
          <p:cNvGrpSpPr/>
          <p:nvPr/>
        </p:nvGrpSpPr>
        <p:grpSpPr>
          <a:xfrm>
            <a:off x="3245253" y="2682426"/>
            <a:ext cx="345092" cy="345092"/>
            <a:chOff x="4123801" y="4165141"/>
            <a:chExt cx="335041" cy="335041"/>
          </a:xfrm>
        </p:grpSpPr>
        <p:sp>
          <p:nvSpPr>
            <p:cNvPr id="565" name="Google Shape;565;p27"/>
            <p:cNvSpPr/>
            <p:nvPr/>
          </p:nvSpPr>
          <p:spPr>
            <a:xfrm>
              <a:off x="4180180" y="4266688"/>
              <a:ext cx="113498" cy="9815"/>
            </a:xfrm>
            <a:custGeom>
              <a:rect b="b" l="l" r="r" t="t"/>
              <a:pathLst>
                <a:path extrusionOk="0" h="9815" w="113498">
                  <a:moveTo>
                    <a:pt x="4746" y="9816"/>
                  </a:moveTo>
                  <a:lnTo>
                    <a:pt x="108753" y="9816"/>
                  </a:lnTo>
                  <a:cubicBezTo>
                    <a:pt x="115081" y="9816"/>
                    <a:pt x="115081" y="0"/>
                    <a:pt x="108753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4180180" y="4302790"/>
              <a:ext cx="115239" cy="9815"/>
            </a:xfrm>
            <a:custGeom>
              <a:rect b="b" l="l" r="r" t="t"/>
              <a:pathLst>
                <a:path extrusionOk="0" h="9815" w="115239">
                  <a:moveTo>
                    <a:pt x="4746" y="9816"/>
                  </a:moveTo>
                  <a:lnTo>
                    <a:pt x="110493" y="9816"/>
                  </a:lnTo>
                  <a:cubicBezTo>
                    <a:pt x="116821" y="9816"/>
                    <a:pt x="116821" y="0"/>
                    <a:pt x="110493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4180180" y="4338898"/>
              <a:ext cx="97544" cy="9815"/>
            </a:xfrm>
            <a:custGeom>
              <a:rect b="b" l="l" r="r" t="t"/>
              <a:pathLst>
                <a:path extrusionOk="0" h="9815" w="97544">
                  <a:moveTo>
                    <a:pt x="4746" y="9816"/>
                  </a:moveTo>
                  <a:lnTo>
                    <a:pt x="92799" y="9816"/>
                  </a:lnTo>
                  <a:cubicBezTo>
                    <a:pt x="99127" y="9816"/>
                    <a:pt x="99127" y="0"/>
                    <a:pt x="92799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4123801" y="4165141"/>
              <a:ext cx="335041" cy="335041"/>
            </a:xfrm>
            <a:custGeom>
              <a:rect b="b" l="l" r="r" t="t"/>
              <a:pathLst>
                <a:path extrusionOk="0" h="335041" w="335041">
                  <a:moveTo>
                    <a:pt x="261025" y="187002"/>
                  </a:moveTo>
                  <a:cubicBezTo>
                    <a:pt x="249168" y="187002"/>
                    <a:pt x="237958" y="189809"/>
                    <a:pt x="228012" y="194789"/>
                  </a:cubicBezTo>
                  <a:lnTo>
                    <a:pt x="228012" y="177330"/>
                  </a:lnTo>
                  <a:cubicBezTo>
                    <a:pt x="228012" y="171002"/>
                    <a:pt x="218196" y="171002"/>
                    <a:pt x="218196" y="177330"/>
                  </a:cubicBezTo>
                  <a:lnTo>
                    <a:pt x="218196" y="200691"/>
                  </a:lnTo>
                  <a:cubicBezTo>
                    <a:pt x="213491" y="204041"/>
                    <a:pt x="209191" y="207929"/>
                    <a:pt x="205396" y="212260"/>
                  </a:cubicBezTo>
                  <a:lnTo>
                    <a:pt x="205396" y="200233"/>
                  </a:lnTo>
                  <a:cubicBezTo>
                    <a:pt x="205396" y="193905"/>
                    <a:pt x="195581" y="193905"/>
                    <a:pt x="195581" y="200233"/>
                  </a:cubicBezTo>
                  <a:lnTo>
                    <a:pt x="195581" y="225754"/>
                  </a:lnTo>
                  <a:cubicBezTo>
                    <a:pt x="195581" y="225970"/>
                    <a:pt x="195600" y="226186"/>
                    <a:pt x="195626" y="226402"/>
                  </a:cubicBezTo>
                  <a:cubicBezTo>
                    <a:pt x="190130" y="236741"/>
                    <a:pt x="187015" y="248519"/>
                    <a:pt x="187015" y="261025"/>
                  </a:cubicBezTo>
                  <a:cubicBezTo>
                    <a:pt x="187015" y="269466"/>
                    <a:pt x="188441" y="277587"/>
                    <a:pt x="191059" y="285152"/>
                  </a:cubicBezTo>
                  <a:lnTo>
                    <a:pt x="32889" y="285152"/>
                  </a:lnTo>
                  <a:cubicBezTo>
                    <a:pt x="32640" y="285152"/>
                    <a:pt x="32438" y="284949"/>
                    <a:pt x="32438" y="284700"/>
                  </a:cubicBezTo>
                  <a:lnTo>
                    <a:pt x="32438" y="58246"/>
                  </a:lnTo>
                  <a:cubicBezTo>
                    <a:pt x="32438" y="57997"/>
                    <a:pt x="32640" y="57795"/>
                    <a:pt x="32889" y="57795"/>
                  </a:cubicBezTo>
                  <a:lnTo>
                    <a:pt x="63867" y="57795"/>
                  </a:lnTo>
                  <a:lnTo>
                    <a:pt x="63867" y="63167"/>
                  </a:lnTo>
                  <a:cubicBezTo>
                    <a:pt x="63867" y="65876"/>
                    <a:pt x="66066" y="68075"/>
                    <a:pt x="68775" y="68075"/>
                  </a:cubicBezTo>
                  <a:lnTo>
                    <a:pt x="159249" y="68075"/>
                  </a:lnTo>
                  <a:cubicBezTo>
                    <a:pt x="161959" y="68075"/>
                    <a:pt x="164157" y="65876"/>
                    <a:pt x="164157" y="63167"/>
                  </a:cubicBezTo>
                  <a:lnTo>
                    <a:pt x="164157" y="57795"/>
                  </a:lnTo>
                  <a:lnTo>
                    <a:pt x="195135" y="57795"/>
                  </a:lnTo>
                  <a:cubicBezTo>
                    <a:pt x="195384" y="57795"/>
                    <a:pt x="195587" y="57997"/>
                    <a:pt x="195587" y="58246"/>
                  </a:cubicBezTo>
                  <a:lnTo>
                    <a:pt x="195587" y="143963"/>
                  </a:lnTo>
                  <a:cubicBezTo>
                    <a:pt x="195587" y="150291"/>
                    <a:pt x="205403" y="150291"/>
                    <a:pt x="205403" y="143963"/>
                  </a:cubicBezTo>
                  <a:lnTo>
                    <a:pt x="205403" y="58246"/>
                  </a:lnTo>
                  <a:cubicBezTo>
                    <a:pt x="205403" y="52586"/>
                    <a:pt x="200796" y="47979"/>
                    <a:pt x="195135" y="47979"/>
                  </a:cubicBezTo>
                  <a:lnTo>
                    <a:pt x="164157" y="47979"/>
                  </a:lnTo>
                  <a:lnTo>
                    <a:pt x="164157" y="37123"/>
                  </a:lnTo>
                  <a:cubicBezTo>
                    <a:pt x="164157" y="36429"/>
                    <a:pt x="164013" y="35775"/>
                    <a:pt x="163752" y="35179"/>
                  </a:cubicBezTo>
                  <a:lnTo>
                    <a:pt x="195129" y="35179"/>
                  </a:lnTo>
                  <a:cubicBezTo>
                    <a:pt x="207850" y="35179"/>
                    <a:pt x="218202" y="45525"/>
                    <a:pt x="218202" y="58253"/>
                  </a:cubicBezTo>
                  <a:lnTo>
                    <a:pt x="218202" y="124338"/>
                  </a:lnTo>
                  <a:cubicBezTo>
                    <a:pt x="218202" y="130666"/>
                    <a:pt x="228018" y="130666"/>
                    <a:pt x="228018" y="124338"/>
                  </a:cubicBezTo>
                  <a:lnTo>
                    <a:pt x="228018" y="58253"/>
                  </a:lnTo>
                  <a:cubicBezTo>
                    <a:pt x="228018" y="40120"/>
                    <a:pt x="213262" y="25364"/>
                    <a:pt x="195129" y="25364"/>
                  </a:cubicBezTo>
                  <a:lnTo>
                    <a:pt x="132826" y="25364"/>
                  </a:lnTo>
                  <a:lnTo>
                    <a:pt x="132826" y="18820"/>
                  </a:lnTo>
                  <a:cubicBezTo>
                    <a:pt x="132826" y="8441"/>
                    <a:pt x="124384" y="0"/>
                    <a:pt x="114012" y="0"/>
                  </a:cubicBezTo>
                  <a:cubicBezTo>
                    <a:pt x="103640" y="0"/>
                    <a:pt x="95192" y="8441"/>
                    <a:pt x="95192" y="18813"/>
                  </a:cubicBezTo>
                  <a:lnTo>
                    <a:pt x="95192" y="25357"/>
                  </a:lnTo>
                  <a:lnTo>
                    <a:pt x="32889" y="25357"/>
                  </a:lnTo>
                  <a:cubicBezTo>
                    <a:pt x="14756" y="25357"/>
                    <a:pt x="0" y="40107"/>
                    <a:pt x="0" y="58246"/>
                  </a:cubicBezTo>
                  <a:lnTo>
                    <a:pt x="0" y="284700"/>
                  </a:lnTo>
                  <a:cubicBezTo>
                    <a:pt x="0" y="302833"/>
                    <a:pt x="14756" y="317589"/>
                    <a:pt x="32889" y="317589"/>
                  </a:cubicBezTo>
                  <a:lnTo>
                    <a:pt x="195129" y="317589"/>
                  </a:lnTo>
                  <a:cubicBezTo>
                    <a:pt x="200168" y="317589"/>
                    <a:pt x="205128" y="316424"/>
                    <a:pt x="209617" y="314219"/>
                  </a:cubicBezTo>
                  <a:cubicBezTo>
                    <a:pt x="222940" y="327104"/>
                    <a:pt x="241073" y="335041"/>
                    <a:pt x="261031" y="335041"/>
                  </a:cubicBezTo>
                  <a:cubicBezTo>
                    <a:pt x="276507" y="335041"/>
                    <a:pt x="291329" y="330317"/>
                    <a:pt x="303893" y="321371"/>
                  </a:cubicBezTo>
                  <a:cubicBezTo>
                    <a:pt x="306105" y="319801"/>
                    <a:pt x="306615" y="316738"/>
                    <a:pt x="305045" y="314527"/>
                  </a:cubicBezTo>
                  <a:cubicBezTo>
                    <a:pt x="303474" y="312321"/>
                    <a:pt x="300412" y="311804"/>
                    <a:pt x="298200" y="313375"/>
                  </a:cubicBezTo>
                  <a:cubicBezTo>
                    <a:pt x="287305" y="321129"/>
                    <a:pt x="274446" y="325226"/>
                    <a:pt x="261025" y="325226"/>
                  </a:cubicBezTo>
                  <a:cubicBezTo>
                    <a:pt x="225623" y="325226"/>
                    <a:pt x="196824" y="296426"/>
                    <a:pt x="196824" y="261025"/>
                  </a:cubicBezTo>
                  <a:cubicBezTo>
                    <a:pt x="196824" y="225623"/>
                    <a:pt x="225623" y="196824"/>
                    <a:pt x="261025" y="196824"/>
                  </a:cubicBezTo>
                  <a:cubicBezTo>
                    <a:pt x="296427" y="196824"/>
                    <a:pt x="325226" y="225623"/>
                    <a:pt x="325226" y="261025"/>
                  </a:cubicBezTo>
                  <a:cubicBezTo>
                    <a:pt x="325226" y="274701"/>
                    <a:pt x="320986" y="287756"/>
                    <a:pt x="312956" y="298776"/>
                  </a:cubicBezTo>
                  <a:cubicBezTo>
                    <a:pt x="311360" y="300968"/>
                    <a:pt x="311844" y="304037"/>
                    <a:pt x="314036" y="305633"/>
                  </a:cubicBezTo>
                  <a:cubicBezTo>
                    <a:pt x="316228" y="307230"/>
                    <a:pt x="319297" y="306746"/>
                    <a:pt x="320894" y="304554"/>
                  </a:cubicBezTo>
                  <a:cubicBezTo>
                    <a:pt x="330147" y="291846"/>
                    <a:pt x="335042" y="276795"/>
                    <a:pt x="335042" y="261025"/>
                  </a:cubicBezTo>
                  <a:cubicBezTo>
                    <a:pt x="335042" y="220211"/>
                    <a:pt x="301838" y="187008"/>
                    <a:pt x="261025" y="187008"/>
                  </a:cubicBezTo>
                  <a:close/>
                  <a:moveTo>
                    <a:pt x="105002" y="18807"/>
                  </a:moveTo>
                  <a:cubicBezTo>
                    <a:pt x="105002" y="13906"/>
                    <a:pt x="109105" y="9803"/>
                    <a:pt x="114006" y="9803"/>
                  </a:cubicBezTo>
                  <a:cubicBezTo>
                    <a:pt x="118907" y="9803"/>
                    <a:pt x="123010" y="13906"/>
                    <a:pt x="123010" y="18807"/>
                  </a:cubicBezTo>
                  <a:lnTo>
                    <a:pt x="123010" y="37110"/>
                  </a:lnTo>
                  <a:cubicBezTo>
                    <a:pt x="123010" y="39819"/>
                    <a:pt x="125209" y="42018"/>
                    <a:pt x="127918" y="42018"/>
                  </a:cubicBezTo>
                  <a:lnTo>
                    <a:pt x="154335" y="42018"/>
                  </a:lnTo>
                  <a:lnTo>
                    <a:pt x="154335" y="58246"/>
                  </a:lnTo>
                  <a:lnTo>
                    <a:pt x="73676" y="58246"/>
                  </a:lnTo>
                  <a:lnTo>
                    <a:pt x="73676" y="42018"/>
                  </a:lnTo>
                  <a:lnTo>
                    <a:pt x="100094" y="42018"/>
                  </a:lnTo>
                  <a:cubicBezTo>
                    <a:pt x="102803" y="42018"/>
                    <a:pt x="105002" y="39819"/>
                    <a:pt x="105002" y="37110"/>
                  </a:cubicBezTo>
                  <a:lnTo>
                    <a:pt x="105002" y="18807"/>
                  </a:lnTo>
                  <a:lnTo>
                    <a:pt x="105002" y="18807"/>
                  </a:lnTo>
                  <a:close/>
                  <a:moveTo>
                    <a:pt x="32883" y="307760"/>
                  </a:moveTo>
                  <a:cubicBezTo>
                    <a:pt x="20161" y="307760"/>
                    <a:pt x="9809" y="297408"/>
                    <a:pt x="9809" y="284687"/>
                  </a:cubicBezTo>
                  <a:lnTo>
                    <a:pt x="9809" y="58233"/>
                  </a:lnTo>
                  <a:cubicBezTo>
                    <a:pt x="9809" y="45512"/>
                    <a:pt x="20161" y="35160"/>
                    <a:pt x="32883" y="35160"/>
                  </a:cubicBezTo>
                  <a:lnTo>
                    <a:pt x="64260" y="35160"/>
                  </a:lnTo>
                  <a:cubicBezTo>
                    <a:pt x="64005" y="35755"/>
                    <a:pt x="63861" y="36416"/>
                    <a:pt x="63861" y="37103"/>
                  </a:cubicBezTo>
                  <a:lnTo>
                    <a:pt x="63861" y="47959"/>
                  </a:lnTo>
                  <a:lnTo>
                    <a:pt x="32883" y="47959"/>
                  </a:lnTo>
                  <a:cubicBezTo>
                    <a:pt x="27222" y="47959"/>
                    <a:pt x="22615" y="52566"/>
                    <a:pt x="22615" y="58227"/>
                  </a:cubicBezTo>
                  <a:lnTo>
                    <a:pt x="22615" y="284681"/>
                  </a:lnTo>
                  <a:cubicBezTo>
                    <a:pt x="22615" y="290341"/>
                    <a:pt x="27222" y="294948"/>
                    <a:pt x="32883" y="294948"/>
                  </a:cubicBezTo>
                  <a:lnTo>
                    <a:pt x="195122" y="294948"/>
                  </a:lnTo>
                  <a:cubicBezTo>
                    <a:pt x="195168" y="294948"/>
                    <a:pt x="195214" y="294948"/>
                    <a:pt x="195260" y="294941"/>
                  </a:cubicBezTo>
                  <a:cubicBezTo>
                    <a:pt x="197373" y="299024"/>
                    <a:pt x="199860" y="302885"/>
                    <a:pt x="202667" y="306478"/>
                  </a:cubicBezTo>
                  <a:cubicBezTo>
                    <a:pt x="200253" y="307315"/>
                    <a:pt x="197701" y="307747"/>
                    <a:pt x="195122" y="307747"/>
                  </a:cubicBezTo>
                  <a:lnTo>
                    <a:pt x="32883" y="3077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4379316" y="4368071"/>
              <a:ext cx="45777" cy="82376"/>
            </a:xfrm>
            <a:custGeom>
              <a:rect b="b" l="l" r="r" t="t"/>
              <a:pathLst>
                <a:path extrusionOk="0" h="82376" w="45777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58089"/>
                  </a:lnTo>
                  <a:cubicBezTo>
                    <a:pt x="0" y="59895"/>
                    <a:pt x="995" y="61557"/>
                    <a:pt x="2585" y="62414"/>
                  </a:cubicBezTo>
                  <a:lnTo>
                    <a:pt x="38621" y="81752"/>
                  </a:lnTo>
                  <a:cubicBezTo>
                    <a:pt x="44230" y="84761"/>
                    <a:pt x="48817" y="76085"/>
                    <a:pt x="43261" y="73101"/>
                  </a:cubicBezTo>
                  <a:lnTo>
                    <a:pt x="9809" y="55151"/>
                  </a:lnTo>
                  <a:lnTo>
                    <a:pt x="9809" y="4908"/>
                  </a:lnTo>
                  <a:cubicBezTo>
                    <a:pt x="9809" y="2199"/>
                    <a:pt x="7610" y="0"/>
                    <a:pt x="4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4180009" y="4261492"/>
              <a:ext cx="265824" cy="174237"/>
            </a:xfrm>
            <a:custGeom>
              <a:rect b="b" l="l" r="r" t="t"/>
              <a:pathLst>
                <a:path extrusionOk="0" h="174237" w="265824">
                  <a:moveTo>
                    <a:pt x="171463" y="47272"/>
                  </a:moveTo>
                  <a:cubicBezTo>
                    <a:pt x="169572" y="45381"/>
                    <a:pt x="166411" y="45381"/>
                    <a:pt x="164520" y="47272"/>
                  </a:cubicBezTo>
                  <a:lnTo>
                    <a:pt x="69046" y="142746"/>
                  </a:lnTo>
                  <a:lnTo>
                    <a:pt x="50266" y="123965"/>
                  </a:lnTo>
                  <a:cubicBezTo>
                    <a:pt x="48348" y="122048"/>
                    <a:pt x="45240" y="122048"/>
                    <a:pt x="43322" y="123965"/>
                  </a:cubicBezTo>
                  <a:lnTo>
                    <a:pt x="1442" y="165845"/>
                  </a:lnTo>
                  <a:cubicBezTo>
                    <a:pt x="-3020" y="170309"/>
                    <a:pt x="3890" y="177278"/>
                    <a:pt x="8385" y="172789"/>
                  </a:cubicBezTo>
                  <a:lnTo>
                    <a:pt x="46797" y="134377"/>
                  </a:lnTo>
                  <a:lnTo>
                    <a:pt x="65578" y="153157"/>
                  </a:lnTo>
                  <a:cubicBezTo>
                    <a:pt x="66501" y="154080"/>
                    <a:pt x="67744" y="154597"/>
                    <a:pt x="69046" y="154597"/>
                  </a:cubicBezTo>
                  <a:cubicBezTo>
                    <a:pt x="70348" y="154597"/>
                    <a:pt x="71598" y="154080"/>
                    <a:pt x="72515" y="153157"/>
                  </a:cubicBezTo>
                  <a:lnTo>
                    <a:pt x="167988" y="57683"/>
                  </a:lnTo>
                  <a:lnTo>
                    <a:pt x="186501" y="76196"/>
                  </a:lnTo>
                  <a:cubicBezTo>
                    <a:pt x="188392" y="78087"/>
                    <a:pt x="191552" y="78087"/>
                    <a:pt x="193443" y="76196"/>
                  </a:cubicBezTo>
                  <a:lnTo>
                    <a:pt x="256008" y="13631"/>
                  </a:lnTo>
                  <a:lnTo>
                    <a:pt x="256008" y="33046"/>
                  </a:lnTo>
                  <a:cubicBezTo>
                    <a:pt x="256008" y="39374"/>
                    <a:pt x="265824" y="39374"/>
                    <a:pt x="265824" y="33046"/>
                  </a:cubicBezTo>
                  <a:lnTo>
                    <a:pt x="265824" y="4908"/>
                  </a:lnTo>
                  <a:cubicBezTo>
                    <a:pt x="265824" y="2199"/>
                    <a:pt x="263625" y="0"/>
                    <a:pt x="260916" y="0"/>
                  </a:cubicBezTo>
                  <a:lnTo>
                    <a:pt x="234087" y="0"/>
                  </a:lnTo>
                  <a:cubicBezTo>
                    <a:pt x="227759" y="0"/>
                    <a:pt x="227759" y="9816"/>
                    <a:pt x="234087" y="9816"/>
                  </a:cubicBezTo>
                  <a:lnTo>
                    <a:pt x="245938" y="9816"/>
                  </a:lnTo>
                  <a:lnTo>
                    <a:pt x="189969" y="65785"/>
                  </a:lnTo>
                  <a:lnTo>
                    <a:pt x="171463" y="472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1" name="Google Shape;571;p27"/>
          <p:cNvGrpSpPr/>
          <p:nvPr/>
        </p:nvGrpSpPr>
        <p:grpSpPr>
          <a:xfrm>
            <a:off x="4014447" y="2682571"/>
            <a:ext cx="345092" cy="344802"/>
            <a:chOff x="4776065" y="4165279"/>
            <a:chExt cx="335041" cy="334759"/>
          </a:xfrm>
        </p:grpSpPr>
        <p:sp>
          <p:nvSpPr>
            <p:cNvPr id="572" name="Google Shape;572;p27"/>
            <p:cNvSpPr/>
            <p:nvPr/>
          </p:nvSpPr>
          <p:spPr>
            <a:xfrm>
              <a:off x="4909519" y="4189739"/>
              <a:ext cx="68258" cy="68290"/>
            </a:xfrm>
            <a:custGeom>
              <a:rect b="b" l="l" r="r" t="t"/>
              <a:pathLst>
                <a:path extrusionOk="0" h="68290" w="68258">
                  <a:moveTo>
                    <a:pt x="68258" y="34146"/>
                  </a:moveTo>
                  <a:cubicBezTo>
                    <a:pt x="68258" y="15319"/>
                    <a:pt x="52945" y="0"/>
                    <a:pt x="34126" y="0"/>
                  </a:cubicBezTo>
                  <a:cubicBezTo>
                    <a:pt x="15306" y="0"/>
                    <a:pt x="0" y="15319"/>
                    <a:pt x="0" y="34146"/>
                  </a:cubicBezTo>
                  <a:cubicBezTo>
                    <a:pt x="0" y="52972"/>
                    <a:pt x="15312" y="68291"/>
                    <a:pt x="34126" y="68291"/>
                  </a:cubicBezTo>
                  <a:cubicBezTo>
                    <a:pt x="52945" y="68291"/>
                    <a:pt x="68258" y="52972"/>
                    <a:pt x="68258" y="34146"/>
                  </a:cubicBezTo>
                  <a:close/>
                  <a:moveTo>
                    <a:pt x="9816" y="34146"/>
                  </a:moveTo>
                  <a:cubicBezTo>
                    <a:pt x="9816" y="20731"/>
                    <a:pt x="20724" y="9816"/>
                    <a:pt x="34126" y="9816"/>
                  </a:cubicBezTo>
                  <a:cubicBezTo>
                    <a:pt x="47527" y="9816"/>
                    <a:pt x="58443" y="20731"/>
                    <a:pt x="58443" y="34146"/>
                  </a:cubicBezTo>
                  <a:cubicBezTo>
                    <a:pt x="58443" y="47560"/>
                    <a:pt x="47534" y="58475"/>
                    <a:pt x="34126" y="58475"/>
                  </a:cubicBezTo>
                  <a:cubicBezTo>
                    <a:pt x="20717" y="58475"/>
                    <a:pt x="9816" y="47560"/>
                    <a:pt x="9816" y="34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4776065" y="4165279"/>
              <a:ext cx="335041" cy="334759"/>
            </a:xfrm>
            <a:custGeom>
              <a:rect b="b" l="l" r="r" t="t"/>
              <a:pathLst>
                <a:path extrusionOk="0" h="334759" w="335041">
                  <a:moveTo>
                    <a:pt x="305261" y="265363"/>
                  </a:moveTo>
                  <a:lnTo>
                    <a:pt x="305261" y="180274"/>
                  </a:lnTo>
                  <a:cubicBezTo>
                    <a:pt x="305261" y="170269"/>
                    <a:pt x="297120" y="162129"/>
                    <a:pt x="287115" y="162129"/>
                  </a:cubicBezTo>
                  <a:lnTo>
                    <a:pt x="267425" y="162129"/>
                  </a:lnTo>
                  <a:cubicBezTo>
                    <a:pt x="265043" y="145213"/>
                    <a:pt x="250522" y="132165"/>
                    <a:pt x="233024" y="132165"/>
                  </a:cubicBezTo>
                  <a:cubicBezTo>
                    <a:pt x="215526" y="132165"/>
                    <a:pt x="201843" y="144480"/>
                    <a:pt x="198859" y="160689"/>
                  </a:cubicBezTo>
                  <a:lnTo>
                    <a:pt x="172494" y="160689"/>
                  </a:lnTo>
                  <a:lnTo>
                    <a:pt x="172494" y="117219"/>
                  </a:lnTo>
                  <a:lnTo>
                    <a:pt x="221252" y="117219"/>
                  </a:lnTo>
                  <a:cubicBezTo>
                    <a:pt x="223961" y="117219"/>
                    <a:pt x="226159" y="115020"/>
                    <a:pt x="226159" y="112311"/>
                  </a:cubicBezTo>
                  <a:lnTo>
                    <a:pt x="226159" y="4908"/>
                  </a:lnTo>
                  <a:cubicBezTo>
                    <a:pt x="226159" y="2199"/>
                    <a:pt x="223961" y="0"/>
                    <a:pt x="221252" y="0"/>
                  </a:cubicBezTo>
                  <a:lnTo>
                    <a:pt x="113921" y="0"/>
                  </a:lnTo>
                  <a:cubicBezTo>
                    <a:pt x="111211" y="0"/>
                    <a:pt x="109013" y="2199"/>
                    <a:pt x="109013" y="4908"/>
                  </a:cubicBezTo>
                  <a:lnTo>
                    <a:pt x="109013" y="28171"/>
                  </a:lnTo>
                  <a:cubicBezTo>
                    <a:pt x="109013" y="34499"/>
                    <a:pt x="118828" y="34499"/>
                    <a:pt x="118828" y="28171"/>
                  </a:cubicBezTo>
                  <a:lnTo>
                    <a:pt x="118828" y="9816"/>
                  </a:lnTo>
                  <a:lnTo>
                    <a:pt x="216344" y="9816"/>
                  </a:lnTo>
                  <a:lnTo>
                    <a:pt x="216344" y="107403"/>
                  </a:lnTo>
                  <a:lnTo>
                    <a:pt x="118828" y="107403"/>
                  </a:lnTo>
                  <a:lnTo>
                    <a:pt x="118828" y="51735"/>
                  </a:lnTo>
                  <a:cubicBezTo>
                    <a:pt x="118828" y="45407"/>
                    <a:pt x="109013" y="45407"/>
                    <a:pt x="109013" y="51735"/>
                  </a:cubicBezTo>
                  <a:lnTo>
                    <a:pt x="109013" y="112311"/>
                  </a:lnTo>
                  <a:cubicBezTo>
                    <a:pt x="109013" y="115020"/>
                    <a:pt x="111211" y="117219"/>
                    <a:pt x="113921" y="117219"/>
                  </a:cubicBezTo>
                  <a:lnTo>
                    <a:pt x="162678" y="117219"/>
                  </a:lnTo>
                  <a:lnTo>
                    <a:pt x="162678" y="160689"/>
                  </a:lnTo>
                  <a:lnTo>
                    <a:pt x="136176" y="160689"/>
                  </a:lnTo>
                  <a:cubicBezTo>
                    <a:pt x="133192" y="144480"/>
                    <a:pt x="119011" y="132165"/>
                    <a:pt x="102011" y="132165"/>
                  </a:cubicBezTo>
                  <a:cubicBezTo>
                    <a:pt x="82851" y="132165"/>
                    <a:pt x="67257" y="147811"/>
                    <a:pt x="67257" y="167036"/>
                  </a:cubicBezTo>
                  <a:cubicBezTo>
                    <a:pt x="67257" y="184593"/>
                    <a:pt x="80253" y="199160"/>
                    <a:pt x="97103" y="201561"/>
                  </a:cubicBezTo>
                  <a:lnTo>
                    <a:pt x="97103" y="225210"/>
                  </a:lnTo>
                  <a:lnTo>
                    <a:pt x="47115" y="225210"/>
                  </a:lnTo>
                  <a:cubicBezTo>
                    <a:pt x="37561" y="225210"/>
                    <a:pt x="29794" y="232814"/>
                    <a:pt x="29794" y="242159"/>
                  </a:cubicBezTo>
                  <a:lnTo>
                    <a:pt x="29794" y="265363"/>
                  </a:lnTo>
                  <a:cubicBezTo>
                    <a:pt x="12970" y="267784"/>
                    <a:pt x="0" y="282338"/>
                    <a:pt x="0" y="299875"/>
                  </a:cubicBezTo>
                  <a:cubicBezTo>
                    <a:pt x="0" y="319107"/>
                    <a:pt x="15594" y="334754"/>
                    <a:pt x="34754" y="334754"/>
                  </a:cubicBezTo>
                  <a:cubicBezTo>
                    <a:pt x="53914" y="334754"/>
                    <a:pt x="69508" y="319107"/>
                    <a:pt x="69508" y="299875"/>
                  </a:cubicBezTo>
                  <a:cubicBezTo>
                    <a:pt x="69508" y="282299"/>
                    <a:pt x="56486" y="267726"/>
                    <a:pt x="39609" y="265350"/>
                  </a:cubicBezTo>
                  <a:lnTo>
                    <a:pt x="39609" y="242159"/>
                  </a:lnTo>
                  <a:cubicBezTo>
                    <a:pt x="39609" y="238226"/>
                    <a:pt x="42979" y="235026"/>
                    <a:pt x="47115" y="235026"/>
                  </a:cubicBezTo>
                  <a:lnTo>
                    <a:pt x="155107" y="235026"/>
                  </a:lnTo>
                  <a:cubicBezTo>
                    <a:pt x="159243" y="235026"/>
                    <a:pt x="162613" y="238226"/>
                    <a:pt x="162613" y="242159"/>
                  </a:cubicBezTo>
                  <a:lnTo>
                    <a:pt x="162613" y="265357"/>
                  </a:lnTo>
                  <a:cubicBezTo>
                    <a:pt x="145769" y="267758"/>
                    <a:pt x="132766" y="282318"/>
                    <a:pt x="132766" y="299875"/>
                  </a:cubicBezTo>
                  <a:cubicBezTo>
                    <a:pt x="132766" y="319107"/>
                    <a:pt x="148354" y="334754"/>
                    <a:pt x="167521" y="334754"/>
                  </a:cubicBezTo>
                  <a:cubicBezTo>
                    <a:pt x="186687" y="334754"/>
                    <a:pt x="202275" y="319107"/>
                    <a:pt x="202275" y="299875"/>
                  </a:cubicBezTo>
                  <a:cubicBezTo>
                    <a:pt x="202275" y="282318"/>
                    <a:pt x="189279" y="267758"/>
                    <a:pt x="172429" y="265357"/>
                  </a:cubicBezTo>
                  <a:lnTo>
                    <a:pt x="172429" y="242159"/>
                  </a:lnTo>
                  <a:cubicBezTo>
                    <a:pt x="172429" y="232814"/>
                    <a:pt x="164654" y="225210"/>
                    <a:pt x="155107" y="225210"/>
                  </a:cubicBezTo>
                  <a:lnTo>
                    <a:pt x="106919" y="225210"/>
                  </a:lnTo>
                  <a:lnTo>
                    <a:pt x="106919" y="201561"/>
                  </a:lnTo>
                  <a:cubicBezTo>
                    <a:pt x="122643" y="199323"/>
                    <a:pt x="135011" y="186485"/>
                    <a:pt x="136595" y="170505"/>
                  </a:cubicBezTo>
                  <a:lnTo>
                    <a:pt x="198453" y="170505"/>
                  </a:lnTo>
                  <a:cubicBezTo>
                    <a:pt x="200194" y="188114"/>
                    <a:pt x="215035" y="201915"/>
                    <a:pt x="233030" y="201915"/>
                  </a:cubicBezTo>
                  <a:cubicBezTo>
                    <a:pt x="251026" y="201915"/>
                    <a:pt x="265049" y="188860"/>
                    <a:pt x="267431" y="171944"/>
                  </a:cubicBezTo>
                  <a:lnTo>
                    <a:pt x="287121" y="171944"/>
                  </a:lnTo>
                  <a:cubicBezTo>
                    <a:pt x="291715" y="171944"/>
                    <a:pt x="295452" y="175681"/>
                    <a:pt x="295452" y="180274"/>
                  </a:cubicBezTo>
                  <a:lnTo>
                    <a:pt x="295452" y="265350"/>
                  </a:lnTo>
                  <a:cubicBezTo>
                    <a:pt x="278568" y="267719"/>
                    <a:pt x="265533" y="282299"/>
                    <a:pt x="265533" y="299882"/>
                  </a:cubicBezTo>
                  <a:cubicBezTo>
                    <a:pt x="265533" y="319114"/>
                    <a:pt x="281127" y="334760"/>
                    <a:pt x="300287" y="334760"/>
                  </a:cubicBezTo>
                  <a:cubicBezTo>
                    <a:pt x="319448" y="334760"/>
                    <a:pt x="335041" y="319114"/>
                    <a:pt x="335041" y="299882"/>
                  </a:cubicBezTo>
                  <a:cubicBezTo>
                    <a:pt x="335041" y="282344"/>
                    <a:pt x="322078" y="267797"/>
                    <a:pt x="305267" y="265370"/>
                  </a:cubicBezTo>
                  <a:close/>
                  <a:moveTo>
                    <a:pt x="59686" y="299875"/>
                  </a:moveTo>
                  <a:cubicBezTo>
                    <a:pt x="59686" y="313696"/>
                    <a:pt x="48496" y="324938"/>
                    <a:pt x="34747" y="324938"/>
                  </a:cubicBezTo>
                  <a:cubicBezTo>
                    <a:pt x="20999" y="324938"/>
                    <a:pt x="9809" y="313696"/>
                    <a:pt x="9809" y="299875"/>
                  </a:cubicBezTo>
                  <a:cubicBezTo>
                    <a:pt x="9809" y="286055"/>
                    <a:pt x="20999" y="274819"/>
                    <a:pt x="34747" y="274819"/>
                  </a:cubicBezTo>
                  <a:cubicBezTo>
                    <a:pt x="48496" y="274819"/>
                    <a:pt x="59686" y="286061"/>
                    <a:pt x="59686" y="299875"/>
                  </a:cubicBezTo>
                  <a:close/>
                  <a:moveTo>
                    <a:pt x="192452" y="299875"/>
                  </a:moveTo>
                  <a:cubicBezTo>
                    <a:pt x="192452" y="313696"/>
                    <a:pt x="181263" y="324938"/>
                    <a:pt x="167514" y="324938"/>
                  </a:cubicBezTo>
                  <a:cubicBezTo>
                    <a:pt x="153766" y="324938"/>
                    <a:pt x="142576" y="313696"/>
                    <a:pt x="142576" y="299875"/>
                  </a:cubicBezTo>
                  <a:cubicBezTo>
                    <a:pt x="142576" y="286055"/>
                    <a:pt x="153766" y="274819"/>
                    <a:pt x="167514" y="274819"/>
                  </a:cubicBezTo>
                  <a:cubicBezTo>
                    <a:pt x="181263" y="274819"/>
                    <a:pt x="192452" y="286061"/>
                    <a:pt x="192452" y="299875"/>
                  </a:cubicBezTo>
                  <a:close/>
                  <a:moveTo>
                    <a:pt x="102004" y="192092"/>
                  </a:moveTo>
                  <a:cubicBezTo>
                    <a:pt x="88256" y="192092"/>
                    <a:pt x="77066" y="180850"/>
                    <a:pt x="77066" y="167030"/>
                  </a:cubicBezTo>
                  <a:cubicBezTo>
                    <a:pt x="77066" y="153209"/>
                    <a:pt x="88256" y="141974"/>
                    <a:pt x="102004" y="141974"/>
                  </a:cubicBezTo>
                  <a:cubicBezTo>
                    <a:pt x="115753" y="141974"/>
                    <a:pt x="126943" y="153216"/>
                    <a:pt x="126943" y="167030"/>
                  </a:cubicBezTo>
                  <a:cubicBezTo>
                    <a:pt x="126943" y="180844"/>
                    <a:pt x="115753" y="192092"/>
                    <a:pt x="102004" y="192092"/>
                  </a:cubicBezTo>
                  <a:close/>
                  <a:moveTo>
                    <a:pt x="233024" y="192092"/>
                  </a:moveTo>
                  <a:cubicBezTo>
                    <a:pt x="219275" y="192092"/>
                    <a:pt x="208085" y="180850"/>
                    <a:pt x="208085" y="167030"/>
                  </a:cubicBezTo>
                  <a:cubicBezTo>
                    <a:pt x="208085" y="153209"/>
                    <a:pt x="219275" y="141974"/>
                    <a:pt x="233024" y="141974"/>
                  </a:cubicBezTo>
                  <a:cubicBezTo>
                    <a:pt x="246772" y="141974"/>
                    <a:pt x="257962" y="153216"/>
                    <a:pt x="257962" y="167030"/>
                  </a:cubicBezTo>
                  <a:cubicBezTo>
                    <a:pt x="257962" y="180850"/>
                    <a:pt x="246772" y="192092"/>
                    <a:pt x="233024" y="192092"/>
                  </a:cubicBezTo>
                  <a:close/>
                  <a:moveTo>
                    <a:pt x="300287" y="324931"/>
                  </a:moveTo>
                  <a:cubicBezTo>
                    <a:pt x="286539" y="324931"/>
                    <a:pt x="275349" y="313689"/>
                    <a:pt x="275349" y="299869"/>
                  </a:cubicBezTo>
                  <a:cubicBezTo>
                    <a:pt x="275349" y="286048"/>
                    <a:pt x="286539" y="274813"/>
                    <a:pt x="300287" y="274813"/>
                  </a:cubicBezTo>
                  <a:cubicBezTo>
                    <a:pt x="314036" y="274813"/>
                    <a:pt x="325226" y="286055"/>
                    <a:pt x="325226" y="299869"/>
                  </a:cubicBezTo>
                  <a:cubicBezTo>
                    <a:pt x="325226" y="313682"/>
                    <a:pt x="314036" y="324931"/>
                    <a:pt x="300287" y="3249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27"/>
          <p:cNvGrpSpPr/>
          <p:nvPr/>
        </p:nvGrpSpPr>
        <p:grpSpPr>
          <a:xfrm>
            <a:off x="4784059" y="2682425"/>
            <a:ext cx="345086" cy="345093"/>
            <a:chOff x="5481792" y="4154442"/>
            <a:chExt cx="335035" cy="335042"/>
          </a:xfrm>
        </p:grpSpPr>
        <p:sp>
          <p:nvSpPr>
            <p:cNvPr id="575" name="Google Shape;575;p27"/>
            <p:cNvSpPr/>
            <p:nvPr/>
          </p:nvSpPr>
          <p:spPr>
            <a:xfrm>
              <a:off x="5632803" y="4178320"/>
              <a:ext cx="137936" cy="159615"/>
            </a:xfrm>
            <a:custGeom>
              <a:rect b="b" l="l" r="r" t="t"/>
              <a:pathLst>
                <a:path extrusionOk="0" h="159615" w="137936">
                  <a:moveTo>
                    <a:pt x="4901" y="159616"/>
                  </a:moveTo>
                  <a:lnTo>
                    <a:pt x="133029" y="159616"/>
                  </a:lnTo>
                  <a:cubicBezTo>
                    <a:pt x="135738" y="159616"/>
                    <a:pt x="137936" y="157417"/>
                    <a:pt x="137936" y="154708"/>
                  </a:cubicBezTo>
                  <a:cubicBezTo>
                    <a:pt x="137936" y="145580"/>
                    <a:pt x="137007" y="136458"/>
                    <a:pt x="135181" y="127597"/>
                  </a:cubicBezTo>
                  <a:cubicBezTo>
                    <a:pt x="134632" y="124940"/>
                    <a:pt x="132034" y="123233"/>
                    <a:pt x="129384" y="123782"/>
                  </a:cubicBezTo>
                  <a:cubicBezTo>
                    <a:pt x="126727" y="124332"/>
                    <a:pt x="125019" y="126923"/>
                    <a:pt x="125569" y="129580"/>
                  </a:cubicBezTo>
                  <a:cubicBezTo>
                    <a:pt x="126936" y="136202"/>
                    <a:pt x="127761" y="142982"/>
                    <a:pt x="128029" y="149800"/>
                  </a:cubicBezTo>
                  <a:lnTo>
                    <a:pt x="9809" y="149800"/>
                  </a:lnTo>
                  <a:lnTo>
                    <a:pt x="9809" y="31201"/>
                  </a:lnTo>
                  <a:cubicBezTo>
                    <a:pt x="57598" y="33229"/>
                    <a:pt x="99930" y="62532"/>
                    <a:pt x="118554" y="106932"/>
                  </a:cubicBezTo>
                  <a:cubicBezTo>
                    <a:pt x="119601" y="109432"/>
                    <a:pt x="122480" y="110610"/>
                    <a:pt x="124980" y="109556"/>
                  </a:cubicBezTo>
                  <a:cubicBezTo>
                    <a:pt x="127479" y="108509"/>
                    <a:pt x="128657" y="105630"/>
                    <a:pt x="127610" y="103130"/>
                  </a:cubicBezTo>
                  <a:cubicBezTo>
                    <a:pt x="115825" y="75037"/>
                    <a:pt x="95245" y="52547"/>
                    <a:pt x="69842" y="38301"/>
                  </a:cubicBezTo>
                  <a:lnTo>
                    <a:pt x="69842" y="9816"/>
                  </a:lnTo>
                  <a:lnTo>
                    <a:pt x="88492" y="9816"/>
                  </a:lnTo>
                  <a:cubicBezTo>
                    <a:pt x="91201" y="9816"/>
                    <a:pt x="93399" y="7617"/>
                    <a:pt x="93399" y="4908"/>
                  </a:cubicBezTo>
                  <a:cubicBezTo>
                    <a:pt x="93399" y="2199"/>
                    <a:pt x="91201" y="0"/>
                    <a:pt x="88492" y="0"/>
                  </a:cubicBezTo>
                  <a:lnTo>
                    <a:pt x="64934" y="0"/>
                  </a:lnTo>
                  <a:cubicBezTo>
                    <a:pt x="62225" y="0"/>
                    <a:pt x="60026" y="2199"/>
                    <a:pt x="60026" y="4908"/>
                  </a:cubicBezTo>
                  <a:lnTo>
                    <a:pt x="60026" y="33314"/>
                  </a:lnTo>
                  <a:cubicBezTo>
                    <a:pt x="43143" y="25606"/>
                    <a:pt x="24513" y="21359"/>
                    <a:pt x="5150" y="21267"/>
                  </a:cubicBezTo>
                  <a:cubicBezTo>
                    <a:pt x="4437" y="21235"/>
                    <a:pt x="3710" y="21353"/>
                    <a:pt x="3030" y="21634"/>
                  </a:cubicBezTo>
                  <a:cubicBezTo>
                    <a:pt x="1198" y="22393"/>
                    <a:pt x="0" y="24186"/>
                    <a:pt x="0" y="26169"/>
                  </a:cubicBezTo>
                  <a:lnTo>
                    <a:pt x="0" y="154702"/>
                  </a:lnTo>
                  <a:cubicBezTo>
                    <a:pt x="0" y="157411"/>
                    <a:pt x="2199" y="159609"/>
                    <a:pt x="4908" y="159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5759242" y="4431899"/>
              <a:ext cx="57585" cy="57585"/>
            </a:xfrm>
            <a:custGeom>
              <a:rect b="b" l="l" r="r" t="t"/>
              <a:pathLst>
                <a:path extrusionOk="0" h="57585" w="57585">
                  <a:moveTo>
                    <a:pt x="28793" y="0"/>
                  </a:moveTo>
                  <a:cubicBezTo>
                    <a:pt x="12917" y="0"/>
                    <a:pt x="0" y="12917"/>
                    <a:pt x="0" y="28793"/>
                  </a:cubicBezTo>
                  <a:cubicBezTo>
                    <a:pt x="0" y="44668"/>
                    <a:pt x="12917" y="57585"/>
                    <a:pt x="28793" y="57585"/>
                  </a:cubicBezTo>
                  <a:cubicBezTo>
                    <a:pt x="44668" y="57585"/>
                    <a:pt x="57585" y="44668"/>
                    <a:pt x="57585" y="28793"/>
                  </a:cubicBezTo>
                  <a:cubicBezTo>
                    <a:pt x="57585" y="12917"/>
                    <a:pt x="44668" y="0"/>
                    <a:pt x="28793" y="0"/>
                  </a:cubicBezTo>
                  <a:close/>
                  <a:moveTo>
                    <a:pt x="28793" y="47770"/>
                  </a:moveTo>
                  <a:cubicBezTo>
                    <a:pt x="18329" y="47770"/>
                    <a:pt x="9816" y="39256"/>
                    <a:pt x="9816" y="28793"/>
                  </a:cubicBezTo>
                  <a:cubicBezTo>
                    <a:pt x="9816" y="18329"/>
                    <a:pt x="18329" y="9816"/>
                    <a:pt x="28793" y="9816"/>
                  </a:cubicBezTo>
                  <a:cubicBezTo>
                    <a:pt x="39256" y="9816"/>
                    <a:pt x="47770" y="18329"/>
                    <a:pt x="47770" y="28793"/>
                  </a:cubicBezTo>
                  <a:cubicBezTo>
                    <a:pt x="47770" y="39256"/>
                    <a:pt x="39256" y="47770"/>
                    <a:pt x="28793" y="477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5739938" y="4154442"/>
              <a:ext cx="57585" cy="57585"/>
            </a:xfrm>
            <a:custGeom>
              <a:rect b="b" l="l" r="r" t="t"/>
              <a:pathLst>
                <a:path extrusionOk="0" h="57585" w="57585">
                  <a:moveTo>
                    <a:pt x="28793" y="57585"/>
                  </a:moveTo>
                  <a:cubicBezTo>
                    <a:pt x="44668" y="57585"/>
                    <a:pt x="57585" y="44668"/>
                    <a:pt x="57585" y="28793"/>
                  </a:cubicBezTo>
                  <a:cubicBezTo>
                    <a:pt x="57585" y="12917"/>
                    <a:pt x="44668" y="0"/>
                    <a:pt x="28793" y="0"/>
                  </a:cubicBezTo>
                  <a:cubicBezTo>
                    <a:pt x="12917" y="0"/>
                    <a:pt x="0" y="12917"/>
                    <a:pt x="0" y="28793"/>
                  </a:cubicBezTo>
                  <a:cubicBezTo>
                    <a:pt x="0" y="44668"/>
                    <a:pt x="12917" y="57585"/>
                    <a:pt x="28793" y="57585"/>
                  </a:cubicBezTo>
                  <a:close/>
                  <a:moveTo>
                    <a:pt x="28793" y="9816"/>
                  </a:moveTo>
                  <a:cubicBezTo>
                    <a:pt x="39256" y="9816"/>
                    <a:pt x="47770" y="18329"/>
                    <a:pt x="47770" y="28793"/>
                  </a:cubicBezTo>
                  <a:cubicBezTo>
                    <a:pt x="47770" y="39256"/>
                    <a:pt x="39256" y="47770"/>
                    <a:pt x="28793" y="47770"/>
                  </a:cubicBezTo>
                  <a:cubicBezTo>
                    <a:pt x="18329" y="47770"/>
                    <a:pt x="9816" y="39256"/>
                    <a:pt x="9816" y="28793"/>
                  </a:cubicBezTo>
                  <a:cubicBezTo>
                    <a:pt x="9816" y="18329"/>
                    <a:pt x="18329" y="9816"/>
                    <a:pt x="28793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5506979" y="4154442"/>
              <a:ext cx="57585" cy="57585"/>
            </a:xfrm>
            <a:custGeom>
              <a:rect b="b" l="l" r="r" t="t"/>
              <a:pathLst>
                <a:path extrusionOk="0" h="57585" w="57585">
                  <a:moveTo>
                    <a:pt x="28793" y="57585"/>
                  </a:moveTo>
                  <a:cubicBezTo>
                    <a:pt x="44668" y="57585"/>
                    <a:pt x="57585" y="44668"/>
                    <a:pt x="57585" y="28793"/>
                  </a:cubicBezTo>
                  <a:cubicBezTo>
                    <a:pt x="57585" y="12917"/>
                    <a:pt x="44668" y="0"/>
                    <a:pt x="28793" y="0"/>
                  </a:cubicBezTo>
                  <a:cubicBezTo>
                    <a:pt x="12917" y="0"/>
                    <a:pt x="0" y="12917"/>
                    <a:pt x="0" y="28793"/>
                  </a:cubicBezTo>
                  <a:cubicBezTo>
                    <a:pt x="0" y="44668"/>
                    <a:pt x="12917" y="57585"/>
                    <a:pt x="28793" y="57585"/>
                  </a:cubicBezTo>
                  <a:close/>
                  <a:moveTo>
                    <a:pt x="28793" y="9816"/>
                  </a:moveTo>
                  <a:cubicBezTo>
                    <a:pt x="39256" y="9816"/>
                    <a:pt x="47770" y="18329"/>
                    <a:pt x="47770" y="28793"/>
                  </a:cubicBezTo>
                  <a:cubicBezTo>
                    <a:pt x="47770" y="39256"/>
                    <a:pt x="39256" y="47770"/>
                    <a:pt x="28793" y="47770"/>
                  </a:cubicBezTo>
                  <a:cubicBezTo>
                    <a:pt x="18329" y="47770"/>
                    <a:pt x="9816" y="39256"/>
                    <a:pt x="9816" y="28793"/>
                  </a:cubicBezTo>
                  <a:cubicBezTo>
                    <a:pt x="9816" y="18329"/>
                    <a:pt x="18329" y="9816"/>
                    <a:pt x="28793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5481792" y="4222419"/>
              <a:ext cx="309841" cy="267064"/>
            </a:xfrm>
            <a:custGeom>
              <a:rect b="b" l="l" r="r" t="t"/>
              <a:pathLst>
                <a:path extrusionOk="0" h="267064" w="309841">
                  <a:moveTo>
                    <a:pt x="300026" y="168581"/>
                  </a:moveTo>
                  <a:lnTo>
                    <a:pt x="300026" y="191811"/>
                  </a:lnTo>
                  <a:cubicBezTo>
                    <a:pt x="300026" y="194521"/>
                    <a:pt x="302224" y="196719"/>
                    <a:pt x="304934" y="196719"/>
                  </a:cubicBezTo>
                  <a:cubicBezTo>
                    <a:pt x="307643" y="196719"/>
                    <a:pt x="309842" y="194521"/>
                    <a:pt x="309842" y="191811"/>
                  </a:cubicBezTo>
                  <a:lnTo>
                    <a:pt x="309842" y="163673"/>
                  </a:lnTo>
                  <a:cubicBezTo>
                    <a:pt x="309842" y="160964"/>
                    <a:pt x="307643" y="158765"/>
                    <a:pt x="304934" y="158765"/>
                  </a:cubicBezTo>
                  <a:lnTo>
                    <a:pt x="264140" y="158765"/>
                  </a:lnTo>
                  <a:cubicBezTo>
                    <a:pt x="265697" y="150618"/>
                    <a:pt x="266528" y="142216"/>
                    <a:pt x="266528" y="133624"/>
                  </a:cubicBezTo>
                  <a:cubicBezTo>
                    <a:pt x="266528" y="130915"/>
                    <a:pt x="264329" y="128716"/>
                    <a:pt x="261620" y="128716"/>
                  </a:cubicBezTo>
                  <a:lnTo>
                    <a:pt x="138349" y="128716"/>
                  </a:lnTo>
                  <a:lnTo>
                    <a:pt x="138349" y="4908"/>
                  </a:lnTo>
                  <a:cubicBezTo>
                    <a:pt x="138349" y="2199"/>
                    <a:pt x="136150" y="0"/>
                    <a:pt x="133441" y="0"/>
                  </a:cubicBezTo>
                  <a:cubicBezTo>
                    <a:pt x="105852" y="0"/>
                    <a:pt x="80194" y="8415"/>
                    <a:pt x="58894" y="22812"/>
                  </a:cubicBezTo>
                  <a:lnTo>
                    <a:pt x="58894" y="5968"/>
                  </a:lnTo>
                  <a:cubicBezTo>
                    <a:pt x="58894" y="3259"/>
                    <a:pt x="56695" y="1060"/>
                    <a:pt x="53986" y="1060"/>
                  </a:cubicBezTo>
                  <a:cubicBezTo>
                    <a:pt x="51277" y="1060"/>
                    <a:pt x="49078" y="3259"/>
                    <a:pt x="49078" y="5968"/>
                  </a:cubicBezTo>
                  <a:lnTo>
                    <a:pt x="49078" y="30128"/>
                  </a:lnTo>
                  <a:cubicBezTo>
                    <a:pt x="19141" y="54621"/>
                    <a:pt x="0" y="91835"/>
                    <a:pt x="0" y="133441"/>
                  </a:cubicBezTo>
                  <a:cubicBezTo>
                    <a:pt x="0" y="168398"/>
                    <a:pt x="13356" y="201293"/>
                    <a:pt x="37647" y="226323"/>
                  </a:cubicBezTo>
                  <a:cubicBezTo>
                    <a:pt x="37888" y="226938"/>
                    <a:pt x="38255" y="227501"/>
                    <a:pt x="38733" y="227979"/>
                  </a:cubicBezTo>
                  <a:cubicBezTo>
                    <a:pt x="63939" y="253179"/>
                    <a:pt x="97444" y="267065"/>
                    <a:pt x="133087" y="267065"/>
                  </a:cubicBezTo>
                  <a:cubicBezTo>
                    <a:pt x="194573" y="267065"/>
                    <a:pt x="246471" y="225256"/>
                    <a:pt x="261875" y="168581"/>
                  </a:cubicBezTo>
                  <a:lnTo>
                    <a:pt x="300032" y="168581"/>
                  </a:lnTo>
                  <a:close/>
                  <a:moveTo>
                    <a:pt x="11504" y="153995"/>
                  </a:moveTo>
                  <a:lnTo>
                    <a:pt x="58639" y="201123"/>
                  </a:lnTo>
                  <a:lnTo>
                    <a:pt x="42541" y="217221"/>
                  </a:lnTo>
                  <a:cubicBezTo>
                    <a:pt x="26097" y="199415"/>
                    <a:pt x="15430" y="177566"/>
                    <a:pt x="11510" y="153988"/>
                  </a:cubicBezTo>
                  <a:close/>
                  <a:moveTo>
                    <a:pt x="28217" y="68598"/>
                  </a:moveTo>
                  <a:lnTo>
                    <a:pt x="109687" y="150069"/>
                  </a:lnTo>
                  <a:lnTo>
                    <a:pt x="91103" y="168653"/>
                  </a:lnTo>
                  <a:lnTo>
                    <a:pt x="16314" y="93858"/>
                  </a:lnTo>
                  <a:cubicBezTo>
                    <a:pt x="19337" y="84938"/>
                    <a:pt x="23348" y="76471"/>
                    <a:pt x="28217" y="68592"/>
                  </a:cubicBezTo>
                  <a:close/>
                  <a:moveTo>
                    <a:pt x="84159" y="175602"/>
                  </a:moveTo>
                  <a:lnTo>
                    <a:pt x="65575" y="194187"/>
                  </a:lnTo>
                  <a:lnTo>
                    <a:pt x="9914" y="138532"/>
                  </a:lnTo>
                  <a:cubicBezTo>
                    <a:pt x="9456" y="127152"/>
                    <a:pt x="10549" y="115727"/>
                    <a:pt x="13199" y="104642"/>
                  </a:cubicBezTo>
                  <a:lnTo>
                    <a:pt x="84159" y="175602"/>
                  </a:lnTo>
                  <a:close/>
                  <a:moveTo>
                    <a:pt x="82517" y="20790"/>
                  </a:moveTo>
                  <a:lnTo>
                    <a:pt x="127990" y="66262"/>
                  </a:lnTo>
                  <a:cubicBezTo>
                    <a:pt x="128160" y="66432"/>
                    <a:pt x="128337" y="66583"/>
                    <a:pt x="128526" y="66720"/>
                  </a:cubicBezTo>
                  <a:lnTo>
                    <a:pt x="128526" y="103974"/>
                  </a:lnTo>
                  <a:lnTo>
                    <a:pt x="59202" y="34649"/>
                  </a:lnTo>
                  <a:cubicBezTo>
                    <a:pt x="66406" y="29225"/>
                    <a:pt x="74219" y="24565"/>
                    <a:pt x="82517" y="20796"/>
                  </a:cubicBezTo>
                  <a:close/>
                  <a:moveTo>
                    <a:pt x="128526" y="52913"/>
                  </a:moveTo>
                  <a:lnTo>
                    <a:pt x="92424" y="16811"/>
                  </a:lnTo>
                  <a:cubicBezTo>
                    <a:pt x="103797" y="12800"/>
                    <a:pt x="115923" y="10405"/>
                    <a:pt x="128526" y="9907"/>
                  </a:cubicBezTo>
                  <a:lnTo>
                    <a:pt x="128526" y="52913"/>
                  </a:lnTo>
                  <a:close/>
                  <a:moveTo>
                    <a:pt x="51565" y="40892"/>
                  </a:moveTo>
                  <a:lnTo>
                    <a:pt x="127512" y="116839"/>
                  </a:lnTo>
                  <a:cubicBezTo>
                    <a:pt x="127820" y="117147"/>
                    <a:pt x="128166" y="117402"/>
                    <a:pt x="128526" y="117611"/>
                  </a:cubicBezTo>
                  <a:lnTo>
                    <a:pt x="128526" y="131235"/>
                  </a:lnTo>
                  <a:lnTo>
                    <a:pt x="116630" y="143132"/>
                  </a:lnTo>
                  <a:lnTo>
                    <a:pt x="34224" y="60726"/>
                  </a:lnTo>
                  <a:cubicBezTo>
                    <a:pt x="34086" y="60589"/>
                    <a:pt x="33943" y="60464"/>
                    <a:pt x="33792" y="60347"/>
                  </a:cubicBezTo>
                  <a:cubicBezTo>
                    <a:pt x="39014" y="53247"/>
                    <a:pt x="44975" y="46723"/>
                    <a:pt x="51558" y="40892"/>
                  </a:cubicBezTo>
                  <a:close/>
                  <a:moveTo>
                    <a:pt x="133081" y="257249"/>
                  </a:moveTo>
                  <a:cubicBezTo>
                    <a:pt x="101743" y="257249"/>
                    <a:pt x="72184" y="245666"/>
                    <a:pt x="49294" y="224524"/>
                  </a:cubicBezTo>
                  <a:lnTo>
                    <a:pt x="135286" y="138532"/>
                  </a:lnTo>
                  <a:lnTo>
                    <a:pt x="256614" y="138532"/>
                  </a:lnTo>
                  <a:cubicBezTo>
                    <a:pt x="254030" y="204434"/>
                    <a:pt x="199605" y="257249"/>
                    <a:pt x="133081" y="2572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27"/>
          <p:cNvGrpSpPr/>
          <p:nvPr/>
        </p:nvGrpSpPr>
        <p:grpSpPr>
          <a:xfrm>
            <a:off x="5553992" y="2682425"/>
            <a:ext cx="344432" cy="345093"/>
            <a:chOff x="6251661" y="4154442"/>
            <a:chExt cx="334400" cy="335042"/>
          </a:xfrm>
        </p:grpSpPr>
        <p:sp>
          <p:nvSpPr>
            <p:cNvPr id="581" name="Google Shape;581;p27"/>
            <p:cNvSpPr/>
            <p:nvPr/>
          </p:nvSpPr>
          <p:spPr>
            <a:xfrm>
              <a:off x="6483437" y="4312259"/>
              <a:ext cx="75524" cy="72315"/>
            </a:xfrm>
            <a:custGeom>
              <a:rect b="b" l="l" r="r" t="t"/>
              <a:pathLst>
                <a:path extrusionOk="0" h="72315" w="75524">
                  <a:moveTo>
                    <a:pt x="16057" y="46507"/>
                  </a:moveTo>
                  <a:lnTo>
                    <a:pt x="12614" y="66589"/>
                  </a:lnTo>
                  <a:cubicBezTo>
                    <a:pt x="12300" y="68428"/>
                    <a:pt x="13053" y="70287"/>
                    <a:pt x="14564" y="71380"/>
                  </a:cubicBezTo>
                  <a:cubicBezTo>
                    <a:pt x="16076" y="72472"/>
                    <a:pt x="18072" y="72623"/>
                    <a:pt x="19721" y="71752"/>
                  </a:cubicBezTo>
                  <a:lnTo>
                    <a:pt x="37756" y="62271"/>
                  </a:lnTo>
                  <a:lnTo>
                    <a:pt x="55790" y="71752"/>
                  </a:lnTo>
                  <a:cubicBezTo>
                    <a:pt x="56510" y="72132"/>
                    <a:pt x="57289" y="72315"/>
                    <a:pt x="58068" y="72315"/>
                  </a:cubicBezTo>
                  <a:cubicBezTo>
                    <a:pt x="59082" y="72315"/>
                    <a:pt x="60096" y="72001"/>
                    <a:pt x="60947" y="71380"/>
                  </a:cubicBezTo>
                  <a:cubicBezTo>
                    <a:pt x="62458" y="70287"/>
                    <a:pt x="63211" y="68428"/>
                    <a:pt x="62897" y="66589"/>
                  </a:cubicBezTo>
                  <a:lnTo>
                    <a:pt x="59455" y="46507"/>
                  </a:lnTo>
                  <a:lnTo>
                    <a:pt x="74047" y="32281"/>
                  </a:lnTo>
                  <a:cubicBezTo>
                    <a:pt x="75382" y="30978"/>
                    <a:pt x="75860" y="29035"/>
                    <a:pt x="75284" y="27261"/>
                  </a:cubicBezTo>
                  <a:cubicBezTo>
                    <a:pt x="74708" y="25488"/>
                    <a:pt x="73177" y="24199"/>
                    <a:pt x="71332" y="23930"/>
                  </a:cubicBezTo>
                  <a:lnTo>
                    <a:pt x="51170" y="20999"/>
                  </a:lnTo>
                  <a:lnTo>
                    <a:pt x="42153" y="2729"/>
                  </a:lnTo>
                  <a:cubicBezTo>
                    <a:pt x="41328" y="1053"/>
                    <a:pt x="39627" y="0"/>
                    <a:pt x="37762" y="0"/>
                  </a:cubicBezTo>
                  <a:cubicBezTo>
                    <a:pt x="35897" y="0"/>
                    <a:pt x="34196" y="1060"/>
                    <a:pt x="33371" y="2729"/>
                  </a:cubicBezTo>
                  <a:lnTo>
                    <a:pt x="24354" y="20999"/>
                  </a:lnTo>
                  <a:lnTo>
                    <a:pt x="4193" y="23930"/>
                  </a:lnTo>
                  <a:cubicBezTo>
                    <a:pt x="2347" y="24199"/>
                    <a:pt x="816" y="25495"/>
                    <a:pt x="240" y="27261"/>
                  </a:cubicBezTo>
                  <a:cubicBezTo>
                    <a:pt x="-336" y="29028"/>
                    <a:pt x="142" y="30978"/>
                    <a:pt x="1477" y="32281"/>
                  </a:cubicBezTo>
                  <a:lnTo>
                    <a:pt x="16070" y="46507"/>
                  </a:lnTo>
                  <a:close/>
                  <a:moveTo>
                    <a:pt x="28300" y="30324"/>
                  </a:moveTo>
                  <a:cubicBezTo>
                    <a:pt x="29897" y="30095"/>
                    <a:pt x="31277" y="29087"/>
                    <a:pt x="31991" y="27641"/>
                  </a:cubicBezTo>
                  <a:lnTo>
                    <a:pt x="37756" y="15960"/>
                  </a:lnTo>
                  <a:lnTo>
                    <a:pt x="43521" y="27641"/>
                  </a:lnTo>
                  <a:cubicBezTo>
                    <a:pt x="44234" y="29087"/>
                    <a:pt x="45615" y="30088"/>
                    <a:pt x="47211" y="30324"/>
                  </a:cubicBezTo>
                  <a:lnTo>
                    <a:pt x="60103" y="32196"/>
                  </a:lnTo>
                  <a:lnTo>
                    <a:pt x="50778" y="41291"/>
                  </a:lnTo>
                  <a:cubicBezTo>
                    <a:pt x="49626" y="42417"/>
                    <a:pt x="49096" y="44040"/>
                    <a:pt x="49371" y="45630"/>
                  </a:cubicBezTo>
                  <a:lnTo>
                    <a:pt x="51570" y="58469"/>
                  </a:lnTo>
                  <a:lnTo>
                    <a:pt x="40040" y="52409"/>
                  </a:lnTo>
                  <a:cubicBezTo>
                    <a:pt x="39326" y="52036"/>
                    <a:pt x="38541" y="51846"/>
                    <a:pt x="37762" y="51846"/>
                  </a:cubicBezTo>
                  <a:cubicBezTo>
                    <a:pt x="36984" y="51846"/>
                    <a:pt x="36198" y="52036"/>
                    <a:pt x="35485" y="52409"/>
                  </a:cubicBezTo>
                  <a:lnTo>
                    <a:pt x="23955" y="58469"/>
                  </a:lnTo>
                  <a:lnTo>
                    <a:pt x="26160" y="45630"/>
                  </a:lnTo>
                  <a:cubicBezTo>
                    <a:pt x="26435" y="44040"/>
                    <a:pt x="25905" y="42417"/>
                    <a:pt x="24753" y="41291"/>
                  </a:cubicBezTo>
                  <a:lnTo>
                    <a:pt x="15428" y="32196"/>
                  </a:lnTo>
                  <a:lnTo>
                    <a:pt x="28320" y="30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6277053" y="4263180"/>
              <a:ext cx="75524" cy="72315"/>
            </a:xfrm>
            <a:custGeom>
              <a:rect b="b" l="l" r="r" t="t"/>
              <a:pathLst>
                <a:path extrusionOk="0" h="72315" w="75524">
                  <a:moveTo>
                    <a:pt x="16056" y="46507"/>
                  </a:moveTo>
                  <a:lnTo>
                    <a:pt x="12615" y="66589"/>
                  </a:lnTo>
                  <a:cubicBezTo>
                    <a:pt x="12300" y="68428"/>
                    <a:pt x="13053" y="70287"/>
                    <a:pt x="14565" y="71380"/>
                  </a:cubicBezTo>
                  <a:cubicBezTo>
                    <a:pt x="16070" y="72472"/>
                    <a:pt x="18072" y="72623"/>
                    <a:pt x="19721" y="71752"/>
                  </a:cubicBezTo>
                  <a:lnTo>
                    <a:pt x="37756" y="62271"/>
                  </a:lnTo>
                  <a:lnTo>
                    <a:pt x="55790" y="71752"/>
                  </a:lnTo>
                  <a:cubicBezTo>
                    <a:pt x="56510" y="72132"/>
                    <a:pt x="57289" y="72315"/>
                    <a:pt x="58068" y="72315"/>
                  </a:cubicBezTo>
                  <a:cubicBezTo>
                    <a:pt x="59082" y="72315"/>
                    <a:pt x="60096" y="72001"/>
                    <a:pt x="60947" y="71380"/>
                  </a:cubicBezTo>
                  <a:cubicBezTo>
                    <a:pt x="62458" y="70287"/>
                    <a:pt x="63211" y="68428"/>
                    <a:pt x="62897" y="66589"/>
                  </a:cubicBezTo>
                  <a:lnTo>
                    <a:pt x="59455" y="46507"/>
                  </a:lnTo>
                  <a:lnTo>
                    <a:pt x="74047" y="32281"/>
                  </a:lnTo>
                  <a:cubicBezTo>
                    <a:pt x="75382" y="30978"/>
                    <a:pt x="75860" y="29035"/>
                    <a:pt x="75284" y="27261"/>
                  </a:cubicBezTo>
                  <a:cubicBezTo>
                    <a:pt x="74708" y="25488"/>
                    <a:pt x="73177" y="24199"/>
                    <a:pt x="71332" y="23930"/>
                  </a:cubicBezTo>
                  <a:lnTo>
                    <a:pt x="51170" y="20999"/>
                  </a:lnTo>
                  <a:lnTo>
                    <a:pt x="42153" y="2729"/>
                  </a:lnTo>
                  <a:cubicBezTo>
                    <a:pt x="41329" y="1053"/>
                    <a:pt x="39627" y="0"/>
                    <a:pt x="37762" y="0"/>
                  </a:cubicBezTo>
                  <a:cubicBezTo>
                    <a:pt x="35897" y="0"/>
                    <a:pt x="34196" y="1060"/>
                    <a:pt x="33371" y="2729"/>
                  </a:cubicBezTo>
                  <a:lnTo>
                    <a:pt x="24354" y="20999"/>
                  </a:lnTo>
                  <a:lnTo>
                    <a:pt x="4193" y="23930"/>
                  </a:lnTo>
                  <a:cubicBezTo>
                    <a:pt x="2347" y="24199"/>
                    <a:pt x="816" y="25495"/>
                    <a:pt x="240" y="27261"/>
                  </a:cubicBezTo>
                  <a:cubicBezTo>
                    <a:pt x="-336" y="29028"/>
                    <a:pt x="142" y="30978"/>
                    <a:pt x="1477" y="32281"/>
                  </a:cubicBezTo>
                  <a:lnTo>
                    <a:pt x="16070" y="46507"/>
                  </a:lnTo>
                  <a:close/>
                  <a:moveTo>
                    <a:pt x="28300" y="30324"/>
                  </a:moveTo>
                  <a:cubicBezTo>
                    <a:pt x="29896" y="30095"/>
                    <a:pt x="31277" y="29087"/>
                    <a:pt x="31991" y="27641"/>
                  </a:cubicBezTo>
                  <a:lnTo>
                    <a:pt x="37756" y="15960"/>
                  </a:lnTo>
                  <a:lnTo>
                    <a:pt x="43521" y="27641"/>
                  </a:lnTo>
                  <a:cubicBezTo>
                    <a:pt x="44234" y="29087"/>
                    <a:pt x="45615" y="30088"/>
                    <a:pt x="47211" y="30324"/>
                  </a:cubicBezTo>
                  <a:lnTo>
                    <a:pt x="60103" y="32196"/>
                  </a:lnTo>
                  <a:lnTo>
                    <a:pt x="50778" y="41291"/>
                  </a:lnTo>
                  <a:cubicBezTo>
                    <a:pt x="49626" y="42417"/>
                    <a:pt x="49096" y="44040"/>
                    <a:pt x="49371" y="45630"/>
                  </a:cubicBezTo>
                  <a:lnTo>
                    <a:pt x="51570" y="58469"/>
                  </a:lnTo>
                  <a:lnTo>
                    <a:pt x="40039" y="52409"/>
                  </a:lnTo>
                  <a:cubicBezTo>
                    <a:pt x="39326" y="52036"/>
                    <a:pt x="38541" y="51846"/>
                    <a:pt x="37762" y="51846"/>
                  </a:cubicBezTo>
                  <a:cubicBezTo>
                    <a:pt x="36983" y="51846"/>
                    <a:pt x="36198" y="52036"/>
                    <a:pt x="35485" y="52409"/>
                  </a:cubicBezTo>
                  <a:lnTo>
                    <a:pt x="23955" y="58469"/>
                  </a:lnTo>
                  <a:lnTo>
                    <a:pt x="26160" y="45630"/>
                  </a:lnTo>
                  <a:cubicBezTo>
                    <a:pt x="26435" y="44040"/>
                    <a:pt x="25905" y="42417"/>
                    <a:pt x="24753" y="41291"/>
                  </a:cubicBezTo>
                  <a:lnTo>
                    <a:pt x="15428" y="32196"/>
                  </a:lnTo>
                  <a:lnTo>
                    <a:pt x="28320" y="30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7"/>
            <p:cNvSpPr/>
            <p:nvPr/>
          </p:nvSpPr>
          <p:spPr>
            <a:xfrm>
              <a:off x="6369752" y="4154442"/>
              <a:ext cx="98221" cy="113299"/>
            </a:xfrm>
            <a:custGeom>
              <a:rect b="b" l="l" r="r" t="t"/>
              <a:pathLst>
                <a:path extrusionOk="0" h="113299" w="98221">
                  <a:moveTo>
                    <a:pt x="20911" y="32490"/>
                  </a:moveTo>
                  <a:lnTo>
                    <a:pt x="20911" y="38445"/>
                  </a:lnTo>
                  <a:cubicBezTo>
                    <a:pt x="20911" y="52429"/>
                    <a:pt x="31074" y="64070"/>
                    <a:pt x="44397" y="66400"/>
                  </a:cubicBezTo>
                  <a:lnTo>
                    <a:pt x="44397" y="80141"/>
                  </a:lnTo>
                  <a:cubicBezTo>
                    <a:pt x="32396" y="82098"/>
                    <a:pt x="22874" y="91534"/>
                    <a:pt x="20807" y="103503"/>
                  </a:cubicBezTo>
                  <a:lnTo>
                    <a:pt x="13949" y="103503"/>
                  </a:lnTo>
                  <a:cubicBezTo>
                    <a:pt x="7634" y="103503"/>
                    <a:pt x="7634" y="113299"/>
                    <a:pt x="13949" y="113299"/>
                  </a:cubicBezTo>
                  <a:lnTo>
                    <a:pt x="84275" y="113299"/>
                  </a:lnTo>
                  <a:cubicBezTo>
                    <a:pt x="90589" y="113299"/>
                    <a:pt x="90589" y="103503"/>
                    <a:pt x="84275" y="103503"/>
                  </a:cubicBezTo>
                  <a:lnTo>
                    <a:pt x="77220" y="103503"/>
                  </a:lnTo>
                  <a:cubicBezTo>
                    <a:pt x="75179" y="91730"/>
                    <a:pt x="65932" y="82399"/>
                    <a:pt x="54193" y="80246"/>
                  </a:cubicBezTo>
                  <a:lnTo>
                    <a:pt x="54193" y="66406"/>
                  </a:lnTo>
                  <a:cubicBezTo>
                    <a:pt x="67516" y="64077"/>
                    <a:pt x="77679" y="52435"/>
                    <a:pt x="77679" y="38451"/>
                  </a:cubicBezTo>
                  <a:lnTo>
                    <a:pt x="77679" y="32444"/>
                  </a:lnTo>
                  <a:cubicBezTo>
                    <a:pt x="83935" y="31600"/>
                    <a:pt x="88901" y="29094"/>
                    <a:pt x="92487" y="24938"/>
                  </a:cubicBezTo>
                  <a:cubicBezTo>
                    <a:pt x="99738" y="16529"/>
                    <a:pt x="98082" y="4679"/>
                    <a:pt x="98010" y="4182"/>
                  </a:cubicBezTo>
                  <a:cubicBezTo>
                    <a:pt x="97657" y="1780"/>
                    <a:pt x="95595" y="0"/>
                    <a:pt x="93161" y="0"/>
                  </a:cubicBezTo>
                  <a:lnTo>
                    <a:pt x="25806" y="0"/>
                  </a:lnTo>
                  <a:cubicBezTo>
                    <a:pt x="25806" y="0"/>
                    <a:pt x="25760" y="0"/>
                    <a:pt x="25741" y="0"/>
                  </a:cubicBezTo>
                  <a:cubicBezTo>
                    <a:pt x="25721" y="0"/>
                    <a:pt x="25695" y="0"/>
                    <a:pt x="25675" y="0"/>
                  </a:cubicBezTo>
                  <a:lnTo>
                    <a:pt x="5056" y="0"/>
                  </a:lnTo>
                  <a:cubicBezTo>
                    <a:pt x="2628" y="0"/>
                    <a:pt x="567" y="1780"/>
                    <a:pt x="213" y="4182"/>
                  </a:cubicBezTo>
                  <a:cubicBezTo>
                    <a:pt x="141" y="4679"/>
                    <a:pt x="-1521" y="16529"/>
                    <a:pt x="5736" y="24938"/>
                  </a:cubicBezTo>
                  <a:cubicBezTo>
                    <a:pt x="9388" y="29172"/>
                    <a:pt x="14485" y="31704"/>
                    <a:pt x="20911" y="32496"/>
                  </a:cubicBezTo>
                  <a:close/>
                  <a:moveTo>
                    <a:pt x="67202" y="103503"/>
                  </a:moveTo>
                  <a:lnTo>
                    <a:pt x="30819" y="103503"/>
                  </a:lnTo>
                  <a:cubicBezTo>
                    <a:pt x="32978" y="95487"/>
                    <a:pt x="40320" y="89565"/>
                    <a:pt x="49010" y="89565"/>
                  </a:cubicBezTo>
                  <a:cubicBezTo>
                    <a:pt x="57700" y="89565"/>
                    <a:pt x="65036" y="95487"/>
                    <a:pt x="67202" y="103503"/>
                  </a:cubicBezTo>
                  <a:close/>
                  <a:moveTo>
                    <a:pt x="85073" y="18532"/>
                  </a:moveTo>
                  <a:cubicBezTo>
                    <a:pt x="83346" y="20534"/>
                    <a:pt x="80866" y="21863"/>
                    <a:pt x="77685" y="22511"/>
                  </a:cubicBezTo>
                  <a:lnTo>
                    <a:pt x="77685" y="9796"/>
                  </a:lnTo>
                  <a:lnTo>
                    <a:pt x="88352" y="9796"/>
                  </a:lnTo>
                  <a:cubicBezTo>
                    <a:pt x="88122" y="12466"/>
                    <a:pt x="87337" y="15908"/>
                    <a:pt x="85073" y="18539"/>
                  </a:cubicBezTo>
                  <a:close/>
                  <a:moveTo>
                    <a:pt x="30707" y="9796"/>
                  </a:moveTo>
                  <a:lnTo>
                    <a:pt x="67889" y="9796"/>
                  </a:lnTo>
                  <a:lnTo>
                    <a:pt x="67889" y="27294"/>
                  </a:lnTo>
                  <a:cubicBezTo>
                    <a:pt x="67869" y="27484"/>
                    <a:pt x="67856" y="27667"/>
                    <a:pt x="67856" y="27863"/>
                  </a:cubicBezTo>
                  <a:cubicBezTo>
                    <a:pt x="67856" y="28060"/>
                    <a:pt x="67869" y="28243"/>
                    <a:pt x="67889" y="28433"/>
                  </a:cubicBezTo>
                  <a:lnTo>
                    <a:pt x="67889" y="38445"/>
                  </a:lnTo>
                  <a:cubicBezTo>
                    <a:pt x="67889" y="48692"/>
                    <a:pt x="59552" y="57035"/>
                    <a:pt x="49298" y="57035"/>
                  </a:cubicBezTo>
                  <a:cubicBezTo>
                    <a:pt x="39044" y="57035"/>
                    <a:pt x="30707" y="48699"/>
                    <a:pt x="30707" y="38445"/>
                  </a:cubicBezTo>
                  <a:lnTo>
                    <a:pt x="30707" y="9789"/>
                  </a:lnTo>
                  <a:lnTo>
                    <a:pt x="30707" y="9789"/>
                  </a:lnTo>
                  <a:close/>
                  <a:moveTo>
                    <a:pt x="20911" y="9796"/>
                  </a:moveTo>
                  <a:lnTo>
                    <a:pt x="20911" y="22582"/>
                  </a:lnTo>
                  <a:cubicBezTo>
                    <a:pt x="17568" y="21974"/>
                    <a:pt x="14983" y="20632"/>
                    <a:pt x="13190" y="18578"/>
                  </a:cubicBezTo>
                  <a:cubicBezTo>
                    <a:pt x="10899" y="15947"/>
                    <a:pt x="10107" y="12479"/>
                    <a:pt x="9879" y="9796"/>
                  </a:cubicBezTo>
                  <a:lnTo>
                    <a:pt x="20911" y="97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6251661" y="4287386"/>
              <a:ext cx="334400" cy="202098"/>
            </a:xfrm>
            <a:custGeom>
              <a:rect b="b" l="l" r="r" t="t"/>
              <a:pathLst>
                <a:path extrusionOk="0" h="202098" w="334400">
                  <a:moveTo>
                    <a:pt x="329505" y="192296"/>
                  </a:moveTo>
                  <a:lnTo>
                    <a:pt x="321941" y="192296"/>
                  </a:lnTo>
                  <a:lnTo>
                    <a:pt x="321941" y="128114"/>
                  </a:lnTo>
                  <a:cubicBezTo>
                    <a:pt x="321941" y="121171"/>
                    <a:pt x="316293" y="115518"/>
                    <a:pt x="309350" y="115518"/>
                  </a:cubicBezTo>
                  <a:lnTo>
                    <a:pt x="225067" y="115518"/>
                  </a:lnTo>
                  <a:cubicBezTo>
                    <a:pt x="223862" y="115518"/>
                    <a:pt x="222698" y="115701"/>
                    <a:pt x="221598" y="116015"/>
                  </a:cubicBezTo>
                  <a:lnTo>
                    <a:pt x="221598" y="12597"/>
                  </a:lnTo>
                  <a:cubicBezTo>
                    <a:pt x="221598" y="5654"/>
                    <a:pt x="215951" y="0"/>
                    <a:pt x="209008" y="0"/>
                  </a:cubicBezTo>
                  <a:lnTo>
                    <a:pt x="124724" y="0"/>
                  </a:lnTo>
                  <a:cubicBezTo>
                    <a:pt x="117781" y="0"/>
                    <a:pt x="112134" y="5648"/>
                    <a:pt x="112134" y="12597"/>
                  </a:cubicBezTo>
                  <a:lnTo>
                    <a:pt x="112134" y="64666"/>
                  </a:lnTo>
                  <a:cubicBezTo>
                    <a:pt x="111231" y="64463"/>
                    <a:pt x="110302" y="64345"/>
                    <a:pt x="109340" y="64345"/>
                  </a:cubicBezTo>
                  <a:lnTo>
                    <a:pt x="25056" y="64345"/>
                  </a:lnTo>
                  <a:cubicBezTo>
                    <a:pt x="18113" y="64345"/>
                    <a:pt x="12466" y="69993"/>
                    <a:pt x="12466" y="76935"/>
                  </a:cubicBezTo>
                  <a:lnTo>
                    <a:pt x="12466" y="115230"/>
                  </a:lnTo>
                  <a:cubicBezTo>
                    <a:pt x="12466" y="121544"/>
                    <a:pt x="22262" y="121544"/>
                    <a:pt x="22262" y="115230"/>
                  </a:cubicBezTo>
                  <a:lnTo>
                    <a:pt x="22262" y="76935"/>
                  </a:lnTo>
                  <a:cubicBezTo>
                    <a:pt x="22262" y="75398"/>
                    <a:pt x="23518" y="74141"/>
                    <a:pt x="25056" y="74141"/>
                  </a:cubicBezTo>
                  <a:lnTo>
                    <a:pt x="109340" y="74141"/>
                  </a:lnTo>
                  <a:cubicBezTo>
                    <a:pt x="110878" y="74141"/>
                    <a:pt x="112134" y="75398"/>
                    <a:pt x="112134" y="76935"/>
                  </a:cubicBezTo>
                  <a:lnTo>
                    <a:pt x="112134" y="192296"/>
                  </a:lnTo>
                  <a:lnTo>
                    <a:pt x="22262" y="192296"/>
                  </a:lnTo>
                  <a:lnTo>
                    <a:pt x="22262" y="139396"/>
                  </a:lnTo>
                  <a:cubicBezTo>
                    <a:pt x="22262" y="133081"/>
                    <a:pt x="12466" y="133081"/>
                    <a:pt x="12466" y="139396"/>
                  </a:cubicBezTo>
                  <a:lnTo>
                    <a:pt x="12466" y="192296"/>
                  </a:lnTo>
                  <a:lnTo>
                    <a:pt x="4901" y="192296"/>
                  </a:lnTo>
                  <a:cubicBezTo>
                    <a:pt x="2192" y="192296"/>
                    <a:pt x="0" y="194488"/>
                    <a:pt x="0" y="197197"/>
                  </a:cubicBezTo>
                  <a:cubicBezTo>
                    <a:pt x="0" y="199906"/>
                    <a:pt x="2192" y="202098"/>
                    <a:pt x="4901" y="202098"/>
                  </a:cubicBezTo>
                  <a:lnTo>
                    <a:pt x="329499" y="202098"/>
                  </a:lnTo>
                  <a:cubicBezTo>
                    <a:pt x="332208" y="202098"/>
                    <a:pt x="334400" y="199906"/>
                    <a:pt x="334400" y="197197"/>
                  </a:cubicBezTo>
                  <a:cubicBezTo>
                    <a:pt x="334400" y="194488"/>
                    <a:pt x="332208" y="192296"/>
                    <a:pt x="329499" y="192296"/>
                  </a:cubicBezTo>
                  <a:close/>
                  <a:moveTo>
                    <a:pt x="121930" y="192296"/>
                  </a:moveTo>
                  <a:lnTo>
                    <a:pt x="121930" y="12597"/>
                  </a:lnTo>
                  <a:cubicBezTo>
                    <a:pt x="121930" y="11053"/>
                    <a:pt x="123180" y="9803"/>
                    <a:pt x="124718" y="9803"/>
                  </a:cubicBezTo>
                  <a:lnTo>
                    <a:pt x="209002" y="9803"/>
                  </a:lnTo>
                  <a:cubicBezTo>
                    <a:pt x="210539" y="9803"/>
                    <a:pt x="211796" y="11059"/>
                    <a:pt x="211796" y="12597"/>
                  </a:cubicBezTo>
                  <a:lnTo>
                    <a:pt x="211796" y="192296"/>
                  </a:lnTo>
                  <a:lnTo>
                    <a:pt x="121930" y="192296"/>
                  </a:lnTo>
                  <a:close/>
                  <a:moveTo>
                    <a:pt x="222272" y="192296"/>
                  </a:moveTo>
                  <a:lnTo>
                    <a:pt x="222272" y="128114"/>
                  </a:lnTo>
                  <a:cubicBezTo>
                    <a:pt x="222272" y="126570"/>
                    <a:pt x="223522" y="125320"/>
                    <a:pt x="225067" y="125320"/>
                  </a:cubicBezTo>
                  <a:lnTo>
                    <a:pt x="309350" y="125320"/>
                  </a:lnTo>
                  <a:cubicBezTo>
                    <a:pt x="310888" y="125320"/>
                    <a:pt x="312145" y="126576"/>
                    <a:pt x="312145" y="128114"/>
                  </a:cubicBezTo>
                  <a:lnTo>
                    <a:pt x="312145" y="192296"/>
                  </a:lnTo>
                  <a:lnTo>
                    <a:pt x="222272" y="1922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" name="Google Shape;585;p27"/>
          <p:cNvGrpSpPr/>
          <p:nvPr/>
        </p:nvGrpSpPr>
        <p:grpSpPr>
          <a:xfrm>
            <a:off x="6322852" y="2682425"/>
            <a:ext cx="345092" cy="345092"/>
            <a:chOff x="6711459" y="4186513"/>
            <a:chExt cx="335041" cy="335041"/>
          </a:xfrm>
        </p:grpSpPr>
        <p:sp>
          <p:nvSpPr>
            <p:cNvPr id="586" name="Google Shape;586;p27"/>
            <p:cNvSpPr/>
            <p:nvPr/>
          </p:nvSpPr>
          <p:spPr>
            <a:xfrm>
              <a:off x="6850299" y="4443780"/>
              <a:ext cx="9815" cy="50154"/>
            </a:xfrm>
            <a:custGeom>
              <a:rect b="b" l="l" r="r" t="t"/>
              <a:pathLst>
                <a:path extrusionOk="0" h="50154" w="9815">
                  <a:moveTo>
                    <a:pt x="0" y="4746"/>
                  </a:moveTo>
                  <a:lnTo>
                    <a:pt x="0" y="45409"/>
                  </a:lnTo>
                  <a:cubicBezTo>
                    <a:pt x="0" y="51737"/>
                    <a:pt x="9816" y="51737"/>
                    <a:pt x="9816" y="45409"/>
                  </a:cubicBezTo>
                  <a:lnTo>
                    <a:pt x="9816" y="4746"/>
                  </a:lnTo>
                  <a:cubicBezTo>
                    <a:pt x="9816" y="-1582"/>
                    <a:pt x="0" y="-1582"/>
                    <a:pt x="0" y="47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6894829" y="4443780"/>
              <a:ext cx="9815" cy="50154"/>
            </a:xfrm>
            <a:custGeom>
              <a:rect b="b" l="l" r="r" t="t"/>
              <a:pathLst>
                <a:path extrusionOk="0" h="50154" w="9815">
                  <a:moveTo>
                    <a:pt x="0" y="4746"/>
                  </a:moveTo>
                  <a:lnTo>
                    <a:pt x="0" y="45409"/>
                  </a:lnTo>
                  <a:cubicBezTo>
                    <a:pt x="0" y="51737"/>
                    <a:pt x="9816" y="51737"/>
                    <a:pt x="9816" y="45409"/>
                  </a:cubicBezTo>
                  <a:lnTo>
                    <a:pt x="9816" y="4746"/>
                  </a:lnTo>
                  <a:cubicBezTo>
                    <a:pt x="9816" y="-1582"/>
                    <a:pt x="0" y="-1582"/>
                    <a:pt x="0" y="47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6954430" y="4443780"/>
              <a:ext cx="9815" cy="50154"/>
            </a:xfrm>
            <a:custGeom>
              <a:rect b="b" l="l" r="r" t="t"/>
              <a:pathLst>
                <a:path extrusionOk="0" h="50154" w="9815">
                  <a:moveTo>
                    <a:pt x="0" y="4746"/>
                  </a:moveTo>
                  <a:lnTo>
                    <a:pt x="0" y="45409"/>
                  </a:lnTo>
                  <a:cubicBezTo>
                    <a:pt x="0" y="51737"/>
                    <a:pt x="9816" y="51737"/>
                    <a:pt x="9816" y="45409"/>
                  </a:cubicBezTo>
                  <a:lnTo>
                    <a:pt x="9816" y="4746"/>
                  </a:lnTo>
                  <a:cubicBezTo>
                    <a:pt x="9816" y="-1582"/>
                    <a:pt x="0" y="-1582"/>
                    <a:pt x="0" y="47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7"/>
            <p:cNvSpPr/>
            <p:nvPr/>
          </p:nvSpPr>
          <p:spPr>
            <a:xfrm>
              <a:off x="6998960" y="4443780"/>
              <a:ext cx="9815" cy="50154"/>
            </a:xfrm>
            <a:custGeom>
              <a:rect b="b" l="l" r="r" t="t"/>
              <a:pathLst>
                <a:path extrusionOk="0" h="50154" w="9815">
                  <a:moveTo>
                    <a:pt x="0" y="4746"/>
                  </a:moveTo>
                  <a:lnTo>
                    <a:pt x="0" y="45409"/>
                  </a:lnTo>
                  <a:cubicBezTo>
                    <a:pt x="0" y="51737"/>
                    <a:pt x="9816" y="51737"/>
                    <a:pt x="9816" y="45409"/>
                  </a:cubicBezTo>
                  <a:lnTo>
                    <a:pt x="9816" y="4746"/>
                  </a:lnTo>
                  <a:cubicBezTo>
                    <a:pt x="9816" y="-1582"/>
                    <a:pt x="0" y="-1582"/>
                    <a:pt x="0" y="47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6711459" y="4186513"/>
              <a:ext cx="335041" cy="335041"/>
            </a:xfrm>
            <a:custGeom>
              <a:rect b="b" l="l" r="r" t="t"/>
              <a:pathLst>
                <a:path extrusionOk="0" h="335041" w="335041">
                  <a:moveTo>
                    <a:pt x="335009" y="93013"/>
                  </a:moveTo>
                  <a:cubicBezTo>
                    <a:pt x="335002" y="92909"/>
                    <a:pt x="335002" y="92797"/>
                    <a:pt x="334982" y="92693"/>
                  </a:cubicBezTo>
                  <a:cubicBezTo>
                    <a:pt x="334963" y="92555"/>
                    <a:pt x="334924" y="92418"/>
                    <a:pt x="334891" y="92280"/>
                  </a:cubicBezTo>
                  <a:cubicBezTo>
                    <a:pt x="334865" y="92182"/>
                    <a:pt x="334851" y="92084"/>
                    <a:pt x="334826" y="91986"/>
                  </a:cubicBezTo>
                  <a:cubicBezTo>
                    <a:pt x="334786" y="91868"/>
                    <a:pt x="334734" y="91757"/>
                    <a:pt x="334695" y="91639"/>
                  </a:cubicBezTo>
                  <a:cubicBezTo>
                    <a:pt x="334655" y="91535"/>
                    <a:pt x="334616" y="91423"/>
                    <a:pt x="334570" y="91319"/>
                  </a:cubicBezTo>
                  <a:cubicBezTo>
                    <a:pt x="334531" y="91233"/>
                    <a:pt x="334472" y="91148"/>
                    <a:pt x="334426" y="91070"/>
                  </a:cubicBezTo>
                  <a:cubicBezTo>
                    <a:pt x="334361" y="90945"/>
                    <a:pt x="334295" y="90821"/>
                    <a:pt x="334217" y="90704"/>
                  </a:cubicBezTo>
                  <a:cubicBezTo>
                    <a:pt x="334171" y="90638"/>
                    <a:pt x="334119" y="90586"/>
                    <a:pt x="334073" y="90520"/>
                  </a:cubicBezTo>
                  <a:cubicBezTo>
                    <a:pt x="333982" y="90389"/>
                    <a:pt x="333883" y="90258"/>
                    <a:pt x="333778" y="90141"/>
                  </a:cubicBezTo>
                  <a:cubicBezTo>
                    <a:pt x="333732" y="90088"/>
                    <a:pt x="333674" y="90042"/>
                    <a:pt x="333628" y="89997"/>
                  </a:cubicBezTo>
                  <a:cubicBezTo>
                    <a:pt x="333510" y="89879"/>
                    <a:pt x="333392" y="89755"/>
                    <a:pt x="333261" y="89650"/>
                  </a:cubicBezTo>
                  <a:cubicBezTo>
                    <a:pt x="333150" y="89558"/>
                    <a:pt x="333026" y="89480"/>
                    <a:pt x="332908" y="89395"/>
                  </a:cubicBezTo>
                  <a:cubicBezTo>
                    <a:pt x="332829" y="89342"/>
                    <a:pt x="332758" y="89277"/>
                    <a:pt x="332673" y="89231"/>
                  </a:cubicBezTo>
                  <a:cubicBezTo>
                    <a:pt x="332463" y="89107"/>
                    <a:pt x="332247" y="88995"/>
                    <a:pt x="332018" y="88897"/>
                  </a:cubicBezTo>
                  <a:cubicBezTo>
                    <a:pt x="330186" y="88138"/>
                    <a:pt x="328079" y="88551"/>
                    <a:pt x="326672" y="89944"/>
                  </a:cubicBezTo>
                  <a:lnTo>
                    <a:pt x="222829" y="193153"/>
                  </a:lnTo>
                  <a:lnTo>
                    <a:pt x="222829" y="94113"/>
                  </a:lnTo>
                  <a:cubicBezTo>
                    <a:pt x="222829" y="92130"/>
                    <a:pt x="221638" y="90343"/>
                    <a:pt x="219805" y="89578"/>
                  </a:cubicBezTo>
                  <a:cubicBezTo>
                    <a:pt x="217973" y="88819"/>
                    <a:pt x="215866" y="89231"/>
                    <a:pt x="214459" y="90631"/>
                  </a:cubicBezTo>
                  <a:lnTo>
                    <a:pt x="165714" y="139180"/>
                  </a:lnTo>
                  <a:lnTo>
                    <a:pt x="165714" y="4908"/>
                  </a:lnTo>
                  <a:cubicBezTo>
                    <a:pt x="165714" y="2199"/>
                    <a:pt x="163516" y="0"/>
                    <a:pt x="160807" y="0"/>
                  </a:cubicBezTo>
                  <a:lnTo>
                    <a:pt x="105793" y="0"/>
                  </a:lnTo>
                  <a:cubicBezTo>
                    <a:pt x="103084" y="0"/>
                    <a:pt x="100885" y="2199"/>
                    <a:pt x="100885" y="4908"/>
                  </a:cubicBezTo>
                  <a:lnTo>
                    <a:pt x="100885" y="200842"/>
                  </a:lnTo>
                  <a:lnTo>
                    <a:pt x="87785" y="200842"/>
                  </a:lnTo>
                  <a:lnTo>
                    <a:pt x="87785" y="4908"/>
                  </a:lnTo>
                  <a:cubicBezTo>
                    <a:pt x="87785" y="2199"/>
                    <a:pt x="85586" y="0"/>
                    <a:pt x="82877" y="0"/>
                  </a:cubicBezTo>
                  <a:lnTo>
                    <a:pt x="27863" y="0"/>
                  </a:lnTo>
                  <a:cubicBezTo>
                    <a:pt x="25154" y="0"/>
                    <a:pt x="22956" y="2199"/>
                    <a:pt x="22956" y="4908"/>
                  </a:cubicBezTo>
                  <a:lnTo>
                    <a:pt x="22956" y="20940"/>
                  </a:lnTo>
                  <a:cubicBezTo>
                    <a:pt x="22956" y="27268"/>
                    <a:pt x="32771" y="27268"/>
                    <a:pt x="32771" y="20940"/>
                  </a:cubicBezTo>
                  <a:lnTo>
                    <a:pt x="32771" y="9816"/>
                  </a:lnTo>
                  <a:lnTo>
                    <a:pt x="77969" y="9816"/>
                  </a:lnTo>
                  <a:lnTo>
                    <a:pt x="77969" y="53783"/>
                  </a:lnTo>
                  <a:lnTo>
                    <a:pt x="32771" y="53783"/>
                  </a:lnTo>
                  <a:lnTo>
                    <a:pt x="32771" y="41226"/>
                  </a:lnTo>
                  <a:cubicBezTo>
                    <a:pt x="32771" y="34898"/>
                    <a:pt x="22956" y="34898"/>
                    <a:pt x="22956" y="41226"/>
                  </a:cubicBezTo>
                  <a:lnTo>
                    <a:pt x="22956" y="200835"/>
                  </a:lnTo>
                  <a:lnTo>
                    <a:pt x="4908" y="200835"/>
                  </a:lnTo>
                  <a:cubicBezTo>
                    <a:pt x="2199" y="200835"/>
                    <a:pt x="0" y="203034"/>
                    <a:pt x="0" y="205743"/>
                  </a:cubicBezTo>
                  <a:lnTo>
                    <a:pt x="0" y="330134"/>
                  </a:lnTo>
                  <a:cubicBezTo>
                    <a:pt x="0" y="332843"/>
                    <a:pt x="2199" y="335041"/>
                    <a:pt x="4908" y="335041"/>
                  </a:cubicBezTo>
                  <a:lnTo>
                    <a:pt x="330022" y="335041"/>
                  </a:lnTo>
                  <a:cubicBezTo>
                    <a:pt x="332732" y="335041"/>
                    <a:pt x="334930" y="332843"/>
                    <a:pt x="334930" y="330134"/>
                  </a:cubicBezTo>
                  <a:lnTo>
                    <a:pt x="334943" y="294470"/>
                  </a:lnTo>
                  <a:cubicBezTo>
                    <a:pt x="334943" y="288142"/>
                    <a:pt x="325134" y="288129"/>
                    <a:pt x="325128" y="294470"/>
                  </a:cubicBezTo>
                  <a:lnTo>
                    <a:pt x="325114" y="325226"/>
                  </a:lnTo>
                  <a:lnTo>
                    <a:pt x="110740" y="325226"/>
                  </a:lnTo>
                  <a:lnTo>
                    <a:pt x="110740" y="242617"/>
                  </a:lnTo>
                  <a:lnTo>
                    <a:pt x="213019" y="141130"/>
                  </a:lnTo>
                  <a:lnTo>
                    <a:pt x="213019" y="204951"/>
                  </a:lnTo>
                  <a:cubicBezTo>
                    <a:pt x="213019" y="204951"/>
                    <a:pt x="213019" y="204984"/>
                    <a:pt x="213019" y="205004"/>
                  </a:cubicBezTo>
                  <a:lnTo>
                    <a:pt x="212981" y="239803"/>
                  </a:lnTo>
                  <a:cubicBezTo>
                    <a:pt x="212981" y="244057"/>
                    <a:pt x="218307" y="246308"/>
                    <a:pt x="221343" y="243291"/>
                  </a:cubicBezTo>
                  <a:lnTo>
                    <a:pt x="325199" y="140338"/>
                  </a:lnTo>
                  <a:lnTo>
                    <a:pt x="325134" y="274178"/>
                  </a:lnTo>
                  <a:cubicBezTo>
                    <a:pt x="325134" y="280506"/>
                    <a:pt x="334943" y="280519"/>
                    <a:pt x="334950" y="274178"/>
                  </a:cubicBezTo>
                  <a:lnTo>
                    <a:pt x="335022" y="128873"/>
                  </a:lnTo>
                  <a:cubicBezTo>
                    <a:pt x="335028" y="128762"/>
                    <a:pt x="335041" y="128644"/>
                    <a:pt x="335041" y="128533"/>
                  </a:cubicBezTo>
                  <a:lnTo>
                    <a:pt x="335041" y="93412"/>
                  </a:lnTo>
                  <a:cubicBezTo>
                    <a:pt x="335041" y="93275"/>
                    <a:pt x="335022" y="93138"/>
                    <a:pt x="335009" y="93000"/>
                  </a:cubicBezTo>
                  <a:close/>
                  <a:moveTo>
                    <a:pt x="110701" y="193971"/>
                  </a:moveTo>
                  <a:lnTo>
                    <a:pt x="110701" y="87209"/>
                  </a:lnTo>
                  <a:lnTo>
                    <a:pt x="155899" y="87209"/>
                  </a:lnTo>
                  <a:lnTo>
                    <a:pt x="155899" y="148956"/>
                  </a:lnTo>
                  <a:lnTo>
                    <a:pt x="110701" y="193971"/>
                  </a:lnTo>
                  <a:close/>
                  <a:moveTo>
                    <a:pt x="110701" y="63599"/>
                  </a:moveTo>
                  <a:lnTo>
                    <a:pt x="155899" y="63599"/>
                  </a:lnTo>
                  <a:lnTo>
                    <a:pt x="155899" y="77393"/>
                  </a:lnTo>
                  <a:lnTo>
                    <a:pt x="110701" y="77393"/>
                  </a:lnTo>
                  <a:lnTo>
                    <a:pt x="110701" y="63599"/>
                  </a:lnTo>
                  <a:lnTo>
                    <a:pt x="110701" y="63599"/>
                  </a:lnTo>
                  <a:close/>
                  <a:moveTo>
                    <a:pt x="155899" y="9822"/>
                  </a:moveTo>
                  <a:lnTo>
                    <a:pt x="155899" y="53790"/>
                  </a:lnTo>
                  <a:lnTo>
                    <a:pt x="110701" y="53790"/>
                  </a:lnTo>
                  <a:lnTo>
                    <a:pt x="110701" y="9822"/>
                  </a:lnTo>
                  <a:lnTo>
                    <a:pt x="155899" y="9822"/>
                  </a:lnTo>
                  <a:close/>
                  <a:moveTo>
                    <a:pt x="77969" y="63599"/>
                  </a:moveTo>
                  <a:lnTo>
                    <a:pt x="77969" y="77393"/>
                  </a:lnTo>
                  <a:lnTo>
                    <a:pt x="32771" y="77393"/>
                  </a:lnTo>
                  <a:lnTo>
                    <a:pt x="32771" y="63599"/>
                  </a:lnTo>
                  <a:lnTo>
                    <a:pt x="77969" y="63599"/>
                  </a:lnTo>
                  <a:close/>
                  <a:moveTo>
                    <a:pt x="32771" y="87216"/>
                  </a:moveTo>
                  <a:lnTo>
                    <a:pt x="77969" y="87216"/>
                  </a:lnTo>
                  <a:lnTo>
                    <a:pt x="77969" y="200848"/>
                  </a:lnTo>
                  <a:lnTo>
                    <a:pt x="32771" y="200848"/>
                  </a:lnTo>
                  <a:lnTo>
                    <a:pt x="32771" y="87216"/>
                  </a:lnTo>
                  <a:close/>
                  <a:moveTo>
                    <a:pt x="39321" y="325233"/>
                  </a:moveTo>
                  <a:lnTo>
                    <a:pt x="39321" y="270775"/>
                  </a:lnTo>
                  <a:lnTo>
                    <a:pt x="71419" y="270775"/>
                  </a:lnTo>
                  <a:lnTo>
                    <a:pt x="71419" y="325233"/>
                  </a:lnTo>
                  <a:lnTo>
                    <a:pt x="39321" y="325233"/>
                  </a:lnTo>
                  <a:close/>
                  <a:moveTo>
                    <a:pt x="81235" y="325233"/>
                  </a:moveTo>
                  <a:lnTo>
                    <a:pt x="81235" y="265867"/>
                  </a:lnTo>
                  <a:cubicBezTo>
                    <a:pt x="81235" y="263158"/>
                    <a:pt x="79036" y="260959"/>
                    <a:pt x="76327" y="260959"/>
                  </a:cubicBezTo>
                  <a:lnTo>
                    <a:pt x="34414" y="260959"/>
                  </a:lnTo>
                  <a:cubicBezTo>
                    <a:pt x="31704" y="260959"/>
                    <a:pt x="29506" y="263158"/>
                    <a:pt x="29506" y="265867"/>
                  </a:cubicBezTo>
                  <a:lnTo>
                    <a:pt x="29506" y="325233"/>
                  </a:lnTo>
                  <a:lnTo>
                    <a:pt x="9816" y="325233"/>
                  </a:lnTo>
                  <a:lnTo>
                    <a:pt x="9816" y="210664"/>
                  </a:lnTo>
                  <a:lnTo>
                    <a:pt x="100918" y="210664"/>
                  </a:lnTo>
                  <a:lnTo>
                    <a:pt x="100885" y="240608"/>
                  </a:lnTo>
                  <a:cubicBezTo>
                    <a:pt x="100885" y="240778"/>
                    <a:pt x="100905" y="240948"/>
                    <a:pt x="100925" y="241112"/>
                  </a:cubicBezTo>
                  <a:lnTo>
                    <a:pt x="100925" y="325233"/>
                  </a:lnTo>
                  <a:lnTo>
                    <a:pt x="81235" y="325233"/>
                  </a:lnTo>
                  <a:close/>
                  <a:moveTo>
                    <a:pt x="110740" y="228790"/>
                  </a:moveTo>
                  <a:lnTo>
                    <a:pt x="110740" y="207791"/>
                  </a:lnTo>
                  <a:lnTo>
                    <a:pt x="213019" y="105924"/>
                  </a:lnTo>
                  <a:lnTo>
                    <a:pt x="213019" y="127303"/>
                  </a:lnTo>
                  <a:lnTo>
                    <a:pt x="110740" y="228790"/>
                  </a:lnTo>
                  <a:close/>
                  <a:moveTo>
                    <a:pt x="222809" y="228024"/>
                  </a:moveTo>
                  <a:lnTo>
                    <a:pt x="222829" y="206993"/>
                  </a:lnTo>
                  <a:lnTo>
                    <a:pt x="325213" y="105224"/>
                  </a:lnTo>
                  <a:lnTo>
                    <a:pt x="325199" y="126511"/>
                  </a:lnTo>
                  <a:lnTo>
                    <a:pt x="222803" y="2280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27"/>
          <p:cNvGrpSpPr/>
          <p:nvPr/>
        </p:nvGrpSpPr>
        <p:grpSpPr>
          <a:xfrm>
            <a:off x="7092046" y="2682491"/>
            <a:ext cx="345095" cy="344959"/>
            <a:chOff x="7470658" y="4293515"/>
            <a:chExt cx="335044" cy="334912"/>
          </a:xfrm>
        </p:grpSpPr>
        <p:sp>
          <p:nvSpPr>
            <p:cNvPr id="592" name="Google Shape;592;p27"/>
            <p:cNvSpPr/>
            <p:nvPr/>
          </p:nvSpPr>
          <p:spPr>
            <a:xfrm>
              <a:off x="7470658" y="4293515"/>
              <a:ext cx="335044" cy="334912"/>
            </a:xfrm>
            <a:custGeom>
              <a:rect b="b" l="l" r="r" t="t"/>
              <a:pathLst>
                <a:path extrusionOk="0" h="334912" w="335044">
                  <a:moveTo>
                    <a:pt x="333213" y="61147"/>
                  </a:moveTo>
                  <a:lnTo>
                    <a:pt x="276577" y="2050"/>
                  </a:lnTo>
                  <a:cubicBezTo>
                    <a:pt x="274044" y="-600"/>
                    <a:pt x="269830" y="-692"/>
                    <a:pt x="267180" y="1840"/>
                  </a:cubicBezTo>
                  <a:lnTo>
                    <a:pt x="226465" y="40704"/>
                  </a:lnTo>
                  <a:cubicBezTo>
                    <a:pt x="224213" y="42955"/>
                    <a:pt x="223729" y="46508"/>
                    <a:pt x="225522" y="49198"/>
                  </a:cubicBezTo>
                  <a:cubicBezTo>
                    <a:pt x="226366" y="50461"/>
                    <a:pt x="227610" y="51521"/>
                    <a:pt x="228650" y="52614"/>
                  </a:cubicBezTo>
                  <a:lnTo>
                    <a:pt x="221975" y="58981"/>
                  </a:lnTo>
                  <a:cubicBezTo>
                    <a:pt x="216524" y="57351"/>
                    <a:pt x="210629" y="57600"/>
                    <a:pt x="205184" y="59131"/>
                  </a:cubicBezTo>
                  <a:cubicBezTo>
                    <a:pt x="194950" y="62017"/>
                    <a:pt x="187457" y="69012"/>
                    <a:pt x="179788" y="75988"/>
                  </a:cubicBezTo>
                  <a:cubicBezTo>
                    <a:pt x="172315" y="69405"/>
                    <a:pt x="163631" y="64065"/>
                    <a:pt x="154849" y="60774"/>
                  </a:cubicBezTo>
                  <a:cubicBezTo>
                    <a:pt x="140329" y="55336"/>
                    <a:pt x="126168" y="55611"/>
                    <a:pt x="113650" y="61526"/>
                  </a:cubicBezTo>
                  <a:lnTo>
                    <a:pt x="106837" y="54381"/>
                  </a:lnTo>
                  <a:cubicBezTo>
                    <a:pt x="109521" y="51809"/>
                    <a:pt x="112347" y="49067"/>
                    <a:pt x="110745" y="44958"/>
                  </a:cubicBezTo>
                  <a:cubicBezTo>
                    <a:pt x="110214" y="43603"/>
                    <a:pt x="71966" y="3581"/>
                    <a:pt x="70847" y="2429"/>
                  </a:cubicBezTo>
                  <a:cubicBezTo>
                    <a:pt x="68197" y="-293"/>
                    <a:pt x="64015" y="-954"/>
                    <a:pt x="61090" y="1847"/>
                  </a:cubicBezTo>
                  <a:lnTo>
                    <a:pt x="27311" y="34219"/>
                  </a:lnTo>
                  <a:cubicBezTo>
                    <a:pt x="22744" y="38597"/>
                    <a:pt x="29536" y="45684"/>
                    <a:pt x="34104" y="41306"/>
                  </a:cubicBezTo>
                  <a:lnTo>
                    <a:pt x="65585" y="11139"/>
                  </a:lnTo>
                  <a:lnTo>
                    <a:pt x="100078" y="47267"/>
                  </a:lnTo>
                  <a:lnTo>
                    <a:pt x="45562" y="99513"/>
                  </a:lnTo>
                  <a:lnTo>
                    <a:pt x="11076" y="63385"/>
                  </a:lnTo>
                  <a:lnTo>
                    <a:pt x="18876" y="55912"/>
                  </a:lnTo>
                  <a:cubicBezTo>
                    <a:pt x="23444" y="51534"/>
                    <a:pt x="16658" y="44441"/>
                    <a:pt x="12084" y="48825"/>
                  </a:cubicBezTo>
                  <a:lnTo>
                    <a:pt x="2006" y="58483"/>
                  </a:lnTo>
                  <a:cubicBezTo>
                    <a:pt x="-814" y="61180"/>
                    <a:pt x="-513" y="65335"/>
                    <a:pt x="1987" y="68083"/>
                  </a:cubicBezTo>
                  <a:cubicBezTo>
                    <a:pt x="2791" y="68967"/>
                    <a:pt x="40739" y="108831"/>
                    <a:pt x="41779" y="109531"/>
                  </a:cubicBezTo>
                  <a:cubicBezTo>
                    <a:pt x="44168" y="111141"/>
                    <a:pt x="47394" y="110971"/>
                    <a:pt x="49632" y="109185"/>
                  </a:cubicBezTo>
                  <a:cubicBezTo>
                    <a:pt x="50679" y="108354"/>
                    <a:pt x="51601" y="107333"/>
                    <a:pt x="52564" y="106410"/>
                  </a:cubicBezTo>
                  <a:lnTo>
                    <a:pt x="58930" y="113085"/>
                  </a:lnTo>
                  <a:cubicBezTo>
                    <a:pt x="57013" y="119504"/>
                    <a:pt x="55606" y="133868"/>
                    <a:pt x="72162" y="151215"/>
                  </a:cubicBezTo>
                  <a:cubicBezTo>
                    <a:pt x="74335" y="153493"/>
                    <a:pt x="96191" y="176258"/>
                    <a:pt x="97617" y="177731"/>
                  </a:cubicBezTo>
                  <a:cubicBezTo>
                    <a:pt x="95759" y="180492"/>
                    <a:pt x="94620" y="183902"/>
                    <a:pt x="94404" y="187566"/>
                  </a:cubicBezTo>
                  <a:cubicBezTo>
                    <a:pt x="93593" y="201216"/>
                    <a:pt x="96420" y="215835"/>
                    <a:pt x="102152" y="227666"/>
                  </a:cubicBezTo>
                  <a:cubicBezTo>
                    <a:pt x="108912" y="241618"/>
                    <a:pt x="119363" y="251191"/>
                    <a:pt x="132522" y="255569"/>
                  </a:cubicBezTo>
                  <a:lnTo>
                    <a:pt x="132522" y="265411"/>
                  </a:lnTo>
                  <a:lnTo>
                    <a:pt x="129322" y="265411"/>
                  </a:lnTo>
                  <a:cubicBezTo>
                    <a:pt x="125710" y="265411"/>
                    <a:pt x="122674" y="268441"/>
                    <a:pt x="122674" y="272059"/>
                  </a:cubicBezTo>
                  <a:lnTo>
                    <a:pt x="122693" y="328277"/>
                  </a:lnTo>
                  <a:cubicBezTo>
                    <a:pt x="122693" y="331942"/>
                    <a:pt x="125677" y="334912"/>
                    <a:pt x="129335" y="334912"/>
                  </a:cubicBezTo>
                  <a:lnTo>
                    <a:pt x="129335" y="334912"/>
                  </a:lnTo>
                  <a:lnTo>
                    <a:pt x="174710" y="334886"/>
                  </a:lnTo>
                  <a:cubicBezTo>
                    <a:pt x="181031" y="334886"/>
                    <a:pt x="181024" y="325071"/>
                    <a:pt x="174703" y="325071"/>
                  </a:cubicBezTo>
                  <a:lnTo>
                    <a:pt x="132503" y="325097"/>
                  </a:lnTo>
                  <a:lnTo>
                    <a:pt x="132489" y="275233"/>
                  </a:lnTo>
                  <a:lnTo>
                    <a:pt x="208116" y="275187"/>
                  </a:lnTo>
                  <a:lnTo>
                    <a:pt x="208129" y="325051"/>
                  </a:lnTo>
                  <a:lnTo>
                    <a:pt x="198261" y="325051"/>
                  </a:lnTo>
                  <a:cubicBezTo>
                    <a:pt x="191939" y="325064"/>
                    <a:pt x="191946" y="334873"/>
                    <a:pt x="198268" y="334873"/>
                  </a:cubicBezTo>
                  <a:lnTo>
                    <a:pt x="211296" y="334860"/>
                  </a:lnTo>
                  <a:cubicBezTo>
                    <a:pt x="214908" y="334860"/>
                    <a:pt x="217951" y="331830"/>
                    <a:pt x="217944" y="328211"/>
                  </a:cubicBezTo>
                  <a:lnTo>
                    <a:pt x="217932" y="272000"/>
                  </a:lnTo>
                  <a:cubicBezTo>
                    <a:pt x="217932" y="268343"/>
                    <a:pt x="214947" y="265359"/>
                    <a:pt x="211277" y="265359"/>
                  </a:cubicBezTo>
                  <a:lnTo>
                    <a:pt x="207795" y="265359"/>
                  </a:lnTo>
                  <a:cubicBezTo>
                    <a:pt x="207795" y="265359"/>
                    <a:pt x="207795" y="256158"/>
                    <a:pt x="207795" y="256158"/>
                  </a:cubicBezTo>
                  <a:cubicBezTo>
                    <a:pt x="213626" y="252847"/>
                    <a:pt x="224567" y="243450"/>
                    <a:pt x="224567" y="219500"/>
                  </a:cubicBezTo>
                  <a:cubicBezTo>
                    <a:pt x="224567" y="216280"/>
                    <a:pt x="224639" y="162248"/>
                    <a:pt x="224639" y="162248"/>
                  </a:cubicBezTo>
                  <a:lnTo>
                    <a:pt x="240717" y="146909"/>
                  </a:lnTo>
                  <a:cubicBezTo>
                    <a:pt x="241352" y="148526"/>
                    <a:pt x="241600" y="150194"/>
                    <a:pt x="241476" y="151948"/>
                  </a:cubicBezTo>
                  <a:cubicBezTo>
                    <a:pt x="241129" y="156843"/>
                    <a:pt x="237765" y="162438"/>
                    <a:pt x="232445" y="166947"/>
                  </a:cubicBezTo>
                  <a:cubicBezTo>
                    <a:pt x="226419" y="172175"/>
                    <a:pt x="224161" y="180132"/>
                    <a:pt x="226936" y="186257"/>
                  </a:cubicBezTo>
                  <a:cubicBezTo>
                    <a:pt x="231143" y="195733"/>
                    <a:pt x="244061" y="193763"/>
                    <a:pt x="250592" y="188220"/>
                  </a:cubicBezTo>
                  <a:cubicBezTo>
                    <a:pt x="261042" y="179373"/>
                    <a:pt x="269680" y="167234"/>
                    <a:pt x="274293" y="154919"/>
                  </a:cubicBezTo>
                  <a:cubicBezTo>
                    <a:pt x="279731" y="140399"/>
                    <a:pt x="279456" y="126238"/>
                    <a:pt x="273540" y="113720"/>
                  </a:cubicBezTo>
                  <a:lnTo>
                    <a:pt x="280686" y="106907"/>
                  </a:lnTo>
                  <a:lnTo>
                    <a:pt x="282898" y="109217"/>
                  </a:lnTo>
                  <a:cubicBezTo>
                    <a:pt x="285398" y="111828"/>
                    <a:pt x="289677" y="111926"/>
                    <a:pt x="292295" y="109427"/>
                  </a:cubicBezTo>
                  <a:lnTo>
                    <a:pt x="333017" y="70557"/>
                  </a:lnTo>
                  <a:cubicBezTo>
                    <a:pt x="335635" y="68057"/>
                    <a:pt x="335732" y="63771"/>
                    <a:pt x="333226" y="61160"/>
                  </a:cubicBezTo>
                  <a:close/>
                  <a:moveTo>
                    <a:pt x="79256" y="144429"/>
                  </a:moveTo>
                  <a:cubicBezTo>
                    <a:pt x="62818" y="127200"/>
                    <a:pt x="68432" y="115257"/>
                    <a:pt x="68897" y="114354"/>
                  </a:cubicBezTo>
                  <a:cubicBezTo>
                    <a:pt x="70055" y="112457"/>
                    <a:pt x="69715" y="110153"/>
                    <a:pt x="68177" y="108543"/>
                  </a:cubicBezTo>
                  <a:lnTo>
                    <a:pt x="60370" y="100357"/>
                  </a:lnTo>
                  <a:lnTo>
                    <a:pt x="100503" y="61945"/>
                  </a:lnTo>
                  <a:lnTo>
                    <a:pt x="109102" y="70956"/>
                  </a:lnTo>
                  <a:cubicBezTo>
                    <a:pt x="110659" y="72585"/>
                    <a:pt x="113126" y="72952"/>
                    <a:pt x="115083" y="71833"/>
                  </a:cubicBezTo>
                  <a:cubicBezTo>
                    <a:pt x="125959" y="65629"/>
                    <a:pt x="138182" y="65001"/>
                    <a:pt x="151420" y="69955"/>
                  </a:cubicBezTo>
                  <a:cubicBezTo>
                    <a:pt x="162054" y="73940"/>
                    <a:pt x="172988" y="81733"/>
                    <a:pt x="180677" y="90810"/>
                  </a:cubicBezTo>
                  <a:cubicBezTo>
                    <a:pt x="182012" y="92380"/>
                    <a:pt x="184643" y="97216"/>
                    <a:pt x="182301" y="99068"/>
                  </a:cubicBezTo>
                  <a:cubicBezTo>
                    <a:pt x="179958" y="100926"/>
                    <a:pt x="175796" y="97884"/>
                    <a:pt x="174343" y="96215"/>
                  </a:cubicBezTo>
                  <a:cubicBezTo>
                    <a:pt x="171392" y="92734"/>
                    <a:pt x="163370" y="84547"/>
                    <a:pt x="152591" y="83775"/>
                  </a:cubicBezTo>
                  <a:cubicBezTo>
                    <a:pt x="146597" y="83343"/>
                    <a:pt x="140852" y="85418"/>
                    <a:pt x="135957" y="89763"/>
                  </a:cubicBezTo>
                  <a:cubicBezTo>
                    <a:pt x="134963" y="90646"/>
                    <a:pt x="134367" y="91889"/>
                    <a:pt x="134315" y="93218"/>
                  </a:cubicBezTo>
                  <a:cubicBezTo>
                    <a:pt x="134256" y="94546"/>
                    <a:pt x="134741" y="95842"/>
                    <a:pt x="135650" y="96804"/>
                  </a:cubicBezTo>
                  <a:lnTo>
                    <a:pt x="146853" y="108661"/>
                  </a:lnTo>
                  <a:cubicBezTo>
                    <a:pt x="146768" y="108661"/>
                    <a:pt x="146683" y="108661"/>
                    <a:pt x="146597" y="108661"/>
                  </a:cubicBezTo>
                  <a:cubicBezTo>
                    <a:pt x="146597" y="108661"/>
                    <a:pt x="146597" y="108661"/>
                    <a:pt x="146591" y="108661"/>
                  </a:cubicBezTo>
                  <a:cubicBezTo>
                    <a:pt x="142468" y="108661"/>
                    <a:pt x="138595" y="110264"/>
                    <a:pt x="135676" y="113176"/>
                  </a:cubicBezTo>
                  <a:cubicBezTo>
                    <a:pt x="132764" y="116088"/>
                    <a:pt x="131154" y="119969"/>
                    <a:pt x="131154" y="124085"/>
                  </a:cubicBezTo>
                  <a:lnTo>
                    <a:pt x="131154" y="168373"/>
                  </a:lnTo>
                  <a:cubicBezTo>
                    <a:pt x="131154" y="168373"/>
                    <a:pt x="116876" y="153486"/>
                    <a:pt x="116876" y="153486"/>
                  </a:cubicBezTo>
                  <a:cubicBezTo>
                    <a:pt x="114742" y="151255"/>
                    <a:pt x="111339" y="150103"/>
                    <a:pt x="108859" y="152563"/>
                  </a:cubicBezTo>
                  <a:cubicBezTo>
                    <a:pt x="106262" y="155142"/>
                    <a:pt x="107538" y="158479"/>
                    <a:pt x="109992" y="160488"/>
                  </a:cubicBezTo>
                  <a:lnTo>
                    <a:pt x="131154" y="182554"/>
                  </a:lnTo>
                  <a:cubicBezTo>
                    <a:pt x="131154" y="184346"/>
                    <a:pt x="131442" y="186336"/>
                    <a:pt x="130768" y="188031"/>
                  </a:cubicBezTo>
                  <a:cubicBezTo>
                    <a:pt x="130134" y="189621"/>
                    <a:pt x="128694" y="190655"/>
                    <a:pt x="127012" y="190949"/>
                  </a:cubicBezTo>
                  <a:cubicBezTo>
                    <a:pt x="125808" y="191159"/>
                    <a:pt x="122248" y="190818"/>
                    <a:pt x="122346" y="189124"/>
                  </a:cubicBezTo>
                  <a:cubicBezTo>
                    <a:pt x="122720" y="181160"/>
                    <a:pt x="118525" y="174040"/>
                    <a:pt x="112171" y="171815"/>
                  </a:cubicBezTo>
                  <a:cubicBezTo>
                    <a:pt x="110031" y="171050"/>
                    <a:pt x="107708" y="171017"/>
                    <a:pt x="105457" y="171678"/>
                  </a:cubicBezTo>
                  <a:cubicBezTo>
                    <a:pt x="105457" y="171678"/>
                    <a:pt x="87579" y="153126"/>
                    <a:pt x="79262" y="144410"/>
                  </a:cubicBezTo>
                  <a:close/>
                  <a:moveTo>
                    <a:pt x="156518" y="104041"/>
                  </a:moveTo>
                  <a:cubicBezTo>
                    <a:pt x="156420" y="104139"/>
                    <a:pt x="156335" y="104238"/>
                    <a:pt x="156243" y="104336"/>
                  </a:cubicBezTo>
                  <a:lnTo>
                    <a:pt x="146820" y="94356"/>
                  </a:lnTo>
                  <a:cubicBezTo>
                    <a:pt x="148443" y="93715"/>
                    <a:pt x="150125" y="93460"/>
                    <a:pt x="151885" y="93584"/>
                  </a:cubicBezTo>
                  <a:cubicBezTo>
                    <a:pt x="155870" y="93866"/>
                    <a:pt x="160314" y="96143"/>
                    <a:pt x="164259" y="99853"/>
                  </a:cubicBezTo>
                  <a:cubicBezTo>
                    <a:pt x="161347" y="100455"/>
                    <a:pt x="158671" y="101895"/>
                    <a:pt x="156518" y="104041"/>
                  </a:cubicBezTo>
                  <a:close/>
                  <a:moveTo>
                    <a:pt x="131148" y="208945"/>
                  </a:moveTo>
                  <a:cubicBezTo>
                    <a:pt x="129532" y="208284"/>
                    <a:pt x="128137" y="207302"/>
                    <a:pt x="126947" y="205993"/>
                  </a:cubicBezTo>
                  <a:cubicBezTo>
                    <a:pt x="125671" y="204586"/>
                    <a:pt x="124637" y="202787"/>
                    <a:pt x="123865" y="200706"/>
                  </a:cubicBezTo>
                  <a:cubicBezTo>
                    <a:pt x="124467" y="200791"/>
                    <a:pt x="125069" y="200843"/>
                    <a:pt x="125683" y="200856"/>
                  </a:cubicBezTo>
                  <a:cubicBezTo>
                    <a:pt x="125802" y="200856"/>
                    <a:pt x="125913" y="200856"/>
                    <a:pt x="126030" y="200856"/>
                  </a:cubicBezTo>
                  <a:cubicBezTo>
                    <a:pt x="127797" y="200856"/>
                    <a:pt x="129518" y="200542"/>
                    <a:pt x="131148" y="199966"/>
                  </a:cubicBezTo>
                  <a:lnTo>
                    <a:pt x="131148" y="208938"/>
                  </a:lnTo>
                  <a:close/>
                  <a:moveTo>
                    <a:pt x="214745" y="219493"/>
                  </a:moveTo>
                  <a:cubicBezTo>
                    <a:pt x="214745" y="226364"/>
                    <a:pt x="213835" y="233569"/>
                    <a:pt x="210452" y="239661"/>
                  </a:cubicBezTo>
                  <a:cubicBezTo>
                    <a:pt x="208783" y="242671"/>
                    <a:pt x="206466" y="245478"/>
                    <a:pt x="203509" y="247304"/>
                  </a:cubicBezTo>
                  <a:cubicBezTo>
                    <a:pt x="201074" y="248803"/>
                    <a:pt x="197966" y="249601"/>
                    <a:pt x="197966" y="253030"/>
                  </a:cubicBezTo>
                  <a:lnTo>
                    <a:pt x="197966" y="264312"/>
                  </a:lnTo>
                  <a:lnTo>
                    <a:pt x="142325" y="264312"/>
                  </a:lnTo>
                  <a:lnTo>
                    <a:pt x="142325" y="251872"/>
                  </a:lnTo>
                  <a:cubicBezTo>
                    <a:pt x="142325" y="249621"/>
                    <a:pt x="140794" y="247657"/>
                    <a:pt x="138601" y="247108"/>
                  </a:cubicBezTo>
                  <a:cubicBezTo>
                    <a:pt x="126423" y="244071"/>
                    <a:pt x="117131" y="236082"/>
                    <a:pt x="110967" y="223367"/>
                  </a:cubicBezTo>
                  <a:cubicBezTo>
                    <a:pt x="106019" y="213152"/>
                    <a:pt x="103481" y="199980"/>
                    <a:pt x="104187" y="188129"/>
                  </a:cubicBezTo>
                  <a:cubicBezTo>
                    <a:pt x="104312" y="186041"/>
                    <a:pt x="105614" y="181160"/>
                    <a:pt x="108461" y="181055"/>
                  </a:cubicBezTo>
                  <a:cubicBezTo>
                    <a:pt x="111608" y="180937"/>
                    <a:pt x="112629" y="186434"/>
                    <a:pt x="112524" y="188613"/>
                  </a:cubicBezTo>
                  <a:cubicBezTo>
                    <a:pt x="112256" y="193154"/>
                    <a:pt x="112406" y="204586"/>
                    <a:pt x="119670" y="212589"/>
                  </a:cubicBezTo>
                  <a:cubicBezTo>
                    <a:pt x="123714" y="217046"/>
                    <a:pt x="129316" y="219526"/>
                    <a:pt x="135866" y="219775"/>
                  </a:cubicBezTo>
                  <a:cubicBezTo>
                    <a:pt x="138607" y="219860"/>
                    <a:pt x="140957" y="217622"/>
                    <a:pt x="140957" y="214867"/>
                  </a:cubicBezTo>
                  <a:lnTo>
                    <a:pt x="140957" y="124091"/>
                  </a:lnTo>
                  <a:cubicBezTo>
                    <a:pt x="140957" y="117711"/>
                    <a:pt x="150282" y="116494"/>
                    <a:pt x="151990" y="122586"/>
                  </a:cubicBezTo>
                  <a:lnTo>
                    <a:pt x="151990" y="189431"/>
                  </a:lnTo>
                  <a:cubicBezTo>
                    <a:pt x="151990" y="192140"/>
                    <a:pt x="154188" y="194339"/>
                    <a:pt x="156897" y="194339"/>
                  </a:cubicBezTo>
                  <a:lnTo>
                    <a:pt x="157101" y="194339"/>
                  </a:lnTo>
                  <a:cubicBezTo>
                    <a:pt x="159809" y="194339"/>
                    <a:pt x="162008" y="192140"/>
                    <a:pt x="162008" y="189431"/>
                  </a:cubicBezTo>
                  <a:lnTo>
                    <a:pt x="161799" y="114950"/>
                  </a:lnTo>
                  <a:cubicBezTo>
                    <a:pt x="161799" y="107680"/>
                    <a:pt x="173034" y="107732"/>
                    <a:pt x="173041" y="114950"/>
                  </a:cubicBezTo>
                  <a:lnTo>
                    <a:pt x="172832" y="188678"/>
                  </a:lnTo>
                  <a:cubicBezTo>
                    <a:pt x="172832" y="189811"/>
                    <a:pt x="173218" y="190858"/>
                    <a:pt x="173859" y="191689"/>
                  </a:cubicBezTo>
                  <a:cubicBezTo>
                    <a:pt x="174743" y="193011"/>
                    <a:pt x="176241" y="193874"/>
                    <a:pt x="177942" y="193874"/>
                  </a:cubicBezTo>
                  <a:cubicBezTo>
                    <a:pt x="180651" y="193874"/>
                    <a:pt x="182850" y="191676"/>
                    <a:pt x="182850" y="188966"/>
                  </a:cubicBezTo>
                  <a:lnTo>
                    <a:pt x="182850" y="127213"/>
                  </a:lnTo>
                  <a:cubicBezTo>
                    <a:pt x="184139" y="122606"/>
                    <a:pt x="190421" y="121742"/>
                    <a:pt x="192987" y="125701"/>
                  </a:cubicBezTo>
                  <a:cubicBezTo>
                    <a:pt x="193837" y="127010"/>
                    <a:pt x="193890" y="128404"/>
                    <a:pt x="193883" y="129883"/>
                  </a:cubicBezTo>
                  <a:cubicBezTo>
                    <a:pt x="193870" y="133829"/>
                    <a:pt x="193732" y="183921"/>
                    <a:pt x="193726" y="186977"/>
                  </a:cubicBezTo>
                  <a:cubicBezTo>
                    <a:pt x="193726" y="189614"/>
                    <a:pt x="194806" y="192317"/>
                    <a:pt x="197593" y="193030"/>
                  </a:cubicBezTo>
                  <a:cubicBezTo>
                    <a:pt x="200643" y="193809"/>
                    <a:pt x="203705" y="191420"/>
                    <a:pt x="203705" y="188279"/>
                  </a:cubicBezTo>
                  <a:lnTo>
                    <a:pt x="203705" y="156300"/>
                  </a:lnTo>
                  <a:cubicBezTo>
                    <a:pt x="204831" y="151693"/>
                    <a:pt x="211564" y="150365"/>
                    <a:pt x="213848" y="154716"/>
                  </a:cubicBezTo>
                  <a:cubicBezTo>
                    <a:pt x="215641" y="158132"/>
                    <a:pt x="214777" y="162471"/>
                    <a:pt x="214771" y="166161"/>
                  </a:cubicBezTo>
                  <a:cubicBezTo>
                    <a:pt x="214751" y="176717"/>
                    <a:pt x="214712" y="212275"/>
                    <a:pt x="214712" y="219506"/>
                  </a:cubicBezTo>
                  <a:close/>
                  <a:moveTo>
                    <a:pt x="263215" y="115133"/>
                  </a:moveTo>
                  <a:cubicBezTo>
                    <a:pt x="269418" y="126009"/>
                    <a:pt x="270046" y="138233"/>
                    <a:pt x="265092" y="151471"/>
                  </a:cubicBezTo>
                  <a:cubicBezTo>
                    <a:pt x="261107" y="162104"/>
                    <a:pt x="253313" y="173039"/>
                    <a:pt x="244238" y="180728"/>
                  </a:cubicBezTo>
                  <a:cubicBezTo>
                    <a:pt x="242667" y="182063"/>
                    <a:pt x="237838" y="184693"/>
                    <a:pt x="235979" y="182351"/>
                  </a:cubicBezTo>
                  <a:cubicBezTo>
                    <a:pt x="234120" y="180008"/>
                    <a:pt x="237163" y="175846"/>
                    <a:pt x="238832" y="174393"/>
                  </a:cubicBezTo>
                  <a:cubicBezTo>
                    <a:pt x="242313" y="171442"/>
                    <a:pt x="250500" y="163419"/>
                    <a:pt x="251272" y="152642"/>
                  </a:cubicBezTo>
                  <a:cubicBezTo>
                    <a:pt x="251697" y="146654"/>
                    <a:pt x="249629" y="140902"/>
                    <a:pt x="245284" y="136008"/>
                  </a:cubicBezTo>
                  <a:cubicBezTo>
                    <a:pt x="244401" y="135013"/>
                    <a:pt x="243151" y="134418"/>
                    <a:pt x="241816" y="134359"/>
                  </a:cubicBezTo>
                  <a:cubicBezTo>
                    <a:pt x="240475" y="134293"/>
                    <a:pt x="239185" y="134790"/>
                    <a:pt x="238224" y="135713"/>
                  </a:cubicBezTo>
                  <a:lnTo>
                    <a:pt x="222826" y="150404"/>
                  </a:lnTo>
                  <a:cubicBezTo>
                    <a:pt x="220228" y="145535"/>
                    <a:pt x="215092" y="142211"/>
                    <a:pt x="209202" y="142211"/>
                  </a:cubicBezTo>
                  <a:lnTo>
                    <a:pt x="209189" y="142211"/>
                  </a:lnTo>
                  <a:cubicBezTo>
                    <a:pt x="207298" y="142211"/>
                    <a:pt x="205459" y="142552"/>
                    <a:pt x="203738" y="143199"/>
                  </a:cubicBezTo>
                  <a:lnTo>
                    <a:pt x="203738" y="128718"/>
                  </a:lnTo>
                  <a:cubicBezTo>
                    <a:pt x="203731" y="120217"/>
                    <a:pt x="196802" y="113301"/>
                    <a:pt x="188301" y="113301"/>
                  </a:cubicBezTo>
                  <a:cubicBezTo>
                    <a:pt x="188301" y="113301"/>
                    <a:pt x="188295" y="113301"/>
                    <a:pt x="188288" y="113301"/>
                  </a:cubicBezTo>
                  <a:cubicBezTo>
                    <a:pt x="186410" y="113301"/>
                    <a:pt x="184577" y="113634"/>
                    <a:pt x="182870" y="114276"/>
                  </a:cubicBezTo>
                  <a:cubicBezTo>
                    <a:pt x="182791" y="112502"/>
                    <a:pt x="182412" y="110807"/>
                    <a:pt x="181784" y="109243"/>
                  </a:cubicBezTo>
                  <a:cubicBezTo>
                    <a:pt x="187575" y="108766"/>
                    <a:pt x="191848" y="104689"/>
                    <a:pt x="192718" y="98970"/>
                  </a:cubicBezTo>
                  <a:cubicBezTo>
                    <a:pt x="193654" y="92812"/>
                    <a:pt x="190761" y="87348"/>
                    <a:pt x="186783" y="82898"/>
                  </a:cubicBezTo>
                  <a:cubicBezTo>
                    <a:pt x="187928" y="81851"/>
                    <a:pt x="189152" y="80719"/>
                    <a:pt x="190630" y="79312"/>
                  </a:cubicBezTo>
                  <a:cubicBezTo>
                    <a:pt x="207860" y="62874"/>
                    <a:pt x="219803" y="68489"/>
                    <a:pt x="220706" y="68954"/>
                  </a:cubicBezTo>
                  <a:cubicBezTo>
                    <a:pt x="222604" y="70112"/>
                    <a:pt x="224907" y="69765"/>
                    <a:pt x="226517" y="68234"/>
                  </a:cubicBezTo>
                  <a:lnTo>
                    <a:pt x="234703" y="60427"/>
                  </a:lnTo>
                  <a:lnTo>
                    <a:pt x="273115" y="100560"/>
                  </a:lnTo>
                  <a:lnTo>
                    <a:pt x="264104" y="109158"/>
                  </a:lnTo>
                  <a:cubicBezTo>
                    <a:pt x="262475" y="110716"/>
                    <a:pt x="262115" y="113183"/>
                    <a:pt x="263227" y="115140"/>
                  </a:cubicBezTo>
                  <a:close/>
                  <a:moveTo>
                    <a:pt x="287793" y="100128"/>
                  </a:moveTo>
                  <a:lnTo>
                    <a:pt x="235554" y="45612"/>
                  </a:lnTo>
                  <a:lnTo>
                    <a:pt x="271682" y="11126"/>
                  </a:lnTo>
                  <a:lnTo>
                    <a:pt x="323927" y="65642"/>
                  </a:lnTo>
                  <a:lnTo>
                    <a:pt x="287799" y="1001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7"/>
            <p:cNvSpPr/>
            <p:nvPr/>
          </p:nvSpPr>
          <p:spPr>
            <a:xfrm>
              <a:off x="7756998" y="4358275"/>
              <a:ext cx="19421" cy="19022"/>
            </a:xfrm>
            <a:custGeom>
              <a:rect b="b" l="l" r="r" t="t"/>
              <a:pathLst>
                <a:path extrusionOk="0" h="19022" w="19421">
                  <a:moveTo>
                    <a:pt x="4868" y="19022"/>
                  </a:moveTo>
                  <a:cubicBezTo>
                    <a:pt x="6086" y="19022"/>
                    <a:pt x="7310" y="18571"/>
                    <a:pt x="8259" y="17668"/>
                  </a:cubicBezTo>
                  <a:lnTo>
                    <a:pt x="17897" y="8474"/>
                  </a:lnTo>
                  <a:cubicBezTo>
                    <a:pt x="22478" y="4102"/>
                    <a:pt x="15705" y="-2998"/>
                    <a:pt x="11118" y="1367"/>
                  </a:cubicBezTo>
                  <a:lnTo>
                    <a:pt x="1479" y="10561"/>
                  </a:lnTo>
                  <a:cubicBezTo>
                    <a:pt x="-1649" y="13545"/>
                    <a:pt x="517" y="19022"/>
                    <a:pt x="4868" y="190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7535361" y="4322815"/>
              <a:ext cx="18986" cy="19459"/>
            </a:xfrm>
            <a:custGeom>
              <a:rect b="b" l="l" r="r" t="t"/>
              <a:pathLst>
                <a:path extrusionOk="0" h="19459" w="18986">
                  <a:moveTo>
                    <a:pt x="14115" y="19460"/>
                  </a:moveTo>
                  <a:cubicBezTo>
                    <a:pt x="18348" y="19460"/>
                    <a:pt x="20580" y="14218"/>
                    <a:pt x="17668" y="11162"/>
                  </a:cubicBezTo>
                  <a:lnTo>
                    <a:pt x="8474" y="1523"/>
                  </a:lnTo>
                  <a:cubicBezTo>
                    <a:pt x="4102" y="-3057"/>
                    <a:pt x="-2997" y="3722"/>
                    <a:pt x="1367" y="8303"/>
                  </a:cubicBezTo>
                  <a:lnTo>
                    <a:pt x="10561" y="17942"/>
                  </a:lnTo>
                  <a:cubicBezTo>
                    <a:pt x="11530" y="18956"/>
                    <a:pt x="12819" y="19460"/>
                    <a:pt x="14115" y="19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7611281" y="4581116"/>
              <a:ext cx="9815" cy="22798"/>
            </a:xfrm>
            <a:custGeom>
              <a:rect b="b" l="l" r="r" t="t"/>
              <a:pathLst>
                <a:path extrusionOk="0" h="22798" w="9815">
                  <a:moveTo>
                    <a:pt x="0" y="4751"/>
                  </a:moveTo>
                  <a:lnTo>
                    <a:pt x="0" y="18048"/>
                  </a:lnTo>
                  <a:cubicBezTo>
                    <a:pt x="0" y="24382"/>
                    <a:pt x="9816" y="24382"/>
                    <a:pt x="9816" y="18048"/>
                  </a:cubicBezTo>
                  <a:lnTo>
                    <a:pt x="9816" y="4751"/>
                  </a:lnTo>
                  <a:cubicBezTo>
                    <a:pt x="9816" y="-1584"/>
                    <a:pt x="0" y="-1584"/>
                    <a:pt x="0" y="47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6" name="Google Shape;596;p27"/>
          <p:cNvGrpSpPr/>
          <p:nvPr/>
        </p:nvGrpSpPr>
        <p:grpSpPr>
          <a:xfrm>
            <a:off x="7861243" y="2729606"/>
            <a:ext cx="345092" cy="250731"/>
            <a:chOff x="8454388" y="4339252"/>
            <a:chExt cx="335041" cy="243428"/>
          </a:xfrm>
        </p:grpSpPr>
        <p:sp>
          <p:nvSpPr>
            <p:cNvPr id="597" name="Google Shape;597;p27"/>
            <p:cNvSpPr/>
            <p:nvPr/>
          </p:nvSpPr>
          <p:spPr>
            <a:xfrm>
              <a:off x="8454388" y="4339252"/>
              <a:ext cx="335041" cy="243428"/>
            </a:xfrm>
            <a:custGeom>
              <a:rect b="b" l="l" r="r" t="t"/>
              <a:pathLst>
                <a:path extrusionOk="0" h="243428" w="335041">
                  <a:moveTo>
                    <a:pt x="335041" y="4417"/>
                  </a:moveTo>
                  <a:cubicBezTo>
                    <a:pt x="334780" y="1931"/>
                    <a:pt x="332620" y="13"/>
                    <a:pt x="330134" y="0"/>
                  </a:cubicBezTo>
                  <a:lnTo>
                    <a:pt x="77217" y="0"/>
                  </a:lnTo>
                  <a:cubicBezTo>
                    <a:pt x="70869" y="0"/>
                    <a:pt x="70869" y="9816"/>
                    <a:pt x="77217" y="9816"/>
                  </a:cubicBezTo>
                  <a:lnTo>
                    <a:pt x="273857" y="9816"/>
                  </a:lnTo>
                  <a:lnTo>
                    <a:pt x="273857" y="47815"/>
                  </a:lnTo>
                  <a:lnTo>
                    <a:pt x="9816" y="47815"/>
                  </a:lnTo>
                  <a:lnTo>
                    <a:pt x="9816" y="9816"/>
                  </a:lnTo>
                  <a:lnTo>
                    <a:pt x="53005" y="9816"/>
                  </a:lnTo>
                  <a:cubicBezTo>
                    <a:pt x="59352" y="9816"/>
                    <a:pt x="59352" y="0"/>
                    <a:pt x="53005" y="0"/>
                  </a:cubicBezTo>
                  <a:lnTo>
                    <a:pt x="4908" y="0"/>
                  </a:lnTo>
                  <a:cubicBezTo>
                    <a:pt x="2225" y="0"/>
                    <a:pt x="0" y="2199"/>
                    <a:pt x="0" y="4908"/>
                  </a:cubicBezTo>
                  <a:lnTo>
                    <a:pt x="0" y="238521"/>
                  </a:lnTo>
                  <a:cubicBezTo>
                    <a:pt x="0" y="241230"/>
                    <a:pt x="2225" y="243429"/>
                    <a:pt x="4908" y="243429"/>
                  </a:cubicBezTo>
                  <a:lnTo>
                    <a:pt x="330134" y="243429"/>
                  </a:lnTo>
                  <a:cubicBezTo>
                    <a:pt x="332817" y="243429"/>
                    <a:pt x="335041" y="241230"/>
                    <a:pt x="335041" y="238521"/>
                  </a:cubicBezTo>
                  <a:lnTo>
                    <a:pt x="335041" y="206783"/>
                  </a:lnTo>
                  <a:cubicBezTo>
                    <a:pt x="335041" y="200456"/>
                    <a:pt x="325226" y="200456"/>
                    <a:pt x="325226" y="206783"/>
                  </a:cubicBezTo>
                  <a:lnTo>
                    <a:pt x="325226" y="233613"/>
                  </a:lnTo>
                  <a:lnTo>
                    <a:pt x="181590" y="233613"/>
                  </a:lnTo>
                  <a:lnTo>
                    <a:pt x="181590" y="130876"/>
                  </a:lnTo>
                  <a:cubicBezTo>
                    <a:pt x="181590" y="128166"/>
                    <a:pt x="179365" y="125968"/>
                    <a:pt x="176682" y="125968"/>
                  </a:cubicBezTo>
                  <a:lnTo>
                    <a:pt x="121649" y="125968"/>
                  </a:lnTo>
                  <a:lnTo>
                    <a:pt x="121649" y="103896"/>
                  </a:lnTo>
                  <a:cubicBezTo>
                    <a:pt x="121649" y="101186"/>
                    <a:pt x="119424" y="98988"/>
                    <a:pt x="116741" y="98988"/>
                  </a:cubicBezTo>
                  <a:lnTo>
                    <a:pt x="111506" y="98988"/>
                  </a:lnTo>
                  <a:lnTo>
                    <a:pt x="111506" y="78290"/>
                  </a:lnTo>
                  <a:cubicBezTo>
                    <a:pt x="111506" y="75581"/>
                    <a:pt x="109281" y="73382"/>
                    <a:pt x="106598" y="73382"/>
                  </a:cubicBezTo>
                  <a:lnTo>
                    <a:pt x="45218" y="73382"/>
                  </a:lnTo>
                  <a:cubicBezTo>
                    <a:pt x="42535" y="73382"/>
                    <a:pt x="40310" y="75581"/>
                    <a:pt x="40310" y="78290"/>
                  </a:cubicBezTo>
                  <a:lnTo>
                    <a:pt x="40310" y="98988"/>
                  </a:lnTo>
                  <a:lnTo>
                    <a:pt x="35075" y="98988"/>
                  </a:lnTo>
                  <a:cubicBezTo>
                    <a:pt x="32327" y="98988"/>
                    <a:pt x="30167" y="101186"/>
                    <a:pt x="30167" y="103896"/>
                  </a:cubicBezTo>
                  <a:lnTo>
                    <a:pt x="30167" y="233613"/>
                  </a:lnTo>
                  <a:lnTo>
                    <a:pt x="9816" y="233613"/>
                  </a:lnTo>
                  <a:lnTo>
                    <a:pt x="9816" y="57631"/>
                  </a:lnTo>
                  <a:lnTo>
                    <a:pt x="325226" y="57631"/>
                  </a:lnTo>
                  <a:lnTo>
                    <a:pt x="325226" y="181917"/>
                  </a:lnTo>
                  <a:cubicBezTo>
                    <a:pt x="325226" y="188245"/>
                    <a:pt x="335041" y="188245"/>
                    <a:pt x="335041" y="181917"/>
                  </a:cubicBezTo>
                  <a:lnTo>
                    <a:pt x="335041" y="4908"/>
                  </a:lnTo>
                  <a:cubicBezTo>
                    <a:pt x="335041" y="4744"/>
                    <a:pt x="335041" y="4581"/>
                    <a:pt x="334976" y="4417"/>
                  </a:cubicBezTo>
                  <a:close/>
                  <a:moveTo>
                    <a:pt x="50126" y="83198"/>
                  </a:moveTo>
                  <a:lnTo>
                    <a:pt x="101691" y="83198"/>
                  </a:lnTo>
                  <a:lnTo>
                    <a:pt x="101691" y="98667"/>
                  </a:lnTo>
                  <a:lnTo>
                    <a:pt x="50126" y="98667"/>
                  </a:lnTo>
                  <a:lnTo>
                    <a:pt x="50126" y="83198"/>
                  </a:lnTo>
                  <a:close/>
                  <a:moveTo>
                    <a:pt x="171774" y="135783"/>
                  </a:moveTo>
                  <a:lnTo>
                    <a:pt x="171774" y="233613"/>
                  </a:lnTo>
                  <a:lnTo>
                    <a:pt x="121649" y="233613"/>
                  </a:lnTo>
                  <a:lnTo>
                    <a:pt x="121649" y="135783"/>
                  </a:lnTo>
                  <a:lnTo>
                    <a:pt x="171774" y="135783"/>
                  </a:lnTo>
                  <a:close/>
                  <a:moveTo>
                    <a:pt x="39983" y="108803"/>
                  </a:moveTo>
                  <a:lnTo>
                    <a:pt x="111833" y="108803"/>
                  </a:lnTo>
                  <a:lnTo>
                    <a:pt x="111833" y="233613"/>
                  </a:lnTo>
                  <a:lnTo>
                    <a:pt x="39983" y="233613"/>
                  </a:lnTo>
                  <a:lnTo>
                    <a:pt x="39983" y="108803"/>
                  </a:lnTo>
                  <a:close/>
                  <a:moveTo>
                    <a:pt x="325226" y="47809"/>
                  </a:moveTo>
                  <a:lnTo>
                    <a:pt x="283673" y="47724"/>
                  </a:lnTo>
                  <a:lnTo>
                    <a:pt x="283673" y="9901"/>
                  </a:lnTo>
                  <a:lnTo>
                    <a:pt x="325226" y="9829"/>
                  </a:lnTo>
                  <a:lnTo>
                    <a:pt x="325226" y="478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7"/>
            <p:cNvSpPr/>
            <p:nvPr/>
          </p:nvSpPr>
          <p:spPr>
            <a:xfrm>
              <a:off x="8476964" y="4363464"/>
              <a:ext cx="227576" cy="9815"/>
            </a:xfrm>
            <a:custGeom>
              <a:rect b="b" l="l" r="r" t="t"/>
              <a:pathLst>
                <a:path extrusionOk="0" h="9815" w="227576">
                  <a:moveTo>
                    <a:pt x="0" y="4908"/>
                  </a:moveTo>
                  <a:cubicBezTo>
                    <a:pt x="0" y="7617"/>
                    <a:pt x="2225" y="9816"/>
                    <a:pt x="4908" y="9816"/>
                  </a:cubicBezTo>
                  <a:lnTo>
                    <a:pt x="222816" y="9816"/>
                  </a:lnTo>
                  <a:cubicBezTo>
                    <a:pt x="229163" y="9816"/>
                    <a:pt x="229163" y="0"/>
                    <a:pt x="222816" y="0"/>
                  </a:cubicBezTo>
                  <a:lnTo>
                    <a:pt x="4908" y="0"/>
                  </a:lnTo>
                  <a:cubicBezTo>
                    <a:pt x="2225" y="0"/>
                    <a:pt x="0" y="2199"/>
                    <a:pt x="0" y="49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8745463" y="4355027"/>
              <a:ext cx="26683" cy="26686"/>
            </a:xfrm>
            <a:custGeom>
              <a:rect b="b" l="l" r="r" t="t"/>
              <a:pathLst>
                <a:path extrusionOk="0" h="26686" w="26683">
                  <a:moveTo>
                    <a:pt x="1432" y="25241"/>
                  </a:moveTo>
                  <a:cubicBezTo>
                    <a:pt x="3330" y="27132"/>
                    <a:pt x="6471" y="27132"/>
                    <a:pt x="8369" y="25241"/>
                  </a:cubicBezTo>
                  <a:lnTo>
                    <a:pt x="13342" y="20287"/>
                  </a:lnTo>
                  <a:lnTo>
                    <a:pt x="18250" y="25241"/>
                  </a:lnTo>
                  <a:cubicBezTo>
                    <a:pt x="22765" y="29717"/>
                    <a:pt x="29702" y="22774"/>
                    <a:pt x="25252" y="18298"/>
                  </a:cubicBezTo>
                  <a:lnTo>
                    <a:pt x="20278" y="13345"/>
                  </a:lnTo>
                  <a:lnTo>
                    <a:pt x="25252" y="8391"/>
                  </a:lnTo>
                  <a:cubicBezTo>
                    <a:pt x="29702" y="3915"/>
                    <a:pt x="22765" y="-3034"/>
                    <a:pt x="18250" y="1448"/>
                  </a:cubicBezTo>
                  <a:lnTo>
                    <a:pt x="13342" y="6402"/>
                  </a:lnTo>
                  <a:lnTo>
                    <a:pt x="8369" y="1448"/>
                  </a:lnTo>
                  <a:cubicBezTo>
                    <a:pt x="3919" y="-3022"/>
                    <a:pt x="-3017" y="3909"/>
                    <a:pt x="1432" y="8391"/>
                  </a:cubicBezTo>
                  <a:lnTo>
                    <a:pt x="6406" y="13345"/>
                  </a:lnTo>
                  <a:lnTo>
                    <a:pt x="1432" y="18298"/>
                  </a:lnTo>
                  <a:cubicBezTo>
                    <a:pt x="-465" y="20216"/>
                    <a:pt x="-465" y="23324"/>
                    <a:pt x="1432" y="252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8665425" y="4515607"/>
              <a:ext cx="95539" cy="36645"/>
            </a:xfrm>
            <a:custGeom>
              <a:rect b="b" l="l" r="r" t="t"/>
              <a:pathLst>
                <a:path extrusionOk="0" h="36645" w="95539">
                  <a:moveTo>
                    <a:pt x="0" y="31737"/>
                  </a:moveTo>
                  <a:cubicBezTo>
                    <a:pt x="0" y="34447"/>
                    <a:pt x="2225" y="36645"/>
                    <a:pt x="4908" y="36645"/>
                  </a:cubicBezTo>
                  <a:lnTo>
                    <a:pt x="90631" y="36645"/>
                  </a:lnTo>
                  <a:cubicBezTo>
                    <a:pt x="93315" y="36645"/>
                    <a:pt x="95539" y="34447"/>
                    <a:pt x="95539" y="31737"/>
                  </a:cubicBezTo>
                  <a:lnTo>
                    <a:pt x="95539" y="4908"/>
                  </a:lnTo>
                  <a:cubicBezTo>
                    <a:pt x="95539" y="2199"/>
                    <a:pt x="93315" y="0"/>
                    <a:pt x="90631" y="0"/>
                  </a:cubicBezTo>
                  <a:lnTo>
                    <a:pt x="4908" y="0"/>
                  </a:lnTo>
                  <a:cubicBezTo>
                    <a:pt x="2225" y="0"/>
                    <a:pt x="0" y="2199"/>
                    <a:pt x="0" y="4908"/>
                  </a:cubicBezTo>
                  <a:lnTo>
                    <a:pt x="0" y="31737"/>
                  </a:lnTo>
                  <a:close/>
                  <a:moveTo>
                    <a:pt x="9816" y="9816"/>
                  </a:moveTo>
                  <a:lnTo>
                    <a:pt x="85723" y="9816"/>
                  </a:lnTo>
                  <a:lnTo>
                    <a:pt x="85723" y="26829"/>
                  </a:lnTo>
                  <a:lnTo>
                    <a:pt x="9816" y="26829"/>
                  </a:lnTo>
                  <a:lnTo>
                    <a:pt x="9816" y="98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8665572" y="4419413"/>
              <a:ext cx="95244" cy="9815"/>
            </a:xfrm>
            <a:custGeom>
              <a:rect b="b" l="l" r="r" t="t"/>
              <a:pathLst>
                <a:path extrusionOk="0" h="9815" w="95244">
                  <a:moveTo>
                    <a:pt x="90484" y="0"/>
                  </a:move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lnTo>
                    <a:pt x="90484" y="9816"/>
                  </a:lnTo>
                  <a:cubicBezTo>
                    <a:pt x="96832" y="9816"/>
                    <a:pt x="96832" y="0"/>
                    <a:pt x="90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8665572" y="4451477"/>
              <a:ext cx="95244" cy="9815"/>
            </a:xfrm>
            <a:custGeom>
              <a:rect b="b" l="l" r="r" t="t"/>
              <a:pathLst>
                <a:path extrusionOk="0" h="9815" w="95244">
                  <a:moveTo>
                    <a:pt x="90484" y="0"/>
                  </a:move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lnTo>
                    <a:pt x="90484" y="9816"/>
                  </a:lnTo>
                  <a:cubicBezTo>
                    <a:pt x="96832" y="9816"/>
                    <a:pt x="96832" y="0"/>
                    <a:pt x="90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8665572" y="4483542"/>
              <a:ext cx="59254" cy="9815"/>
            </a:xfrm>
            <a:custGeom>
              <a:rect b="b" l="l" r="r" t="t"/>
              <a:pathLst>
                <a:path extrusionOk="0" h="9815" w="59254">
                  <a:moveTo>
                    <a:pt x="4761" y="9816"/>
                  </a:moveTo>
                  <a:lnTo>
                    <a:pt x="54493" y="9816"/>
                  </a:lnTo>
                  <a:cubicBezTo>
                    <a:pt x="60841" y="9816"/>
                    <a:pt x="60841" y="0"/>
                    <a:pt x="54493" y="0"/>
                  </a:cubicBez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8510992" y="4461601"/>
              <a:ext cx="9815" cy="20005"/>
            </a:xfrm>
            <a:custGeom>
              <a:rect b="b" l="l" r="r" t="t"/>
              <a:pathLst>
                <a:path extrusionOk="0" h="20005" w="9815">
                  <a:moveTo>
                    <a:pt x="4908" y="0"/>
                  </a:moveTo>
                  <a:cubicBezTo>
                    <a:pt x="2225" y="0"/>
                    <a:pt x="0" y="2199"/>
                    <a:pt x="0" y="4908"/>
                  </a:cubicBezTo>
                  <a:lnTo>
                    <a:pt x="0" y="15260"/>
                  </a:lnTo>
                  <a:cubicBezTo>
                    <a:pt x="0" y="21588"/>
                    <a:pt x="9816" y="21588"/>
                    <a:pt x="9816" y="15260"/>
                  </a:cubicBezTo>
                  <a:lnTo>
                    <a:pt x="9816" y="4908"/>
                  </a:lnTo>
                  <a:cubicBezTo>
                    <a:pt x="9816" y="2199"/>
                    <a:pt x="7591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8539784" y="4461601"/>
              <a:ext cx="9815" cy="20005"/>
            </a:xfrm>
            <a:custGeom>
              <a:rect b="b" l="l" r="r" t="t"/>
              <a:pathLst>
                <a:path extrusionOk="0" h="20005" w="9815">
                  <a:moveTo>
                    <a:pt x="4908" y="0"/>
                  </a:moveTo>
                  <a:cubicBezTo>
                    <a:pt x="2225" y="0"/>
                    <a:pt x="0" y="2199"/>
                    <a:pt x="0" y="4908"/>
                  </a:cubicBezTo>
                  <a:lnTo>
                    <a:pt x="0" y="15260"/>
                  </a:lnTo>
                  <a:cubicBezTo>
                    <a:pt x="0" y="21588"/>
                    <a:pt x="9816" y="21588"/>
                    <a:pt x="9816" y="15260"/>
                  </a:cubicBezTo>
                  <a:lnTo>
                    <a:pt x="9816" y="4908"/>
                  </a:lnTo>
                  <a:cubicBezTo>
                    <a:pt x="9816" y="2199"/>
                    <a:pt x="7591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8510992" y="4500379"/>
              <a:ext cx="9815" cy="20006"/>
            </a:xfrm>
            <a:custGeom>
              <a:rect b="b" l="l" r="r" t="t"/>
              <a:pathLst>
                <a:path extrusionOk="0" h="20006" w="9815">
                  <a:moveTo>
                    <a:pt x="4908" y="0"/>
                  </a:moveTo>
                  <a:cubicBezTo>
                    <a:pt x="2225" y="0"/>
                    <a:pt x="0" y="2199"/>
                    <a:pt x="0" y="4908"/>
                  </a:cubicBezTo>
                  <a:lnTo>
                    <a:pt x="0" y="15260"/>
                  </a:lnTo>
                  <a:cubicBezTo>
                    <a:pt x="0" y="21588"/>
                    <a:pt x="9816" y="21588"/>
                    <a:pt x="9816" y="15260"/>
                  </a:cubicBezTo>
                  <a:lnTo>
                    <a:pt x="9816" y="4908"/>
                  </a:lnTo>
                  <a:cubicBezTo>
                    <a:pt x="9816" y="2199"/>
                    <a:pt x="7591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8539784" y="4500379"/>
              <a:ext cx="9815" cy="20006"/>
            </a:xfrm>
            <a:custGeom>
              <a:rect b="b" l="l" r="r" t="t"/>
              <a:pathLst>
                <a:path extrusionOk="0" h="20006" w="9815">
                  <a:moveTo>
                    <a:pt x="4908" y="0"/>
                  </a:moveTo>
                  <a:cubicBezTo>
                    <a:pt x="2225" y="0"/>
                    <a:pt x="0" y="2199"/>
                    <a:pt x="0" y="4908"/>
                  </a:cubicBezTo>
                  <a:lnTo>
                    <a:pt x="0" y="15260"/>
                  </a:lnTo>
                  <a:cubicBezTo>
                    <a:pt x="0" y="21588"/>
                    <a:pt x="9816" y="21588"/>
                    <a:pt x="9816" y="15260"/>
                  </a:cubicBezTo>
                  <a:lnTo>
                    <a:pt x="9816" y="4908"/>
                  </a:lnTo>
                  <a:cubicBezTo>
                    <a:pt x="9816" y="2199"/>
                    <a:pt x="7591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8510992" y="4539151"/>
              <a:ext cx="9815" cy="20006"/>
            </a:xfrm>
            <a:custGeom>
              <a:rect b="b" l="l" r="r" t="t"/>
              <a:pathLst>
                <a:path extrusionOk="0" h="20006" w="9815">
                  <a:moveTo>
                    <a:pt x="4908" y="0"/>
                  </a:moveTo>
                  <a:cubicBezTo>
                    <a:pt x="2225" y="0"/>
                    <a:pt x="0" y="2199"/>
                    <a:pt x="0" y="4908"/>
                  </a:cubicBezTo>
                  <a:lnTo>
                    <a:pt x="0" y="15260"/>
                  </a:lnTo>
                  <a:cubicBezTo>
                    <a:pt x="0" y="21588"/>
                    <a:pt x="9816" y="21588"/>
                    <a:pt x="9816" y="15260"/>
                  </a:cubicBezTo>
                  <a:lnTo>
                    <a:pt x="9816" y="4908"/>
                  </a:lnTo>
                  <a:cubicBezTo>
                    <a:pt x="9816" y="2199"/>
                    <a:pt x="7591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8539784" y="4539151"/>
              <a:ext cx="9815" cy="20006"/>
            </a:xfrm>
            <a:custGeom>
              <a:rect b="b" l="l" r="r" t="t"/>
              <a:pathLst>
                <a:path extrusionOk="0" h="20006" w="9815">
                  <a:moveTo>
                    <a:pt x="4908" y="0"/>
                  </a:moveTo>
                  <a:cubicBezTo>
                    <a:pt x="2225" y="0"/>
                    <a:pt x="0" y="2199"/>
                    <a:pt x="0" y="4908"/>
                  </a:cubicBezTo>
                  <a:lnTo>
                    <a:pt x="0" y="15260"/>
                  </a:lnTo>
                  <a:cubicBezTo>
                    <a:pt x="0" y="21588"/>
                    <a:pt x="9816" y="21588"/>
                    <a:pt x="9816" y="15260"/>
                  </a:cubicBezTo>
                  <a:lnTo>
                    <a:pt x="9816" y="4908"/>
                  </a:lnTo>
                  <a:cubicBezTo>
                    <a:pt x="9816" y="2199"/>
                    <a:pt x="7591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8591366" y="4545708"/>
              <a:ext cx="19860" cy="9815"/>
            </a:xfrm>
            <a:custGeom>
              <a:rect b="b" l="l" r="r" t="t"/>
              <a:pathLst>
                <a:path extrusionOk="0" h="9815" w="19860">
                  <a:moveTo>
                    <a:pt x="15100" y="0"/>
                  </a:move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lnTo>
                    <a:pt x="15100" y="9816"/>
                  </a:lnTo>
                  <a:cubicBezTo>
                    <a:pt x="21447" y="9816"/>
                    <a:pt x="21447" y="0"/>
                    <a:pt x="15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8591366" y="4519206"/>
              <a:ext cx="19860" cy="9815"/>
            </a:xfrm>
            <a:custGeom>
              <a:rect b="b" l="l" r="r" t="t"/>
              <a:pathLst>
                <a:path extrusionOk="0" h="9815" w="19860">
                  <a:moveTo>
                    <a:pt x="15100" y="0"/>
                  </a:move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lnTo>
                    <a:pt x="15100" y="9816"/>
                  </a:lnTo>
                  <a:cubicBezTo>
                    <a:pt x="21447" y="9816"/>
                    <a:pt x="21447" y="0"/>
                    <a:pt x="15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8591366" y="4492703"/>
              <a:ext cx="19860" cy="9815"/>
            </a:xfrm>
            <a:custGeom>
              <a:rect b="b" l="l" r="r" t="t"/>
              <a:pathLst>
                <a:path extrusionOk="0" h="9815" w="19860">
                  <a:moveTo>
                    <a:pt x="4761" y="9816"/>
                  </a:moveTo>
                  <a:lnTo>
                    <a:pt x="15100" y="9816"/>
                  </a:lnTo>
                  <a:cubicBezTo>
                    <a:pt x="21447" y="9816"/>
                    <a:pt x="21447" y="0"/>
                    <a:pt x="15100" y="0"/>
                  </a:cubicBez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27"/>
          <p:cNvGrpSpPr/>
          <p:nvPr/>
        </p:nvGrpSpPr>
        <p:grpSpPr>
          <a:xfrm>
            <a:off x="937685" y="1996724"/>
            <a:ext cx="345052" cy="345099"/>
            <a:chOff x="2049397" y="5277184"/>
            <a:chExt cx="335034" cy="335048"/>
          </a:xfrm>
        </p:grpSpPr>
        <p:sp>
          <p:nvSpPr>
            <p:cNvPr id="614" name="Google Shape;614;p27"/>
            <p:cNvSpPr/>
            <p:nvPr/>
          </p:nvSpPr>
          <p:spPr>
            <a:xfrm>
              <a:off x="2049397" y="5277184"/>
              <a:ext cx="335034" cy="335048"/>
            </a:xfrm>
            <a:custGeom>
              <a:rect b="b" l="l" r="r" t="t"/>
              <a:pathLst>
                <a:path extrusionOk="0" h="335048" w="335034">
                  <a:moveTo>
                    <a:pt x="322327" y="24088"/>
                  </a:moveTo>
                  <a:lnTo>
                    <a:pt x="299044" y="24088"/>
                  </a:lnTo>
                  <a:lnTo>
                    <a:pt x="299044" y="14946"/>
                  </a:lnTo>
                  <a:cubicBezTo>
                    <a:pt x="299044" y="6707"/>
                    <a:pt x="292337" y="0"/>
                    <a:pt x="284098" y="0"/>
                  </a:cubicBezTo>
                  <a:lnTo>
                    <a:pt x="224530" y="0"/>
                  </a:lnTo>
                  <a:cubicBezTo>
                    <a:pt x="216285" y="0"/>
                    <a:pt x="209584" y="6707"/>
                    <a:pt x="209584" y="14946"/>
                  </a:cubicBezTo>
                  <a:lnTo>
                    <a:pt x="209584" y="24088"/>
                  </a:lnTo>
                  <a:lnTo>
                    <a:pt x="65438" y="24088"/>
                  </a:lnTo>
                  <a:cubicBezTo>
                    <a:pt x="59110" y="24088"/>
                    <a:pt x="59110" y="33903"/>
                    <a:pt x="65438" y="33903"/>
                  </a:cubicBezTo>
                  <a:lnTo>
                    <a:pt x="209591" y="33903"/>
                  </a:lnTo>
                  <a:lnTo>
                    <a:pt x="209591" y="73637"/>
                  </a:lnTo>
                  <a:cubicBezTo>
                    <a:pt x="209591" y="81883"/>
                    <a:pt x="216298" y="88583"/>
                    <a:pt x="224537" y="88583"/>
                  </a:cubicBezTo>
                  <a:lnTo>
                    <a:pt x="224877" y="88583"/>
                  </a:lnTo>
                  <a:lnTo>
                    <a:pt x="224877" y="189541"/>
                  </a:lnTo>
                  <a:lnTo>
                    <a:pt x="224537" y="189541"/>
                  </a:lnTo>
                  <a:cubicBezTo>
                    <a:pt x="216292" y="189541"/>
                    <a:pt x="209591" y="196248"/>
                    <a:pt x="209591" y="204487"/>
                  </a:cubicBezTo>
                  <a:lnTo>
                    <a:pt x="209591" y="246831"/>
                  </a:lnTo>
                  <a:lnTo>
                    <a:pt x="12708" y="246831"/>
                  </a:lnTo>
                  <a:cubicBezTo>
                    <a:pt x="11111" y="246831"/>
                    <a:pt x="9816" y="245568"/>
                    <a:pt x="9816" y="244011"/>
                  </a:cubicBezTo>
                  <a:lnTo>
                    <a:pt x="9816" y="36724"/>
                  </a:lnTo>
                  <a:cubicBezTo>
                    <a:pt x="9816" y="35166"/>
                    <a:pt x="11111" y="33903"/>
                    <a:pt x="12708" y="33903"/>
                  </a:cubicBezTo>
                  <a:lnTo>
                    <a:pt x="41226" y="33903"/>
                  </a:lnTo>
                  <a:cubicBezTo>
                    <a:pt x="47554" y="33903"/>
                    <a:pt x="47554" y="24088"/>
                    <a:pt x="41226" y="24088"/>
                  </a:cubicBezTo>
                  <a:lnTo>
                    <a:pt x="12708" y="24088"/>
                  </a:lnTo>
                  <a:cubicBezTo>
                    <a:pt x="5700" y="24088"/>
                    <a:pt x="0" y="29755"/>
                    <a:pt x="0" y="36724"/>
                  </a:cubicBezTo>
                  <a:lnTo>
                    <a:pt x="0" y="244011"/>
                  </a:lnTo>
                  <a:cubicBezTo>
                    <a:pt x="0" y="250980"/>
                    <a:pt x="5700" y="256647"/>
                    <a:pt x="12708" y="256647"/>
                  </a:cubicBezTo>
                  <a:lnTo>
                    <a:pt x="175190" y="256647"/>
                  </a:lnTo>
                  <a:lnTo>
                    <a:pt x="175190" y="292586"/>
                  </a:lnTo>
                  <a:cubicBezTo>
                    <a:pt x="175190" y="315999"/>
                    <a:pt x="194239" y="335048"/>
                    <a:pt x="217653" y="335048"/>
                  </a:cubicBezTo>
                  <a:cubicBezTo>
                    <a:pt x="241066" y="335048"/>
                    <a:pt x="258231" y="317812"/>
                    <a:pt x="259965" y="295982"/>
                  </a:cubicBezTo>
                  <a:lnTo>
                    <a:pt x="266194" y="295982"/>
                  </a:lnTo>
                  <a:cubicBezTo>
                    <a:pt x="272993" y="295982"/>
                    <a:pt x="278523" y="290452"/>
                    <a:pt x="278523" y="283653"/>
                  </a:cubicBezTo>
                  <a:lnTo>
                    <a:pt x="278523" y="278117"/>
                  </a:lnTo>
                  <a:lnTo>
                    <a:pt x="284098" y="278117"/>
                  </a:lnTo>
                  <a:cubicBezTo>
                    <a:pt x="292337" y="278117"/>
                    <a:pt x="299044" y="271410"/>
                    <a:pt x="299044" y="263171"/>
                  </a:cubicBezTo>
                  <a:lnTo>
                    <a:pt x="299044" y="256647"/>
                  </a:lnTo>
                  <a:lnTo>
                    <a:pt x="322327" y="256647"/>
                  </a:lnTo>
                  <a:cubicBezTo>
                    <a:pt x="329335" y="256647"/>
                    <a:pt x="335035" y="250980"/>
                    <a:pt x="335035" y="244011"/>
                  </a:cubicBezTo>
                  <a:lnTo>
                    <a:pt x="335035" y="36724"/>
                  </a:lnTo>
                  <a:cubicBezTo>
                    <a:pt x="335035" y="29755"/>
                    <a:pt x="329335" y="24088"/>
                    <a:pt x="322327" y="24088"/>
                  </a:cubicBezTo>
                  <a:close/>
                  <a:moveTo>
                    <a:pt x="217646" y="325226"/>
                  </a:moveTo>
                  <a:cubicBezTo>
                    <a:pt x="199644" y="325226"/>
                    <a:pt x="184999" y="310581"/>
                    <a:pt x="184999" y="292579"/>
                  </a:cubicBezTo>
                  <a:lnTo>
                    <a:pt x="184999" y="256640"/>
                  </a:lnTo>
                  <a:lnTo>
                    <a:pt x="209584" y="256640"/>
                  </a:lnTo>
                  <a:lnTo>
                    <a:pt x="209584" y="263165"/>
                  </a:lnTo>
                  <a:cubicBezTo>
                    <a:pt x="209584" y="271410"/>
                    <a:pt x="216292" y="278111"/>
                    <a:pt x="224530" y="278111"/>
                  </a:cubicBezTo>
                  <a:lnTo>
                    <a:pt x="230105" y="278111"/>
                  </a:lnTo>
                  <a:lnTo>
                    <a:pt x="230105" y="283647"/>
                  </a:lnTo>
                  <a:cubicBezTo>
                    <a:pt x="230105" y="290446"/>
                    <a:pt x="235635" y="295975"/>
                    <a:pt x="242434" y="295975"/>
                  </a:cubicBezTo>
                  <a:lnTo>
                    <a:pt x="250116" y="295975"/>
                  </a:lnTo>
                  <a:cubicBezTo>
                    <a:pt x="248408" y="312387"/>
                    <a:pt x="234503" y="325226"/>
                    <a:pt x="217646" y="325226"/>
                  </a:cubicBezTo>
                  <a:close/>
                  <a:moveTo>
                    <a:pt x="268714" y="283647"/>
                  </a:moveTo>
                  <a:cubicBezTo>
                    <a:pt x="268714" y="285034"/>
                    <a:pt x="267582" y="286160"/>
                    <a:pt x="266201" y="286160"/>
                  </a:cubicBezTo>
                  <a:lnTo>
                    <a:pt x="242440" y="286160"/>
                  </a:lnTo>
                  <a:cubicBezTo>
                    <a:pt x="241053" y="286160"/>
                    <a:pt x="239928" y="285028"/>
                    <a:pt x="239928" y="283647"/>
                  </a:cubicBezTo>
                  <a:lnTo>
                    <a:pt x="239928" y="278111"/>
                  </a:lnTo>
                  <a:lnTo>
                    <a:pt x="268720" y="278111"/>
                  </a:lnTo>
                  <a:lnTo>
                    <a:pt x="268720" y="283647"/>
                  </a:lnTo>
                  <a:lnTo>
                    <a:pt x="268720" y="283647"/>
                  </a:lnTo>
                  <a:close/>
                  <a:moveTo>
                    <a:pt x="325219" y="244011"/>
                  </a:moveTo>
                  <a:cubicBezTo>
                    <a:pt x="325219" y="245568"/>
                    <a:pt x="323924" y="246831"/>
                    <a:pt x="322327" y="246831"/>
                  </a:cubicBezTo>
                  <a:lnTo>
                    <a:pt x="299044" y="246831"/>
                  </a:lnTo>
                  <a:lnTo>
                    <a:pt x="299044" y="232311"/>
                  </a:lnTo>
                  <a:cubicBezTo>
                    <a:pt x="299044" y="225983"/>
                    <a:pt x="289228" y="225983"/>
                    <a:pt x="289228" y="232311"/>
                  </a:cubicBezTo>
                  <a:lnTo>
                    <a:pt x="289228" y="263171"/>
                  </a:lnTo>
                  <a:cubicBezTo>
                    <a:pt x="289228" y="265998"/>
                    <a:pt x="286925" y="268302"/>
                    <a:pt x="284098" y="268302"/>
                  </a:cubicBezTo>
                  <a:lnTo>
                    <a:pt x="224530" y="268302"/>
                  </a:lnTo>
                  <a:cubicBezTo>
                    <a:pt x="221703" y="268302"/>
                    <a:pt x="219400" y="265998"/>
                    <a:pt x="219400" y="263171"/>
                  </a:cubicBezTo>
                  <a:lnTo>
                    <a:pt x="219400" y="204487"/>
                  </a:lnTo>
                  <a:cubicBezTo>
                    <a:pt x="219400" y="201660"/>
                    <a:pt x="221703" y="199356"/>
                    <a:pt x="224530" y="199356"/>
                  </a:cubicBezTo>
                  <a:lnTo>
                    <a:pt x="229778" y="199356"/>
                  </a:lnTo>
                  <a:cubicBezTo>
                    <a:pt x="232487" y="199356"/>
                    <a:pt x="234686" y="197158"/>
                    <a:pt x="234686" y="194449"/>
                  </a:cubicBezTo>
                  <a:lnTo>
                    <a:pt x="234686" y="83675"/>
                  </a:lnTo>
                  <a:cubicBezTo>
                    <a:pt x="234686" y="80966"/>
                    <a:pt x="232487" y="78768"/>
                    <a:pt x="229778" y="78768"/>
                  </a:cubicBezTo>
                  <a:lnTo>
                    <a:pt x="224530" y="78768"/>
                  </a:lnTo>
                  <a:cubicBezTo>
                    <a:pt x="221703" y="78768"/>
                    <a:pt x="219400" y="76464"/>
                    <a:pt x="219400" y="73637"/>
                  </a:cubicBezTo>
                  <a:lnTo>
                    <a:pt x="219400" y="14953"/>
                  </a:lnTo>
                  <a:cubicBezTo>
                    <a:pt x="219400" y="12126"/>
                    <a:pt x="221703" y="9822"/>
                    <a:pt x="224530" y="9822"/>
                  </a:cubicBezTo>
                  <a:lnTo>
                    <a:pt x="284098" y="9822"/>
                  </a:lnTo>
                  <a:cubicBezTo>
                    <a:pt x="286925" y="9822"/>
                    <a:pt x="289228" y="12126"/>
                    <a:pt x="289228" y="14953"/>
                  </a:cubicBezTo>
                  <a:lnTo>
                    <a:pt x="289228" y="73637"/>
                  </a:lnTo>
                  <a:cubicBezTo>
                    <a:pt x="289228" y="76464"/>
                    <a:pt x="286925" y="78768"/>
                    <a:pt x="284098" y="78768"/>
                  </a:cubicBezTo>
                  <a:lnTo>
                    <a:pt x="278850" y="78768"/>
                  </a:lnTo>
                  <a:cubicBezTo>
                    <a:pt x="276141" y="78768"/>
                    <a:pt x="273942" y="80966"/>
                    <a:pt x="273942" y="83675"/>
                  </a:cubicBezTo>
                  <a:lnTo>
                    <a:pt x="273942" y="194449"/>
                  </a:lnTo>
                  <a:cubicBezTo>
                    <a:pt x="273942" y="197158"/>
                    <a:pt x="276141" y="199356"/>
                    <a:pt x="278850" y="199356"/>
                  </a:cubicBezTo>
                  <a:lnTo>
                    <a:pt x="284098" y="199356"/>
                  </a:lnTo>
                  <a:cubicBezTo>
                    <a:pt x="286925" y="199356"/>
                    <a:pt x="289228" y="201660"/>
                    <a:pt x="289228" y="204487"/>
                  </a:cubicBezTo>
                  <a:lnTo>
                    <a:pt x="289228" y="211371"/>
                  </a:lnTo>
                  <a:cubicBezTo>
                    <a:pt x="289228" y="217699"/>
                    <a:pt x="299044" y="217699"/>
                    <a:pt x="299044" y="211371"/>
                  </a:cubicBezTo>
                  <a:lnTo>
                    <a:pt x="299044" y="204487"/>
                  </a:lnTo>
                  <a:cubicBezTo>
                    <a:pt x="299044" y="196241"/>
                    <a:pt x="292337" y="189541"/>
                    <a:pt x="284098" y="189541"/>
                  </a:cubicBezTo>
                  <a:lnTo>
                    <a:pt x="283758" y="189541"/>
                  </a:lnTo>
                  <a:lnTo>
                    <a:pt x="283758" y="88583"/>
                  </a:lnTo>
                  <a:lnTo>
                    <a:pt x="284098" y="88583"/>
                  </a:lnTo>
                  <a:cubicBezTo>
                    <a:pt x="292343" y="88583"/>
                    <a:pt x="299044" y="81876"/>
                    <a:pt x="299044" y="73637"/>
                  </a:cubicBezTo>
                  <a:lnTo>
                    <a:pt x="299044" y="33910"/>
                  </a:lnTo>
                  <a:lnTo>
                    <a:pt x="322327" y="33910"/>
                  </a:lnTo>
                  <a:cubicBezTo>
                    <a:pt x="323924" y="33910"/>
                    <a:pt x="325219" y="35173"/>
                    <a:pt x="325219" y="36730"/>
                  </a:cubicBezTo>
                  <a:lnTo>
                    <a:pt x="325219" y="244018"/>
                  </a:lnTo>
                  <a:lnTo>
                    <a:pt x="325219" y="2440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2079871" y="5333310"/>
              <a:ext cx="142078" cy="34289"/>
            </a:xfrm>
            <a:custGeom>
              <a:rect b="b" l="l" r="r" t="t"/>
              <a:pathLst>
                <a:path extrusionOk="0" h="34289" w="142078">
                  <a:moveTo>
                    <a:pt x="124934" y="0"/>
                  </a:moveTo>
                  <a:lnTo>
                    <a:pt x="17145" y="0"/>
                  </a:lnTo>
                  <a:cubicBezTo>
                    <a:pt x="7689" y="0"/>
                    <a:pt x="0" y="7689"/>
                    <a:pt x="0" y="17145"/>
                  </a:cubicBezTo>
                  <a:cubicBezTo>
                    <a:pt x="0" y="26600"/>
                    <a:pt x="7695" y="34289"/>
                    <a:pt x="17145" y="34289"/>
                  </a:cubicBezTo>
                  <a:lnTo>
                    <a:pt x="124934" y="34289"/>
                  </a:lnTo>
                  <a:cubicBezTo>
                    <a:pt x="134390" y="34289"/>
                    <a:pt x="142078" y="26600"/>
                    <a:pt x="142078" y="17145"/>
                  </a:cubicBezTo>
                  <a:cubicBezTo>
                    <a:pt x="142078" y="7689"/>
                    <a:pt x="134383" y="0"/>
                    <a:pt x="124934" y="0"/>
                  </a:cubicBezTo>
                  <a:close/>
                  <a:moveTo>
                    <a:pt x="124934" y="24480"/>
                  </a:moveTo>
                  <a:lnTo>
                    <a:pt x="17145" y="24480"/>
                  </a:lnTo>
                  <a:cubicBezTo>
                    <a:pt x="13101" y="24480"/>
                    <a:pt x="9816" y="21189"/>
                    <a:pt x="9816" y="17151"/>
                  </a:cubicBezTo>
                  <a:cubicBezTo>
                    <a:pt x="9816" y="13114"/>
                    <a:pt x="13101" y="9822"/>
                    <a:pt x="17145" y="9822"/>
                  </a:cubicBezTo>
                  <a:lnTo>
                    <a:pt x="124934" y="9822"/>
                  </a:lnTo>
                  <a:cubicBezTo>
                    <a:pt x="128978" y="9822"/>
                    <a:pt x="132263" y="13114"/>
                    <a:pt x="132263" y="17151"/>
                  </a:cubicBezTo>
                  <a:cubicBezTo>
                    <a:pt x="132263" y="21189"/>
                    <a:pt x="128971" y="24480"/>
                    <a:pt x="124934" y="244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2081429" y="5381362"/>
              <a:ext cx="37011" cy="32961"/>
            </a:xfrm>
            <a:custGeom>
              <a:rect b="b" l="l" r="r" t="t"/>
              <a:pathLst>
                <a:path extrusionOk="0" h="32961" w="37011">
                  <a:moveTo>
                    <a:pt x="37012" y="4908"/>
                  </a:moveTo>
                  <a:cubicBezTo>
                    <a:pt x="37012" y="2199"/>
                    <a:pt x="34813" y="0"/>
                    <a:pt x="32104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104" y="32961"/>
                  </a:lnTo>
                  <a:cubicBezTo>
                    <a:pt x="34813" y="32961"/>
                    <a:pt x="37012" y="30762"/>
                    <a:pt x="37012" y="28053"/>
                  </a:cubicBezTo>
                  <a:lnTo>
                    <a:pt x="37012" y="4908"/>
                  </a:lnTo>
                  <a:lnTo>
                    <a:pt x="37012" y="4908"/>
                  </a:lnTo>
                  <a:close/>
                  <a:moveTo>
                    <a:pt x="27196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196" y="9816"/>
                  </a:lnTo>
                  <a:lnTo>
                    <a:pt x="27196" y="23145"/>
                  </a:lnTo>
                  <a:lnTo>
                    <a:pt x="27196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2132431" y="5381362"/>
              <a:ext cx="37076" cy="32961"/>
            </a:xfrm>
            <a:custGeom>
              <a:rect b="b" l="l" r="r" t="t"/>
              <a:pathLst>
                <a:path extrusionOk="0" h="32961" w="37076">
                  <a:moveTo>
                    <a:pt x="37077" y="4908"/>
                  </a:moveTo>
                  <a:cubicBezTo>
                    <a:pt x="37077" y="2199"/>
                    <a:pt x="34878" y="0"/>
                    <a:pt x="32169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169" y="32961"/>
                  </a:lnTo>
                  <a:cubicBezTo>
                    <a:pt x="34878" y="32961"/>
                    <a:pt x="37077" y="30762"/>
                    <a:pt x="37077" y="28053"/>
                  </a:cubicBezTo>
                  <a:lnTo>
                    <a:pt x="37077" y="4908"/>
                  </a:lnTo>
                  <a:close/>
                  <a:moveTo>
                    <a:pt x="27261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261" y="9816"/>
                  </a:lnTo>
                  <a:lnTo>
                    <a:pt x="27261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2183695" y="5381362"/>
              <a:ext cx="37142" cy="32961"/>
            </a:xfrm>
            <a:custGeom>
              <a:rect b="b" l="l" r="r" t="t"/>
              <a:pathLst>
                <a:path extrusionOk="0" h="32961" w="37142">
                  <a:moveTo>
                    <a:pt x="37142" y="4908"/>
                  </a:moveTo>
                  <a:cubicBezTo>
                    <a:pt x="37142" y="2199"/>
                    <a:pt x="34944" y="0"/>
                    <a:pt x="32235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235" y="32961"/>
                  </a:lnTo>
                  <a:cubicBezTo>
                    <a:pt x="34944" y="32961"/>
                    <a:pt x="37142" y="30762"/>
                    <a:pt x="37142" y="28053"/>
                  </a:cubicBezTo>
                  <a:lnTo>
                    <a:pt x="37142" y="4908"/>
                  </a:lnTo>
                  <a:close/>
                  <a:moveTo>
                    <a:pt x="27327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327" y="9816"/>
                  </a:lnTo>
                  <a:lnTo>
                    <a:pt x="27327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2081429" y="5425872"/>
              <a:ext cx="37011" cy="32961"/>
            </a:xfrm>
            <a:custGeom>
              <a:rect b="b" l="l" r="r" t="t"/>
              <a:pathLst>
                <a:path extrusionOk="0" h="32961" w="37011">
                  <a:moveTo>
                    <a:pt x="37012" y="4908"/>
                  </a:moveTo>
                  <a:cubicBezTo>
                    <a:pt x="37012" y="2199"/>
                    <a:pt x="34813" y="0"/>
                    <a:pt x="32104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104" y="32961"/>
                  </a:lnTo>
                  <a:cubicBezTo>
                    <a:pt x="34813" y="32961"/>
                    <a:pt x="37012" y="30762"/>
                    <a:pt x="37012" y="28053"/>
                  </a:cubicBezTo>
                  <a:lnTo>
                    <a:pt x="37012" y="4908"/>
                  </a:lnTo>
                  <a:lnTo>
                    <a:pt x="37012" y="4908"/>
                  </a:lnTo>
                  <a:close/>
                  <a:moveTo>
                    <a:pt x="27196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196" y="9816"/>
                  </a:lnTo>
                  <a:lnTo>
                    <a:pt x="27196" y="23145"/>
                  </a:lnTo>
                  <a:lnTo>
                    <a:pt x="27196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2132431" y="5425872"/>
              <a:ext cx="37076" cy="32961"/>
            </a:xfrm>
            <a:custGeom>
              <a:rect b="b" l="l" r="r" t="t"/>
              <a:pathLst>
                <a:path extrusionOk="0" h="32961" w="37076">
                  <a:moveTo>
                    <a:pt x="37077" y="4908"/>
                  </a:moveTo>
                  <a:cubicBezTo>
                    <a:pt x="37077" y="2199"/>
                    <a:pt x="34878" y="0"/>
                    <a:pt x="32169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169" y="32961"/>
                  </a:lnTo>
                  <a:cubicBezTo>
                    <a:pt x="34878" y="32961"/>
                    <a:pt x="37077" y="30762"/>
                    <a:pt x="37077" y="28053"/>
                  </a:cubicBezTo>
                  <a:lnTo>
                    <a:pt x="37077" y="4908"/>
                  </a:lnTo>
                  <a:close/>
                  <a:moveTo>
                    <a:pt x="27261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261" y="9816"/>
                  </a:lnTo>
                  <a:lnTo>
                    <a:pt x="27261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2183695" y="5425872"/>
              <a:ext cx="37142" cy="32961"/>
            </a:xfrm>
            <a:custGeom>
              <a:rect b="b" l="l" r="r" t="t"/>
              <a:pathLst>
                <a:path extrusionOk="0" h="32961" w="37142">
                  <a:moveTo>
                    <a:pt x="37142" y="4908"/>
                  </a:moveTo>
                  <a:cubicBezTo>
                    <a:pt x="37142" y="2199"/>
                    <a:pt x="34944" y="0"/>
                    <a:pt x="32235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235" y="32961"/>
                  </a:lnTo>
                  <a:cubicBezTo>
                    <a:pt x="34944" y="32961"/>
                    <a:pt x="37142" y="30762"/>
                    <a:pt x="37142" y="28053"/>
                  </a:cubicBezTo>
                  <a:lnTo>
                    <a:pt x="37142" y="4908"/>
                  </a:lnTo>
                  <a:close/>
                  <a:moveTo>
                    <a:pt x="27327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327" y="9816"/>
                  </a:lnTo>
                  <a:lnTo>
                    <a:pt x="27327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2081429" y="5470383"/>
              <a:ext cx="37011" cy="32961"/>
            </a:xfrm>
            <a:custGeom>
              <a:rect b="b" l="l" r="r" t="t"/>
              <a:pathLst>
                <a:path extrusionOk="0" h="32961" w="37011">
                  <a:moveTo>
                    <a:pt x="32104" y="0"/>
                  </a:move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104" y="32961"/>
                  </a:lnTo>
                  <a:cubicBezTo>
                    <a:pt x="34813" y="32961"/>
                    <a:pt x="37012" y="30762"/>
                    <a:pt x="37012" y="28053"/>
                  </a:cubicBezTo>
                  <a:lnTo>
                    <a:pt x="37012" y="4908"/>
                  </a:lnTo>
                  <a:cubicBezTo>
                    <a:pt x="37012" y="2199"/>
                    <a:pt x="34813" y="0"/>
                    <a:pt x="32104" y="0"/>
                  </a:cubicBezTo>
                  <a:close/>
                  <a:moveTo>
                    <a:pt x="27196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196" y="9816"/>
                  </a:lnTo>
                  <a:lnTo>
                    <a:pt x="27196" y="23145"/>
                  </a:lnTo>
                  <a:lnTo>
                    <a:pt x="27196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2132431" y="5470383"/>
              <a:ext cx="37076" cy="32961"/>
            </a:xfrm>
            <a:custGeom>
              <a:rect b="b" l="l" r="r" t="t"/>
              <a:pathLst>
                <a:path extrusionOk="0" h="32961" w="37076">
                  <a:moveTo>
                    <a:pt x="32169" y="0"/>
                  </a:move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169" y="32961"/>
                  </a:lnTo>
                  <a:cubicBezTo>
                    <a:pt x="34878" y="32961"/>
                    <a:pt x="37077" y="30762"/>
                    <a:pt x="37077" y="28053"/>
                  </a:cubicBezTo>
                  <a:lnTo>
                    <a:pt x="37077" y="4908"/>
                  </a:lnTo>
                  <a:cubicBezTo>
                    <a:pt x="37077" y="2199"/>
                    <a:pt x="34878" y="0"/>
                    <a:pt x="32169" y="0"/>
                  </a:cubicBezTo>
                  <a:close/>
                  <a:moveTo>
                    <a:pt x="27261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261" y="9816"/>
                  </a:lnTo>
                  <a:lnTo>
                    <a:pt x="27261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2183695" y="5470383"/>
              <a:ext cx="37142" cy="32961"/>
            </a:xfrm>
            <a:custGeom>
              <a:rect b="b" l="l" r="r" t="t"/>
              <a:pathLst>
                <a:path extrusionOk="0" h="32961" w="37142">
                  <a:moveTo>
                    <a:pt x="32235" y="0"/>
                  </a:move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28053"/>
                  </a:lnTo>
                  <a:cubicBezTo>
                    <a:pt x="0" y="30762"/>
                    <a:pt x="2199" y="32961"/>
                    <a:pt x="4908" y="32961"/>
                  </a:cubicBezTo>
                  <a:lnTo>
                    <a:pt x="32235" y="32961"/>
                  </a:lnTo>
                  <a:cubicBezTo>
                    <a:pt x="34944" y="32961"/>
                    <a:pt x="37142" y="30762"/>
                    <a:pt x="37142" y="28053"/>
                  </a:cubicBezTo>
                  <a:lnTo>
                    <a:pt x="37142" y="4908"/>
                  </a:lnTo>
                  <a:cubicBezTo>
                    <a:pt x="37142" y="2199"/>
                    <a:pt x="34944" y="0"/>
                    <a:pt x="32235" y="0"/>
                  </a:cubicBezTo>
                  <a:close/>
                  <a:moveTo>
                    <a:pt x="27327" y="23145"/>
                  </a:moveTo>
                  <a:lnTo>
                    <a:pt x="9816" y="23145"/>
                  </a:lnTo>
                  <a:lnTo>
                    <a:pt x="9816" y="9816"/>
                  </a:lnTo>
                  <a:lnTo>
                    <a:pt x="27327" y="9816"/>
                  </a:lnTo>
                  <a:lnTo>
                    <a:pt x="27327" y="23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p27"/>
          <p:cNvGrpSpPr/>
          <p:nvPr/>
        </p:nvGrpSpPr>
        <p:grpSpPr>
          <a:xfrm>
            <a:off x="1746035" y="1996725"/>
            <a:ext cx="266753" cy="345097"/>
            <a:chOff x="2776502" y="5245107"/>
            <a:chExt cx="259009" cy="335046"/>
          </a:xfrm>
        </p:grpSpPr>
        <p:sp>
          <p:nvSpPr>
            <p:cNvPr id="626" name="Google Shape;626;p27"/>
            <p:cNvSpPr/>
            <p:nvPr/>
          </p:nvSpPr>
          <p:spPr>
            <a:xfrm>
              <a:off x="2776502" y="5245107"/>
              <a:ext cx="259009" cy="335046"/>
            </a:xfrm>
            <a:custGeom>
              <a:rect b="b" l="l" r="r" t="t"/>
              <a:pathLst>
                <a:path extrusionOk="0" h="335046" w="259009">
                  <a:moveTo>
                    <a:pt x="184181" y="27183"/>
                  </a:moveTo>
                  <a:lnTo>
                    <a:pt x="184181" y="4908"/>
                  </a:lnTo>
                  <a:cubicBezTo>
                    <a:pt x="184181" y="2199"/>
                    <a:pt x="181982" y="0"/>
                    <a:pt x="179273" y="0"/>
                  </a:cubicBezTo>
                  <a:lnTo>
                    <a:pt x="145180" y="0"/>
                  </a:lnTo>
                  <a:cubicBezTo>
                    <a:pt x="142471" y="0"/>
                    <a:pt x="140272" y="2199"/>
                    <a:pt x="140272" y="4908"/>
                  </a:cubicBezTo>
                  <a:lnTo>
                    <a:pt x="140272" y="15227"/>
                  </a:lnTo>
                  <a:cubicBezTo>
                    <a:pt x="136693" y="14926"/>
                    <a:pt x="133087" y="14763"/>
                    <a:pt x="129495" y="14763"/>
                  </a:cubicBezTo>
                  <a:cubicBezTo>
                    <a:pt x="58089" y="14763"/>
                    <a:pt x="0" y="74481"/>
                    <a:pt x="0" y="147876"/>
                  </a:cubicBezTo>
                  <a:cubicBezTo>
                    <a:pt x="0" y="167796"/>
                    <a:pt x="4175" y="186956"/>
                    <a:pt x="12420" y="204833"/>
                  </a:cubicBezTo>
                  <a:cubicBezTo>
                    <a:pt x="32595" y="248579"/>
                    <a:pt x="122382" y="330343"/>
                    <a:pt x="126197" y="333805"/>
                  </a:cubicBezTo>
                  <a:cubicBezTo>
                    <a:pt x="128840" y="336206"/>
                    <a:pt x="131720" y="334727"/>
                    <a:pt x="134036" y="332719"/>
                  </a:cubicBezTo>
                  <a:cubicBezTo>
                    <a:pt x="136824" y="330304"/>
                    <a:pt x="183605" y="285230"/>
                    <a:pt x="194985" y="273491"/>
                  </a:cubicBezTo>
                  <a:cubicBezTo>
                    <a:pt x="197406" y="270998"/>
                    <a:pt x="200907" y="267811"/>
                    <a:pt x="198152" y="264218"/>
                  </a:cubicBezTo>
                  <a:cubicBezTo>
                    <a:pt x="196359" y="261875"/>
                    <a:pt x="192793" y="261444"/>
                    <a:pt x="190712" y="263655"/>
                  </a:cubicBezTo>
                  <a:cubicBezTo>
                    <a:pt x="167036" y="288803"/>
                    <a:pt x="138977" y="314841"/>
                    <a:pt x="129508" y="323518"/>
                  </a:cubicBezTo>
                  <a:cubicBezTo>
                    <a:pt x="112913" y="308160"/>
                    <a:pt x="38569" y="238115"/>
                    <a:pt x="21333" y="200730"/>
                  </a:cubicBezTo>
                  <a:cubicBezTo>
                    <a:pt x="13690" y="184155"/>
                    <a:pt x="9816" y="166376"/>
                    <a:pt x="9816" y="147883"/>
                  </a:cubicBezTo>
                  <a:cubicBezTo>
                    <a:pt x="9816" y="79893"/>
                    <a:pt x="63501" y="24585"/>
                    <a:pt x="129495" y="24585"/>
                  </a:cubicBezTo>
                  <a:cubicBezTo>
                    <a:pt x="133087" y="24585"/>
                    <a:pt x="136699" y="24755"/>
                    <a:pt x="140272" y="25082"/>
                  </a:cubicBezTo>
                  <a:lnTo>
                    <a:pt x="140272" y="36181"/>
                  </a:lnTo>
                  <a:lnTo>
                    <a:pt x="129122" y="36181"/>
                  </a:lnTo>
                  <a:cubicBezTo>
                    <a:pt x="126413" y="36181"/>
                    <a:pt x="124214" y="38380"/>
                    <a:pt x="124214" y="41088"/>
                  </a:cubicBezTo>
                  <a:lnTo>
                    <a:pt x="124214" y="53116"/>
                  </a:lnTo>
                  <a:cubicBezTo>
                    <a:pt x="111532" y="53836"/>
                    <a:pt x="99361" y="57121"/>
                    <a:pt x="88001" y="62906"/>
                  </a:cubicBezTo>
                  <a:cubicBezTo>
                    <a:pt x="82360" y="65778"/>
                    <a:pt x="86784" y="74540"/>
                    <a:pt x="92457" y="71654"/>
                  </a:cubicBezTo>
                  <a:cubicBezTo>
                    <a:pt x="102423" y="66577"/>
                    <a:pt x="113096" y="63651"/>
                    <a:pt x="124214" y="62945"/>
                  </a:cubicBezTo>
                  <a:lnTo>
                    <a:pt x="124214" y="133493"/>
                  </a:lnTo>
                  <a:lnTo>
                    <a:pt x="110937" y="133493"/>
                  </a:lnTo>
                  <a:lnTo>
                    <a:pt x="110937" y="91423"/>
                  </a:lnTo>
                  <a:cubicBezTo>
                    <a:pt x="110937" y="85095"/>
                    <a:pt x="101121" y="85095"/>
                    <a:pt x="101121" y="91423"/>
                  </a:cubicBezTo>
                  <a:lnTo>
                    <a:pt x="101121" y="133493"/>
                  </a:lnTo>
                  <a:lnTo>
                    <a:pt x="90821" y="133493"/>
                  </a:lnTo>
                  <a:lnTo>
                    <a:pt x="90821" y="112396"/>
                  </a:lnTo>
                  <a:cubicBezTo>
                    <a:pt x="90821" y="106068"/>
                    <a:pt x="81005" y="106068"/>
                    <a:pt x="81005" y="112396"/>
                  </a:cubicBezTo>
                  <a:lnTo>
                    <a:pt x="81005" y="133493"/>
                  </a:lnTo>
                  <a:lnTo>
                    <a:pt x="63664" y="133493"/>
                  </a:lnTo>
                  <a:cubicBezTo>
                    <a:pt x="60955" y="133493"/>
                    <a:pt x="58757" y="135692"/>
                    <a:pt x="58757" y="138401"/>
                  </a:cubicBezTo>
                  <a:lnTo>
                    <a:pt x="58757" y="194795"/>
                  </a:lnTo>
                  <a:cubicBezTo>
                    <a:pt x="50583" y="181498"/>
                    <a:pt x="45839" y="165747"/>
                    <a:pt x="45839" y="148884"/>
                  </a:cubicBezTo>
                  <a:cubicBezTo>
                    <a:pt x="45839" y="124005"/>
                    <a:pt x="56296" y="100343"/>
                    <a:pt x="74534" y="83970"/>
                  </a:cubicBezTo>
                  <a:cubicBezTo>
                    <a:pt x="79245" y="79743"/>
                    <a:pt x="72688" y="72440"/>
                    <a:pt x="67977" y="76667"/>
                  </a:cubicBezTo>
                  <a:cubicBezTo>
                    <a:pt x="47671" y="94898"/>
                    <a:pt x="36030" y="121217"/>
                    <a:pt x="36030" y="148884"/>
                  </a:cubicBezTo>
                  <a:cubicBezTo>
                    <a:pt x="36030" y="201516"/>
                    <a:pt x="77544" y="244371"/>
                    <a:pt x="128729" y="244803"/>
                  </a:cubicBezTo>
                  <a:cubicBezTo>
                    <a:pt x="128795" y="244803"/>
                    <a:pt x="128860" y="244816"/>
                    <a:pt x="128932" y="244816"/>
                  </a:cubicBezTo>
                  <a:cubicBezTo>
                    <a:pt x="128965" y="244816"/>
                    <a:pt x="128997" y="244816"/>
                    <a:pt x="129030" y="244816"/>
                  </a:cubicBezTo>
                  <a:cubicBezTo>
                    <a:pt x="129063" y="244816"/>
                    <a:pt x="129096" y="244816"/>
                    <a:pt x="129128" y="244816"/>
                  </a:cubicBezTo>
                  <a:cubicBezTo>
                    <a:pt x="129154" y="244816"/>
                    <a:pt x="129181" y="244816"/>
                    <a:pt x="129207" y="244816"/>
                  </a:cubicBezTo>
                  <a:cubicBezTo>
                    <a:pt x="129305" y="244816"/>
                    <a:pt x="129403" y="244816"/>
                    <a:pt x="129508" y="244816"/>
                  </a:cubicBezTo>
                  <a:cubicBezTo>
                    <a:pt x="181047" y="244816"/>
                    <a:pt x="222986" y="201784"/>
                    <a:pt x="222986" y="148891"/>
                  </a:cubicBezTo>
                  <a:cubicBezTo>
                    <a:pt x="222986" y="126059"/>
                    <a:pt x="215042" y="103942"/>
                    <a:pt x="200613" y="86614"/>
                  </a:cubicBezTo>
                  <a:cubicBezTo>
                    <a:pt x="200501" y="86476"/>
                    <a:pt x="200377" y="86352"/>
                    <a:pt x="200259" y="86227"/>
                  </a:cubicBezTo>
                  <a:lnTo>
                    <a:pt x="200259" y="48411"/>
                  </a:lnTo>
                  <a:cubicBezTo>
                    <a:pt x="230609" y="71327"/>
                    <a:pt x="249194" y="108064"/>
                    <a:pt x="249194" y="147896"/>
                  </a:cubicBezTo>
                  <a:cubicBezTo>
                    <a:pt x="249194" y="166389"/>
                    <a:pt x="245320" y="184168"/>
                    <a:pt x="237677" y="200744"/>
                  </a:cubicBezTo>
                  <a:cubicBezTo>
                    <a:pt x="231578" y="213968"/>
                    <a:pt x="219668" y="231231"/>
                    <a:pt x="204997" y="248108"/>
                  </a:cubicBezTo>
                  <a:cubicBezTo>
                    <a:pt x="200861" y="252865"/>
                    <a:pt x="208236" y="259343"/>
                    <a:pt x="212405" y="254547"/>
                  </a:cubicBezTo>
                  <a:cubicBezTo>
                    <a:pt x="227881" y="236741"/>
                    <a:pt x="240019" y="219092"/>
                    <a:pt x="246589" y="204853"/>
                  </a:cubicBezTo>
                  <a:cubicBezTo>
                    <a:pt x="254828" y="186982"/>
                    <a:pt x="259009" y="167822"/>
                    <a:pt x="259009" y="147896"/>
                  </a:cubicBezTo>
                  <a:cubicBezTo>
                    <a:pt x="259009" y="96037"/>
                    <a:pt x="229752" y="49033"/>
                    <a:pt x="184201" y="27203"/>
                  </a:cubicBezTo>
                  <a:close/>
                  <a:moveTo>
                    <a:pt x="150088" y="9816"/>
                  </a:moveTo>
                  <a:lnTo>
                    <a:pt x="174365" y="9816"/>
                  </a:lnTo>
                  <a:lnTo>
                    <a:pt x="174365" y="29683"/>
                  </a:lnTo>
                  <a:cubicBezTo>
                    <a:pt x="174313" y="30082"/>
                    <a:pt x="174320" y="30475"/>
                    <a:pt x="174365" y="30867"/>
                  </a:cubicBezTo>
                  <a:lnTo>
                    <a:pt x="174365" y="36167"/>
                  </a:lnTo>
                  <a:lnTo>
                    <a:pt x="150088" y="36167"/>
                  </a:lnTo>
                  <a:lnTo>
                    <a:pt x="150088" y="9816"/>
                  </a:lnTo>
                  <a:close/>
                  <a:moveTo>
                    <a:pt x="68396" y="207621"/>
                  </a:moveTo>
                  <a:cubicBezTo>
                    <a:pt x="68507" y="207209"/>
                    <a:pt x="68572" y="206783"/>
                    <a:pt x="68572" y="206339"/>
                  </a:cubicBezTo>
                  <a:lnTo>
                    <a:pt x="68572" y="143296"/>
                  </a:lnTo>
                  <a:lnTo>
                    <a:pt x="124018" y="143296"/>
                  </a:lnTo>
                  <a:lnTo>
                    <a:pt x="124018" y="234791"/>
                  </a:lnTo>
                  <a:cubicBezTo>
                    <a:pt x="102129" y="233325"/>
                    <a:pt x="82511" y="223156"/>
                    <a:pt x="68396" y="207621"/>
                  </a:cubicBezTo>
                  <a:close/>
                  <a:moveTo>
                    <a:pt x="134030" y="234850"/>
                  </a:moveTo>
                  <a:lnTo>
                    <a:pt x="134030" y="45983"/>
                  </a:lnTo>
                  <a:lnTo>
                    <a:pt x="190424" y="45983"/>
                  </a:lnTo>
                  <a:lnTo>
                    <a:pt x="190424" y="207176"/>
                  </a:lnTo>
                  <a:cubicBezTo>
                    <a:pt x="190424" y="207379"/>
                    <a:pt x="190437" y="207575"/>
                    <a:pt x="190463" y="207772"/>
                  </a:cubicBezTo>
                  <a:cubicBezTo>
                    <a:pt x="176158" y="223451"/>
                    <a:pt x="156233" y="233626"/>
                    <a:pt x="134030" y="234856"/>
                  </a:cubicBezTo>
                  <a:close/>
                  <a:moveTo>
                    <a:pt x="213150" y="148871"/>
                  </a:moveTo>
                  <a:cubicBezTo>
                    <a:pt x="213150" y="165741"/>
                    <a:pt x="208413" y="181485"/>
                    <a:pt x="200233" y="194782"/>
                  </a:cubicBezTo>
                  <a:lnTo>
                    <a:pt x="200233" y="102908"/>
                  </a:lnTo>
                  <a:cubicBezTo>
                    <a:pt x="208622" y="116584"/>
                    <a:pt x="213150" y="132518"/>
                    <a:pt x="213150" y="148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2924344" y="5317422"/>
              <a:ext cx="28769" cy="9815"/>
            </a:xfrm>
            <a:custGeom>
              <a:rect b="b" l="l" r="r" t="t"/>
              <a:pathLst>
                <a:path extrusionOk="0" h="9815" w="28769">
                  <a:moveTo>
                    <a:pt x="24024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24024" y="9816"/>
                  </a:lnTo>
                  <a:cubicBezTo>
                    <a:pt x="30352" y="9816"/>
                    <a:pt x="30352" y="0"/>
                    <a:pt x="24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2924344" y="5355599"/>
              <a:ext cx="28769" cy="9815"/>
            </a:xfrm>
            <a:custGeom>
              <a:rect b="b" l="l" r="r" t="t"/>
              <a:pathLst>
                <a:path extrusionOk="0" h="9815" w="28769">
                  <a:moveTo>
                    <a:pt x="24024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24024" y="9816"/>
                  </a:lnTo>
                  <a:cubicBezTo>
                    <a:pt x="30352" y="9816"/>
                    <a:pt x="30352" y="0"/>
                    <a:pt x="24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2924344" y="5393775"/>
              <a:ext cx="28769" cy="9815"/>
            </a:xfrm>
            <a:custGeom>
              <a:rect b="b" l="l" r="r" t="t"/>
              <a:pathLst>
                <a:path extrusionOk="0" h="9815" w="28769">
                  <a:moveTo>
                    <a:pt x="24024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24024" y="9816"/>
                  </a:lnTo>
                  <a:cubicBezTo>
                    <a:pt x="30352" y="9816"/>
                    <a:pt x="30352" y="0"/>
                    <a:pt x="24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2924344" y="5431951"/>
              <a:ext cx="28769" cy="9815"/>
            </a:xfrm>
            <a:custGeom>
              <a:rect b="b" l="l" r="r" t="t"/>
              <a:pathLst>
                <a:path extrusionOk="0" h="9815" w="28769">
                  <a:moveTo>
                    <a:pt x="24024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24024" y="9816"/>
                  </a:lnTo>
                  <a:cubicBezTo>
                    <a:pt x="30352" y="9816"/>
                    <a:pt x="30352" y="0"/>
                    <a:pt x="24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2856762" y="5403558"/>
              <a:ext cx="9815" cy="19879"/>
            </a:xfrm>
            <a:custGeom>
              <a:rect b="b" l="l" r="r" t="t"/>
              <a:pathLst>
                <a:path extrusionOk="0" h="19879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14972"/>
                  </a:lnTo>
                  <a:cubicBezTo>
                    <a:pt x="0" y="17681"/>
                    <a:pt x="2199" y="19880"/>
                    <a:pt x="4908" y="19880"/>
                  </a:cubicBezTo>
                  <a:cubicBezTo>
                    <a:pt x="7617" y="19880"/>
                    <a:pt x="9816" y="17681"/>
                    <a:pt x="9816" y="14972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2856762" y="5438986"/>
              <a:ext cx="9815" cy="19879"/>
            </a:xfrm>
            <a:custGeom>
              <a:rect b="b" l="l" r="r" t="t"/>
              <a:pathLst>
                <a:path extrusionOk="0" h="19879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14972"/>
                  </a:lnTo>
                  <a:cubicBezTo>
                    <a:pt x="0" y="17681"/>
                    <a:pt x="2199" y="19880"/>
                    <a:pt x="4908" y="19880"/>
                  </a:cubicBezTo>
                  <a:cubicBezTo>
                    <a:pt x="7617" y="19880"/>
                    <a:pt x="9816" y="17681"/>
                    <a:pt x="9816" y="14972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2878363" y="5403558"/>
              <a:ext cx="9815" cy="19879"/>
            </a:xfrm>
            <a:custGeom>
              <a:rect b="b" l="l" r="r" t="t"/>
              <a:pathLst>
                <a:path extrusionOk="0" h="19879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14972"/>
                  </a:lnTo>
                  <a:cubicBezTo>
                    <a:pt x="0" y="17681"/>
                    <a:pt x="2199" y="19880"/>
                    <a:pt x="4908" y="19880"/>
                  </a:cubicBezTo>
                  <a:cubicBezTo>
                    <a:pt x="7617" y="19880"/>
                    <a:pt x="9816" y="17681"/>
                    <a:pt x="9816" y="14972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2878363" y="5438986"/>
              <a:ext cx="9815" cy="19879"/>
            </a:xfrm>
            <a:custGeom>
              <a:rect b="b" l="l" r="r" t="t"/>
              <a:pathLst>
                <a:path extrusionOk="0" h="19879" w="9815">
                  <a:moveTo>
                    <a:pt x="4908" y="0"/>
                  </a:moveTo>
                  <a:cubicBezTo>
                    <a:pt x="2199" y="0"/>
                    <a:pt x="0" y="2199"/>
                    <a:pt x="0" y="4908"/>
                  </a:cubicBezTo>
                  <a:lnTo>
                    <a:pt x="0" y="14972"/>
                  </a:lnTo>
                  <a:cubicBezTo>
                    <a:pt x="0" y="17681"/>
                    <a:pt x="2199" y="19880"/>
                    <a:pt x="4908" y="19880"/>
                  </a:cubicBezTo>
                  <a:cubicBezTo>
                    <a:pt x="7617" y="19880"/>
                    <a:pt x="9816" y="17681"/>
                    <a:pt x="9816" y="14972"/>
                  </a:cubicBezTo>
                  <a:lnTo>
                    <a:pt x="9816" y="4908"/>
                  </a:lnTo>
                  <a:cubicBezTo>
                    <a:pt x="9816" y="2199"/>
                    <a:pt x="7617" y="0"/>
                    <a:pt x="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27"/>
          <p:cNvGrpSpPr/>
          <p:nvPr/>
        </p:nvGrpSpPr>
        <p:grpSpPr>
          <a:xfrm>
            <a:off x="2476083" y="2015772"/>
            <a:ext cx="345052" cy="307004"/>
            <a:chOff x="3450145" y="5263593"/>
            <a:chExt cx="335034" cy="298062"/>
          </a:xfrm>
        </p:grpSpPr>
        <p:sp>
          <p:nvSpPr>
            <p:cNvPr id="636" name="Google Shape;636;p27"/>
            <p:cNvSpPr/>
            <p:nvPr/>
          </p:nvSpPr>
          <p:spPr>
            <a:xfrm>
              <a:off x="3450145" y="5263593"/>
              <a:ext cx="335034" cy="298062"/>
            </a:xfrm>
            <a:custGeom>
              <a:rect b="b" l="l" r="r" t="t"/>
              <a:pathLst>
                <a:path extrusionOk="0" h="298062" w="335034">
                  <a:moveTo>
                    <a:pt x="322713" y="0"/>
                  </a:moveTo>
                  <a:lnTo>
                    <a:pt x="92267" y="0"/>
                  </a:lnTo>
                  <a:cubicBezTo>
                    <a:pt x="85939" y="0"/>
                    <a:pt x="85939" y="9816"/>
                    <a:pt x="92267" y="9816"/>
                  </a:cubicBezTo>
                  <a:lnTo>
                    <a:pt x="322713" y="9816"/>
                  </a:lnTo>
                  <a:cubicBezTo>
                    <a:pt x="324100" y="9816"/>
                    <a:pt x="325226" y="10941"/>
                    <a:pt x="325226" y="12329"/>
                  </a:cubicBezTo>
                  <a:lnTo>
                    <a:pt x="325226" y="31410"/>
                  </a:lnTo>
                  <a:lnTo>
                    <a:pt x="42535" y="31410"/>
                  </a:lnTo>
                  <a:lnTo>
                    <a:pt x="42535" y="12329"/>
                  </a:lnTo>
                  <a:cubicBezTo>
                    <a:pt x="42535" y="10941"/>
                    <a:pt x="43660" y="9816"/>
                    <a:pt x="45047" y="9816"/>
                  </a:cubicBezTo>
                  <a:lnTo>
                    <a:pt x="70018" y="9816"/>
                  </a:lnTo>
                  <a:cubicBezTo>
                    <a:pt x="76346" y="9816"/>
                    <a:pt x="76346" y="0"/>
                    <a:pt x="70018" y="0"/>
                  </a:cubicBezTo>
                  <a:lnTo>
                    <a:pt x="45047" y="0"/>
                  </a:lnTo>
                  <a:cubicBezTo>
                    <a:pt x="38248" y="0"/>
                    <a:pt x="32719" y="5530"/>
                    <a:pt x="32719" y="12329"/>
                  </a:cubicBezTo>
                  <a:lnTo>
                    <a:pt x="32719" y="106991"/>
                  </a:lnTo>
                  <a:lnTo>
                    <a:pt x="12329" y="106991"/>
                  </a:lnTo>
                  <a:cubicBezTo>
                    <a:pt x="5529" y="106991"/>
                    <a:pt x="0" y="112520"/>
                    <a:pt x="0" y="119319"/>
                  </a:cubicBezTo>
                  <a:lnTo>
                    <a:pt x="0" y="285734"/>
                  </a:lnTo>
                  <a:cubicBezTo>
                    <a:pt x="0" y="292533"/>
                    <a:pt x="5529" y="298063"/>
                    <a:pt x="12329" y="298063"/>
                  </a:cubicBezTo>
                  <a:lnTo>
                    <a:pt x="289988" y="298063"/>
                  </a:lnTo>
                  <a:cubicBezTo>
                    <a:pt x="296787" y="298063"/>
                    <a:pt x="302316" y="292533"/>
                    <a:pt x="302316" y="285734"/>
                  </a:cubicBezTo>
                  <a:lnTo>
                    <a:pt x="302316" y="260272"/>
                  </a:lnTo>
                  <a:cubicBezTo>
                    <a:pt x="302316" y="253945"/>
                    <a:pt x="292500" y="253945"/>
                    <a:pt x="292500" y="260272"/>
                  </a:cubicBezTo>
                  <a:lnTo>
                    <a:pt x="292500" y="285734"/>
                  </a:lnTo>
                  <a:cubicBezTo>
                    <a:pt x="292500" y="287121"/>
                    <a:pt x="291375" y="288247"/>
                    <a:pt x="289988" y="288247"/>
                  </a:cubicBezTo>
                  <a:lnTo>
                    <a:pt x="12329" y="288247"/>
                  </a:lnTo>
                  <a:cubicBezTo>
                    <a:pt x="10941" y="288247"/>
                    <a:pt x="9816" y="287115"/>
                    <a:pt x="9816" y="285734"/>
                  </a:cubicBezTo>
                  <a:lnTo>
                    <a:pt x="9816" y="119319"/>
                  </a:lnTo>
                  <a:cubicBezTo>
                    <a:pt x="9816" y="117932"/>
                    <a:pt x="10941" y="116806"/>
                    <a:pt x="12329" y="116806"/>
                  </a:cubicBezTo>
                  <a:lnTo>
                    <a:pt x="289988" y="116806"/>
                  </a:lnTo>
                  <a:cubicBezTo>
                    <a:pt x="291375" y="116806"/>
                    <a:pt x="292500" y="117939"/>
                    <a:pt x="292500" y="119319"/>
                  </a:cubicBezTo>
                  <a:lnTo>
                    <a:pt x="292500" y="236721"/>
                  </a:lnTo>
                  <a:cubicBezTo>
                    <a:pt x="292500" y="243049"/>
                    <a:pt x="302316" y="243049"/>
                    <a:pt x="302316" y="236721"/>
                  </a:cubicBezTo>
                  <a:lnTo>
                    <a:pt x="302316" y="191078"/>
                  </a:lnTo>
                  <a:lnTo>
                    <a:pt x="322707" y="191078"/>
                  </a:lnTo>
                  <a:cubicBezTo>
                    <a:pt x="329505" y="191078"/>
                    <a:pt x="335035" y="185549"/>
                    <a:pt x="335035" y="178750"/>
                  </a:cubicBezTo>
                  <a:lnTo>
                    <a:pt x="335035" y="12335"/>
                  </a:lnTo>
                  <a:cubicBezTo>
                    <a:pt x="335035" y="5536"/>
                    <a:pt x="329505" y="7"/>
                    <a:pt x="322707" y="7"/>
                  </a:cubicBezTo>
                  <a:close/>
                  <a:moveTo>
                    <a:pt x="325232" y="41226"/>
                  </a:moveTo>
                  <a:lnTo>
                    <a:pt x="325232" y="76562"/>
                  </a:lnTo>
                  <a:lnTo>
                    <a:pt x="42541" y="76562"/>
                  </a:lnTo>
                  <a:lnTo>
                    <a:pt x="42541" y="41226"/>
                  </a:lnTo>
                  <a:lnTo>
                    <a:pt x="325232" y="41226"/>
                  </a:lnTo>
                  <a:close/>
                  <a:moveTo>
                    <a:pt x="322713" y="181263"/>
                  </a:moveTo>
                  <a:lnTo>
                    <a:pt x="302323" y="181263"/>
                  </a:lnTo>
                  <a:lnTo>
                    <a:pt x="302323" y="119319"/>
                  </a:lnTo>
                  <a:cubicBezTo>
                    <a:pt x="302323" y="112520"/>
                    <a:pt x="296793" y="106991"/>
                    <a:pt x="289994" y="106991"/>
                  </a:cubicBezTo>
                  <a:lnTo>
                    <a:pt x="42535" y="106991"/>
                  </a:lnTo>
                  <a:lnTo>
                    <a:pt x="42535" y="86378"/>
                  </a:lnTo>
                  <a:lnTo>
                    <a:pt x="325226" y="86378"/>
                  </a:lnTo>
                  <a:lnTo>
                    <a:pt x="325226" y="178750"/>
                  </a:lnTo>
                  <a:cubicBezTo>
                    <a:pt x="325226" y="180137"/>
                    <a:pt x="324100" y="181263"/>
                    <a:pt x="322713" y="1812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3477963" y="5401019"/>
              <a:ext cx="68703" cy="68702"/>
            </a:xfrm>
            <a:custGeom>
              <a:rect b="b" l="l" r="r" t="t"/>
              <a:pathLst>
                <a:path extrusionOk="0" h="68702" w="68703">
                  <a:moveTo>
                    <a:pt x="12329" y="68703"/>
                  </a:moveTo>
                  <a:lnTo>
                    <a:pt x="56375" y="68703"/>
                  </a:lnTo>
                  <a:cubicBezTo>
                    <a:pt x="63174" y="68703"/>
                    <a:pt x="68703" y="63174"/>
                    <a:pt x="68703" y="56375"/>
                  </a:cubicBezTo>
                  <a:lnTo>
                    <a:pt x="68703" y="12328"/>
                  </a:lnTo>
                  <a:cubicBezTo>
                    <a:pt x="68703" y="5529"/>
                    <a:pt x="63174" y="0"/>
                    <a:pt x="56375" y="0"/>
                  </a:cubicBezTo>
                  <a:lnTo>
                    <a:pt x="12329" y="0"/>
                  </a:lnTo>
                  <a:cubicBezTo>
                    <a:pt x="5529" y="0"/>
                    <a:pt x="0" y="5529"/>
                    <a:pt x="0" y="12328"/>
                  </a:cubicBezTo>
                  <a:lnTo>
                    <a:pt x="0" y="56375"/>
                  </a:lnTo>
                  <a:cubicBezTo>
                    <a:pt x="0" y="63174"/>
                    <a:pt x="5529" y="68703"/>
                    <a:pt x="12329" y="68703"/>
                  </a:cubicBezTo>
                  <a:close/>
                  <a:moveTo>
                    <a:pt x="9816" y="56375"/>
                  </a:moveTo>
                  <a:lnTo>
                    <a:pt x="9816" y="50380"/>
                  </a:lnTo>
                  <a:lnTo>
                    <a:pt x="23230" y="50380"/>
                  </a:lnTo>
                  <a:cubicBezTo>
                    <a:pt x="25940" y="50380"/>
                    <a:pt x="28138" y="48182"/>
                    <a:pt x="28138" y="45473"/>
                  </a:cubicBezTo>
                  <a:lnTo>
                    <a:pt x="28138" y="39256"/>
                  </a:lnTo>
                  <a:lnTo>
                    <a:pt x="40571" y="39256"/>
                  </a:lnTo>
                  <a:lnTo>
                    <a:pt x="40571" y="58887"/>
                  </a:lnTo>
                  <a:lnTo>
                    <a:pt x="12329" y="58887"/>
                  </a:lnTo>
                  <a:cubicBezTo>
                    <a:pt x="10941" y="58887"/>
                    <a:pt x="9816" y="57755"/>
                    <a:pt x="9816" y="56375"/>
                  </a:cubicBezTo>
                  <a:close/>
                  <a:moveTo>
                    <a:pt x="56375" y="58887"/>
                  </a:moveTo>
                  <a:lnTo>
                    <a:pt x="50381" y="58887"/>
                  </a:lnTo>
                  <a:lnTo>
                    <a:pt x="50381" y="28132"/>
                  </a:lnTo>
                  <a:lnTo>
                    <a:pt x="58887" y="28132"/>
                  </a:lnTo>
                  <a:lnTo>
                    <a:pt x="58887" y="56375"/>
                  </a:lnTo>
                  <a:cubicBezTo>
                    <a:pt x="58887" y="57762"/>
                    <a:pt x="57762" y="58887"/>
                    <a:pt x="56375" y="58887"/>
                  </a:cubicBezTo>
                  <a:close/>
                  <a:moveTo>
                    <a:pt x="58894" y="12322"/>
                  </a:moveTo>
                  <a:lnTo>
                    <a:pt x="58894" y="18316"/>
                  </a:lnTo>
                  <a:lnTo>
                    <a:pt x="45479" y="18316"/>
                  </a:lnTo>
                  <a:cubicBezTo>
                    <a:pt x="42770" y="18316"/>
                    <a:pt x="40571" y="20515"/>
                    <a:pt x="40571" y="23224"/>
                  </a:cubicBezTo>
                  <a:lnTo>
                    <a:pt x="40571" y="29440"/>
                  </a:lnTo>
                  <a:lnTo>
                    <a:pt x="28138" y="29440"/>
                  </a:lnTo>
                  <a:lnTo>
                    <a:pt x="28138" y="9809"/>
                  </a:lnTo>
                  <a:lnTo>
                    <a:pt x="56381" y="9809"/>
                  </a:lnTo>
                  <a:cubicBezTo>
                    <a:pt x="57768" y="9809"/>
                    <a:pt x="58894" y="10941"/>
                    <a:pt x="58894" y="12322"/>
                  </a:cubicBezTo>
                  <a:close/>
                  <a:moveTo>
                    <a:pt x="12329" y="9809"/>
                  </a:moveTo>
                  <a:lnTo>
                    <a:pt x="18323" y="9809"/>
                  </a:lnTo>
                  <a:lnTo>
                    <a:pt x="18323" y="40565"/>
                  </a:lnTo>
                  <a:lnTo>
                    <a:pt x="9816" y="40565"/>
                  </a:lnTo>
                  <a:lnTo>
                    <a:pt x="9816" y="12322"/>
                  </a:lnTo>
                  <a:cubicBezTo>
                    <a:pt x="9816" y="10935"/>
                    <a:pt x="10941" y="9809"/>
                    <a:pt x="12329" y="98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3478779" y="5492625"/>
              <a:ext cx="241957" cy="9815"/>
            </a:xfrm>
            <a:custGeom>
              <a:rect b="b" l="l" r="r" t="t"/>
              <a:pathLst>
                <a:path extrusionOk="0" h="9815" w="241957">
                  <a:moveTo>
                    <a:pt x="241958" y="4908"/>
                  </a:moveTo>
                  <a:cubicBezTo>
                    <a:pt x="241958" y="2199"/>
                    <a:pt x="239759" y="0"/>
                    <a:pt x="237050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237050" y="9816"/>
                  </a:lnTo>
                  <a:cubicBezTo>
                    <a:pt x="239759" y="9816"/>
                    <a:pt x="241958" y="7617"/>
                    <a:pt x="241958" y="49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3477529" y="5522072"/>
              <a:ext cx="108243" cy="9815"/>
            </a:xfrm>
            <a:custGeom>
              <a:rect b="b" l="l" r="r" t="t"/>
              <a:pathLst>
                <a:path extrusionOk="0" h="9815" w="108243">
                  <a:moveTo>
                    <a:pt x="4746" y="0"/>
                  </a:moveTo>
                  <a:cubicBezTo>
                    <a:pt x="-1582" y="0"/>
                    <a:pt x="-1582" y="9816"/>
                    <a:pt x="4746" y="9816"/>
                  </a:cubicBezTo>
                  <a:lnTo>
                    <a:pt x="103498" y="9816"/>
                  </a:lnTo>
                  <a:cubicBezTo>
                    <a:pt x="109826" y="9816"/>
                    <a:pt x="109826" y="0"/>
                    <a:pt x="103498" y="0"/>
                  </a:cubicBezTo>
                  <a:lnTo>
                    <a:pt x="47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3603621" y="5522072"/>
              <a:ext cx="52922" cy="9815"/>
            </a:xfrm>
            <a:custGeom>
              <a:rect b="b" l="l" r="r" t="t"/>
              <a:pathLst>
                <a:path extrusionOk="0" h="9815" w="52922">
                  <a:moveTo>
                    <a:pt x="4746" y="0"/>
                  </a:moveTo>
                  <a:cubicBezTo>
                    <a:pt x="-1582" y="0"/>
                    <a:pt x="-1582" y="9816"/>
                    <a:pt x="4746" y="9816"/>
                  </a:cubicBezTo>
                  <a:lnTo>
                    <a:pt x="48177" y="9816"/>
                  </a:lnTo>
                  <a:cubicBezTo>
                    <a:pt x="54505" y="9816"/>
                    <a:pt x="54505" y="0"/>
                    <a:pt x="48177" y="0"/>
                  </a:cubicBezTo>
                  <a:lnTo>
                    <a:pt x="47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1" name="Google Shape;641;p27"/>
          <p:cNvGrpSpPr/>
          <p:nvPr/>
        </p:nvGrpSpPr>
        <p:grpSpPr>
          <a:xfrm>
            <a:off x="3245269" y="1996788"/>
            <a:ext cx="345061" cy="344972"/>
            <a:chOff x="4209353" y="5234469"/>
            <a:chExt cx="335043" cy="334924"/>
          </a:xfrm>
        </p:grpSpPr>
        <p:sp>
          <p:nvSpPr>
            <p:cNvPr id="642" name="Google Shape;642;p27"/>
            <p:cNvSpPr/>
            <p:nvPr/>
          </p:nvSpPr>
          <p:spPr>
            <a:xfrm>
              <a:off x="4209353" y="5234469"/>
              <a:ext cx="335043" cy="334924"/>
            </a:xfrm>
            <a:custGeom>
              <a:rect b="b" l="l" r="r" t="t"/>
              <a:pathLst>
                <a:path extrusionOk="0" h="334924" w="335043">
                  <a:moveTo>
                    <a:pt x="331986" y="65808"/>
                  </a:moveTo>
                  <a:cubicBezTo>
                    <a:pt x="331554" y="63478"/>
                    <a:pt x="329519" y="61797"/>
                    <a:pt x="327164" y="61797"/>
                  </a:cubicBezTo>
                  <a:cubicBezTo>
                    <a:pt x="327124" y="61797"/>
                    <a:pt x="327085" y="61797"/>
                    <a:pt x="327046" y="61797"/>
                  </a:cubicBezTo>
                  <a:cubicBezTo>
                    <a:pt x="272857" y="63119"/>
                    <a:pt x="233431" y="46752"/>
                    <a:pt x="209899" y="32795"/>
                  </a:cubicBezTo>
                  <a:cubicBezTo>
                    <a:pt x="184346" y="17639"/>
                    <a:pt x="171454" y="1947"/>
                    <a:pt x="171330" y="1797"/>
                  </a:cubicBezTo>
                  <a:cubicBezTo>
                    <a:pt x="169472" y="-507"/>
                    <a:pt x="165879" y="-611"/>
                    <a:pt x="163890" y="1575"/>
                  </a:cubicBezTo>
                  <a:cubicBezTo>
                    <a:pt x="147943" y="19066"/>
                    <a:pt x="128658" y="33128"/>
                    <a:pt x="106573" y="43363"/>
                  </a:cubicBezTo>
                  <a:cubicBezTo>
                    <a:pt x="100834" y="46026"/>
                    <a:pt x="104957" y="54926"/>
                    <a:pt x="110702" y="52269"/>
                  </a:cubicBezTo>
                  <a:cubicBezTo>
                    <a:pt x="132296" y="42264"/>
                    <a:pt x="151359" y="28770"/>
                    <a:pt x="167443" y="12130"/>
                  </a:cubicBezTo>
                  <a:cubicBezTo>
                    <a:pt x="173149" y="18104"/>
                    <a:pt x="185399" y="29608"/>
                    <a:pt x="204481" y="40988"/>
                  </a:cubicBezTo>
                  <a:cubicBezTo>
                    <a:pt x="228248" y="55161"/>
                    <a:pt x="267425" y="71684"/>
                    <a:pt x="320921" y="71684"/>
                  </a:cubicBezTo>
                  <a:cubicBezTo>
                    <a:pt x="321601" y="71684"/>
                    <a:pt x="322289" y="71684"/>
                    <a:pt x="322976" y="71678"/>
                  </a:cubicBezTo>
                  <a:cubicBezTo>
                    <a:pt x="324769" y="84759"/>
                    <a:pt x="329035" y="127562"/>
                    <a:pt x="316687" y="174972"/>
                  </a:cubicBezTo>
                  <a:cubicBezTo>
                    <a:pt x="308049" y="208155"/>
                    <a:pt x="293057" y="237000"/>
                    <a:pt x="272137" y="260708"/>
                  </a:cubicBezTo>
                  <a:cubicBezTo>
                    <a:pt x="246237" y="290057"/>
                    <a:pt x="211044" y="311651"/>
                    <a:pt x="167522" y="324896"/>
                  </a:cubicBezTo>
                  <a:cubicBezTo>
                    <a:pt x="124071" y="311671"/>
                    <a:pt x="88931" y="290168"/>
                    <a:pt x="63043" y="260963"/>
                  </a:cubicBezTo>
                  <a:cubicBezTo>
                    <a:pt x="42123" y="237360"/>
                    <a:pt x="27118" y="208652"/>
                    <a:pt x="18448" y="175632"/>
                  </a:cubicBezTo>
                  <a:cubicBezTo>
                    <a:pt x="6080" y="128530"/>
                    <a:pt x="10248" y="85799"/>
                    <a:pt x="12048" y="72502"/>
                  </a:cubicBezTo>
                  <a:cubicBezTo>
                    <a:pt x="23375" y="72902"/>
                    <a:pt x="54007" y="72613"/>
                    <a:pt x="89271" y="60783"/>
                  </a:cubicBezTo>
                  <a:cubicBezTo>
                    <a:pt x="95272" y="58773"/>
                    <a:pt x="92150" y="49462"/>
                    <a:pt x="86150" y="51477"/>
                  </a:cubicBezTo>
                  <a:cubicBezTo>
                    <a:pt x="44485" y="65455"/>
                    <a:pt x="8658" y="62497"/>
                    <a:pt x="8305" y="62471"/>
                  </a:cubicBezTo>
                  <a:cubicBezTo>
                    <a:pt x="5785" y="62248"/>
                    <a:pt x="3508" y="63969"/>
                    <a:pt x="3044" y="66462"/>
                  </a:cubicBezTo>
                  <a:cubicBezTo>
                    <a:pt x="2651" y="68583"/>
                    <a:pt x="-6458" y="119107"/>
                    <a:pt x="8861" y="177772"/>
                  </a:cubicBezTo>
                  <a:cubicBezTo>
                    <a:pt x="17891" y="212362"/>
                    <a:pt x="33603" y="242484"/>
                    <a:pt x="55551" y="267304"/>
                  </a:cubicBezTo>
                  <a:cubicBezTo>
                    <a:pt x="82963" y="298296"/>
                    <a:pt x="120158" y="320976"/>
                    <a:pt x="166115" y="334718"/>
                  </a:cubicBezTo>
                  <a:cubicBezTo>
                    <a:pt x="167024" y="334993"/>
                    <a:pt x="168019" y="334993"/>
                    <a:pt x="168928" y="334718"/>
                  </a:cubicBezTo>
                  <a:cubicBezTo>
                    <a:pt x="214885" y="320976"/>
                    <a:pt x="252087" y="298256"/>
                    <a:pt x="279492" y="267200"/>
                  </a:cubicBezTo>
                  <a:cubicBezTo>
                    <a:pt x="301440" y="242326"/>
                    <a:pt x="317152" y="212127"/>
                    <a:pt x="326182" y="177445"/>
                  </a:cubicBezTo>
                  <a:cubicBezTo>
                    <a:pt x="341501" y="118623"/>
                    <a:pt x="332392" y="67941"/>
                    <a:pt x="331999" y="658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4230993" y="5264631"/>
              <a:ext cx="291730" cy="282144"/>
            </a:xfrm>
            <a:custGeom>
              <a:rect b="b" l="l" r="r" t="t"/>
              <a:pathLst>
                <a:path extrusionOk="0" h="282144" w="291730">
                  <a:moveTo>
                    <a:pt x="219800" y="230867"/>
                  </a:moveTo>
                  <a:cubicBezTo>
                    <a:pt x="215076" y="235075"/>
                    <a:pt x="221599" y="242404"/>
                    <a:pt x="226324" y="238196"/>
                  </a:cubicBezTo>
                  <a:cubicBezTo>
                    <a:pt x="253808" y="213735"/>
                    <a:pt x="272962" y="181802"/>
                    <a:pt x="283255" y="143272"/>
                  </a:cubicBezTo>
                  <a:cubicBezTo>
                    <a:pt x="292272" y="109539"/>
                    <a:pt x="292495" y="78044"/>
                    <a:pt x="291088" y="57568"/>
                  </a:cubicBezTo>
                  <a:cubicBezTo>
                    <a:pt x="290918" y="55082"/>
                    <a:pt x="288909" y="53119"/>
                    <a:pt x="286422" y="53001"/>
                  </a:cubicBezTo>
                  <a:cubicBezTo>
                    <a:pt x="215952" y="49696"/>
                    <a:pt x="170133" y="19110"/>
                    <a:pt x="149088" y="1174"/>
                  </a:cubicBezTo>
                  <a:cubicBezTo>
                    <a:pt x="147230" y="-410"/>
                    <a:pt x="144494" y="-390"/>
                    <a:pt x="142662" y="1226"/>
                  </a:cubicBezTo>
                  <a:cubicBezTo>
                    <a:pt x="93989" y="44101"/>
                    <a:pt x="35704" y="52687"/>
                    <a:pt x="5295" y="53989"/>
                  </a:cubicBezTo>
                  <a:cubicBezTo>
                    <a:pt x="2795" y="54093"/>
                    <a:pt x="773" y="56063"/>
                    <a:pt x="610" y="58563"/>
                  </a:cubicBezTo>
                  <a:cubicBezTo>
                    <a:pt x="-752" y="78888"/>
                    <a:pt x="-496" y="110134"/>
                    <a:pt x="8469" y="143593"/>
                  </a:cubicBezTo>
                  <a:cubicBezTo>
                    <a:pt x="26831" y="212099"/>
                    <a:pt x="72545" y="258639"/>
                    <a:pt x="144344" y="281909"/>
                  </a:cubicBezTo>
                  <a:cubicBezTo>
                    <a:pt x="145319" y="282223"/>
                    <a:pt x="146392" y="282223"/>
                    <a:pt x="147367" y="281909"/>
                  </a:cubicBezTo>
                  <a:cubicBezTo>
                    <a:pt x="170185" y="274508"/>
                    <a:pt x="190648" y="264594"/>
                    <a:pt x="208185" y="252435"/>
                  </a:cubicBezTo>
                  <a:cubicBezTo>
                    <a:pt x="213387" y="248830"/>
                    <a:pt x="207792" y="240768"/>
                    <a:pt x="202596" y="244374"/>
                  </a:cubicBezTo>
                  <a:cubicBezTo>
                    <a:pt x="186237" y="255714"/>
                    <a:pt x="167155" y="265032"/>
                    <a:pt x="145862" y="272080"/>
                  </a:cubicBezTo>
                  <a:cubicBezTo>
                    <a:pt x="78297" y="249739"/>
                    <a:pt x="35272" y="205660"/>
                    <a:pt x="17951" y="141054"/>
                  </a:cubicBezTo>
                  <a:cubicBezTo>
                    <a:pt x="9948" y="111181"/>
                    <a:pt x="9163" y="83102"/>
                    <a:pt x="10150" y="63562"/>
                  </a:cubicBezTo>
                  <a:cubicBezTo>
                    <a:pt x="42143" y="61606"/>
                    <a:pt x="98007" y="51888"/>
                    <a:pt x="145966" y="11343"/>
                  </a:cubicBezTo>
                  <a:cubicBezTo>
                    <a:pt x="168739" y="29908"/>
                    <a:pt x="214028" y="58295"/>
                    <a:pt x="281560" y="62561"/>
                  </a:cubicBezTo>
                  <a:cubicBezTo>
                    <a:pt x="282581" y="82258"/>
                    <a:pt x="281828" y="110593"/>
                    <a:pt x="273773" y="140740"/>
                  </a:cubicBezTo>
                  <a:cubicBezTo>
                    <a:pt x="263984" y="177378"/>
                    <a:pt x="245818" y="207702"/>
                    <a:pt x="219800" y="2308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4337793" y="5342498"/>
              <a:ext cx="78138" cy="118848"/>
            </a:xfrm>
            <a:custGeom>
              <a:rect b="b" l="l" r="r" t="t"/>
              <a:pathLst>
                <a:path extrusionOk="0" h="118848" w="78138">
                  <a:moveTo>
                    <a:pt x="925" y="116806"/>
                  </a:moveTo>
                  <a:cubicBezTo>
                    <a:pt x="1848" y="118089"/>
                    <a:pt x="3327" y="118848"/>
                    <a:pt x="4904" y="118848"/>
                  </a:cubicBezTo>
                  <a:lnTo>
                    <a:pt x="73234" y="118848"/>
                  </a:lnTo>
                  <a:cubicBezTo>
                    <a:pt x="74811" y="118848"/>
                    <a:pt x="76290" y="118089"/>
                    <a:pt x="77213" y="116806"/>
                  </a:cubicBezTo>
                  <a:cubicBezTo>
                    <a:pt x="78136" y="115524"/>
                    <a:pt x="78384" y="113882"/>
                    <a:pt x="77887" y="112383"/>
                  </a:cubicBezTo>
                  <a:lnTo>
                    <a:pt x="62587" y="66537"/>
                  </a:lnTo>
                  <a:cubicBezTo>
                    <a:pt x="71363" y="59457"/>
                    <a:pt x="76500" y="48836"/>
                    <a:pt x="76500" y="37431"/>
                  </a:cubicBezTo>
                  <a:cubicBezTo>
                    <a:pt x="76500" y="16791"/>
                    <a:pt x="59708" y="0"/>
                    <a:pt x="39069" y="0"/>
                  </a:cubicBezTo>
                  <a:cubicBezTo>
                    <a:pt x="18430" y="0"/>
                    <a:pt x="1639" y="16791"/>
                    <a:pt x="1639" y="37431"/>
                  </a:cubicBezTo>
                  <a:cubicBezTo>
                    <a:pt x="1639" y="48836"/>
                    <a:pt x="6775" y="59463"/>
                    <a:pt x="15551" y="66537"/>
                  </a:cubicBezTo>
                  <a:lnTo>
                    <a:pt x="251" y="112383"/>
                  </a:lnTo>
                  <a:cubicBezTo>
                    <a:pt x="-246" y="113882"/>
                    <a:pt x="3" y="115524"/>
                    <a:pt x="925" y="116806"/>
                  </a:cubicBezTo>
                  <a:close/>
                  <a:moveTo>
                    <a:pt x="25995" y="66243"/>
                  </a:moveTo>
                  <a:cubicBezTo>
                    <a:pt x="26701" y="64123"/>
                    <a:pt x="25890" y="61799"/>
                    <a:pt x="24018" y="60582"/>
                  </a:cubicBezTo>
                  <a:cubicBezTo>
                    <a:pt x="16153" y="55452"/>
                    <a:pt x="11454" y="46801"/>
                    <a:pt x="11454" y="37437"/>
                  </a:cubicBezTo>
                  <a:cubicBezTo>
                    <a:pt x="11454" y="22210"/>
                    <a:pt x="23842" y="9822"/>
                    <a:pt x="39069" y="9822"/>
                  </a:cubicBezTo>
                  <a:cubicBezTo>
                    <a:pt x="54296" y="9822"/>
                    <a:pt x="66684" y="22210"/>
                    <a:pt x="66684" y="37437"/>
                  </a:cubicBezTo>
                  <a:cubicBezTo>
                    <a:pt x="66684" y="46801"/>
                    <a:pt x="61985" y="55459"/>
                    <a:pt x="54120" y="60582"/>
                  </a:cubicBezTo>
                  <a:cubicBezTo>
                    <a:pt x="52248" y="61799"/>
                    <a:pt x="51437" y="64129"/>
                    <a:pt x="52143" y="66243"/>
                  </a:cubicBezTo>
                  <a:lnTo>
                    <a:pt x="66422" y="109033"/>
                  </a:lnTo>
                  <a:lnTo>
                    <a:pt x="11716" y="109033"/>
                  </a:lnTo>
                  <a:lnTo>
                    <a:pt x="26001" y="66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27"/>
          <p:cNvGrpSpPr/>
          <p:nvPr/>
        </p:nvGrpSpPr>
        <p:grpSpPr>
          <a:xfrm>
            <a:off x="4014467" y="1996728"/>
            <a:ext cx="345053" cy="345092"/>
            <a:chOff x="5032686" y="5223722"/>
            <a:chExt cx="335035" cy="335041"/>
          </a:xfrm>
        </p:grpSpPr>
        <p:sp>
          <p:nvSpPr>
            <p:cNvPr id="646" name="Google Shape;646;p27"/>
            <p:cNvSpPr/>
            <p:nvPr/>
          </p:nvSpPr>
          <p:spPr>
            <a:xfrm>
              <a:off x="5032686" y="5223722"/>
              <a:ext cx="335035" cy="335041"/>
            </a:xfrm>
            <a:custGeom>
              <a:rect b="b" l="l" r="r" t="t"/>
              <a:pathLst>
                <a:path extrusionOk="0" h="335041" w="335035">
                  <a:moveTo>
                    <a:pt x="285976" y="49065"/>
                  </a:moveTo>
                  <a:cubicBezTo>
                    <a:pt x="254337" y="17426"/>
                    <a:pt x="212267" y="0"/>
                    <a:pt x="167521" y="0"/>
                  </a:cubicBezTo>
                  <a:cubicBezTo>
                    <a:pt x="122774" y="0"/>
                    <a:pt x="80704" y="17426"/>
                    <a:pt x="49065" y="49065"/>
                  </a:cubicBezTo>
                  <a:cubicBezTo>
                    <a:pt x="17426" y="80704"/>
                    <a:pt x="0" y="122774"/>
                    <a:pt x="0" y="167521"/>
                  </a:cubicBezTo>
                  <a:cubicBezTo>
                    <a:pt x="0" y="206011"/>
                    <a:pt x="13375" y="243599"/>
                    <a:pt x="37666" y="273360"/>
                  </a:cubicBezTo>
                  <a:cubicBezTo>
                    <a:pt x="41671" y="278261"/>
                    <a:pt x="49275" y="272058"/>
                    <a:pt x="45270" y="267156"/>
                  </a:cubicBezTo>
                  <a:cubicBezTo>
                    <a:pt x="22406" y="239136"/>
                    <a:pt x="9816" y="203753"/>
                    <a:pt x="9816" y="167521"/>
                  </a:cubicBezTo>
                  <a:cubicBezTo>
                    <a:pt x="9816" y="125398"/>
                    <a:pt x="26221" y="85795"/>
                    <a:pt x="56008" y="56008"/>
                  </a:cubicBezTo>
                  <a:cubicBezTo>
                    <a:pt x="85796" y="26221"/>
                    <a:pt x="125399" y="9816"/>
                    <a:pt x="167521" y="9816"/>
                  </a:cubicBezTo>
                  <a:cubicBezTo>
                    <a:pt x="209643" y="9816"/>
                    <a:pt x="249246" y="26221"/>
                    <a:pt x="279033" y="56008"/>
                  </a:cubicBezTo>
                  <a:cubicBezTo>
                    <a:pt x="308821" y="85795"/>
                    <a:pt x="325226" y="125398"/>
                    <a:pt x="325226" y="167521"/>
                  </a:cubicBezTo>
                  <a:cubicBezTo>
                    <a:pt x="325226" y="209643"/>
                    <a:pt x="308821" y="249246"/>
                    <a:pt x="279033" y="279033"/>
                  </a:cubicBezTo>
                  <a:cubicBezTo>
                    <a:pt x="249246" y="308820"/>
                    <a:pt x="209643" y="325226"/>
                    <a:pt x="167521" y="325226"/>
                  </a:cubicBezTo>
                  <a:cubicBezTo>
                    <a:pt x="127918" y="325226"/>
                    <a:pt x="90056" y="310489"/>
                    <a:pt x="60903" y="283725"/>
                  </a:cubicBezTo>
                  <a:cubicBezTo>
                    <a:pt x="56237" y="279446"/>
                    <a:pt x="49602" y="286676"/>
                    <a:pt x="54261" y="290956"/>
                  </a:cubicBezTo>
                  <a:cubicBezTo>
                    <a:pt x="85226" y="319382"/>
                    <a:pt x="125451" y="335041"/>
                    <a:pt x="167514" y="335041"/>
                  </a:cubicBezTo>
                  <a:cubicBezTo>
                    <a:pt x="212261" y="335041"/>
                    <a:pt x="254331" y="317615"/>
                    <a:pt x="285970" y="285976"/>
                  </a:cubicBezTo>
                  <a:cubicBezTo>
                    <a:pt x="317609" y="254337"/>
                    <a:pt x="335035" y="212267"/>
                    <a:pt x="335035" y="167521"/>
                  </a:cubicBezTo>
                  <a:cubicBezTo>
                    <a:pt x="335035" y="122774"/>
                    <a:pt x="317609" y="80704"/>
                    <a:pt x="285970" y="490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5123538" y="5314573"/>
              <a:ext cx="153342" cy="153347"/>
            </a:xfrm>
            <a:custGeom>
              <a:rect b="b" l="l" r="r" t="t"/>
              <a:pathLst>
                <a:path extrusionOk="0" h="153347" w="153342">
                  <a:moveTo>
                    <a:pt x="145816" y="749"/>
                  </a:moveTo>
                  <a:lnTo>
                    <a:pt x="58575" y="55854"/>
                  </a:lnTo>
                  <a:cubicBezTo>
                    <a:pt x="57449" y="56345"/>
                    <a:pt x="56442" y="57339"/>
                    <a:pt x="55931" y="58458"/>
                  </a:cubicBezTo>
                  <a:lnTo>
                    <a:pt x="754" y="145818"/>
                  </a:lnTo>
                  <a:cubicBezTo>
                    <a:pt x="-1962" y="150111"/>
                    <a:pt x="3208" y="155319"/>
                    <a:pt x="7527" y="152591"/>
                  </a:cubicBezTo>
                  <a:lnTo>
                    <a:pt x="94768" y="97486"/>
                  </a:lnTo>
                  <a:cubicBezTo>
                    <a:pt x="95940" y="96975"/>
                    <a:pt x="96954" y="95954"/>
                    <a:pt x="97471" y="94789"/>
                  </a:cubicBezTo>
                  <a:lnTo>
                    <a:pt x="152589" y="7528"/>
                  </a:lnTo>
                  <a:cubicBezTo>
                    <a:pt x="155305" y="3222"/>
                    <a:pt x="150129" y="-1967"/>
                    <a:pt x="145816" y="755"/>
                  </a:cubicBezTo>
                  <a:close/>
                  <a:moveTo>
                    <a:pt x="61408" y="68169"/>
                  </a:moveTo>
                  <a:lnTo>
                    <a:pt x="85169" y="91930"/>
                  </a:lnTo>
                  <a:lnTo>
                    <a:pt x="20660" y="132678"/>
                  </a:lnTo>
                  <a:lnTo>
                    <a:pt x="61408" y="68169"/>
                  </a:lnTo>
                  <a:close/>
                  <a:moveTo>
                    <a:pt x="92072" y="84948"/>
                  </a:moveTo>
                  <a:lnTo>
                    <a:pt x="68390" y="61266"/>
                  </a:lnTo>
                  <a:lnTo>
                    <a:pt x="132677" y="20655"/>
                  </a:lnTo>
                  <a:lnTo>
                    <a:pt x="92072" y="849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5059024" y="5250054"/>
              <a:ext cx="282364" cy="282364"/>
            </a:xfrm>
            <a:custGeom>
              <a:rect b="b" l="l" r="r" t="t"/>
              <a:pathLst>
                <a:path extrusionOk="0" h="282364" w="282364">
                  <a:moveTo>
                    <a:pt x="229445" y="37228"/>
                  </a:moveTo>
                  <a:cubicBezTo>
                    <a:pt x="231126" y="35101"/>
                    <a:pt x="230766" y="32012"/>
                    <a:pt x="228646" y="30330"/>
                  </a:cubicBezTo>
                  <a:cubicBezTo>
                    <a:pt x="203597" y="10490"/>
                    <a:pt x="173351" y="0"/>
                    <a:pt x="141182" y="0"/>
                  </a:cubicBezTo>
                  <a:cubicBezTo>
                    <a:pt x="103470" y="0"/>
                    <a:pt x="68016" y="14684"/>
                    <a:pt x="41350" y="41350"/>
                  </a:cubicBezTo>
                  <a:cubicBezTo>
                    <a:pt x="14684" y="68016"/>
                    <a:pt x="0" y="103470"/>
                    <a:pt x="0" y="141182"/>
                  </a:cubicBezTo>
                  <a:cubicBezTo>
                    <a:pt x="0" y="178894"/>
                    <a:pt x="14684" y="214348"/>
                    <a:pt x="41350" y="241014"/>
                  </a:cubicBezTo>
                  <a:cubicBezTo>
                    <a:pt x="68016" y="267680"/>
                    <a:pt x="103470" y="282364"/>
                    <a:pt x="141182" y="282364"/>
                  </a:cubicBezTo>
                  <a:cubicBezTo>
                    <a:pt x="178894" y="282364"/>
                    <a:pt x="214348" y="267680"/>
                    <a:pt x="241014" y="241014"/>
                  </a:cubicBezTo>
                  <a:cubicBezTo>
                    <a:pt x="267680" y="214348"/>
                    <a:pt x="282364" y="178894"/>
                    <a:pt x="282364" y="141182"/>
                  </a:cubicBezTo>
                  <a:cubicBezTo>
                    <a:pt x="282364" y="107743"/>
                    <a:pt x="270507" y="75352"/>
                    <a:pt x="248971" y="49981"/>
                  </a:cubicBezTo>
                  <a:cubicBezTo>
                    <a:pt x="244875" y="45152"/>
                    <a:pt x="237389" y="51506"/>
                    <a:pt x="241485" y="56336"/>
                  </a:cubicBezTo>
                  <a:cubicBezTo>
                    <a:pt x="260325" y="78532"/>
                    <a:pt x="271200" y="106507"/>
                    <a:pt x="272431" y="135646"/>
                  </a:cubicBezTo>
                  <a:lnTo>
                    <a:pt x="252479" y="135646"/>
                  </a:lnTo>
                  <a:cubicBezTo>
                    <a:pt x="246151" y="135646"/>
                    <a:pt x="246151" y="145462"/>
                    <a:pt x="252479" y="145462"/>
                  </a:cubicBezTo>
                  <a:lnTo>
                    <a:pt x="272470" y="145462"/>
                  </a:lnTo>
                  <a:cubicBezTo>
                    <a:pt x="271403" y="178946"/>
                    <a:pt x="257871" y="210278"/>
                    <a:pt x="234071" y="234077"/>
                  </a:cubicBezTo>
                  <a:cubicBezTo>
                    <a:pt x="210422" y="257727"/>
                    <a:pt x="179339" y="271240"/>
                    <a:pt x="146090" y="272457"/>
                  </a:cubicBezTo>
                  <a:lnTo>
                    <a:pt x="146090" y="252485"/>
                  </a:lnTo>
                  <a:cubicBezTo>
                    <a:pt x="146090" y="246157"/>
                    <a:pt x="136274" y="246157"/>
                    <a:pt x="136274" y="252485"/>
                  </a:cubicBezTo>
                  <a:lnTo>
                    <a:pt x="136274" y="272457"/>
                  </a:lnTo>
                  <a:cubicBezTo>
                    <a:pt x="103025" y="271246"/>
                    <a:pt x="71942" y="257733"/>
                    <a:pt x="48293" y="234077"/>
                  </a:cubicBezTo>
                  <a:cubicBezTo>
                    <a:pt x="24493" y="210278"/>
                    <a:pt x="10954" y="178946"/>
                    <a:pt x="9894" y="145462"/>
                  </a:cubicBezTo>
                  <a:lnTo>
                    <a:pt x="29885" y="145462"/>
                  </a:lnTo>
                  <a:cubicBezTo>
                    <a:pt x="36213" y="145462"/>
                    <a:pt x="36213" y="135646"/>
                    <a:pt x="29885" y="135646"/>
                  </a:cubicBezTo>
                  <a:lnTo>
                    <a:pt x="9940" y="135646"/>
                  </a:lnTo>
                  <a:cubicBezTo>
                    <a:pt x="11301" y="102633"/>
                    <a:pt x="24794" y="71798"/>
                    <a:pt x="48293" y="48293"/>
                  </a:cubicBezTo>
                  <a:cubicBezTo>
                    <a:pt x="71942" y="24644"/>
                    <a:pt x="103025" y="11131"/>
                    <a:pt x="136274" y="9914"/>
                  </a:cubicBezTo>
                  <a:lnTo>
                    <a:pt x="136274" y="29885"/>
                  </a:lnTo>
                  <a:cubicBezTo>
                    <a:pt x="136274" y="36213"/>
                    <a:pt x="146090" y="36213"/>
                    <a:pt x="146090" y="29885"/>
                  </a:cubicBezTo>
                  <a:lnTo>
                    <a:pt x="146090" y="9907"/>
                  </a:lnTo>
                  <a:cubicBezTo>
                    <a:pt x="174182" y="10915"/>
                    <a:pt x="200528" y="20580"/>
                    <a:pt x="222548" y="38019"/>
                  </a:cubicBezTo>
                  <a:cubicBezTo>
                    <a:pt x="224674" y="39701"/>
                    <a:pt x="227756" y="39341"/>
                    <a:pt x="229445" y="37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27"/>
          <p:cNvSpPr/>
          <p:nvPr/>
        </p:nvSpPr>
        <p:spPr>
          <a:xfrm>
            <a:off x="4783641" y="2009314"/>
            <a:ext cx="345923" cy="320403"/>
          </a:xfrm>
          <a:custGeom>
            <a:rect b="b" l="l" r="r" t="t"/>
            <a:pathLst>
              <a:path extrusionOk="0" h="310318" w="335034">
                <a:moveTo>
                  <a:pt x="292939" y="119084"/>
                </a:moveTo>
                <a:cubicBezTo>
                  <a:pt x="293940" y="115753"/>
                  <a:pt x="294444" y="112298"/>
                  <a:pt x="294444" y="108751"/>
                </a:cubicBezTo>
                <a:cubicBezTo>
                  <a:pt x="294444" y="88851"/>
                  <a:pt x="278235" y="72662"/>
                  <a:pt x="258316" y="72662"/>
                </a:cubicBezTo>
                <a:cubicBezTo>
                  <a:pt x="255109" y="72662"/>
                  <a:pt x="251929" y="73087"/>
                  <a:pt x="248860" y="73919"/>
                </a:cubicBezTo>
                <a:cubicBezTo>
                  <a:pt x="249076" y="71713"/>
                  <a:pt x="249187" y="69488"/>
                  <a:pt x="249187" y="67270"/>
                </a:cubicBezTo>
                <a:cubicBezTo>
                  <a:pt x="249187" y="30180"/>
                  <a:pt x="218974" y="0"/>
                  <a:pt x="181838" y="0"/>
                </a:cubicBezTo>
                <a:cubicBezTo>
                  <a:pt x="144703" y="0"/>
                  <a:pt x="115956" y="28734"/>
                  <a:pt x="114542" y="64594"/>
                </a:cubicBezTo>
                <a:cubicBezTo>
                  <a:pt x="107050" y="60157"/>
                  <a:pt x="98484" y="57788"/>
                  <a:pt x="89610" y="57788"/>
                </a:cubicBezTo>
                <a:cubicBezTo>
                  <a:pt x="83348" y="57788"/>
                  <a:pt x="77249" y="58953"/>
                  <a:pt x="71478" y="61250"/>
                </a:cubicBezTo>
                <a:cubicBezTo>
                  <a:pt x="65595" y="63592"/>
                  <a:pt x="69226" y="72708"/>
                  <a:pt x="75109" y="70372"/>
                </a:cubicBezTo>
                <a:cubicBezTo>
                  <a:pt x="79723" y="68533"/>
                  <a:pt x="84604" y="67604"/>
                  <a:pt x="89617" y="67604"/>
                </a:cubicBezTo>
                <a:cubicBezTo>
                  <a:pt x="99635" y="67604"/>
                  <a:pt x="109183" y="71386"/>
                  <a:pt x="116486" y="78257"/>
                </a:cubicBezTo>
                <a:cubicBezTo>
                  <a:pt x="119751" y="81333"/>
                  <a:pt x="125248" y="78545"/>
                  <a:pt x="124724" y="74102"/>
                </a:cubicBezTo>
                <a:cubicBezTo>
                  <a:pt x="121675" y="48411"/>
                  <a:pt x="136758" y="23250"/>
                  <a:pt x="160833" y="13781"/>
                </a:cubicBezTo>
                <a:cubicBezTo>
                  <a:pt x="167514" y="11157"/>
                  <a:pt x="174673" y="9809"/>
                  <a:pt x="181852" y="9809"/>
                </a:cubicBezTo>
                <a:cubicBezTo>
                  <a:pt x="213576" y="9809"/>
                  <a:pt x="239384" y="35585"/>
                  <a:pt x="239384" y="67264"/>
                </a:cubicBezTo>
                <a:cubicBezTo>
                  <a:pt x="239384" y="71792"/>
                  <a:pt x="238854" y="76301"/>
                  <a:pt x="237801" y="80678"/>
                </a:cubicBezTo>
                <a:cubicBezTo>
                  <a:pt x="236819" y="84781"/>
                  <a:pt x="241393" y="88197"/>
                  <a:pt x="245051" y="86057"/>
                </a:cubicBezTo>
                <a:cubicBezTo>
                  <a:pt x="249069" y="83708"/>
                  <a:pt x="253656" y="82465"/>
                  <a:pt x="258322" y="82465"/>
                </a:cubicBezTo>
                <a:cubicBezTo>
                  <a:pt x="272830" y="82465"/>
                  <a:pt x="284635" y="94250"/>
                  <a:pt x="284635" y="108738"/>
                </a:cubicBezTo>
                <a:cubicBezTo>
                  <a:pt x="284635" y="112828"/>
                  <a:pt x="283718" y="116748"/>
                  <a:pt x="281899" y="120399"/>
                </a:cubicBezTo>
                <a:cubicBezTo>
                  <a:pt x="280466" y="123285"/>
                  <a:pt x="282279" y="126864"/>
                  <a:pt x="285446" y="127420"/>
                </a:cubicBezTo>
                <a:cubicBezTo>
                  <a:pt x="308493" y="131451"/>
                  <a:pt x="325219" y="151351"/>
                  <a:pt x="325219" y="174745"/>
                </a:cubicBezTo>
                <a:lnTo>
                  <a:pt x="325219" y="175386"/>
                </a:lnTo>
                <a:cubicBezTo>
                  <a:pt x="325219" y="201889"/>
                  <a:pt x="303625" y="223450"/>
                  <a:pt x="277090" y="223450"/>
                </a:cubicBezTo>
                <a:lnTo>
                  <a:pt x="248709" y="223450"/>
                </a:lnTo>
                <a:lnTo>
                  <a:pt x="248709" y="214400"/>
                </a:lnTo>
                <a:cubicBezTo>
                  <a:pt x="248709" y="209734"/>
                  <a:pt x="244914" y="205939"/>
                  <a:pt x="240248" y="205939"/>
                </a:cubicBezTo>
                <a:lnTo>
                  <a:pt x="203839" y="205939"/>
                </a:lnTo>
                <a:lnTo>
                  <a:pt x="203839" y="173875"/>
                </a:lnTo>
                <a:lnTo>
                  <a:pt x="232788" y="173875"/>
                </a:lnTo>
                <a:cubicBezTo>
                  <a:pt x="236839" y="173875"/>
                  <a:pt x="239162" y="169006"/>
                  <a:pt x="236590" y="165865"/>
                </a:cubicBezTo>
                <a:lnTo>
                  <a:pt x="185562" y="103392"/>
                </a:lnTo>
                <a:cubicBezTo>
                  <a:pt x="184633" y="102253"/>
                  <a:pt x="183232" y="101585"/>
                  <a:pt x="181760" y="101585"/>
                </a:cubicBezTo>
                <a:cubicBezTo>
                  <a:pt x="180287" y="101585"/>
                  <a:pt x="178894" y="102247"/>
                  <a:pt x="177958" y="103392"/>
                </a:cubicBezTo>
                <a:lnTo>
                  <a:pt x="126929" y="165865"/>
                </a:lnTo>
                <a:cubicBezTo>
                  <a:pt x="124358" y="169006"/>
                  <a:pt x="126681" y="173875"/>
                  <a:pt x="130731" y="173875"/>
                </a:cubicBezTo>
                <a:lnTo>
                  <a:pt x="159995" y="173875"/>
                </a:lnTo>
                <a:lnTo>
                  <a:pt x="159995" y="205939"/>
                </a:lnTo>
                <a:lnTo>
                  <a:pt x="131039" y="205939"/>
                </a:lnTo>
                <a:cubicBezTo>
                  <a:pt x="128598" y="202504"/>
                  <a:pt x="123776" y="195731"/>
                  <a:pt x="121642" y="192812"/>
                </a:cubicBezTo>
                <a:cubicBezTo>
                  <a:pt x="119627" y="190064"/>
                  <a:pt x="117055" y="189488"/>
                  <a:pt x="115255" y="189488"/>
                </a:cubicBezTo>
                <a:lnTo>
                  <a:pt x="94793" y="189488"/>
                </a:lnTo>
                <a:cubicBezTo>
                  <a:pt x="90127" y="189488"/>
                  <a:pt x="86332" y="193284"/>
                  <a:pt x="86332" y="197949"/>
                </a:cubicBezTo>
                <a:lnTo>
                  <a:pt x="86332" y="223450"/>
                </a:lnTo>
                <a:lnTo>
                  <a:pt x="57951" y="223450"/>
                </a:lnTo>
                <a:cubicBezTo>
                  <a:pt x="31410" y="223450"/>
                  <a:pt x="9822" y="201889"/>
                  <a:pt x="9822" y="175386"/>
                </a:cubicBezTo>
                <a:lnTo>
                  <a:pt x="9822" y="174745"/>
                </a:lnTo>
                <a:cubicBezTo>
                  <a:pt x="9822" y="151475"/>
                  <a:pt x="26443" y="131589"/>
                  <a:pt x="49346" y="127460"/>
                </a:cubicBezTo>
                <a:cubicBezTo>
                  <a:pt x="52337" y="126923"/>
                  <a:pt x="54156" y="123697"/>
                  <a:pt x="53050" y="120857"/>
                </a:cubicBezTo>
                <a:cubicBezTo>
                  <a:pt x="51296" y="116335"/>
                  <a:pt x="50413" y="111585"/>
                  <a:pt x="50413" y="106735"/>
                </a:cubicBezTo>
                <a:cubicBezTo>
                  <a:pt x="50413" y="97613"/>
                  <a:pt x="53620" y="88734"/>
                  <a:pt x="59450" y="81732"/>
                </a:cubicBezTo>
                <a:cubicBezTo>
                  <a:pt x="63501" y="76870"/>
                  <a:pt x="55956" y="70588"/>
                  <a:pt x="51905" y="75450"/>
                </a:cubicBezTo>
                <a:cubicBezTo>
                  <a:pt x="44609" y="84212"/>
                  <a:pt x="40597" y="95323"/>
                  <a:pt x="40597" y="106735"/>
                </a:cubicBezTo>
                <a:cubicBezTo>
                  <a:pt x="40597" y="110917"/>
                  <a:pt x="41127" y="115040"/>
                  <a:pt x="42168" y="119051"/>
                </a:cubicBezTo>
                <a:cubicBezTo>
                  <a:pt x="17426" y="126000"/>
                  <a:pt x="0" y="148596"/>
                  <a:pt x="0" y="174745"/>
                </a:cubicBezTo>
                <a:lnTo>
                  <a:pt x="0" y="175386"/>
                </a:lnTo>
                <a:cubicBezTo>
                  <a:pt x="0" y="207300"/>
                  <a:pt x="25992" y="233266"/>
                  <a:pt x="57945" y="233266"/>
                </a:cubicBezTo>
                <a:lnTo>
                  <a:pt x="86325" y="233266"/>
                </a:lnTo>
                <a:lnTo>
                  <a:pt x="86325" y="301858"/>
                </a:lnTo>
                <a:cubicBezTo>
                  <a:pt x="86325" y="306524"/>
                  <a:pt x="90121" y="310319"/>
                  <a:pt x="94786" y="310319"/>
                </a:cubicBezTo>
                <a:lnTo>
                  <a:pt x="240399" y="310319"/>
                </a:lnTo>
                <a:cubicBezTo>
                  <a:pt x="244986" y="310319"/>
                  <a:pt x="248709" y="306589"/>
                  <a:pt x="248709" y="302008"/>
                </a:cubicBezTo>
                <a:lnTo>
                  <a:pt x="248709" y="279491"/>
                </a:lnTo>
                <a:cubicBezTo>
                  <a:pt x="248709" y="273163"/>
                  <a:pt x="238894" y="273163"/>
                  <a:pt x="238894" y="279491"/>
                </a:cubicBezTo>
                <a:lnTo>
                  <a:pt x="238894" y="300510"/>
                </a:lnTo>
                <a:lnTo>
                  <a:pt x="96134" y="300510"/>
                </a:lnTo>
                <a:lnTo>
                  <a:pt x="96134" y="199304"/>
                </a:lnTo>
                <a:lnTo>
                  <a:pt x="114215" y="199304"/>
                </a:lnTo>
                <a:cubicBezTo>
                  <a:pt x="117369" y="203642"/>
                  <a:pt x="124423" y="213582"/>
                  <a:pt x="124495" y="213687"/>
                </a:cubicBezTo>
                <a:cubicBezTo>
                  <a:pt x="125418" y="214983"/>
                  <a:pt x="126910" y="215755"/>
                  <a:pt x="128500" y="215755"/>
                </a:cubicBezTo>
                <a:lnTo>
                  <a:pt x="159989" y="215755"/>
                </a:lnTo>
                <a:lnTo>
                  <a:pt x="159989" y="259291"/>
                </a:lnTo>
                <a:cubicBezTo>
                  <a:pt x="159989" y="262000"/>
                  <a:pt x="162187" y="264198"/>
                  <a:pt x="164897" y="264198"/>
                </a:cubicBezTo>
                <a:lnTo>
                  <a:pt x="198924" y="264198"/>
                </a:lnTo>
                <a:cubicBezTo>
                  <a:pt x="201633" y="264198"/>
                  <a:pt x="203832" y="262000"/>
                  <a:pt x="203832" y="259291"/>
                </a:cubicBezTo>
                <a:lnTo>
                  <a:pt x="203832" y="215755"/>
                </a:lnTo>
                <a:lnTo>
                  <a:pt x="238894" y="215755"/>
                </a:lnTo>
                <a:lnTo>
                  <a:pt x="238894" y="258551"/>
                </a:lnTo>
                <a:cubicBezTo>
                  <a:pt x="238894" y="264879"/>
                  <a:pt x="248709" y="264879"/>
                  <a:pt x="248709" y="258551"/>
                </a:cubicBezTo>
                <a:lnTo>
                  <a:pt x="248709" y="233266"/>
                </a:lnTo>
                <a:lnTo>
                  <a:pt x="277090" y="233266"/>
                </a:lnTo>
                <a:cubicBezTo>
                  <a:pt x="309043" y="233266"/>
                  <a:pt x="335035" y="207300"/>
                  <a:pt x="335035" y="175386"/>
                </a:cubicBezTo>
                <a:lnTo>
                  <a:pt x="335035" y="174745"/>
                </a:lnTo>
                <a:cubicBezTo>
                  <a:pt x="335035" y="148576"/>
                  <a:pt x="317654" y="126033"/>
                  <a:pt x="292939" y="119071"/>
                </a:cubicBezTo>
                <a:close/>
                <a:moveTo>
                  <a:pt x="194016" y="254396"/>
                </a:moveTo>
                <a:lnTo>
                  <a:pt x="169804" y="254396"/>
                </a:lnTo>
                <a:lnTo>
                  <a:pt x="169804" y="168980"/>
                </a:lnTo>
                <a:cubicBezTo>
                  <a:pt x="169804" y="166271"/>
                  <a:pt x="167606" y="164072"/>
                  <a:pt x="164897" y="164072"/>
                </a:cubicBezTo>
                <a:lnTo>
                  <a:pt x="141071" y="164072"/>
                </a:lnTo>
                <a:lnTo>
                  <a:pt x="181753" y="114268"/>
                </a:lnTo>
                <a:lnTo>
                  <a:pt x="222436" y="164072"/>
                </a:lnTo>
                <a:lnTo>
                  <a:pt x="198924" y="164072"/>
                </a:lnTo>
                <a:cubicBezTo>
                  <a:pt x="196215" y="164072"/>
                  <a:pt x="194016" y="166271"/>
                  <a:pt x="194016" y="168980"/>
                </a:cubicBezTo>
                <a:lnTo>
                  <a:pt x="194016" y="25439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27"/>
          <p:cNvGrpSpPr/>
          <p:nvPr/>
        </p:nvGrpSpPr>
        <p:grpSpPr>
          <a:xfrm>
            <a:off x="5553678" y="1996728"/>
            <a:ext cx="345059" cy="345092"/>
            <a:chOff x="6636605" y="5202337"/>
            <a:chExt cx="335041" cy="335041"/>
          </a:xfrm>
        </p:grpSpPr>
        <p:sp>
          <p:nvSpPr>
            <p:cNvPr id="651" name="Google Shape;651;p27"/>
            <p:cNvSpPr/>
            <p:nvPr/>
          </p:nvSpPr>
          <p:spPr>
            <a:xfrm>
              <a:off x="6636605" y="5202337"/>
              <a:ext cx="335041" cy="335041"/>
            </a:xfrm>
            <a:custGeom>
              <a:rect b="b" l="l" r="r" t="t"/>
              <a:pathLst>
                <a:path extrusionOk="0" h="335041" w="335041">
                  <a:moveTo>
                    <a:pt x="305287" y="0"/>
                  </a:moveTo>
                  <a:lnTo>
                    <a:pt x="29755" y="0"/>
                  </a:lnTo>
                  <a:cubicBezTo>
                    <a:pt x="13349" y="0"/>
                    <a:pt x="0" y="13349"/>
                    <a:pt x="0" y="29755"/>
                  </a:cubicBezTo>
                  <a:lnTo>
                    <a:pt x="0" y="67401"/>
                  </a:lnTo>
                  <a:cubicBezTo>
                    <a:pt x="0" y="73729"/>
                    <a:pt x="9816" y="73729"/>
                    <a:pt x="9816" y="67401"/>
                  </a:cubicBezTo>
                  <a:lnTo>
                    <a:pt x="9816" y="29755"/>
                  </a:lnTo>
                  <a:cubicBezTo>
                    <a:pt x="9816" y="18761"/>
                    <a:pt x="18761" y="9816"/>
                    <a:pt x="29755" y="9816"/>
                  </a:cubicBezTo>
                  <a:lnTo>
                    <a:pt x="108352" y="9816"/>
                  </a:lnTo>
                  <a:lnTo>
                    <a:pt x="108352" y="325226"/>
                  </a:lnTo>
                  <a:lnTo>
                    <a:pt x="29755" y="325226"/>
                  </a:lnTo>
                  <a:cubicBezTo>
                    <a:pt x="18761" y="325226"/>
                    <a:pt x="9816" y="316281"/>
                    <a:pt x="9816" y="305287"/>
                  </a:cubicBezTo>
                  <a:lnTo>
                    <a:pt x="9816" y="94885"/>
                  </a:lnTo>
                  <a:cubicBezTo>
                    <a:pt x="9816" y="88557"/>
                    <a:pt x="0" y="88557"/>
                    <a:pt x="0" y="94885"/>
                  </a:cubicBezTo>
                  <a:lnTo>
                    <a:pt x="0" y="305287"/>
                  </a:lnTo>
                  <a:cubicBezTo>
                    <a:pt x="0" y="321692"/>
                    <a:pt x="13349" y="335041"/>
                    <a:pt x="29755" y="335041"/>
                  </a:cubicBezTo>
                  <a:lnTo>
                    <a:pt x="305287" y="335041"/>
                  </a:lnTo>
                  <a:cubicBezTo>
                    <a:pt x="321692" y="335041"/>
                    <a:pt x="335041" y="321692"/>
                    <a:pt x="335041" y="305287"/>
                  </a:cubicBezTo>
                  <a:lnTo>
                    <a:pt x="335041" y="29755"/>
                  </a:lnTo>
                  <a:cubicBezTo>
                    <a:pt x="335041" y="13349"/>
                    <a:pt x="321692" y="0"/>
                    <a:pt x="305287" y="0"/>
                  </a:cubicBezTo>
                  <a:close/>
                  <a:moveTo>
                    <a:pt x="325193" y="305313"/>
                  </a:moveTo>
                  <a:cubicBezTo>
                    <a:pt x="325193" y="316307"/>
                    <a:pt x="316242" y="325252"/>
                    <a:pt x="305247" y="325246"/>
                  </a:cubicBezTo>
                  <a:lnTo>
                    <a:pt x="226651" y="325226"/>
                  </a:lnTo>
                  <a:lnTo>
                    <a:pt x="226651" y="293816"/>
                  </a:lnTo>
                  <a:cubicBezTo>
                    <a:pt x="226663" y="287488"/>
                    <a:pt x="216848" y="287481"/>
                    <a:pt x="216841" y="293816"/>
                  </a:cubicBezTo>
                  <a:lnTo>
                    <a:pt x="216841" y="325226"/>
                  </a:lnTo>
                  <a:cubicBezTo>
                    <a:pt x="216841" y="325226"/>
                    <a:pt x="118135" y="325200"/>
                    <a:pt x="118135" y="325200"/>
                  </a:cubicBezTo>
                  <a:lnTo>
                    <a:pt x="118220" y="9789"/>
                  </a:lnTo>
                  <a:lnTo>
                    <a:pt x="216920" y="9816"/>
                  </a:lnTo>
                  <a:lnTo>
                    <a:pt x="216854" y="268295"/>
                  </a:lnTo>
                  <a:cubicBezTo>
                    <a:pt x="216854" y="274623"/>
                    <a:pt x="226670" y="274629"/>
                    <a:pt x="226670" y="268295"/>
                  </a:cubicBezTo>
                  <a:lnTo>
                    <a:pt x="226736" y="9816"/>
                  </a:lnTo>
                  <a:lnTo>
                    <a:pt x="305332" y="9835"/>
                  </a:lnTo>
                  <a:cubicBezTo>
                    <a:pt x="316327" y="9835"/>
                    <a:pt x="325272" y="18787"/>
                    <a:pt x="325265" y="29781"/>
                  </a:cubicBezTo>
                  <a:lnTo>
                    <a:pt x="325193" y="3053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6674566" y="5461994"/>
              <a:ext cx="41880" cy="41841"/>
            </a:xfrm>
            <a:custGeom>
              <a:rect b="b" l="l" r="r" t="t"/>
              <a:pathLst>
                <a:path extrusionOk="0" h="41841" w="41880">
                  <a:moveTo>
                    <a:pt x="0" y="20921"/>
                  </a:moveTo>
                  <a:cubicBezTo>
                    <a:pt x="0" y="32457"/>
                    <a:pt x="9390" y="41841"/>
                    <a:pt x="20940" y="41841"/>
                  </a:cubicBezTo>
                  <a:cubicBezTo>
                    <a:pt x="32490" y="41841"/>
                    <a:pt x="41880" y="32457"/>
                    <a:pt x="41880" y="20921"/>
                  </a:cubicBezTo>
                  <a:cubicBezTo>
                    <a:pt x="41880" y="9384"/>
                    <a:pt x="32490" y="0"/>
                    <a:pt x="20940" y="0"/>
                  </a:cubicBezTo>
                  <a:cubicBezTo>
                    <a:pt x="9390" y="0"/>
                    <a:pt x="0" y="9384"/>
                    <a:pt x="0" y="20921"/>
                  </a:cubicBezTo>
                  <a:close/>
                  <a:moveTo>
                    <a:pt x="32065" y="20921"/>
                  </a:moveTo>
                  <a:cubicBezTo>
                    <a:pt x="32065" y="27045"/>
                    <a:pt x="27071" y="32026"/>
                    <a:pt x="20940" y="32026"/>
                  </a:cubicBezTo>
                  <a:cubicBezTo>
                    <a:pt x="14808" y="32026"/>
                    <a:pt x="9816" y="27045"/>
                    <a:pt x="9816" y="20921"/>
                  </a:cubicBezTo>
                  <a:cubicBezTo>
                    <a:pt x="9816" y="14796"/>
                    <a:pt x="14808" y="9816"/>
                    <a:pt x="20940" y="9816"/>
                  </a:cubicBezTo>
                  <a:cubicBezTo>
                    <a:pt x="27071" y="9816"/>
                    <a:pt x="32065" y="14796"/>
                    <a:pt x="32065" y="209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6783192" y="5462000"/>
              <a:ext cx="41880" cy="41840"/>
            </a:xfrm>
            <a:custGeom>
              <a:rect b="b" l="l" r="r" t="t"/>
              <a:pathLst>
                <a:path extrusionOk="0" h="41840" w="41880">
                  <a:moveTo>
                    <a:pt x="20940" y="0"/>
                  </a:moveTo>
                  <a:cubicBezTo>
                    <a:pt x="9390" y="0"/>
                    <a:pt x="0" y="9384"/>
                    <a:pt x="0" y="20921"/>
                  </a:cubicBezTo>
                  <a:cubicBezTo>
                    <a:pt x="0" y="32457"/>
                    <a:pt x="9390" y="41841"/>
                    <a:pt x="20940" y="41841"/>
                  </a:cubicBezTo>
                  <a:cubicBezTo>
                    <a:pt x="32490" y="41841"/>
                    <a:pt x="41880" y="32457"/>
                    <a:pt x="41880" y="20921"/>
                  </a:cubicBezTo>
                  <a:cubicBezTo>
                    <a:pt x="41880" y="9384"/>
                    <a:pt x="32483" y="0"/>
                    <a:pt x="20940" y="0"/>
                  </a:cubicBezTo>
                  <a:close/>
                  <a:moveTo>
                    <a:pt x="20940" y="32019"/>
                  </a:moveTo>
                  <a:cubicBezTo>
                    <a:pt x="14808" y="32019"/>
                    <a:pt x="9816" y="27039"/>
                    <a:pt x="9816" y="20914"/>
                  </a:cubicBezTo>
                  <a:cubicBezTo>
                    <a:pt x="9816" y="14789"/>
                    <a:pt x="14808" y="9809"/>
                    <a:pt x="20940" y="9809"/>
                  </a:cubicBezTo>
                  <a:cubicBezTo>
                    <a:pt x="27071" y="9809"/>
                    <a:pt x="32065" y="14789"/>
                    <a:pt x="32065" y="20914"/>
                  </a:cubicBezTo>
                  <a:cubicBezTo>
                    <a:pt x="32065" y="27039"/>
                    <a:pt x="27071" y="32019"/>
                    <a:pt x="20940" y="320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6890510" y="5462000"/>
              <a:ext cx="41880" cy="41840"/>
            </a:xfrm>
            <a:custGeom>
              <a:rect b="b" l="l" r="r" t="t"/>
              <a:pathLst>
                <a:path extrusionOk="0" h="41840" w="41880">
                  <a:moveTo>
                    <a:pt x="20940" y="0"/>
                  </a:moveTo>
                  <a:cubicBezTo>
                    <a:pt x="9397" y="0"/>
                    <a:pt x="0" y="9384"/>
                    <a:pt x="0" y="20921"/>
                  </a:cubicBezTo>
                  <a:cubicBezTo>
                    <a:pt x="0" y="32457"/>
                    <a:pt x="9397" y="41841"/>
                    <a:pt x="20940" y="41841"/>
                  </a:cubicBezTo>
                  <a:cubicBezTo>
                    <a:pt x="32484" y="41841"/>
                    <a:pt x="41880" y="32457"/>
                    <a:pt x="41880" y="20921"/>
                  </a:cubicBezTo>
                  <a:cubicBezTo>
                    <a:pt x="41880" y="9384"/>
                    <a:pt x="32484" y="0"/>
                    <a:pt x="20940" y="0"/>
                  </a:cubicBezTo>
                  <a:close/>
                  <a:moveTo>
                    <a:pt x="20940" y="32019"/>
                  </a:moveTo>
                  <a:cubicBezTo>
                    <a:pt x="14808" y="32019"/>
                    <a:pt x="9816" y="27039"/>
                    <a:pt x="9816" y="20914"/>
                  </a:cubicBezTo>
                  <a:cubicBezTo>
                    <a:pt x="9816" y="14789"/>
                    <a:pt x="14808" y="9809"/>
                    <a:pt x="20940" y="9809"/>
                  </a:cubicBezTo>
                  <a:cubicBezTo>
                    <a:pt x="27072" y="9809"/>
                    <a:pt x="32065" y="14789"/>
                    <a:pt x="32065" y="20914"/>
                  </a:cubicBezTo>
                  <a:cubicBezTo>
                    <a:pt x="32065" y="27039"/>
                    <a:pt x="27072" y="32019"/>
                    <a:pt x="20940" y="320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6680944" y="5268062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6680944" y="5297202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6680944" y="5326341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6660497" y="5237830"/>
              <a:ext cx="70018" cy="169280"/>
            </a:xfrm>
            <a:custGeom>
              <a:rect b="b" l="l" r="r" t="t"/>
              <a:pathLst>
                <a:path extrusionOk="0" h="169280" w="70018">
                  <a:moveTo>
                    <a:pt x="70018" y="164373"/>
                  </a:moveTo>
                  <a:lnTo>
                    <a:pt x="70018" y="4908"/>
                  </a:lnTo>
                  <a:cubicBezTo>
                    <a:pt x="70018" y="2199"/>
                    <a:pt x="67819" y="0"/>
                    <a:pt x="65111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164373"/>
                  </a:lnTo>
                  <a:cubicBezTo>
                    <a:pt x="0" y="167082"/>
                    <a:pt x="2199" y="169281"/>
                    <a:pt x="4908" y="169281"/>
                  </a:cubicBezTo>
                  <a:lnTo>
                    <a:pt x="65111" y="169281"/>
                  </a:lnTo>
                  <a:cubicBezTo>
                    <a:pt x="67819" y="169281"/>
                    <a:pt x="70018" y="167082"/>
                    <a:pt x="70018" y="164373"/>
                  </a:cubicBezTo>
                  <a:close/>
                  <a:moveTo>
                    <a:pt x="60203" y="9822"/>
                  </a:moveTo>
                  <a:lnTo>
                    <a:pt x="60203" y="118946"/>
                  </a:lnTo>
                  <a:lnTo>
                    <a:pt x="9816" y="118946"/>
                  </a:lnTo>
                  <a:lnTo>
                    <a:pt x="9816" y="9822"/>
                  </a:lnTo>
                  <a:lnTo>
                    <a:pt x="60203" y="9822"/>
                  </a:lnTo>
                  <a:close/>
                  <a:moveTo>
                    <a:pt x="9816" y="159465"/>
                  </a:moveTo>
                  <a:lnTo>
                    <a:pt x="9816" y="128762"/>
                  </a:lnTo>
                  <a:lnTo>
                    <a:pt x="60203" y="128762"/>
                  </a:lnTo>
                  <a:lnTo>
                    <a:pt x="60203" y="159465"/>
                  </a:lnTo>
                  <a:lnTo>
                    <a:pt x="9816" y="1594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6769123" y="5237837"/>
              <a:ext cx="70018" cy="169280"/>
            </a:xfrm>
            <a:custGeom>
              <a:rect b="b" l="l" r="r" t="t"/>
              <a:pathLst>
                <a:path extrusionOk="0" h="169280" w="70018">
                  <a:moveTo>
                    <a:pt x="65110" y="0"/>
                  </a:move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164373"/>
                  </a:lnTo>
                  <a:cubicBezTo>
                    <a:pt x="0" y="167082"/>
                    <a:pt x="2199" y="169281"/>
                    <a:pt x="4908" y="169281"/>
                  </a:cubicBezTo>
                  <a:lnTo>
                    <a:pt x="65110" y="169281"/>
                  </a:lnTo>
                  <a:cubicBezTo>
                    <a:pt x="67820" y="169281"/>
                    <a:pt x="70018" y="167082"/>
                    <a:pt x="70018" y="164373"/>
                  </a:cubicBezTo>
                  <a:lnTo>
                    <a:pt x="70018" y="4908"/>
                  </a:lnTo>
                  <a:cubicBezTo>
                    <a:pt x="70018" y="2199"/>
                    <a:pt x="67820" y="0"/>
                    <a:pt x="65110" y="0"/>
                  </a:cubicBezTo>
                  <a:close/>
                  <a:moveTo>
                    <a:pt x="60203" y="9816"/>
                  </a:moveTo>
                  <a:lnTo>
                    <a:pt x="60203" y="118940"/>
                  </a:lnTo>
                  <a:lnTo>
                    <a:pt x="9816" y="118940"/>
                  </a:lnTo>
                  <a:lnTo>
                    <a:pt x="9816" y="9816"/>
                  </a:lnTo>
                  <a:lnTo>
                    <a:pt x="60203" y="9816"/>
                  </a:lnTo>
                  <a:close/>
                  <a:moveTo>
                    <a:pt x="9816" y="159459"/>
                  </a:moveTo>
                  <a:lnTo>
                    <a:pt x="9816" y="128756"/>
                  </a:lnTo>
                  <a:lnTo>
                    <a:pt x="60203" y="128756"/>
                  </a:lnTo>
                  <a:lnTo>
                    <a:pt x="60203" y="159459"/>
                  </a:lnTo>
                  <a:lnTo>
                    <a:pt x="9816" y="1594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6876441" y="5237837"/>
              <a:ext cx="70018" cy="169280"/>
            </a:xfrm>
            <a:custGeom>
              <a:rect b="b" l="l" r="r" t="t"/>
              <a:pathLst>
                <a:path extrusionOk="0" h="169280" w="70018">
                  <a:moveTo>
                    <a:pt x="65111" y="0"/>
                  </a:move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164373"/>
                  </a:lnTo>
                  <a:cubicBezTo>
                    <a:pt x="0" y="167082"/>
                    <a:pt x="2199" y="169281"/>
                    <a:pt x="4908" y="169281"/>
                  </a:cubicBezTo>
                  <a:lnTo>
                    <a:pt x="65111" y="169281"/>
                  </a:lnTo>
                  <a:cubicBezTo>
                    <a:pt x="67820" y="169281"/>
                    <a:pt x="70018" y="167082"/>
                    <a:pt x="70018" y="164373"/>
                  </a:cubicBezTo>
                  <a:lnTo>
                    <a:pt x="70018" y="4908"/>
                  </a:lnTo>
                  <a:cubicBezTo>
                    <a:pt x="70018" y="2199"/>
                    <a:pt x="67820" y="0"/>
                    <a:pt x="65111" y="0"/>
                  </a:cubicBezTo>
                  <a:close/>
                  <a:moveTo>
                    <a:pt x="60203" y="9816"/>
                  </a:moveTo>
                  <a:lnTo>
                    <a:pt x="60203" y="118940"/>
                  </a:lnTo>
                  <a:lnTo>
                    <a:pt x="9816" y="118940"/>
                  </a:lnTo>
                  <a:lnTo>
                    <a:pt x="9816" y="9816"/>
                  </a:lnTo>
                  <a:lnTo>
                    <a:pt x="60203" y="9816"/>
                  </a:lnTo>
                  <a:close/>
                  <a:moveTo>
                    <a:pt x="9816" y="159459"/>
                  </a:moveTo>
                  <a:lnTo>
                    <a:pt x="9816" y="128756"/>
                  </a:lnTo>
                  <a:lnTo>
                    <a:pt x="60203" y="128756"/>
                  </a:lnTo>
                  <a:lnTo>
                    <a:pt x="60203" y="159459"/>
                  </a:lnTo>
                  <a:lnTo>
                    <a:pt x="9816" y="1594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6896889" y="5268062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6896889" y="5297202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6896889" y="5326341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6789571" y="5268062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6789571" y="5297202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6789571" y="5326341"/>
              <a:ext cx="29123" cy="9815"/>
            </a:xfrm>
            <a:custGeom>
              <a:rect b="b" l="l" r="r" t="t"/>
              <a:pathLst>
                <a:path extrusionOk="0" h="9815" w="29123">
                  <a:moveTo>
                    <a:pt x="4746" y="9816"/>
                  </a:moveTo>
                  <a:lnTo>
                    <a:pt x="24377" y="9816"/>
                  </a:lnTo>
                  <a:cubicBezTo>
                    <a:pt x="30705" y="9816"/>
                    <a:pt x="30705" y="0"/>
                    <a:pt x="24377" y="0"/>
                  </a:cubicBez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7" name="Google Shape;667;p27"/>
          <p:cNvGrpSpPr/>
          <p:nvPr/>
        </p:nvGrpSpPr>
        <p:grpSpPr>
          <a:xfrm>
            <a:off x="6323313" y="1996736"/>
            <a:ext cx="344170" cy="345076"/>
            <a:chOff x="7149888" y="5234421"/>
            <a:chExt cx="334178" cy="335025"/>
          </a:xfrm>
        </p:grpSpPr>
        <p:sp>
          <p:nvSpPr>
            <p:cNvPr id="668" name="Google Shape;668;p27"/>
            <p:cNvSpPr/>
            <p:nvPr/>
          </p:nvSpPr>
          <p:spPr>
            <a:xfrm>
              <a:off x="7225656" y="5286686"/>
              <a:ext cx="120981" cy="73899"/>
            </a:xfrm>
            <a:custGeom>
              <a:rect b="b" l="l" r="r" t="t"/>
              <a:pathLst>
                <a:path extrusionOk="0" h="73899" w="120981">
                  <a:moveTo>
                    <a:pt x="116080" y="0"/>
                  </a:moveTo>
                  <a:lnTo>
                    <a:pt x="51454" y="0"/>
                  </a:lnTo>
                  <a:cubicBezTo>
                    <a:pt x="45139" y="0"/>
                    <a:pt x="45139" y="9789"/>
                    <a:pt x="51454" y="9789"/>
                  </a:cubicBezTo>
                  <a:lnTo>
                    <a:pt x="111185" y="9789"/>
                  </a:lnTo>
                  <a:lnTo>
                    <a:pt x="111185" y="64110"/>
                  </a:lnTo>
                  <a:lnTo>
                    <a:pt x="9789" y="64110"/>
                  </a:lnTo>
                  <a:lnTo>
                    <a:pt x="9789" y="9789"/>
                  </a:lnTo>
                  <a:lnTo>
                    <a:pt x="28609" y="9789"/>
                  </a:lnTo>
                  <a:cubicBezTo>
                    <a:pt x="34924" y="9789"/>
                    <a:pt x="34924" y="0"/>
                    <a:pt x="28609" y="0"/>
                  </a:cubicBezTo>
                  <a:lnTo>
                    <a:pt x="4895" y="0"/>
                  </a:lnTo>
                  <a:cubicBezTo>
                    <a:pt x="2193" y="0"/>
                    <a:pt x="0" y="2192"/>
                    <a:pt x="0" y="4895"/>
                  </a:cubicBezTo>
                  <a:lnTo>
                    <a:pt x="0" y="69004"/>
                  </a:lnTo>
                  <a:cubicBezTo>
                    <a:pt x="0" y="71707"/>
                    <a:pt x="2193" y="73899"/>
                    <a:pt x="4895" y="73899"/>
                  </a:cubicBezTo>
                  <a:lnTo>
                    <a:pt x="116087" y="73899"/>
                  </a:lnTo>
                  <a:cubicBezTo>
                    <a:pt x="118789" y="73899"/>
                    <a:pt x="120981" y="71707"/>
                    <a:pt x="120981" y="69004"/>
                  </a:cubicBezTo>
                  <a:lnTo>
                    <a:pt x="120981" y="4895"/>
                  </a:lnTo>
                  <a:cubicBezTo>
                    <a:pt x="120981" y="2192"/>
                    <a:pt x="118789" y="0"/>
                    <a:pt x="116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7149888" y="5234421"/>
              <a:ext cx="334178" cy="335025"/>
            </a:xfrm>
            <a:custGeom>
              <a:rect b="b" l="l" r="r" t="t"/>
              <a:pathLst>
                <a:path extrusionOk="0" h="335025" w="334178">
                  <a:moveTo>
                    <a:pt x="333699" y="174699"/>
                  </a:moveTo>
                  <a:cubicBezTo>
                    <a:pt x="333149" y="173521"/>
                    <a:pt x="332154" y="172612"/>
                    <a:pt x="330930" y="172173"/>
                  </a:cubicBezTo>
                  <a:lnTo>
                    <a:pt x="314021" y="166042"/>
                  </a:lnTo>
                  <a:lnTo>
                    <a:pt x="319270" y="151560"/>
                  </a:lnTo>
                  <a:cubicBezTo>
                    <a:pt x="321593" y="145147"/>
                    <a:pt x="320951" y="138375"/>
                    <a:pt x="318052" y="132747"/>
                  </a:cubicBezTo>
                  <a:cubicBezTo>
                    <a:pt x="319884" y="127702"/>
                    <a:pt x="321710" y="122657"/>
                    <a:pt x="323543" y="117605"/>
                  </a:cubicBezTo>
                  <a:cubicBezTo>
                    <a:pt x="324727" y="114333"/>
                    <a:pt x="325610" y="111100"/>
                    <a:pt x="325028" y="107567"/>
                  </a:cubicBezTo>
                  <a:cubicBezTo>
                    <a:pt x="324092" y="101886"/>
                    <a:pt x="320088" y="97057"/>
                    <a:pt x="314683" y="95100"/>
                  </a:cubicBezTo>
                  <a:cubicBezTo>
                    <a:pt x="306385" y="92091"/>
                    <a:pt x="297191" y="96396"/>
                    <a:pt x="294187" y="104694"/>
                  </a:cubicBezTo>
                  <a:lnTo>
                    <a:pt x="287977" y="121832"/>
                  </a:lnTo>
                  <a:cubicBezTo>
                    <a:pt x="287702" y="121950"/>
                    <a:pt x="287421" y="122067"/>
                    <a:pt x="287146" y="122198"/>
                  </a:cubicBezTo>
                  <a:cubicBezTo>
                    <a:pt x="281447" y="124868"/>
                    <a:pt x="277127" y="129593"/>
                    <a:pt x="274981" y="135508"/>
                  </a:cubicBezTo>
                  <a:lnTo>
                    <a:pt x="268065" y="154590"/>
                  </a:lnTo>
                  <a:cubicBezTo>
                    <a:pt x="268065" y="154590"/>
                    <a:pt x="268065" y="154590"/>
                    <a:pt x="268065" y="154590"/>
                  </a:cubicBezTo>
                  <a:cubicBezTo>
                    <a:pt x="268065" y="154590"/>
                    <a:pt x="268065" y="154590"/>
                    <a:pt x="268065" y="154590"/>
                  </a:cubicBezTo>
                  <a:lnTo>
                    <a:pt x="264315" y="164942"/>
                  </a:lnTo>
                  <a:cubicBezTo>
                    <a:pt x="262103" y="163110"/>
                    <a:pt x="259263" y="162004"/>
                    <a:pt x="256168" y="162004"/>
                  </a:cubicBezTo>
                  <a:lnTo>
                    <a:pt x="248472" y="162004"/>
                  </a:lnTo>
                  <a:lnTo>
                    <a:pt x="248472" y="155048"/>
                  </a:lnTo>
                  <a:lnTo>
                    <a:pt x="255677" y="155048"/>
                  </a:lnTo>
                  <a:cubicBezTo>
                    <a:pt x="263000" y="155048"/>
                    <a:pt x="268954" y="149093"/>
                    <a:pt x="268954" y="141771"/>
                  </a:cubicBezTo>
                  <a:lnTo>
                    <a:pt x="268954" y="108869"/>
                  </a:lnTo>
                  <a:cubicBezTo>
                    <a:pt x="268954" y="101540"/>
                    <a:pt x="262993" y="95585"/>
                    <a:pt x="255670" y="95585"/>
                  </a:cubicBezTo>
                  <a:lnTo>
                    <a:pt x="248479" y="95585"/>
                  </a:lnTo>
                  <a:lnTo>
                    <a:pt x="248479" y="88629"/>
                  </a:lnTo>
                  <a:lnTo>
                    <a:pt x="255651" y="88629"/>
                  </a:lnTo>
                  <a:cubicBezTo>
                    <a:pt x="262987" y="88629"/>
                    <a:pt x="268961" y="82661"/>
                    <a:pt x="268961" y="75319"/>
                  </a:cubicBezTo>
                  <a:lnTo>
                    <a:pt x="268961" y="42443"/>
                  </a:lnTo>
                  <a:cubicBezTo>
                    <a:pt x="268961" y="35120"/>
                    <a:pt x="263006" y="29166"/>
                    <a:pt x="255684" y="29166"/>
                  </a:cubicBezTo>
                  <a:lnTo>
                    <a:pt x="248139" y="29166"/>
                  </a:lnTo>
                  <a:cubicBezTo>
                    <a:pt x="245809" y="12708"/>
                    <a:pt x="231635" y="0"/>
                    <a:pt x="214543" y="0"/>
                  </a:cubicBezTo>
                  <a:lnTo>
                    <a:pt x="29805" y="0"/>
                  </a:lnTo>
                  <a:cubicBezTo>
                    <a:pt x="23373" y="0"/>
                    <a:pt x="18138" y="5235"/>
                    <a:pt x="18138" y="11667"/>
                  </a:cubicBezTo>
                  <a:lnTo>
                    <a:pt x="18138" y="52861"/>
                  </a:lnTo>
                  <a:lnTo>
                    <a:pt x="4736" y="52861"/>
                  </a:lnTo>
                  <a:cubicBezTo>
                    <a:pt x="-1579" y="52861"/>
                    <a:pt x="-1579" y="62650"/>
                    <a:pt x="4736" y="62650"/>
                  </a:cubicBezTo>
                  <a:lnTo>
                    <a:pt x="18138" y="62650"/>
                  </a:lnTo>
                  <a:lnTo>
                    <a:pt x="18138" y="113299"/>
                  </a:lnTo>
                  <a:lnTo>
                    <a:pt x="4736" y="113299"/>
                  </a:lnTo>
                  <a:cubicBezTo>
                    <a:pt x="-1579" y="113299"/>
                    <a:pt x="-1579" y="123088"/>
                    <a:pt x="4736" y="123088"/>
                  </a:cubicBezTo>
                  <a:lnTo>
                    <a:pt x="18138" y="123088"/>
                  </a:lnTo>
                  <a:lnTo>
                    <a:pt x="18138" y="173737"/>
                  </a:lnTo>
                  <a:lnTo>
                    <a:pt x="4736" y="173737"/>
                  </a:lnTo>
                  <a:cubicBezTo>
                    <a:pt x="-1579" y="173737"/>
                    <a:pt x="-1579" y="183527"/>
                    <a:pt x="4736" y="183527"/>
                  </a:cubicBezTo>
                  <a:lnTo>
                    <a:pt x="18138" y="183527"/>
                  </a:lnTo>
                  <a:lnTo>
                    <a:pt x="18138" y="234176"/>
                  </a:lnTo>
                  <a:lnTo>
                    <a:pt x="4736" y="234176"/>
                  </a:lnTo>
                  <a:cubicBezTo>
                    <a:pt x="-1579" y="234176"/>
                    <a:pt x="-1579" y="243965"/>
                    <a:pt x="4736" y="243965"/>
                  </a:cubicBezTo>
                  <a:lnTo>
                    <a:pt x="18138" y="243965"/>
                  </a:lnTo>
                  <a:lnTo>
                    <a:pt x="18138" y="281566"/>
                  </a:lnTo>
                  <a:cubicBezTo>
                    <a:pt x="18138" y="289981"/>
                    <a:pt x="24983" y="296826"/>
                    <a:pt x="33398" y="296826"/>
                  </a:cubicBezTo>
                  <a:lnTo>
                    <a:pt x="53154" y="296826"/>
                  </a:lnTo>
                  <a:lnTo>
                    <a:pt x="53154" y="329316"/>
                  </a:lnTo>
                  <a:cubicBezTo>
                    <a:pt x="53154" y="332902"/>
                    <a:pt x="57093" y="335316"/>
                    <a:pt x="60293" y="333667"/>
                  </a:cubicBezTo>
                  <a:lnTo>
                    <a:pt x="79165" y="323943"/>
                  </a:lnTo>
                  <a:lnTo>
                    <a:pt x="96788" y="333608"/>
                  </a:lnTo>
                  <a:cubicBezTo>
                    <a:pt x="99994" y="335369"/>
                    <a:pt x="104038" y="332960"/>
                    <a:pt x="104038" y="329316"/>
                  </a:cubicBezTo>
                  <a:lnTo>
                    <a:pt x="104038" y="296826"/>
                  </a:lnTo>
                  <a:lnTo>
                    <a:pt x="214543" y="296826"/>
                  </a:lnTo>
                  <a:cubicBezTo>
                    <a:pt x="216696" y="296826"/>
                    <a:pt x="218816" y="296623"/>
                    <a:pt x="220897" y="296230"/>
                  </a:cubicBezTo>
                  <a:cubicBezTo>
                    <a:pt x="222330" y="302126"/>
                    <a:pt x="226014" y="307387"/>
                    <a:pt x="231334" y="310698"/>
                  </a:cubicBezTo>
                  <a:lnTo>
                    <a:pt x="224856" y="328563"/>
                  </a:lnTo>
                  <a:cubicBezTo>
                    <a:pt x="222703" y="334505"/>
                    <a:pt x="231904" y="337848"/>
                    <a:pt x="234063" y="331900"/>
                  </a:cubicBezTo>
                  <a:lnTo>
                    <a:pt x="240535" y="314042"/>
                  </a:lnTo>
                  <a:cubicBezTo>
                    <a:pt x="251437" y="315580"/>
                    <a:pt x="262201" y="309056"/>
                    <a:pt x="265938" y="298730"/>
                  </a:cubicBezTo>
                  <a:lnTo>
                    <a:pt x="273620" y="277535"/>
                  </a:lnTo>
                  <a:cubicBezTo>
                    <a:pt x="275773" y="271599"/>
                    <a:pt x="266566" y="268262"/>
                    <a:pt x="264413" y="274197"/>
                  </a:cubicBezTo>
                  <a:lnTo>
                    <a:pt x="256731" y="295393"/>
                  </a:lnTo>
                  <a:cubicBezTo>
                    <a:pt x="254139" y="302532"/>
                    <a:pt x="246228" y="306229"/>
                    <a:pt x="239089" y="303644"/>
                  </a:cubicBezTo>
                  <a:cubicBezTo>
                    <a:pt x="232060" y="301092"/>
                    <a:pt x="228285" y="293050"/>
                    <a:pt x="230837" y="286002"/>
                  </a:cubicBezTo>
                  <a:lnTo>
                    <a:pt x="275603" y="162514"/>
                  </a:lnTo>
                  <a:lnTo>
                    <a:pt x="301497" y="171898"/>
                  </a:lnTo>
                  <a:lnTo>
                    <a:pt x="272933" y="250692"/>
                  </a:lnTo>
                  <a:cubicBezTo>
                    <a:pt x="270780" y="256627"/>
                    <a:pt x="279987" y="259964"/>
                    <a:pt x="282140" y="254029"/>
                  </a:cubicBezTo>
                  <a:lnTo>
                    <a:pt x="310704" y="175236"/>
                  </a:lnTo>
                  <a:lnTo>
                    <a:pt x="323012" y="179699"/>
                  </a:lnTo>
                  <a:lnTo>
                    <a:pt x="305358" y="228404"/>
                  </a:lnTo>
                  <a:cubicBezTo>
                    <a:pt x="303205" y="234346"/>
                    <a:pt x="312405" y="237690"/>
                    <a:pt x="314564" y="231741"/>
                  </a:cubicBezTo>
                  <a:lnTo>
                    <a:pt x="333888" y="178429"/>
                  </a:lnTo>
                  <a:cubicBezTo>
                    <a:pt x="334327" y="177212"/>
                    <a:pt x="334268" y="175864"/>
                    <a:pt x="333718" y="174686"/>
                  </a:cubicBezTo>
                  <a:close/>
                  <a:moveTo>
                    <a:pt x="248721" y="105374"/>
                  </a:moveTo>
                  <a:lnTo>
                    <a:pt x="255651" y="105374"/>
                  </a:lnTo>
                  <a:cubicBezTo>
                    <a:pt x="257575" y="105374"/>
                    <a:pt x="259145" y="106945"/>
                    <a:pt x="259145" y="108869"/>
                  </a:cubicBezTo>
                  <a:lnTo>
                    <a:pt x="259145" y="141771"/>
                  </a:lnTo>
                  <a:cubicBezTo>
                    <a:pt x="259145" y="143688"/>
                    <a:pt x="257581" y="145252"/>
                    <a:pt x="255664" y="145252"/>
                  </a:cubicBezTo>
                  <a:lnTo>
                    <a:pt x="248721" y="145252"/>
                  </a:lnTo>
                  <a:lnTo>
                    <a:pt x="248721" y="105374"/>
                  </a:lnTo>
                  <a:lnTo>
                    <a:pt x="248721" y="105374"/>
                  </a:lnTo>
                  <a:close/>
                  <a:moveTo>
                    <a:pt x="94222" y="321057"/>
                  </a:moveTo>
                  <a:lnTo>
                    <a:pt x="81567" y="314114"/>
                  </a:lnTo>
                  <a:cubicBezTo>
                    <a:pt x="80140" y="313335"/>
                    <a:pt x="78419" y="313309"/>
                    <a:pt x="76973" y="314055"/>
                  </a:cubicBezTo>
                  <a:lnTo>
                    <a:pt x="62923" y="321293"/>
                  </a:lnTo>
                  <a:lnTo>
                    <a:pt x="62923" y="298259"/>
                  </a:lnTo>
                  <a:lnTo>
                    <a:pt x="94222" y="298259"/>
                  </a:lnTo>
                  <a:lnTo>
                    <a:pt x="94222" y="321051"/>
                  </a:lnTo>
                  <a:close/>
                  <a:moveTo>
                    <a:pt x="311338" y="104301"/>
                  </a:moveTo>
                  <a:cubicBezTo>
                    <a:pt x="312896" y="104864"/>
                    <a:pt x="314146" y="106003"/>
                    <a:pt x="314846" y="107507"/>
                  </a:cubicBezTo>
                  <a:cubicBezTo>
                    <a:pt x="315546" y="109013"/>
                    <a:pt x="315625" y="110694"/>
                    <a:pt x="315062" y="112258"/>
                  </a:cubicBezTo>
                  <a:lnTo>
                    <a:pt x="310704" y="124279"/>
                  </a:lnTo>
                  <a:cubicBezTo>
                    <a:pt x="309028" y="123095"/>
                    <a:pt x="307170" y="122107"/>
                    <a:pt x="305148" y="121374"/>
                  </a:cubicBezTo>
                  <a:cubicBezTo>
                    <a:pt x="303145" y="120647"/>
                    <a:pt x="301091" y="120209"/>
                    <a:pt x="299023" y="120039"/>
                  </a:cubicBezTo>
                  <a:lnTo>
                    <a:pt x="303381" y="108024"/>
                  </a:lnTo>
                  <a:cubicBezTo>
                    <a:pt x="304546" y="104805"/>
                    <a:pt x="308119" y="103136"/>
                    <a:pt x="311338" y="104301"/>
                  </a:cubicBezTo>
                  <a:close/>
                  <a:moveTo>
                    <a:pt x="256155" y="171794"/>
                  </a:moveTo>
                  <a:cubicBezTo>
                    <a:pt x="257803" y="171794"/>
                    <a:pt x="259145" y="173135"/>
                    <a:pt x="259145" y="174784"/>
                  </a:cubicBezTo>
                  <a:lnTo>
                    <a:pt x="259145" y="179155"/>
                  </a:lnTo>
                  <a:lnTo>
                    <a:pt x="248721" y="207909"/>
                  </a:lnTo>
                  <a:lnTo>
                    <a:pt x="248721" y="171794"/>
                  </a:lnTo>
                  <a:lnTo>
                    <a:pt x="256155" y="171794"/>
                  </a:lnTo>
                  <a:close/>
                  <a:moveTo>
                    <a:pt x="248721" y="38955"/>
                  </a:moveTo>
                  <a:lnTo>
                    <a:pt x="255658" y="38955"/>
                  </a:lnTo>
                  <a:cubicBezTo>
                    <a:pt x="257581" y="38955"/>
                    <a:pt x="259145" y="40519"/>
                    <a:pt x="259145" y="42443"/>
                  </a:cubicBezTo>
                  <a:lnTo>
                    <a:pt x="259145" y="75312"/>
                  </a:lnTo>
                  <a:cubicBezTo>
                    <a:pt x="259145" y="77249"/>
                    <a:pt x="257568" y="78833"/>
                    <a:pt x="255625" y="78833"/>
                  </a:cubicBezTo>
                  <a:lnTo>
                    <a:pt x="248721" y="78833"/>
                  </a:lnTo>
                  <a:lnTo>
                    <a:pt x="248721" y="38955"/>
                  </a:lnTo>
                  <a:close/>
                  <a:moveTo>
                    <a:pt x="221616" y="282678"/>
                  </a:moveTo>
                  <a:cubicBezTo>
                    <a:pt x="221185" y="283862"/>
                    <a:pt x="220864" y="285060"/>
                    <a:pt x="220629" y="286257"/>
                  </a:cubicBezTo>
                  <a:cubicBezTo>
                    <a:pt x="218646" y="286774"/>
                    <a:pt x="216597" y="287043"/>
                    <a:pt x="214517" y="287043"/>
                  </a:cubicBezTo>
                  <a:lnTo>
                    <a:pt x="33372" y="287043"/>
                  </a:lnTo>
                  <a:cubicBezTo>
                    <a:pt x="30355" y="287043"/>
                    <a:pt x="27901" y="284589"/>
                    <a:pt x="27901" y="281572"/>
                  </a:cubicBezTo>
                  <a:lnTo>
                    <a:pt x="27901" y="243971"/>
                  </a:lnTo>
                  <a:lnTo>
                    <a:pt x="41303" y="243971"/>
                  </a:lnTo>
                  <a:cubicBezTo>
                    <a:pt x="44005" y="243971"/>
                    <a:pt x="46198" y="241780"/>
                    <a:pt x="46198" y="239077"/>
                  </a:cubicBezTo>
                  <a:cubicBezTo>
                    <a:pt x="46198" y="236374"/>
                    <a:pt x="44005" y="234182"/>
                    <a:pt x="41303" y="234182"/>
                  </a:cubicBezTo>
                  <a:lnTo>
                    <a:pt x="27901" y="234182"/>
                  </a:lnTo>
                  <a:lnTo>
                    <a:pt x="27901" y="183533"/>
                  </a:lnTo>
                  <a:lnTo>
                    <a:pt x="41303" y="183533"/>
                  </a:lnTo>
                  <a:cubicBezTo>
                    <a:pt x="44005" y="183533"/>
                    <a:pt x="46198" y="181341"/>
                    <a:pt x="46198" y="178638"/>
                  </a:cubicBezTo>
                  <a:cubicBezTo>
                    <a:pt x="46198" y="175936"/>
                    <a:pt x="44005" y="173744"/>
                    <a:pt x="41303" y="173744"/>
                  </a:cubicBezTo>
                  <a:lnTo>
                    <a:pt x="27901" y="173744"/>
                  </a:lnTo>
                  <a:lnTo>
                    <a:pt x="27901" y="123095"/>
                  </a:lnTo>
                  <a:lnTo>
                    <a:pt x="41303" y="123095"/>
                  </a:lnTo>
                  <a:cubicBezTo>
                    <a:pt x="44005" y="123095"/>
                    <a:pt x="46198" y="120903"/>
                    <a:pt x="46198" y="118200"/>
                  </a:cubicBezTo>
                  <a:cubicBezTo>
                    <a:pt x="46198" y="115498"/>
                    <a:pt x="44005" y="113305"/>
                    <a:pt x="41303" y="113305"/>
                  </a:cubicBezTo>
                  <a:lnTo>
                    <a:pt x="27901" y="113305"/>
                  </a:lnTo>
                  <a:lnTo>
                    <a:pt x="27901" y="62657"/>
                  </a:lnTo>
                  <a:lnTo>
                    <a:pt x="41303" y="62657"/>
                  </a:lnTo>
                  <a:cubicBezTo>
                    <a:pt x="44005" y="62657"/>
                    <a:pt x="46198" y="60464"/>
                    <a:pt x="46198" y="57762"/>
                  </a:cubicBezTo>
                  <a:cubicBezTo>
                    <a:pt x="46198" y="55059"/>
                    <a:pt x="44005" y="52867"/>
                    <a:pt x="41303" y="52867"/>
                  </a:cubicBezTo>
                  <a:lnTo>
                    <a:pt x="27901" y="52867"/>
                  </a:lnTo>
                  <a:lnTo>
                    <a:pt x="27901" y="11674"/>
                  </a:lnTo>
                  <a:cubicBezTo>
                    <a:pt x="27901" y="10640"/>
                    <a:pt x="28746" y="9796"/>
                    <a:pt x="29779" y="9796"/>
                  </a:cubicBezTo>
                  <a:lnTo>
                    <a:pt x="214517" y="9796"/>
                  </a:lnTo>
                  <a:cubicBezTo>
                    <a:pt x="227833" y="9796"/>
                    <a:pt x="238663" y="20626"/>
                    <a:pt x="238663" y="33942"/>
                  </a:cubicBezTo>
                  <a:lnTo>
                    <a:pt x="238663" y="235667"/>
                  </a:lnTo>
                  <a:lnTo>
                    <a:pt x="221616" y="282691"/>
                  </a:lnTo>
                  <a:close/>
                  <a:moveTo>
                    <a:pt x="278927" y="153321"/>
                  </a:moveTo>
                  <a:lnTo>
                    <a:pt x="284175" y="138839"/>
                  </a:lnTo>
                  <a:cubicBezTo>
                    <a:pt x="286767" y="131700"/>
                    <a:pt x="294672" y="127996"/>
                    <a:pt x="301817" y="130587"/>
                  </a:cubicBezTo>
                  <a:cubicBezTo>
                    <a:pt x="308957" y="133172"/>
                    <a:pt x="312654" y="141090"/>
                    <a:pt x="310069" y="148229"/>
                  </a:cubicBezTo>
                  <a:lnTo>
                    <a:pt x="304821" y="162711"/>
                  </a:lnTo>
                  <a:lnTo>
                    <a:pt x="278927" y="1533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27"/>
          <p:cNvGrpSpPr/>
          <p:nvPr/>
        </p:nvGrpSpPr>
        <p:grpSpPr>
          <a:xfrm>
            <a:off x="7092067" y="1996728"/>
            <a:ext cx="345053" cy="345092"/>
            <a:chOff x="7770046" y="5234414"/>
            <a:chExt cx="335035" cy="335041"/>
          </a:xfrm>
        </p:grpSpPr>
        <p:sp>
          <p:nvSpPr>
            <p:cNvPr id="671" name="Google Shape;671;p27"/>
            <p:cNvSpPr/>
            <p:nvPr/>
          </p:nvSpPr>
          <p:spPr>
            <a:xfrm>
              <a:off x="7770046" y="5234414"/>
              <a:ext cx="335035" cy="335041"/>
            </a:xfrm>
            <a:custGeom>
              <a:rect b="b" l="l" r="r" t="t"/>
              <a:pathLst>
                <a:path extrusionOk="0" h="335041" w="335035">
                  <a:moveTo>
                    <a:pt x="330127" y="263387"/>
                  </a:moveTo>
                  <a:cubicBezTo>
                    <a:pt x="332876" y="263387"/>
                    <a:pt x="335035" y="261188"/>
                    <a:pt x="335035" y="258479"/>
                  </a:cubicBezTo>
                  <a:lnTo>
                    <a:pt x="335035" y="4908"/>
                  </a:lnTo>
                  <a:cubicBezTo>
                    <a:pt x="335035" y="2199"/>
                    <a:pt x="332876" y="0"/>
                    <a:pt x="330127" y="0"/>
                  </a:cubicBezTo>
                  <a:lnTo>
                    <a:pt x="4908" y="0"/>
                  </a:lnTo>
                  <a:cubicBezTo>
                    <a:pt x="2199" y="0"/>
                    <a:pt x="0" y="2199"/>
                    <a:pt x="0" y="4908"/>
                  </a:cubicBezTo>
                  <a:lnTo>
                    <a:pt x="0" y="330134"/>
                  </a:lnTo>
                  <a:cubicBezTo>
                    <a:pt x="0" y="332843"/>
                    <a:pt x="2199" y="335041"/>
                    <a:pt x="4908" y="335041"/>
                  </a:cubicBezTo>
                  <a:lnTo>
                    <a:pt x="330127" y="335041"/>
                  </a:lnTo>
                  <a:cubicBezTo>
                    <a:pt x="332876" y="335041"/>
                    <a:pt x="335035" y="332843"/>
                    <a:pt x="335035" y="330134"/>
                  </a:cubicBezTo>
                  <a:lnTo>
                    <a:pt x="335035" y="284654"/>
                  </a:lnTo>
                  <a:cubicBezTo>
                    <a:pt x="335035" y="278327"/>
                    <a:pt x="325219" y="278327"/>
                    <a:pt x="325219" y="284654"/>
                  </a:cubicBezTo>
                  <a:lnTo>
                    <a:pt x="325219" y="325226"/>
                  </a:lnTo>
                  <a:lnTo>
                    <a:pt x="9816" y="325226"/>
                  </a:lnTo>
                  <a:lnTo>
                    <a:pt x="9816" y="9816"/>
                  </a:lnTo>
                  <a:lnTo>
                    <a:pt x="105342" y="9816"/>
                  </a:lnTo>
                  <a:lnTo>
                    <a:pt x="105342" y="47770"/>
                  </a:lnTo>
                  <a:cubicBezTo>
                    <a:pt x="105342" y="54097"/>
                    <a:pt x="115158" y="54097"/>
                    <a:pt x="115158" y="47770"/>
                  </a:cubicBezTo>
                  <a:lnTo>
                    <a:pt x="115158" y="9816"/>
                  </a:lnTo>
                  <a:lnTo>
                    <a:pt x="219904" y="9816"/>
                  </a:lnTo>
                  <a:lnTo>
                    <a:pt x="219904" y="103405"/>
                  </a:lnTo>
                  <a:lnTo>
                    <a:pt x="213779" y="97803"/>
                  </a:lnTo>
                  <a:cubicBezTo>
                    <a:pt x="211901" y="96089"/>
                    <a:pt x="209028" y="96089"/>
                    <a:pt x="207157" y="97803"/>
                  </a:cubicBezTo>
                  <a:lnTo>
                    <a:pt x="196156" y="107861"/>
                  </a:lnTo>
                  <a:lnTo>
                    <a:pt x="185156" y="97803"/>
                  </a:lnTo>
                  <a:cubicBezTo>
                    <a:pt x="183285" y="96089"/>
                    <a:pt x="180406" y="96089"/>
                    <a:pt x="178534" y="97803"/>
                  </a:cubicBezTo>
                  <a:lnTo>
                    <a:pt x="167534" y="107861"/>
                  </a:lnTo>
                  <a:lnTo>
                    <a:pt x="156534" y="97803"/>
                  </a:lnTo>
                  <a:cubicBezTo>
                    <a:pt x="154663" y="96089"/>
                    <a:pt x="151783" y="96089"/>
                    <a:pt x="149911" y="97803"/>
                  </a:cubicBezTo>
                  <a:lnTo>
                    <a:pt x="138905" y="107861"/>
                  </a:lnTo>
                  <a:lnTo>
                    <a:pt x="127898" y="97803"/>
                  </a:lnTo>
                  <a:cubicBezTo>
                    <a:pt x="126027" y="96089"/>
                    <a:pt x="123148" y="96089"/>
                    <a:pt x="121276" y="97803"/>
                  </a:cubicBezTo>
                  <a:lnTo>
                    <a:pt x="115164" y="103392"/>
                  </a:lnTo>
                  <a:lnTo>
                    <a:pt x="115164" y="71982"/>
                  </a:lnTo>
                  <a:cubicBezTo>
                    <a:pt x="115164" y="65654"/>
                    <a:pt x="105348" y="65654"/>
                    <a:pt x="105348" y="71982"/>
                  </a:cubicBezTo>
                  <a:lnTo>
                    <a:pt x="105348" y="114542"/>
                  </a:lnTo>
                  <a:cubicBezTo>
                    <a:pt x="105348" y="116715"/>
                    <a:pt x="106788" y="118619"/>
                    <a:pt x="108869" y="119234"/>
                  </a:cubicBezTo>
                  <a:cubicBezTo>
                    <a:pt x="109327" y="119372"/>
                    <a:pt x="109792" y="119437"/>
                    <a:pt x="110256" y="119437"/>
                  </a:cubicBezTo>
                  <a:cubicBezTo>
                    <a:pt x="111513" y="119437"/>
                    <a:pt x="112730" y="118953"/>
                    <a:pt x="113646" y="118083"/>
                  </a:cubicBezTo>
                  <a:lnTo>
                    <a:pt x="124594" y="108077"/>
                  </a:lnTo>
                  <a:lnTo>
                    <a:pt x="135601" y="118135"/>
                  </a:lnTo>
                  <a:cubicBezTo>
                    <a:pt x="137478" y="119849"/>
                    <a:pt x="140351" y="119849"/>
                    <a:pt x="142222" y="118135"/>
                  </a:cubicBezTo>
                  <a:lnTo>
                    <a:pt x="153229" y="108077"/>
                  </a:lnTo>
                  <a:lnTo>
                    <a:pt x="164230" y="118135"/>
                  </a:lnTo>
                  <a:cubicBezTo>
                    <a:pt x="166107" y="119849"/>
                    <a:pt x="168980" y="119849"/>
                    <a:pt x="170851" y="118135"/>
                  </a:cubicBezTo>
                  <a:lnTo>
                    <a:pt x="181852" y="108077"/>
                  </a:lnTo>
                  <a:lnTo>
                    <a:pt x="192852" y="118135"/>
                  </a:lnTo>
                  <a:cubicBezTo>
                    <a:pt x="194723" y="119849"/>
                    <a:pt x="197603" y="119849"/>
                    <a:pt x="199474" y="118135"/>
                  </a:cubicBezTo>
                  <a:lnTo>
                    <a:pt x="210475" y="108077"/>
                  </a:lnTo>
                  <a:lnTo>
                    <a:pt x="221474" y="118135"/>
                  </a:lnTo>
                  <a:cubicBezTo>
                    <a:pt x="221520" y="118174"/>
                    <a:pt x="221566" y="118213"/>
                    <a:pt x="221618" y="118253"/>
                  </a:cubicBezTo>
                  <a:cubicBezTo>
                    <a:pt x="221670" y="118298"/>
                    <a:pt x="221729" y="118344"/>
                    <a:pt x="221789" y="118390"/>
                  </a:cubicBezTo>
                  <a:cubicBezTo>
                    <a:pt x="221840" y="118429"/>
                    <a:pt x="221886" y="118469"/>
                    <a:pt x="221939" y="118501"/>
                  </a:cubicBezTo>
                  <a:cubicBezTo>
                    <a:pt x="222044" y="118580"/>
                    <a:pt x="222148" y="118645"/>
                    <a:pt x="222260" y="118711"/>
                  </a:cubicBezTo>
                  <a:cubicBezTo>
                    <a:pt x="222272" y="118711"/>
                    <a:pt x="222280" y="118724"/>
                    <a:pt x="222292" y="118730"/>
                  </a:cubicBezTo>
                  <a:cubicBezTo>
                    <a:pt x="223032" y="119175"/>
                    <a:pt x="223896" y="119443"/>
                    <a:pt x="224825" y="119443"/>
                  </a:cubicBezTo>
                  <a:cubicBezTo>
                    <a:pt x="227534" y="119443"/>
                    <a:pt x="229733" y="117245"/>
                    <a:pt x="229733" y="114536"/>
                  </a:cubicBezTo>
                  <a:lnTo>
                    <a:pt x="229733" y="9809"/>
                  </a:lnTo>
                  <a:lnTo>
                    <a:pt x="325219" y="9809"/>
                  </a:lnTo>
                  <a:lnTo>
                    <a:pt x="325219" y="258473"/>
                  </a:lnTo>
                  <a:cubicBezTo>
                    <a:pt x="325219" y="261182"/>
                    <a:pt x="327445" y="263381"/>
                    <a:pt x="330127" y="2633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8031461" y="5415372"/>
              <a:ext cx="37940" cy="116784"/>
            </a:xfrm>
            <a:custGeom>
              <a:rect b="b" l="l" r="r" t="t"/>
              <a:pathLst>
                <a:path extrusionOk="0" h="116784" w="37940">
                  <a:moveTo>
                    <a:pt x="18980" y="116784"/>
                  </a:moveTo>
                  <a:cubicBezTo>
                    <a:pt x="21728" y="116784"/>
                    <a:pt x="23888" y="114586"/>
                    <a:pt x="23888" y="111877"/>
                  </a:cubicBezTo>
                  <a:lnTo>
                    <a:pt x="23888" y="15965"/>
                  </a:lnTo>
                  <a:lnTo>
                    <a:pt x="29777" y="21285"/>
                  </a:lnTo>
                  <a:cubicBezTo>
                    <a:pt x="34423" y="25538"/>
                    <a:pt x="41033" y="18268"/>
                    <a:pt x="36321" y="14015"/>
                  </a:cubicBezTo>
                  <a:lnTo>
                    <a:pt x="22252" y="1254"/>
                  </a:lnTo>
                  <a:cubicBezTo>
                    <a:pt x="20420" y="-434"/>
                    <a:pt x="17475" y="-415"/>
                    <a:pt x="15643" y="1293"/>
                  </a:cubicBezTo>
                  <a:lnTo>
                    <a:pt x="1574" y="14381"/>
                  </a:lnTo>
                  <a:cubicBezTo>
                    <a:pt x="-3073" y="18673"/>
                    <a:pt x="3602" y="25898"/>
                    <a:pt x="8248" y="21566"/>
                  </a:cubicBezTo>
                  <a:lnTo>
                    <a:pt x="14072" y="16154"/>
                  </a:lnTo>
                  <a:lnTo>
                    <a:pt x="14072" y="111877"/>
                  </a:lnTo>
                  <a:cubicBezTo>
                    <a:pt x="14072" y="114586"/>
                    <a:pt x="16297" y="116784"/>
                    <a:pt x="18980" y="1167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7985015" y="5415372"/>
              <a:ext cx="37926" cy="116784"/>
            </a:xfrm>
            <a:custGeom>
              <a:rect b="b" l="l" r="r" t="t"/>
              <a:pathLst>
                <a:path extrusionOk="0" h="116784" w="37926">
                  <a:moveTo>
                    <a:pt x="18972" y="116784"/>
                  </a:moveTo>
                  <a:cubicBezTo>
                    <a:pt x="21681" y="116784"/>
                    <a:pt x="23880" y="114586"/>
                    <a:pt x="23880" y="111877"/>
                  </a:cubicBezTo>
                  <a:lnTo>
                    <a:pt x="23880" y="15965"/>
                  </a:lnTo>
                  <a:lnTo>
                    <a:pt x="29743" y="21285"/>
                  </a:lnTo>
                  <a:cubicBezTo>
                    <a:pt x="34408" y="25538"/>
                    <a:pt x="41018" y="18268"/>
                    <a:pt x="36306" y="14015"/>
                  </a:cubicBezTo>
                  <a:lnTo>
                    <a:pt x="22270" y="1254"/>
                  </a:lnTo>
                  <a:cubicBezTo>
                    <a:pt x="20412" y="-434"/>
                    <a:pt x="17467" y="-415"/>
                    <a:pt x="15628" y="1293"/>
                  </a:cubicBezTo>
                  <a:lnTo>
                    <a:pt x="1559" y="14381"/>
                  </a:lnTo>
                  <a:cubicBezTo>
                    <a:pt x="-3055" y="18673"/>
                    <a:pt x="3594" y="25898"/>
                    <a:pt x="8247" y="21566"/>
                  </a:cubicBezTo>
                  <a:lnTo>
                    <a:pt x="14064" y="16154"/>
                  </a:lnTo>
                  <a:lnTo>
                    <a:pt x="14064" y="111877"/>
                  </a:lnTo>
                  <a:cubicBezTo>
                    <a:pt x="14064" y="114586"/>
                    <a:pt x="16263" y="116784"/>
                    <a:pt x="18972" y="1167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7805710" y="5413060"/>
              <a:ext cx="134147" cy="119096"/>
            </a:xfrm>
            <a:custGeom>
              <a:rect b="b" l="l" r="r" t="t"/>
              <a:pathLst>
                <a:path extrusionOk="0" h="119096" w="134147">
                  <a:moveTo>
                    <a:pt x="108856" y="0"/>
                  </a:moveTo>
                  <a:lnTo>
                    <a:pt x="25292" y="0"/>
                  </a:lnTo>
                  <a:cubicBezTo>
                    <a:pt x="11347" y="0"/>
                    <a:pt x="0" y="11347"/>
                    <a:pt x="0" y="25292"/>
                  </a:cubicBezTo>
                  <a:lnTo>
                    <a:pt x="0" y="93805"/>
                  </a:lnTo>
                  <a:cubicBezTo>
                    <a:pt x="0" y="107750"/>
                    <a:pt x="11347" y="119097"/>
                    <a:pt x="25292" y="119097"/>
                  </a:cubicBezTo>
                  <a:lnTo>
                    <a:pt x="108856" y="119097"/>
                  </a:lnTo>
                  <a:cubicBezTo>
                    <a:pt x="122801" y="119097"/>
                    <a:pt x="134147" y="107750"/>
                    <a:pt x="134147" y="93805"/>
                  </a:cubicBezTo>
                  <a:lnTo>
                    <a:pt x="134147" y="25292"/>
                  </a:lnTo>
                  <a:cubicBezTo>
                    <a:pt x="134147" y="11347"/>
                    <a:pt x="122801" y="0"/>
                    <a:pt x="108856" y="0"/>
                  </a:cubicBezTo>
                  <a:close/>
                  <a:moveTo>
                    <a:pt x="124332" y="93805"/>
                  </a:moveTo>
                  <a:cubicBezTo>
                    <a:pt x="124332" y="102338"/>
                    <a:pt x="117389" y="109281"/>
                    <a:pt x="108856" y="109281"/>
                  </a:cubicBezTo>
                  <a:lnTo>
                    <a:pt x="25292" y="109281"/>
                  </a:lnTo>
                  <a:cubicBezTo>
                    <a:pt x="16759" y="109281"/>
                    <a:pt x="9816" y="102338"/>
                    <a:pt x="9816" y="93805"/>
                  </a:cubicBezTo>
                  <a:lnTo>
                    <a:pt x="9816" y="25292"/>
                  </a:lnTo>
                  <a:cubicBezTo>
                    <a:pt x="9816" y="16759"/>
                    <a:pt x="16759" y="9816"/>
                    <a:pt x="25292" y="9816"/>
                  </a:cubicBezTo>
                  <a:lnTo>
                    <a:pt x="108856" y="9816"/>
                  </a:lnTo>
                  <a:cubicBezTo>
                    <a:pt x="117389" y="9816"/>
                    <a:pt x="124332" y="16759"/>
                    <a:pt x="124332" y="25292"/>
                  </a:cubicBezTo>
                  <a:lnTo>
                    <a:pt x="124332" y="93805"/>
                  </a:lnTo>
                  <a:lnTo>
                    <a:pt x="124332" y="938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7836909" y="5451243"/>
              <a:ext cx="71749" cy="9815"/>
            </a:xfrm>
            <a:custGeom>
              <a:rect b="b" l="l" r="r" t="t"/>
              <a:pathLst>
                <a:path extrusionOk="0" h="9815" w="71749">
                  <a:moveTo>
                    <a:pt x="67004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67004" y="9816"/>
                  </a:lnTo>
                  <a:cubicBezTo>
                    <a:pt x="73331" y="9816"/>
                    <a:pt x="73331" y="0"/>
                    <a:pt x="67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7836909" y="5484158"/>
              <a:ext cx="40058" cy="9815"/>
            </a:xfrm>
            <a:custGeom>
              <a:rect b="b" l="l" r="r" t="t"/>
              <a:pathLst>
                <a:path extrusionOk="0" h="9815" w="40058">
                  <a:moveTo>
                    <a:pt x="35312" y="0"/>
                  </a:moveTo>
                  <a:lnTo>
                    <a:pt x="4746" y="0"/>
                  </a:lnTo>
                  <a:cubicBezTo>
                    <a:pt x="-1582" y="0"/>
                    <a:pt x="-1582" y="9816"/>
                    <a:pt x="4746" y="9816"/>
                  </a:cubicBezTo>
                  <a:lnTo>
                    <a:pt x="35312" y="9816"/>
                  </a:lnTo>
                  <a:cubicBezTo>
                    <a:pt x="41640" y="9816"/>
                    <a:pt x="41640" y="0"/>
                    <a:pt x="35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7" name="Google Shape;677;p27"/>
          <p:cNvGrpSpPr/>
          <p:nvPr/>
        </p:nvGrpSpPr>
        <p:grpSpPr>
          <a:xfrm>
            <a:off x="7861246" y="1996729"/>
            <a:ext cx="345086" cy="345091"/>
            <a:chOff x="8828627" y="5234414"/>
            <a:chExt cx="335067" cy="335040"/>
          </a:xfrm>
        </p:grpSpPr>
        <p:sp>
          <p:nvSpPr>
            <p:cNvPr id="678" name="Google Shape;678;p27"/>
            <p:cNvSpPr/>
            <p:nvPr/>
          </p:nvSpPr>
          <p:spPr>
            <a:xfrm>
              <a:off x="8828627" y="5234414"/>
              <a:ext cx="335067" cy="335040"/>
            </a:xfrm>
            <a:custGeom>
              <a:rect b="b" l="l" r="r" t="t"/>
              <a:pathLst>
                <a:path extrusionOk="0" h="335040" w="335067">
                  <a:moveTo>
                    <a:pt x="334976" y="278425"/>
                  </a:moveTo>
                  <a:lnTo>
                    <a:pt x="281644" y="16484"/>
                  </a:lnTo>
                  <a:cubicBezTo>
                    <a:pt x="281120" y="13866"/>
                    <a:pt x="278503" y="12119"/>
                    <a:pt x="275820" y="12656"/>
                  </a:cubicBezTo>
                  <a:lnTo>
                    <a:pt x="264172" y="15031"/>
                  </a:lnTo>
                  <a:lnTo>
                    <a:pt x="264172" y="4908"/>
                  </a:lnTo>
                  <a:cubicBezTo>
                    <a:pt x="264172" y="2199"/>
                    <a:pt x="261947" y="0"/>
                    <a:pt x="259265" y="0"/>
                  </a:cubicBezTo>
                  <a:lnTo>
                    <a:pt x="53005" y="0"/>
                  </a:lnTo>
                  <a:cubicBezTo>
                    <a:pt x="46657" y="0"/>
                    <a:pt x="46657" y="9816"/>
                    <a:pt x="53005" y="9816"/>
                  </a:cubicBezTo>
                  <a:lnTo>
                    <a:pt x="254357" y="9816"/>
                  </a:lnTo>
                  <a:lnTo>
                    <a:pt x="254357" y="179044"/>
                  </a:lnTo>
                  <a:lnTo>
                    <a:pt x="158883" y="179044"/>
                  </a:lnTo>
                  <a:cubicBezTo>
                    <a:pt x="156134" y="179044"/>
                    <a:pt x="153975" y="181243"/>
                    <a:pt x="153975" y="183952"/>
                  </a:cubicBezTo>
                  <a:lnTo>
                    <a:pt x="153975" y="267313"/>
                  </a:lnTo>
                  <a:lnTo>
                    <a:pt x="9816" y="267313"/>
                  </a:lnTo>
                  <a:lnTo>
                    <a:pt x="9816" y="9816"/>
                  </a:lnTo>
                  <a:lnTo>
                    <a:pt x="27484" y="9816"/>
                  </a:lnTo>
                  <a:cubicBezTo>
                    <a:pt x="33831" y="9816"/>
                    <a:pt x="33831" y="0"/>
                    <a:pt x="27484" y="0"/>
                  </a:cubicBezTo>
                  <a:lnTo>
                    <a:pt x="4908" y="0"/>
                  </a:lnTo>
                  <a:cubicBezTo>
                    <a:pt x="2225" y="0"/>
                    <a:pt x="0" y="2199"/>
                    <a:pt x="0" y="4908"/>
                  </a:cubicBezTo>
                  <a:lnTo>
                    <a:pt x="0" y="272221"/>
                  </a:lnTo>
                  <a:cubicBezTo>
                    <a:pt x="0" y="274930"/>
                    <a:pt x="2225" y="277129"/>
                    <a:pt x="4908" y="277129"/>
                  </a:cubicBezTo>
                  <a:lnTo>
                    <a:pt x="65111" y="277129"/>
                  </a:lnTo>
                  <a:lnTo>
                    <a:pt x="76104" y="331115"/>
                  </a:lnTo>
                  <a:cubicBezTo>
                    <a:pt x="76627" y="333739"/>
                    <a:pt x="79245" y="335480"/>
                    <a:pt x="81928" y="334943"/>
                  </a:cubicBezTo>
                  <a:lnTo>
                    <a:pt x="266005" y="297467"/>
                  </a:lnTo>
                  <a:cubicBezTo>
                    <a:pt x="272221" y="296204"/>
                    <a:pt x="270258" y="286591"/>
                    <a:pt x="264041" y="287848"/>
                  </a:cubicBezTo>
                  <a:lnTo>
                    <a:pt x="84742" y="324349"/>
                  </a:lnTo>
                  <a:lnTo>
                    <a:pt x="75122" y="277129"/>
                  </a:lnTo>
                  <a:lnTo>
                    <a:pt x="158883" y="277129"/>
                  </a:lnTo>
                  <a:cubicBezTo>
                    <a:pt x="160061" y="277129"/>
                    <a:pt x="161173" y="276697"/>
                    <a:pt x="162090" y="275905"/>
                  </a:cubicBezTo>
                  <a:lnTo>
                    <a:pt x="262013" y="188029"/>
                  </a:lnTo>
                  <a:cubicBezTo>
                    <a:pt x="263321" y="187146"/>
                    <a:pt x="264172" y="185647"/>
                    <a:pt x="264172" y="183952"/>
                  </a:cubicBezTo>
                  <a:cubicBezTo>
                    <a:pt x="264172" y="183939"/>
                    <a:pt x="264172" y="183933"/>
                    <a:pt x="264172" y="183919"/>
                  </a:cubicBezTo>
                  <a:cubicBezTo>
                    <a:pt x="264172" y="183913"/>
                    <a:pt x="264172" y="183900"/>
                    <a:pt x="264172" y="183893"/>
                  </a:cubicBezTo>
                  <a:lnTo>
                    <a:pt x="264172" y="25043"/>
                  </a:lnTo>
                  <a:lnTo>
                    <a:pt x="273007" y="23244"/>
                  </a:lnTo>
                  <a:lnTo>
                    <a:pt x="324375" y="275565"/>
                  </a:lnTo>
                  <a:lnTo>
                    <a:pt x="290871" y="282377"/>
                  </a:lnTo>
                  <a:cubicBezTo>
                    <a:pt x="284654" y="283640"/>
                    <a:pt x="286618" y="293253"/>
                    <a:pt x="292834" y="291997"/>
                  </a:cubicBezTo>
                  <a:lnTo>
                    <a:pt x="331115" y="284203"/>
                  </a:lnTo>
                  <a:cubicBezTo>
                    <a:pt x="333733" y="283666"/>
                    <a:pt x="335500" y="281036"/>
                    <a:pt x="334976" y="278412"/>
                  </a:cubicBezTo>
                  <a:close/>
                  <a:moveTo>
                    <a:pt x="246177" y="188860"/>
                  </a:moveTo>
                  <a:lnTo>
                    <a:pt x="163725" y="261365"/>
                  </a:lnTo>
                  <a:lnTo>
                    <a:pt x="163725" y="188860"/>
                  </a:lnTo>
                  <a:lnTo>
                    <a:pt x="246177" y="1888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8868756" y="5295599"/>
              <a:ext cx="183913" cy="9815"/>
            </a:xfrm>
            <a:custGeom>
              <a:rect b="b" l="l" r="r" t="t"/>
              <a:pathLst>
                <a:path extrusionOk="0" h="9815" w="183913">
                  <a:moveTo>
                    <a:pt x="4761" y="9816"/>
                  </a:moveTo>
                  <a:lnTo>
                    <a:pt x="179152" y="9816"/>
                  </a:lnTo>
                  <a:cubicBezTo>
                    <a:pt x="185500" y="9816"/>
                    <a:pt x="185500" y="0"/>
                    <a:pt x="179152" y="0"/>
                  </a:cubicBez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8868756" y="5336825"/>
              <a:ext cx="183913" cy="9815"/>
            </a:xfrm>
            <a:custGeom>
              <a:rect b="b" l="l" r="r" t="t"/>
              <a:pathLst>
                <a:path extrusionOk="0" h="9815" w="183913">
                  <a:moveTo>
                    <a:pt x="4761" y="9816"/>
                  </a:moveTo>
                  <a:lnTo>
                    <a:pt x="179152" y="9816"/>
                  </a:lnTo>
                  <a:cubicBezTo>
                    <a:pt x="185500" y="9816"/>
                    <a:pt x="185500" y="0"/>
                    <a:pt x="179152" y="0"/>
                  </a:cubicBez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8868756" y="5378050"/>
              <a:ext cx="79147" cy="9815"/>
            </a:xfrm>
            <a:custGeom>
              <a:rect b="b" l="l" r="r" t="t"/>
              <a:pathLst>
                <a:path extrusionOk="0" h="9815" w="79147">
                  <a:moveTo>
                    <a:pt x="4761" y="9816"/>
                  </a:moveTo>
                  <a:lnTo>
                    <a:pt x="74387" y="9816"/>
                  </a:lnTo>
                  <a:cubicBezTo>
                    <a:pt x="80734" y="9816"/>
                    <a:pt x="80734" y="0"/>
                    <a:pt x="74387" y="0"/>
                  </a:cubicBezTo>
                  <a:lnTo>
                    <a:pt x="4761" y="0"/>
                  </a:lnTo>
                  <a:cubicBezTo>
                    <a:pt x="-1587" y="0"/>
                    <a:pt x="-1587" y="9816"/>
                    <a:pt x="4761" y="9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oogle Shape;686;p28"/>
          <p:cNvGrpSpPr/>
          <p:nvPr/>
        </p:nvGrpSpPr>
        <p:grpSpPr>
          <a:xfrm>
            <a:off x="1343043" y="3832782"/>
            <a:ext cx="291745" cy="222188"/>
            <a:chOff x="3271200" y="3863875"/>
            <a:chExt cx="481825" cy="366950"/>
          </a:xfrm>
        </p:grpSpPr>
        <p:sp>
          <p:nvSpPr>
            <p:cNvPr id="687" name="Google Shape;687;p28"/>
            <p:cNvSpPr/>
            <p:nvPr/>
          </p:nvSpPr>
          <p:spPr>
            <a:xfrm>
              <a:off x="3271200" y="3920350"/>
              <a:ext cx="283225" cy="310475"/>
            </a:xfrm>
            <a:custGeom>
              <a:rect b="b" l="l" r="r" t="t"/>
              <a:pathLst>
                <a:path extrusionOk="0" h="12419" w="11329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3526175" y="3863875"/>
              <a:ext cx="226850" cy="310575"/>
            </a:xfrm>
            <a:custGeom>
              <a:rect b="b" l="l" r="r" t="t"/>
              <a:pathLst>
                <a:path extrusionOk="0" h="12423" w="9074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89" name="Google Shape;689;p28"/>
          <p:cNvGrpSpPr/>
          <p:nvPr/>
        </p:nvGrpSpPr>
        <p:grpSpPr>
          <a:xfrm>
            <a:off x="4541062" y="3799828"/>
            <a:ext cx="254864" cy="257380"/>
            <a:chOff x="-37804925" y="3953450"/>
            <a:chExt cx="315075" cy="318225"/>
          </a:xfrm>
        </p:grpSpPr>
        <p:sp>
          <p:nvSpPr>
            <p:cNvPr id="690" name="Google Shape;690;p28"/>
            <p:cNvSpPr/>
            <p:nvPr/>
          </p:nvSpPr>
          <p:spPr>
            <a:xfrm>
              <a:off x="-37614300" y="3955025"/>
              <a:ext cx="124450" cy="186200"/>
            </a:xfrm>
            <a:custGeom>
              <a:rect b="b" l="l" r="r" t="t"/>
              <a:pathLst>
                <a:path extrusionOk="0" h="7448" w="4978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-37761600" y="4230700"/>
              <a:ext cx="270175" cy="40975"/>
            </a:xfrm>
            <a:custGeom>
              <a:rect b="b" l="l" r="r" t="t"/>
              <a:pathLst>
                <a:path extrusionOk="0" h="1639" w="10807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-37804925" y="3953450"/>
              <a:ext cx="274125" cy="295675"/>
            </a:xfrm>
            <a:custGeom>
              <a:rect b="b" l="l" r="r" t="t"/>
              <a:pathLst>
                <a:path extrusionOk="0" h="11827" w="10965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3" name="Google Shape;693;p28"/>
          <p:cNvGrpSpPr/>
          <p:nvPr/>
        </p:nvGrpSpPr>
        <p:grpSpPr>
          <a:xfrm>
            <a:off x="4522635" y="3285732"/>
            <a:ext cx="291741" cy="255607"/>
            <a:chOff x="899850" y="871450"/>
            <a:chExt cx="483175" cy="423400"/>
          </a:xfrm>
        </p:grpSpPr>
        <p:sp>
          <p:nvSpPr>
            <p:cNvPr id="694" name="Google Shape;694;p28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98" name="Google Shape;698;p28"/>
          <p:cNvSpPr/>
          <p:nvPr/>
        </p:nvSpPr>
        <p:spPr>
          <a:xfrm>
            <a:off x="1343062" y="3291262"/>
            <a:ext cx="291729" cy="280808"/>
          </a:xfrm>
          <a:custGeom>
            <a:rect b="b" l="l" r="r" t="t"/>
            <a:pathLst>
              <a:path extrusionOk="0" h="19273" w="20026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699" name="Google Shape;699;p28"/>
          <p:cNvGrpSpPr/>
          <p:nvPr/>
        </p:nvGrpSpPr>
        <p:grpSpPr>
          <a:xfrm>
            <a:off x="1343039" y="2440320"/>
            <a:ext cx="291768" cy="290652"/>
            <a:chOff x="2085450" y="842250"/>
            <a:chExt cx="483700" cy="481850"/>
          </a:xfrm>
        </p:grpSpPr>
        <p:sp>
          <p:nvSpPr>
            <p:cNvPr id="700" name="Google Shape;700;p28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03" name="Google Shape;703;p28"/>
          <p:cNvGrpSpPr/>
          <p:nvPr/>
        </p:nvGrpSpPr>
        <p:grpSpPr>
          <a:xfrm>
            <a:off x="4541083" y="2436280"/>
            <a:ext cx="254847" cy="289962"/>
            <a:chOff x="2707500" y="249400"/>
            <a:chExt cx="423475" cy="481825"/>
          </a:xfrm>
        </p:grpSpPr>
        <p:sp>
          <p:nvSpPr>
            <p:cNvPr id="704" name="Google Shape;704;p28"/>
            <p:cNvSpPr/>
            <p:nvPr/>
          </p:nvSpPr>
          <p:spPr>
            <a:xfrm>
              <a:off x="2739175" y="420675"/>
              <a:ext cx="360100" cy="310550"/>
            </a:xfrm>
            <a:custGeom>
              <a:rect b="b" l="l" r="r" t="t"/>
              <a:pathLst>
                <a:path extrusionOk="0" h="12422" w="14404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2707500" y="249400"/>
              <a:ext cx="423475" cy="141175"/>
            </a:xfrm>
            <a:custGeom>
              <a:rect b="b" l="l" r="r" t="t"/>
              <a:pathLst>
                <a:path extrusionOk="0" h="5647" w="16939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06" name="Google Shape;706;p28"/>
          <p:cNvSpPr txBox="1"/>
          <p:nvPr/>
        </p:nvSpPr>
        <p:spPr>
          <a:xfrm>
            <a:off x="72345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 a Premium user, you can use this template without attributing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Slidesgo</a:t>
            </a:r>
            <a:endParaRPr b="1"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7" name="Google Shape;707;p28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 (premium users)</a:t>
            </a:r>
            <a:endParaRPr/>
          </a:p>
        </p:txBody>
      </p:sp>
      <p:grpSp>
        <p:nvGrpSpPr>
          <p:cNvPr id="708" name="Google Shape;708;p28"/>
          <p:cNvGrpSpPr/>
          <p:nvPr/>
        </p:nvGrpSpPr>
        <p:grpSpPr>
          <a:xfrm>
            <a:off x="1343052" y="2010830"/>
            <a:ext cx="291746" cy="286082"/>
            <a:chOff x="1490050" y="3805975"/>
            <a:chExt cx="491900" cy="482350"/>
          </a:xfrm>
        </p:grpSpPr>
        <p:sp>
          <p:nvSpPr>
            <p:cNvPr id="709" name="Google Shape;709;p28"/>
            <p:cNvSpPr/>
            <p:nvPr/>
          </p:nvSpPr>
          <p:spPr>
            <a:xfrm>
              <a:off x="1541775" y="3877050"/>
              <a:ext cx="302500" cy="277225"/>
            </a:xfrm>
            <a:custGeom>
              <a:rect b="b" l="l" r="r" t="t"/>
              <a:pathLst>
                <a:path extrusionOk="0" h="11089" w="1210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1824450" y="3805975"/>
              <a:ext cx="157500" cy="150525"/>
            </a:xfrm>
            <a:custGeom>
              <a:rect b="b" l="l" r="r" t="t"/>
              <a:pathLst>
                <a:path extrusionOk="0" h="6021" w="630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1626675" y="3936600"/>
              <a:ext cx="277225" cy="302600"/>
            </a:xfrm>
            <a:custGeom>
              <a:rect b="b" l="l" r="r" t="t"/>
              <a:pathLst>
                <a:path extrusionOk="0" h="12104" w="11089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1490050" y="4166500"/>
              <a:ext cx="129950" cy="121825"/>
            </a:xfrm>
            <a:custGeom>
              <a:rect b="b" l="l" r="r" t="t"/>
              <a:pathLst>
                <a:path extrusionOk="0" h="4873" w="5198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13" name="Google Shape;713;p28"/>
          <p:cNvSpPr txBox="1"/>
          <p:nvPr/>
        </p:nvSpPr>
        <p:spPr>
          <a:xfrm>
            <a:off x="1254000" y="1543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allowed to:</a:t>
            </a:r>
            <a:endParaRPr/>
          </a:p>
        </p:txBody>
      </p:sp>
      <p:sp>
        <p:nvSpPr>
          <p:cNvPr id="714" name="Google Shape;714;p28"/>
          <p:cNvSpPr/>
          <p:nvPr/>
        </p:nvSpPr>
        <p:spPr>
          <a:xfrm>
            <a:off x="4541072" y="2011594"/>
            <a:ext cx="254859" cy="286108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715" name="Google Shape;715;p28"/>
          <p:cNvSpPr txBox="1"/>
          <p:nvPr/>
        </p:nvSpPr>
        <p:spPr>
          <a:xfrm>
            <a:off x="1616350" y="1943440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Modify this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6" name="Google Shape;716;p28"/>
          <p:cNvSpPr txBox="1"/>
          <p:nvPr/>
        </p:nvSpPr>
        <p:spPr>
          <a:xfrm>
            <a:off x="4814375" y="1943446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it for both personal and commercial projects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7" name="Google Shape;717;p28"/>
          <p:cNvSpPr txBox="1"/>
          <p:nvPr/>
        </p:nvSpPr>
        <p:spPr>
          <a:xfrm>
            <a:off x="1254000" y="28864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not allowed to:</a:t>
            </a:r>
            <a:endParaRPr/>
          </a:p>
        </p:txBody>
      </p:sp>
      <p:sp>
        <p:nvSpPr>
          <p:cNvPr id="718" name="Google Shape;718;p28"/>
          <p:cNvSpPr txBox="1"/>
          <p:nvPr/>
        </p:nvSpPr>
        <p:spPr>
          <a:xfrm>
            <a:off x="1616350" y="3287025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Sublicense, sell or rent any of Slidesgo Content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9" name="Google Shape;719;p28"/>
          <p:cNvSpPr txBox="1"/>
          <p:nvPr/>
        </p:nvSpPr>
        <p:spPr>
          <a:xfrm>
            <a:off x="4814375" y="3287024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Distribute Slidesgo Content unless it has been expressly authorized by Slidesgo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0" name="Google Shape;720;p28"/>
          <p:cNvSpPr txBox="1"/>
          <p:nvPr/>
        </p:nvSpPr>
        <p:spPr>
          <a:xfrm>
            <a:off x="1616350" y="3751379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any of the elements that are part in a separated way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1" name="Google Shape;721;p28"/>
          <p:cNvSpPr txBox="1"/>
          <p:nvPr/>
        </p:nvSpPr>
        <p:spPr>
          <a:xfrm>
            <a:off x="4814375" y="3751378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Register any of the elements as a trademark or logo in an intellectual property registry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2" name="Google Shape;722;p28"/>
          <p:cNvSpPr txBox="1"/>
          <p:nvPr/>
        </p:nvSpPr>
        <p:spPr>
          <a:xfrm>
            <a:off x="1616350" y="2408933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Share this template in an 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editable format 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3" name="Google Shape;723;p28"/>
          <p:cNvSpPr txBox="1"/>
          <p:nvPr/>
        </p:nvSpPr>
        <p:spPr>
          <a:xfrm>
            <a:off x="4814375" y="2408939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Hide or delete the “Thanks” slide and the mention to Slidesgo in the credits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4" name="Google Shape;724;p28"/>
          <p:cNvSpPr txBox="1"/>
          <p:nvPr/>
        </p:nvSpPr>
        <p:spPr>
          <a:xfrm>
            <a:off x="559900" y="4339600"/>
            <a:ext cx="8024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more information about editing slides, please read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FAQs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or visit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blog</a:t>
            </a:r>
            <a:endParaRPr b="1"/>
          </a:p>
        </p:txBody>
      </p:sp>
      <p:grpSp>
        <p:nvGrpSpPr>
          <p:cNvPr id="725" name="Google Shape;725;p28"/>
          <p:cNvGrpSpPr/>
          <p:nvPr/>
        </p:nvGrpSpPr>
        <p:grpSpPr>
          <a:xfrm>
            <a:off x="8430787" y="228418"/>
            <a:ext cx="346490" cy="311075"/>
            <a:chOff x="5655285" y="1922218"/>
            <a:chExt cx="2946347" cy="2645192"/>
          </a:xfrm>
        </p:grpSpPr>
        <p:sp>
          <p:nvSpPr>
            <p:cNvPr id="726" name="Google Shape;726;p28"/>
            <p:cNvSpPr/>
            <p:nvPr/>
          </p:nvSpPr>
          <p:spPr>
            <a:xfrm>
              <a:off x="5944020" y="4048928"/>
              <a:ext cx="2362667" cy="518482"/>
            </a:xfrm>
            <a:custGeom>
              <a:rect b="b" l="l" r="r" t="t"/>
              <a:pathLst>
                <a:path extrusionOk="0" h="518482" w="2362667">
                  <a:moveTo>
                    <a:pt x="0" y="0"/>
                  </a:moveTo>
                  <a:lnTo>
                    <a:pt x="2362667" y="0"/>
                  </a:lnTo>
                  <a:lnTo>
                    <a:pt x="2362667" y="518483"/>
                  </a:lnTo>
                  <a:lnTo>
                    <a:pt x="0" y="518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5928497" y="1922218"/>
              <a:ext cx="2412342" cy="1716891"/>
            </a:xfrm>
            <a:custGeom>
              <a:rect b="b" l="l" r="r" t="t"/>
              <a:pathLst>
                <a:path extrusionOk="0" h="1716891" w="2412342">
                  <a:moveTo>
                    <a:pt x="0" y="1716892"/>
                  </a:moveTo>
                  <a:lnTo>
                    <a:pt x="1195305" y="0"/>
                  </a:lnTo>
                  <a:lnTo>
                    <a:pt x="2412342" y="1716892"/>
                  </a:lnTo>
                  <a:lnTo>
                    <a:pt x="0" y="17168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6235861" y="2397235"/>
              <a:ext cx="2365771" cy="1518191"/>
            </a:xfrm>
            <a:custGeom>
              <a:rect b="b" l="l" r="r" t="t"/>
              <a:pathLst>
                <a:path extrusionOk="0" h="1518191" w="2365771">
                  <a:moveTo>
                    <a:pt x="2086350" y="1518192"/>
                  </a:moveTo>
                  <a:lnTo>
                    <a:pt x="2365772" y="0"/>
                  </a:lnTo>
                  <a:lnTo>
                    <a:pt x="0" y="1518192"/>
                  </a:lnTo>
                  <a:lnTo>
                    <a:pt x="2086350" y="15181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5655285" y="2394130"/>
              <a:ext cx="2207432" cy="1521296"/>
            </a:xfrm>
            <a:custGeom>
              <a:rect b="b" l="l" r="r" t="t"/>
              <a:pathLst>
                <a:path extrusionOk="0" h="1521296" w="2207432">
                  <a:moveTo>
                    <a:pt x="270108" y="1521297"/>
                  </a:moveTo>
                  <a:lnTo>
                    <a:pt x="0" y="0"/>
                  </a:lnTo>
                  <a:lnTo>
                    <a:pt x="2207433" y="1521297"/>
                  </a:lnTo>
                  <a:lnTo>
                    <a:pt x="270108" y="15212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0" name="Google Shape;730;p28"/>
          <p:cNvGrpSpPr/>
          <p:nvPr/>
        </p:nvGrpSpPr>
        <p:grpSpPr>
          <a:xfrm>
            <a:off x="942179" y="2910127"/>
            <a:ext cx="291890" cy="291890"/>
            <a:chOff x="2085525" y="4992125"/>
            <a:chExt cx="481825" cy="481825"/>
          </a:xfrm>
        </p:grpSpPr>
        <p:sp>
          <p:nvSpPr>
            <p:cNvPr id="731" name="Google Shape;731;p28"/>
            <p:cNvSpPr/>
            <p:nvPr/>
          </p:nvSpPr>
          <p:spPr>
            <a:xfrm>
              <a:off x="2244150" y="5152125"/>
              <a:ext cx="164500" cy="161825"/>
            </a:xfrm>
            <a:custGeom>
              <a:rect b="b" l="l" r="r" t="t"/>
              <a:pathLst>
                <a:path extrusionOk="0" h="6473" w="658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208552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33" name="Google Shape;733;p28"/>
          <p:cNvGrpSpPr/>
          <p:nvPr/>
        </p:nvGrpSpPr>
        <p:grpSpPr>
          <a:xfrm>
            <a:off x="942192" y="1551114"/>
            <a:ext cx="291890" cy="291890"/>
            <a:chOff x="1492675" y="4992125"/>
            <a:chExt cx="481825" cy="481825"/>
          </a:xfrm>
        </p:grpSpPr>
        <p:sp>
          <p:nvSpPr>
            <p:cNvPr id="734" name="Google Shape;734;p28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9"/>
          <p:cNvSpPr txBox="1"/>
          <p:nvPr/>
        </p:nvSpPr>
        <p:spPr>
          <a:xfrm>
            <a:off x="72345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can add and edit some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infographics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to your presentation to present your data in a visual way.</a:t>
            </a:r>
            <a:endParaRPr b="1"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1" name="Google Shape;741;p29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Infographics</a:t>
            </a:r>
            <a:endParaRPr/>
          </a:p>
        </p:txBody>
      </p:sp>
      <p:sp>
        <p:nvSpPr>
          <p:cNvPr id="742" name="Google Shape;742;p29"/>
          <p:cNvSpPr txBox="1"/>
          <p:nvPr/>
        </p:nvSpPr>
        <p:spPr>
          <a:xfrm>
            <a:off x="1149925" y="1690373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Choose your favourite infographic and insert it in your presentation using Ctrl C + Ctrl V or Cmd C + Cmd V in Mac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3" name="Google Shape;743;p29"/>
          <p:cNvSpPr txBox="1"/>
          <p:nvPr/>
        </p:nvSpPr>
        <p:spPr>
          <a:xfrm>
            <a:off x="1149925" y="3228441"/>
            <a:ext cx="3259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Change the color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by clicking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 the paint bucket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4" name="Google Shape;744;p29"/>
          <p:cNvSpPr txBox="1"/>
          <p:nvPr/>
        </p:nvSpPr>
        <p:spPr>
          <a:xfrm>
            <a:off x="5169296" y="3228441"/>
            <a:ext cx="3259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Group 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elements again by selecting them, right-clicking and choosing “Group”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5" name="Google Shape;745;p29"/>
          <p:cNvSpPr txBox="1"/>
          <p:nvPr/>
        </p:nvSpPr>
        <p:spPr>
          <a:xfrm>
            <a:off x="5169296" y="1690373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Remember to choose the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“Keep source formatting”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option so that it keeps the design. For more info, please visit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our blog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6" name="Google Shape;746;p29"/>
          <p:cNvSpPr txBox="1"/>
          <p:nvPr/>
        </p:nvSpPr>
        <p:spPr>
          <a:xfrm>
            <a:off x="1149925" y="2459407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Select one of the parts and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ungroup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by right-clicking and choosing “Ungroup”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7" name="Google Shape;747;p29"/>
          <p:cNvSpPr txBox="1"/>
          <p:nvPr/>
        </p:nvSpPr>
        <p:spPr>
          <a:xfrm>
            <a:off x="2079000" y="3995375"/>
            <a:ext cx="5393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Then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resize 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element by clicking and dragging one of the square-shaped points of its bounding box (the cursor should look like a double-headed arrow). Remember to hold Shift while dragging to keep the proportions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8" name="Google Shape;748;p29"/>
          <p:cNvSpPr txBox="1"/>
          <p:nvPr/>
        </p:nvSpPr>
        <p:spPr>
          <a:xfrm>
            <a:off x="5169296" y="2459407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Repeat the steps above with the other parts and when you’re done editing, copy the end result and paste it into your presentation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9" name="Google Shape;749;p29"/>
          <p:cNvSpPr/>
          <p:nvPr/>
        </p:nvSpPr>
        <p:spPr>
          <a:xfrm>
            <a:off x="713235" y="1793273"/>
            <a:ext cx="407400" cy="40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0" name="Google Shape;750;p29"/>
          <p:cNvSpPr/>
          <p:nvPr/>
        </p:nvSpPr>
        <p:spPr>
          <a:xfrm>
            <a:off x="4737645" y="1793273"/>
            <a:ext cx="407400" cy="40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1" name="Google Shape;751;p29"/>
          <p:cNvSpPr/>
          <p:nvPr/>
        </p:nvSpPr>
        <p:spPr>
          <a:xfrm>
            <a:off x="713235" y="2562307"/>
            <a:ext cx="407400" cy="40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2" name="Google Shape;752;p29"/>
          <p:cNvSpPr/>
          <p:nvPr/>
        </p:nvSpPr>
        <p:spPr>
          <a:xfrm>
            <a:off x="4737645" y="2562307"/>
            <a:ext cx="407400" cy="40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3" name="Google Shape;753;p29"/>
          <p:cNvSpPr/>
          <p:nvPr/>
        </p:nvSpPr>
        <p:spPr>
          <a:xfrm>
            <a:off x="713235" y="3330291"/>
            <a:ext cx="407400" cy="40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4" name="Google Shape;754;p29"/>
          <p:cNvSpPr/>
          <p:nvPr/>
        </p:nvSpPr>
        <p:spPr>
          <a:xfrm>
            <a:off x="4737645" y="3330291"/>
            <a:ext cx="407400" cy="40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Google Shape;755;p29"/>
          <p:cNvSpPr/>
          <p:nvPr/>
        </p:nvSpPr>
        <p:spPr>
          <a:xfrm>
            <a:off x="1671610" y="4098270"/>
            <a:ext cx="407400" cy="40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56" name="Google Shape;756;p29"/>
          <p:cNvCxnSpPr>
            <a:stCxn id="749" idx="4"/>
            <a:endCxn id="751" idx="0"/>
          </p:cNvCxnSpPr>
          <p:nvPr/>
        </p:nvCxnSpPr>
        <p:spPr>
          <a:xfrm>
            <a:off x="916935" y="2200673"/>
            <a:ext cx="0" cy="36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p29"/>
          <p:cNvCxnSpPr>
            <a:stCxn id="751" idx="4"/>
            <a:endCxn id="753" idx="0"/>
          </p:cNvCxnSpPr>
          <p:nvPr/>
        </p:nvCxnSpPr>
        <p:spPr>
          <a:xfrm>
            <a:off x="916935" y="2969707"/>
            <a:ext cx="0" cy="36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29"/>
          <p:cNvCxnSpPr>
            <a:stCxn id="753" idx="4"/>
            <a:endCxn id="755" idx="2"/>
          </p:cNvCxnSpPr>
          <p:nvPr/>
        </p:nvCxnSpPr>
        <p:spPr>
          <a:xfrm flipH="1" rot="-5400000">
            <a:off x="1012185" y="3642441"/>
            <a:ext cx="564300" cy="7548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29"/>
          <p:cNvCxnSpPr>
            <a:stCxn id="755" idx="0"/>
            <a:endCxn id="754" idx="4"/>
          </p:cNvCxnSpPr>
          <p:nvPr/>
        </p:nvCxnSpPr>
        <p:spPr>
          <a:xfrm rot="-5400000">
            <a:off x="3228010" y="2384970"/>
            <a:ext cx="360600" cy="30660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0" name="Google Shape;760;p29"/>
          <p:cNvCxnSpPr>
            <a:stCxn id="754" idx="0"/>
            <a:endCxn id="752" idx="4"/>
          </p:cNvCxnSpPr>
          <p:nvPr/>
        </p:nvCxnSpPr>
        <p:spPr>
          <a:xfrm rot="-5400000">
            <a:off x="4761345" y="3149691"/>
            <a:ext cx="3606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1" name="Google Shape;761;p29"/>
          <p:cNvCxnSpPr>
            <a:stCxn id="752" idx="0"/>
            <a:endCxn id="750" idx="4"/>
          </p:cNvCxnSpPr>
          <p:nvPr/>
        </p:nvCxnSpPr>
        <p:spPr>
          <a:xfrm rot="-5400000">
            <a:off x="4760895" y="2381257"/>
            <a:ext cx="361500" cy="600"/>
          </a:xfrm>
          <a:prstGeom prst="bentConnector3">
            <a:avLst>
              <a:gd fmla="val 5001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fographics Template Base by Slidesgo">
  <a:themeElements>
    <a:clrScheme name="Simple Light">
      <a:dk1>
        <a:srgbClr val="000000"/>
      </a:dk1>
      <a:lt1>
        <a:srgbClr val="FFFFFF"/>
      </a:lt1>
      <a:dk2>
        <a:srgbClr val="DBE7FD"/>
      </a:dk2>
      <a:lt2>
        <a:srgbClr val="C0D0FD"/>
      </a:lt2>
      <a:accent1>
        <a:srgbClr val="BFBFFF"/>
      </a:accent1>
      <a:accent2>
        <a:srgbClr val="B2EED1"/>
      </a:accent2>
      <a:accent3>
        <a:srgbClr val="8EDDDA"/>
      </a:accent3>
      <a:accent4>
        <a:srgbClr val="DAF4DC"/>
      </a:accent4>
      <a:accent5>
        <a:srgbClr val="DBD8D8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