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F5FA"/>
                </a:solidFill>
                <a:latin typeface="Calibri"/>
              </a:rPr>
              <a:t>Bluesky Data Collection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4B4C8"/>
                </a:solidFill>
                <a:latin typeface="Calibri"/>
              </a:rPr>
              <a:t>From XRPC endpoints → analysis-ready datasets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640080"/>
            <a:ext cx="7042599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743200"/>
            <a:ext cx="3657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4389120"/>
            <a:ext cx="43891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Data collection • read-only • step-by-step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Capture ranked exposure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What posts appear at the top of each feed (unauth vs auth)?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https://{host}/xrpc/{method}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Queries = GET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Read data (cacheable).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Procedures = POST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Used for actions like creating a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470916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In this pipeline: reads + session only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34640"/>
            <a:ext cx="2468880" cy="1526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2360" y="1965960"/>
            <a:ext cx="1554480" cy="155448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PDS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Session APIs
(auth context)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user PDS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011680" y="2697480"/>
            <a:ext cx="62179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80467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Most of the pipeline is AppView reads; Relay is for discovery; PDS is for auth.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Rate-limited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Client-side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Rate-limited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Client-side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6636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Resumable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A single state DB checkpoints progress and avoids duplicates.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34924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63440"/>
            <a:ext cx="502920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clean snapshots you can explain and rerun.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posts
+ authors +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6344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Next: we’ll zoom into each stage (click…)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697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• feed URI (at://…)
• creator DID
• service DID / provider
• display name + description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697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• feed URI (at://…)
• creator DID
• service DID / provider
• display name + description</a:t>
            </a:r>
          </a:p>
        </p:txBody>
      </p:sp>
      <p:sp>
        <p:nvSpPr>
          <p:cNvPr id="16" name="Can 15"/>
          <p:cNvSpPr/>
          <p:nvPr/>
        </p:nvSpPr>
        <p:spPr>
          <a:xfrm>
            <a:off x="6629400" y="685800"/>
            <a:ext cx="192024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Feed generator index
(resumable + deduped)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84831"/>
            <a:ext cx="21031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Input to later stages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  <p:sp>
        <p:nvSpPr>
          <p:cNvPr id="16" name="Can 15"/>
          <p:cNvSpPr/>
          <p:nvPr/>
        </p:nvSpPr>
        <p:spPr>
          <a:xfrm>
            <a:off x="6583680" y="3520440"/>
            <a:ext cx="201168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Starter packs catalog
+ feed inclusion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736592"/>
            <a:ext cx="201168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Discovery signal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2331720"/>
            <a:ext cx="4572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 11"/>
          <p:cNvSpPr/>
          <p:nvPr/>
        </p:nvSpPr>
        <p:spPr>
          <a:xfrm>
            <a:off x="8229600" y="2057400"/>
            <a:ext cx="82296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718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Persist
rank +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  <p:sp>
        <p:nvSpPr>
          <p:cNvPr id="10" name="Can 9"/>
          <p:cNvSpPr/>
          <p:nvPr/>
        </p:nvSpPr>
        <p:spPr>
          <a:xfrm>
            <a:off x="6629400" y="3657600"/>
            <a:ext cx="192024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5FA"/>
                </a:solidFill>
                <a:latin typeface="Calibri"/>
              </a:rPr>
              <a:t>Enriched fields: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59352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4B4C8"/>
                </a:solidFill>
                <a:latin typeface="Calibri"/>
              </a:rPr>
              <a:t>• service DID / provider bucket
• display name / description
• creator DID
(…plus other feed metadata)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Discovery-surfaced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Less-known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Provider-balanced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Discovery-surfaced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Less-known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Provider-balanced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6949440" y="1783080"/>
            <a:ext cx="155448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Store the panel with
selection reason + rank.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42062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Panel is fixed before snapshotting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63440"/>
            <a:ext cx="56692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one cross-sectional snapshot of ranked exposure.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post labels</a:t>
            </a:r>
            <a:br/>
            <a:r>
              <a:t>author labels</a:t>
            </a:r>
            <a:br/>
            <a:r>
              <a:t>raw JSON preserved</a:t>
            </a:r>
            <a:br/>
            <a:r>
              <a:t>(normalized for analysis)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51206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This is enough to compute fairness / exposure metrics later.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H6  Label risk signals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labels appear in</a:t>
            </a:r>
            <a:br/>
            <a:r>
              <a:t>ranked posts, and where?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585216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These metrics are computed from the same state DB / CSV exports.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n 9"/>
          <p:cNvSpPr/>
          <p:nvPr/>
        </p:nvSpPr>
        <p:spPr>
          <a:xfrm>
            <a:off x="8321040" y="2103120"/>
            <a:ext cx="731520" cy="73152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8862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Store: handle, display name,
followers / follows / posts counts.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648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1874519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Manifest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File list + hashes</a:t>
            </a:r>
            <a:br/>
            <a:r>
              <a:t>for reproducibility.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Data dictionary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Column meanings</a:t>
            </a:r>
            <a:br/>
            <a:r>
              <a:t>and types.</a:t>
            </a:r>
          </a:p>
        </p:txBody>
      </p:sp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0"/>
            <a:ext cx="2743200" cy="123585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API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Key endpoints used by the data collection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9235440" cy="320040"/>
          </a:xfrm>
          <a:prstGeom prst="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39" y="16459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XRPC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459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Pagination / batching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75104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59" y="1975104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com.atproto.sync.listReposByCollection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975104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Relay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75104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75104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67712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22576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59" y="232257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app.bsky.feed.getActorFeeds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322576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322576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322576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15184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0048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59" y="2670048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app.bsky.graph.searchStarterPacks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670048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670048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67004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62656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017520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59" y="301752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app.bsky.graph.getActorStarterPacks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017520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01752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0175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310128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64992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59" y="3364992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app.bsky.graph.getStarterPack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364992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364992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364992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657600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712463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59" y="3712463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app.bsky.unspecced.getPopularFeedGenerators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712463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712463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712463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05072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059936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59" y="405993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app.bsky.feed.getFeedGenerators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059936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059936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059936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352544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407407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59" y="4407407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4407407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407407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407407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700016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754880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Authors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5959" y="475488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app.bsky.actor.getProfiles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4754880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475488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754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709160"/>
            <a:ext cx="420624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Hosts: Relay for enumeration • AppView for reads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Session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Only used to create / refresh an auth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com.atproto.server.createSession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identifier + app password</a:t>
            </a:r>
            <a:br/>
            <a:r>
              <a:t>→ access JWT + refresh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com.atproto.server.refreshSession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bearer refresh JWT</a:t>
            </a:r>
            <a:br/>
            <a:r>
              <a:t>→ new access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Host: user PDS (e.g., bsky.social)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Auth snapshots use the access JWT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749039"/>
            <a:ext cx="1554480" cy="88805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Sources &amp;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Docs used for endpoint semantics + request structure: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Bluesky HTTP Reference (docs.bsky.app)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AT Protocol HTTP API (XRPC) spec (atproto.com)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Visual elements adapted from the provided Slidesgo infographics templates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1840"/>
            <a:ext cx="3657600" cy="27769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