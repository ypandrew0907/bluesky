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Collecting Bluesky Feed Data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68096" y="24688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step-by-step, read-only pipeline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(Endpoints + resumability)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" y="3383280"/>
            <a:ext cx="2194560" cy="38404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4472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Cross-sectional snapshot</a:t>
            </a:r>
            <a:endParaRPr lang="en-US" sz="12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28172"/>
            <a:ext cx="3383280" cy="30588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how we discover feeds, snapshot ranked results, and export analysis-ready datasets.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128016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Feed generator (custom feed)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2552" y="22860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returns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by an AT-URI (at://…/app.bsky.feed.generator/…).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61320" y="1874520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075688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61320" y="2276856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128016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Feed generator (custom feed)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2552" y="22860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returns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by an AT-URI (at://…/app.bsky.feed.generator/…).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61320" y="1874520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075688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61320" y="2276856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7764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77640"/>
            <a:ext cx="128016" cy="2148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160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Starter pack (discovery surface)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617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curated bundle that can include accounts and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it as a “where people find feeds” signal.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4160520"/>
            <a:ext cx="685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24144" y="4069080"/>
            <a:ext cx="685800" cy="86868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128016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Feed generator (custom feed)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2552" y="22860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returns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by an AT-URI (at://…/app.bsky.feed.generator/…).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61320" y="1874520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075688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61320" y="2276856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7764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77640"/>
            <a:ext cx="128016" cy="2148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160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Starter pack (discovery surface)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617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curated bundle that can include accounts and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it as a “where people find feeds” signal.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4160520"/>
            <a:ext cx="685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24144" y="4069080"/>
            <a:ext cx="685800" cy="86868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397764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3977640"/>
            <a:ext cx="128016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Feed item (a post + rank)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02552" y="461772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you “view a feed”, you get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ranked list is the core thing we snapshot.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469880" y="4206240"/>
            <a:ext cx="86868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0" y="423367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69880" y="4507992"/>
            <a:ext cx="86868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15600" y="453542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69880" y="4809744"/>
            <a:ext cx="86868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48371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talk to Bluesky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XRPC requests = host + method +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1338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579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2130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https://public.api.bsky.app/xrpc/app.bsky.feed.getFeed?feed=at://…&amp;limit=50&amp;cursor=…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pattern for every endpoint we call.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27632" y="2057400"/>
            <a:ext cx="2971800" cy="640080"/>
          </a:xfrm>
          <a:prstGeom prst="round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service am I asking?”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AppView (public): views of feeds, posts, profiles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Relay: network index used for enumeration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that we know how requests look, we can map every pipeline stage to a small set of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talk to Bluesky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XRPC requests = host + method +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1338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579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2130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https://public.api.bsky.app/xrpc/app.bsky.feed.getFeed?feed=at://…&amp;limit=50&amp;cursor=…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pattern for every endpoint we call.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27632" y="2057400"/>
            <a:ext cx="2971800" cy="640080"/>
          </a:xfrm>
          <a:prstGeom prst="round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service am I asking?”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AppView (public): views of feeds, posts, profiles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Relay: network index used for enumeration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057400"/>
            <a:ext cx="3291840" cy="640080"/>
          </a:xfrm>
          <a:prstGeom prst="round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23360"/>
            <a:ext cx="5760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160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4480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stable API name describing what you fetch.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app.bsky.feed.getFeed = “return a ranked feed view”.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5349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keep slides non-code: method names are the “API surface”.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that we know how requests look, we can map every pipeline stage to a small set of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talk to Bluesky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XRPC requests = host + method +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1338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579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2130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https://public.api.bsky.app/xrpc/app.bsky.feed.getFeed?feed=at://…&amp;limit=50&amp;cursor=…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pattern for every endpoint we call.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27632" y="2057400"/>
            <a:ext cx="2971800" cy="640080"/>
          </a:xfrm>
          <a:prstGeom prst="round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service am I asking?”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AppView (public): views of feeds, posts, profiles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Relay: network index used for enumeration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057400"/>
            <a:ext cx="3291840" cy="640080"/>
          </a:xfrm>
          <a:prstGeom prst="round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23360"/>
            <a:ext cx="5760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160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4480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stable API name describing what you fetch.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app.bsky.feed.getFeed = “return a ranked feed view”.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5349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keep slides non-code: method names are the “API surface”.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23960" y="2057400"/>
            <a:ext cx="3246120" cy="640080"/>
          </a:xfrm>
          <a:prstGeom prst="round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6172200"/>
            <a:ext cx="11338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63093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 typically control paging + filtering (e.g., feed URI, limit, cursor).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that we know how requests look, we can map every pipeline stage to a small set of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talk to Bluesky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XRPC requests = host + method +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1338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579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2130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https://public.api.bsky.app/xrpc/app.bsky.feed.getFeed?feed=at://…&amp;limit=50&amp;cursor=…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pattern for every endpoint we call.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27632" y="2057400"/>
            <a:ext cx="2971800" cy="640080"/>
          </a:xfrm>
          <a:prstGeom prst="round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service am I asking?”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AppView (public): views of feeds, posts, profiles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Relay: network index used for enumeration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057400"/>
            <a:ext cx="3291840" cy="640080"/>
          </a:xfrm>
          <a:prstGeom prst="round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23360"/>
            <a:ext cx="5760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160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4480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stable API name describing what you fetch.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app.bsky.feed.getFeed = “return a ranked feed view”.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5349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keep slides non-code: method names are the “API surface”.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23960" y="2057400"/>
            <a:ext cx="3246120" cy="640080"/>
          </a:xfrm>
          <a:prstGeom prst="round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6172200"/>
            <a:ext cx="11338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63093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 typically control paging + filtering (e.g., feed URI, limit, cursor).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1691640"/>
            <a:ext cx="3749040" cy="384048"/>
          </a:xfrm>
          <a:prstGeom prst="round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1764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auth header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691640"/>
            <a:ext cx="7406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764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&lt;session JWT&gt;  (only for viewer_mode = auth)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that we know how requests look, we can map every pipeline stage to a small set of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our data comes from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network services + an optional authenticated viewer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+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1508760"/>
            <a:ext cx="0" cy="47548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08760"/>
            <a:ext cx="405079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(network index)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267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enumerate accounts that contain specific record types.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 discover: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creators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app.bsky.feed.generator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553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pack creators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8646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app.bsky.graph.starterpack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every case, we only read data (GET). Authentication is used only to view feeds as a logged-in user.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our data comes from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network services + an optional authenticated viewer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+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1508760"/>
            <a:ext cx="0" cy="47548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08760"/>
            <a:ext cx="405079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(network index)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267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enumerate accounts that contain specific record types.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 discover: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creators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app.bsky.feed.generator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553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pack creators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8646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app.bsky.graph.starterpack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388620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544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AppView (public API)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2677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Hydrated views: feeds, starter packs, posts, and profiles.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3063240"/>
            <a:ext cx="49377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246120"/>
            <a:ext cx="45720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app.bsky.feed.getActorFeeds  → list feeds created by an actor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app.bsky.graph.getStarterPack / getActorStarterPacks  → unpack discovery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app.bsky.unspecced.getPopularFeedGenerators  → popular ranking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app.bsky.feed.getFeedGenerators  → metadata hydration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app.bsky.feed.getFeed  → the ranked feed snapshot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app.bsky.actor.getProfiles  → author stats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5559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host: https://public.api.bsky.app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every case, we only read data (GET). Authentication is used only to view feeds as a logged-in user.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our data comes from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network services + an optional authenticated viewer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+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1508760"/>
            <a:ext cx="0" cy="47548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08760"/>
            <a:ext cx="405079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(network index)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267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enumerate accounts that contain specific record types.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 discover: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creators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app.bsky.feed.generator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553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pack creators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8646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app.bsky.graph.starterpack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388620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544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AppView (public API)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2677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Hydrated views: feeds, starter packs, posts, and profiles.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3063240"/>
            <a:ext cx="49377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246120"/>
            <a:ext cx="45720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app.bsky.feed.getActorFeeds  → list feeds created by an actor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app.bsky.graph.getStarterPack / getActorStarterPacks  → unpack discovery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app.bsky.unspecced.getPopularFeedGenerators  → popular ranking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app.bsky.feed.getFeedGenerators  → metadata hydration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app.bsky.feed.getFeed  → the ranked feed snapshot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app.bsky.actor.getProfiles  → author stats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5559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host: https://public.api.bsky.app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5989320"/>
            <a:ext cx="6355080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6035040"/>
            <a:ext cx="6355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Optional: authenticated viewer mode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989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do this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6309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feeds personalize ranking for a logged-in viewer.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snapshot feeds twice: unauth + auth (when available).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every case, we only read data (GET). Authentication is used only to view feeds as a logged-in user.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dataset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“one-time photograph” of how feeds rank posts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961120" y="1740492"/>
            <a:ext cx="2926080" cy="26454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920240"/>
            <a:ext cx="9601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5568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build a fixed panel of feeds, then take a ranked snapshot of each feed.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“what does this feed show right now?”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“ranked list of posts” is our primary observation unit.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dataset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“one-time photograph” of how feeds rank posts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961120" y="1740492"/>
            <a:ext cx="2926080" cy="26454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920240"/>
            <a:ext cx="9601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5568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build a fixed panel of feeds, then take a ranked snapshot of each feed.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“what does this feed show right now?”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2971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090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A: unauthenticated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the public AppView API (no login).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443484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B: authenticated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728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login session to view feeds as a user.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“ranked list of posts” is our primary observation unit.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dataset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“one-time photograph” of how feeds rank posts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961120" y="1740492"/>
            <a:ext cx="2926080" cy="26454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920240"/>
            <a:ext cx="9601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5568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build a fixed panel of feeds, then take a ranked snapshot of each feed.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“what does this feed show right now?”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2971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090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A: unauthenticated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the public AppView API (no login).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443484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B: authenticated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728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login session to view feeds as a user.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2971800"/>
            <a:ext cx="598932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3090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every feed snapshot we store…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446520" y="357530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35204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Ranked impressions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75120" y="375818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→ (rank, post URI, reason)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46520" y="416966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4114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 metadata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675120" y="435254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text, embeds, counts, timestamps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46520" y="476402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47091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 profiles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675120" y="494690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followers / posts counts, display name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46520" y="535838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0" y="5303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675120" y="554126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 labels attached to posts or authors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“ranked list of posts” is our primary observation unit.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43000" y="3840480"/>
            <a:ext cx="7589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4300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feed panel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4300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popular + less-known</a:t>
            </a:r>
            <a:endParaRPr lang="en-US" sz="1200" dirty="0"/>
          </a:p>
        </p:txBody>
      </p:sp>
      <p:pic>
        <p:nvPicPr>
          <p:cNvPr id="38" name="Image 1" descr="/mnt/data/assets/funnel_graphic_clean.png">    </p:cNvPr>
          <p:cNvPicPr>
            <a:picLocks noChangeAspect="1"/>
          </p:cNvPicPr>
          <p:nvPr/>
        </p:nvPicPr>
        <p:blipFill>
          <a:blip r:embed="rId2"/>
          <a:srcRect l="0" r="73352" t="20000" b="20000"/>
          <a:stretch/>
        </p:blipFill>
        <p:spPr>
          <a:xfrm>
            <a:off x="3291840" y="3840480"/>
            <a:ext cx="914400" cy="9601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43000" y="3840480"/>
            <a:ext cx="7589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4300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feed panel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4300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popular + less-known</a:t>
            </a:r>
            <a:endParaRPr lang="en-US" sz="1200" dirty="0"/>
          </a:p>
        </p:txBody>
      </p:sp>
      <p:pic>
        <p:nvPicPr>
          <p:cNvPr id="38" name="Image 1" descr="/mnt/data/assets/funnel_graphic_clean.png">    </p:cNvPr>
          <p:cNvPicPr>
            <a:picLocks noChangeAspect="1"/>
          </p:cNvPicPr>
          <p:nvPr/>
        </p:nvPicPr>
        <p:blipFill>
          <a:blip r:embed="rId2"/>
          <a:srcRect l="0" r="73352" t="20000" b="20000"/>
          <a:stretch/>
        </p:blipFill>
        <p:spPr>
          <a:xfrm>
            <a:off x="3291840" y="3840480"/>
            <a:ext cx="914400" cy="96012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343400" y="432511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452628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09160" y="384048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0916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70916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each feed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470916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posts (unauth + auth)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43000" y="3840480"/>
            <a:ext cx="7589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4300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feed panel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4300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popular + less-known</a:t>
            </a:r>
            <a:endParaRPr lang="en-US" sz="1200" dirty="0"/>
          </a:p>
        </p:txBody>
      </p:sp>
      <p:pic>
        <p:nvPicPr>
          <p:cNvPr id="38" name="Image 1" descr="/mnt/data/assets/funnel_graphic_clean.png">    </p:cNvPr>
          <p:cNvPicPr>
            <a:picLocks noChangeAspect="1"/>
          </p:cNvPicPr>
          <p:nvPr/>
        </p:nvPicPr>
        <p:blipFill>
          <a:blip r:embed="rId2"/>
          <a:srcRect l="0" r="73352" t="20000" b="20000"/>
          <a:stretch/>
        </p:blipFill>
        <p:spPr>
          <a:xfrm>
            <a:off x="3291840" y="3840480"/>
            <a:ext cx="914400" cy="96012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343400" y="432511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452628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09160" y="384048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0916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70916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each feed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470916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posts (unauth + auth)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7909560" y="432511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809244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275320" y="384048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27532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827532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authors + export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827532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 + CSV datasets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— Index feed generators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a global catalog of custom feeds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417320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Relay: “who has feed-generator records?”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enumerate accounts that contain records of type: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app.bsky.feed.generator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 on, we only work with feed URIs and hydrated “views” from AppView.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— Index feed generators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a global catalog of custom feeds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417320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Relay: “who has feed-generator records?”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enumerate accounts that contain records of type: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app.bsky.feed.generator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761488"/>
            <a:ext cx="12801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1874520"/>
            <a:ext cx="452628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23317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com.atproto.sync.listReposByCollection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app.bsky.feed.generator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app.bsky.feed.getActorFeeds (per actor)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 on, we only work with feed URIs and hydrated “views” from AppView.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— Index feed generators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a global catalog of custom feeds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417320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Relay: “who has feed-generator records?”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enumerate accounts that contain records of type: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app.bsky.feed.generator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761488"/>
            <a:ext cx="12801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1874520"/>
            <a:ext cx="452628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23317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com.atproto.sync.listReposByCollection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app.bsky.feed.generator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app.bsky.feed.getActorFeeds (per actor)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3192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297680"/>
            <a:ext cx="113385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434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Catalog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482803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feed generator (URI + metadata).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becomes the backbone for all later stages.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46920" y="4572000"/>
            <a:ext cx="2194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29800" y="473659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501091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9800" y="528523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9800" y="555955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58338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at://…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 on, we only work with feed URIs and hydrated “views” from AppView.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— Discover feeds via starter packs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“feeds surfaced to users” during discovery/onboarding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packs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starter pack is a curated bundle.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 can include accounts and (sometimes) custom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every included feed as a “discovery surfaced”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48840"/>
            <a:ext cx="5486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2057400"/>
            <a:ext cx="548640" cy="73152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two candidate pools: (a) global catalog, (b) discovery-surfaced feeds.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— Discover feeds via starter packs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“feeds surfaced to users” during discovery/onboarding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packs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starter pack is a curated bundle.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 can include accounts and (sometimes) custom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every included feed as a “discovery surfaced”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48840"/>
            <a:ext cx="5486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2057400"/>
            <a:ext cx="548640" cy="73152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306324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1965960"/>
            <a:ext cx="461772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8120" y="242316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Relay: listReposByCollection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app.bsky.graph.starterpack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AppView: getActorStarterPacks (per actor)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AppView: getStarterPack (per pack)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two candidate pools: (a) global catalog, (b) discovery-surfaced feeds.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— Discover feeds via starter packs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“feeds surfaced to users” during discovery/onboarding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packs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starter pack is a curated bundle.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 can include accounts and (sometimes) custom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every included feed as a “discovery surfaced”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48840"/>
            <a:ext cx="5486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2057400"/>
            <a:ext cx="548640" cy="73152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306324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1965960"/>
            <a:ext cx="461772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8120" y="242316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Relay: listReposByCollection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app.bsky.graph.starterpack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AppView: getActorStarterPacks (per actor)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AppView: getStarterPack (per pack)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720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113385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Discovery-surfac​ed feeds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46811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of feed URIs that appear inside starter packs, plus an inclusion count.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(Used later to prioritize discovery exposure.)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09760" y="5230368"/>
            <a:ext cx="23774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53218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inclusion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two candidate pools: (a) global catalog, (b) discovery-surfaced feeds.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 — Collect popular feeds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a “top feeds” ranking from AppView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3/7</a:t>
            </a:r>
            <a:endParaRPr lang="en-US" sz="1300" dirty="0"/>
          </a:p>
        </p:txBody>
      </p:sp>
      <p:pic>
        <p:nvPicPr>
          <p:cNvPr id="7" name="Image 0" descr="/mnt/data/assets/stock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792739"/>
            <a:ext cx="3017520" cy="32725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7223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AppView provides a ranked list of popular feed generators.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page through it until we reach our target size.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three signals: (1) global catalog, (2) discovery surfaced, (3) popularity ranking.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 — Collect popular feeds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a “top feeds” ranking from AppView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3/7</a:t>
            </a:r>
            <a:endParaRPr lang="en-US" sz="1300" dirty="0"/>
          </a:p>
        </p:txBody>
      </p:sp>
      <p:pic>
        <p:nvPicPr>
          <p:cNvPr id="7" name="Image 0" descr="/mnt/data/assets/stock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792739"/>
            <a:ext cx="3017520" cy="32725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7223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AppView provides a ranked list of popular feed generators.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page through it until we reach our target size.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80560" y="3703320"/>
            <a:ext cx="12344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22960" y="3611880"/>
            <a:ext cx="3657600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40416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app.bsky.unspecced.getPopularFeedGenerators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9728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Returns: (feed URI, metadata) in ranked order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806440" y="3611880"/>
            <a:ext cx="6355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749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Output: Popular feed list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80760" y="4160520"/>
            <a:ext cx="5806440" cy="1325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4270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92240" y="4315968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456285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92240" y="4608576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72200" y="485546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92240" y="4901184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51480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92240" y="5193792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three signals: (1) global catalog, (2) discovery surfaced, (3) popularity ranking.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— Hydrate feed metadata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sure every “touched” feed has complete metadata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feeds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hydrate feeds we actually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= feeds from starter packs ∪ popular list ∪ current panel.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246120"/>
            <a:ext cx="502920" cy="502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3044952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stage keeps the pipeline bounded: we hydrate only the feeds that matter for our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— Hydrate feed metadata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sure every “touched” feed has complete metadata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feeds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hydrate feeds we actually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= feeds from starter packs ∪ popular list ∪ current panel.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246120"/>
            <a:ext cx="502920" cy="502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3044952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app.bsky.feed.getFeedGenerators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Fetches metadata in batches: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description, creator, service DID, etc.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stage keeps the pipeline bounded: we hydrate only the feeds that matter for our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— Hydrate feed metadata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sure every “touched” feed has complete metadata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feeds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hydrate feeds we actually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= feeds from starter packs ∪ popular list ∪ current panel.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246120"/>
            <a:ext cx="502920" cy="502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3044952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app.bsky.feed.getFeedGenerators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Fetches metadata in batches: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description, creator, service DID, etc.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805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113385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983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Enriched feed catalog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5349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each feed has the metadata we need for sampling and reporting (e.g., provider / service identity).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stage keeps the pipeline bounded: we hydrate only the feeds that matter for our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— Build the feed panel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choose a fixed set of feeds we will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300" dirty="0"/>
          </a:p>
        </p:txBody>
      </p:sp>
      <p:pic>
        <p:nvPicPr>
          <p:cNvPr id="7" name="Image 0" descr="/mnt/data/assets/funnel_graphi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09" y="1965960"/>
            <a:ext cx="784310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920240"/>
            <a:ext cx="10744200" cy="3749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60020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pools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240280"/>
            <a:ext cx="355701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8600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surfaced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97480"/>
            <a:ext cx="30632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ranking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154680"/>
            <a:ext cx="2075688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2004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panel is intentionally fixed before snapshotting so later steps are comparable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— Build the feed panel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choose a fixed set of feeds we will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300" dirty="0"/>
          </a:p>
        </p:txBody>
      </p:sp>
      <p:pic>
        <p:nvPicPr>
          <p:cNvPr id="7" name="Image 0" descr="/mnt/data/assets/funnel_graphi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09" y="1965960"/>
            <a:ext cx="784310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920240"/>
            <a:ext cx="10744200" cy="3749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60020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pools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240280"/>
            <a:ext cx="355701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8600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surfaced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97480"/>
            <a:ext cx="30632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ranking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154680"/>
            <a:ext cx="2075688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2004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0" y="1600200"/>
            <a:ext cx="4343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17190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rules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01000" y="205740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Discovery: top by starter-pack inclusion count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Popular: top by popularity rank (excluding discovery)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Less-known: provider-balanced sampling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panel is intentionally fixed before snapshotting so later steps are comparable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— Build the feed panel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choose a fixed set of feeds we will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300" dirty="0"/>
          </a:p>
        </p:txBody>
      </p:sp>
      <p:pic>
        <p:nvPicPr>
          <p:cNvPr id="7" name="Image 0" descr="/mnt/data/assets/funnel_graphi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09" y="1965960"/>
            <a:ext cx="784310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920240"/>
            <a:ext cx="10744200" cy="3749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60020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pools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240280"/>
            <a:ext cx="355701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8600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surfaced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97480"/>
            <a:ext cx="30632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ranking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154680"/>
            <a:ext cx="2075688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2004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0" y="1600200"/>
            <a:ext cx="4343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17190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rules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01000" y="205740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Discovery: top by starter-pack inclusion count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Popular: top by popularity rank (excluding discovery)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Less-known: provider-balanced sampling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281160" y="3977640"/>
            <a:ext cx="27432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46404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panel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46404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fixed set of feeds we snapshot.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464040" y="4983480"/>
            <a:ext cx="2075688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64040" y="50292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panel.csv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panel is intentionally fixed before snapshotting so later steps are comparable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Snapshot each feed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a ranked list of posts for each feed (unauth + auth)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5038344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feed in the panel…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Input: feed URI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4754880" cy="548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7614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at://&lt;did&gt;/app.bsky.feed.generator/&lt;rkey&gt;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snapshot is tied to (feed URI, viewer mode, timestamp). That’s what makes comparisons meaningful.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Snapshot each feed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a ranked list of posts for each feed (unauth + auth)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5038344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feed in the panel…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Input: feed URI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4754880" cy="548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7614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at://&lt;did&gt;/app.bsky.feed.generator/&lt;rkey&gt;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816352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2103120"/>
            <a:ext cx="4709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2677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26680" y="260604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6517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32520" y="2606040"/>
            <a:ext cx="1252728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6517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26680" y="2999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snapshots per feed (when auth is available).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snapshot is tied to (feed URI, viewer mode, timestamp). That’s what makes comparisons meaningful.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Snapshot each feed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a ranked list of posts for each feed (unauth + auth)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5038344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feed in the panel…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Input: feed URI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4754880" cy="548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7614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at://&lt;did&gt;/app.bsky.feed.generator/&lt;rkey&gt;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816352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2103120"/>
            <a:ext cx="4709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2677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26680" y="260604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6517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32520" y="2606040"/>
            <a:ext cx="1252728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6517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26680" y="2999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snapshots per feed (when auth is available).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3794760"/>
            <a:ext cx="1133856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913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 (AppView)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224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app.bsky.feed.getFeed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407822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Parameters: feed, limit, cursor (paged until we collect N posts)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snapshot is tied to (feed URI, viewer mode, timestamp). That’s what makes comparisons meaningful.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Snapshot each feed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a ranked list of posts for each feed (unauth + auth)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5038344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feed in the panel…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Input: feed URI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4754880" cy="548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7614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at://&lt;did&gt;/app.bsky.feed.generator/&lt;rkey&gt;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816352"/>
            <a:ext cx="10972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2103120"/>
            <a:ext cx="4709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2677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26680" y="260604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6517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32520" y="2606040"/>
            <a:ext cx="1252728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6517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26680" y="2999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snapshots per feed (when auth is available).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3794760"/>
            <a:ext cx="1133856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913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 (AppView)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224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app.bsky.feed.getFeed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407822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Parameters: feed, limit, cursor (paged until we collect N posts)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5074920"/>
            <a:ext cx="48737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120640"/>
            <a:ext cx="4873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ranked impressions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5486400"/>
            <a:ext cx="113385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5669280"/>
            <a:ext cx="20116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7424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#1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645920" y="5779008"/>
            <a:ext cx="13258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0" y="592531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URI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46120" y="5669280"/>
            <a:ext cx="20116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57424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#2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794760" y="5779008"/>
            <a:ext cx="13258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592531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URI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394960" y="5669280"/>
            <a:ext cx="20116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57424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#3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943600" y="5779008"/>
            <a:ext cx="13258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592531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URI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543800" y="5669280"/>
            <a:ext cx="20116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57424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#4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092440" y="5779008"/>
            <a:ext cx="13258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592531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URI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692640" y="5669280"/>
            <a:ext cx="20116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29800" y="574243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#5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241280" y="5779008"/>
            <a:ext cx="13258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41280" y="592531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URI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snapshot is tied to (feed URI, viewer mode, timestamp). That’s what makes comparisons meaningful.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74520"/>
            <a:ext cx="128016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unique post: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+ timestamps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embeds (links/images)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 + facets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74520"/>
            <a:ext cx="128016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unique post: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+ timestamps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embeds (links/images)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 + facets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874520"/>
            <a:ext cx="128016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5632" y="251460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label facts: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label source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negation flag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URI (if any)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74520"/>
            <a:ext cx="128016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unique post: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+ timestamps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embeds (links/images)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 + facets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874520"/>
            <a:ext cx="128016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5632" y="251460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label facts: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label source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negation flag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URI (if any)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402336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4023360"/>
            <a:ext cx="128016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42062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status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85632" y="466344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(feed, viewer mode):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collected_at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item 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success flag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7 — Hydrate author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lightweight profile stats for authors seen in our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unique authors from feed 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extract author DIDs from impressions, then hydrate profiles in batches.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snapshot is complete: feeds → ranked posts → authors → labels.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7 — Hydrate author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lightweight profile stats for authors seen in our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unique authors from feed 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extract author DIDs from impressions, then hydrate profiles in batches.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app.bsky.actor.getProfiles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fetch: handle, display name, follower counts, post counts…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snapshot is complete: feeds → ranked posts → authors → labels.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7 — Hydrate author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lightweight profile stats for authors seen in our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unique authors from feed 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extract author DIDs from impressions, then hydrate profiles in batches.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app.bsky.actor.getProfiles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fetch: handle, display name, follower counts, post counts…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22960" y="4434840"/>
            <a:ext cx="158191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805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846320"/>
            <a:ext cx="113385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983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 table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5349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every impression can be joined to author stats for analysis.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snapshot is complete: feeds → ranked posts → authors → labels.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Resumability +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state DB, deterministic exports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0323"/>
            <a:ext cx="2743200" cy="2480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355701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 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8046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is the single source of truth for the entire run.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stores: discovered feeds, the panel, every snapshot, posts, labels, and authors — so a run can resume safely.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4930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checkpoints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67912" y="34930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markers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34930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writes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09560" y="2487168"/>
            <a:ext cx="685800" cy="868680"/>
          </a:xfrm>
          <a:prstGeom prst="can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reminder: the deck focuses on collection mechanics; analysis comes later using the exported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Resumability +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state DB, deterministic exports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0323"/>
            <a:ext cx="2743200" cy="2480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355701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 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8046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is the single source of truth for the entire run.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stores: discovered feeds, the panel, every snapshot, posts, labels, and authors — so a run can resume safely.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4930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checkpoints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67912" y="34930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markers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34930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writes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09560" y="2487168"/>
            <a:ext cx="685800" cy="868680"/>
          </a:xfrm>
          <a:prstGeom prst="can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069080"/>
            <a:ext cx="1746504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114800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22960" y="4480560"/>
            <a:ext cx="1133856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Analysis-ready CSVs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97280" y="49834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catalog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starter pack → feed inclusions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 feed ranking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panel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snapshots (impressions + posts + labels)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authors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7863840" y="475488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4892040"/>
            <a:ext cx="1097280" cy="320040"/>
          </a:xfrm>
          <a:prstGeom prst="round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3880" y="49286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75320" y="525780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39912" y="534924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04504" y="544068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5806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 + manifest + data dictionary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reminder: the deck focuses on collection mechanics; analysis comes later using the exported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Resumability +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state DB, deterministic exports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0323"/>
            <a:ext cx="2743200" cy="2480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355701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 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8046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is the single source of truth for the entire run.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stores: discovered feeds, the panel, every snapshot, posts, labels, and authors — so a run can resume safely.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4930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checkpoints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67912" y="34930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markers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34930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writes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09560" y="2487168"/>
            <a:ext cx="685800" cy="868680"/>
          </a:xfrm>
          <a:prstGeom prst="can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069080"/>
            <a:ext cx="1746504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114800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22960" y="4480560"/>
            <a:ext cx="1133856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Analysis-ready CSVs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97280" y="49834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catalog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starter pack → feed inclusions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 feed ranking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panel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snapshots (impressions + posts + labels)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authors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7863840" y="475488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4892040"/>
            <a:ext cx="1097280" cy="320040"/>
          </a:xfrm>
          <a:prstGeom prst="round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3880" y="49286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75320" y="525780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39912" y="534924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04504" y="544068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5806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 + manifest + data dictionary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412480" y="1783080"/>
            <a:ext cx="3749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41080" y="1901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641080" y="2212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snapshot is reproducible, auditable, and easy to analyze.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reminder: the deck focuses on collection mechanics; analysis comes later using the exported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open APIs → to a clean, resumable snapshot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5204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2487168"/>
            <a:ext cx="3063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9748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(index) + AppView (hydrated views)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optional authenticated viewer mode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5204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2487168"/>
            <a:ext cx="3063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9748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hydrate authors → export tables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75320" y="2487168"/>
            <a:ext cx="3063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69748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Impressions + posts + labels + authors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(with stable CSV schemas)</a:t>
            </a:r>
            <a:endParaRPr lang="en-US" sz="1350" dirty="0"/>
          </a:p>
        </p:txBody>
      </p:sp>
      <p:pic>
        <p:nvPicPr>
          <p:cNvPr id="1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1418"/>
            <a:ext cx="1280160" cy="115740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Q&amp;A-ready: each stage maps cleanly to a small set of public HTTP endpoints.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2026-02-03T19:39:58Z</dcterms:created>
  <dcterms:modified xsi:type="dcterms:W3CDTF">2026-02-03T19:39:58Z</dcterms:modified>
</cp:coreProperties>
</file>